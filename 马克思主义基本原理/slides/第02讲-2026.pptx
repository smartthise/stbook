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2" r:id="rId2"/>
    <p:sldMasterId id="2147483684" r:id="rId3"/>
  </p:sldMasterIdLst>
  <p:notesMasterIdLst>
    <p:notesMasterId r:id="rId30"/>
  </p:notesMasterIdLst>
  <p:sldIdLst>
    <p:sldId id="370" r:id="rId4"/>
    <p:sldId id="371" r:id="rId5"/>
    <p:sldId id="259" r:id="rId6"/>
    <p:sldId id="397" r:id="rId7"/>
    <p:sldId id="398" r:id="rId8"/>
    <p:sldId id="399" r:id="rId9"/>
    <p:sldId id="411" r:id="rId10"/>
    <p:sldId id="400" r:id="rId11"/>
    <p:sldId id="402" r:id="rId12"/>
    <p:sldId id="396" r:id="rId13"/>
    <p:sldId id="403" r:id="rId14"/>
    <p:sldId id="404" r:id="rId15"/>
    <p:sldId id="262" r:id="rId16"/>
    <p:sldId id="381" r:id="rId17"/>
    <p:sldId id="401" r:id="rId18"/>
    <p:sldId id="405" r:id="rId19"/>
    <p:sldId id="412" r:id="rId20"/>
    <p:sldId id="406" r:id="rId21"/>
    <p:sldId id="394" r:id="rId22"/>
    <p:sldId id="408" r:id="rId23"/>
    <p:sldId id="409" r:id="rId24"/>
    <p:sldId id="410" r:id="rId25"/>
    <p:sldId id="362" r:id="rId26"/>
    <p:sldId id="264" r:id="rId27"/>
    <p:sldId id="383" r:id="rId28"/>
    <p:sldId id="382" r:id="rId29"/>
  </p:sldIdLst>
  <p:sldSz cx="12192000" cy="6858000"/>
  <p:notesSz cx="6797675" cy="9928225"/>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zhiminglong" initials="z" lastIdx="8" clrIdx="0">
    <p:extLst>
      <p:ext uri="{19B8F6BF-5375-455C-9EA6-DF929625EA0E}">
        <p15:presenceInfo xmlns:p15="http://schemas.microsoft.com/office/powerpoint/2012/main" userId="zhiminglong"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C2C2C"/>
    <a:srgbClr val="7F2C8B"/>
    <a:srgbClr val="353535"/>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53" d="100"/>
          <a:sy n="153" d="100"/>
        </p:scale>
        <p:origin x="2802" y="138"/>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 Type="http://schemas.openxmlformats.org/officeDocument/2006/relationships/slideMaster" Target="slideMasters/slideMaster3.xml"/><Relationship Id="rId21" Type="http://schemas.openxmlformats.org/officeDocument/2006/relationships/slide" Target="slides/slide18.xml"/><Relationship Id="rId34" Type="http://schemas.openxmlformats.org/officeDocument/2006/relationships/theme" Target="theme/theme1.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presProps" Target="presProp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commentAuthors" Target="commentAuthor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notesMaster" Target="notesMasters/notesMaster1.xml"/><Relationship Id="rId35" Type="http://schemas.openxmlformats.org/officeDocument/2006/relationships/tableStyles" Target="tableStyles.xml"/><Relationship Id="rId8" Type="http://schemas.openxmlformats.org/officeDocument/2006/relationships/slide" Target="slides/slide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5659" cy="498135"/>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50443" y="0"/>
            <a:ext cx="2945659" cy="498135"/>
          </a:xfrm>
          <a:prstGeom prst="rect">
            <a:avLst/>
          </a:prstGeom>
        </p:spPr>
        <p:txBody>
          <a:bodyPr vert="horz" lIns="91440" tIns="45720" rIns="91440" bIns="45720" rtlCol="0"/>
          <a:lstStyle>
            <a:lvl1pPr algn="r">
              <a:defRPr sz="1200"/>
            </a:lvl1pPr>
          </a:lstStyle>
          <a:p>
            <a:fld id="{7C5C5596-07AD-4DAB-AD01-C751D0CCD18A}" type="datetimeFigureOut">
              <a:rPr lang="zh-CN" altLang="en-US" smtClean="0"/>
              <a:t>2026/9/20</a:t>
            </a:fld>
            <a:endParaRPr lang="zh-CN" altLang="en-US"/>
          </a:p>
        </p:txBody>
      </p:sp>
      <p:sp>
        <p:nvSpPr>
          <p:cNvPr id="4" name="幻灯片图像占位符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79768" y="4777958"/>
            <a:ext cx="5438140" cy="3909239"/>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9430091"/>
            <a:ext cx="2945659" cy="498134"/>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50443" y="9430091"/>
            <a:ext cx="2945659" cy="498134"/>
          </a:xfrm>
          <a:prstGeom prst="rect">
            <a:avLst/>
          </a:prstGeom>
        </p:spPr>
        <p:txBody>
          <a:bodyPr vert="horz" lIns="91440" tIns="45720" rIns="91440" bIns="45720" rtlCol="0" anchor="b"/>
          <a:lstStyle>
            <a:lvl1pPr algn="r">
              <a:defRPr sz="1200"/>
            </a:lvl1pPr>
          </a:lstStyle>
          <a:p>
            <a:fld id="{1BB278F2-E736-4F74-A990-70542D4D7757}" type="slidenum">
              <a:rPr lang="zh-CN" altLang="en-US" smtClean="0"/>
              <a:t>‹#›</a:t>
            </a:fld>
            <a:endParaRPr lang="zh-CN" altLang="en-US"/>
          </a:p>
        </p:txBody>
      </p:sp>
    </p:spTree>
    <p:extLst>
      <p:ext uri="{BB962C8B-B14F-4D97-AF65-F5344CB8AC3E}">
        <p14:creationId xmlns:p14="http://schemas.microsoft.com/office/powerpoint/2010/main" val="413483365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defTabSz="457200">
              <a:defRPr/>
            </a:pPr>
            <a:fld id="{FEEB3709-D926-420C-B233-39C5616EAE8B}" type="slidenum">
              <a:rPr lang="zh-CN" altLang="en-US" smtClean="0">
                <a:solidFill>
                  <a:prstClr val="black"/>
                </a:solidFill>
              </a:rPr>
              <a:pPr defTabSz="457200">
                <a:defRPr/>
              </a:pPr>
              <a:t>1</a:t>
            </a:fld>
            <a:endParaRPr lang="zh-CN" altLang="en-US">
              <a:solidFill>
                <a:prstClr val="black"/>
              </a:solidFill>
            </a:endParaRPr>
          </a:p>
        </p:txBody>
      </p:sp>
    </p:spTree>
    <p:extLst>
      <p:ext uri="{BB962C8B-B14F-4D97-AF65-F5344CB8AC3E}">
        <p14:creationId xmlns:p14="http://schemas.microsoft.com/office/powerpoint/2010/main" val="250772302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defTabSz="457200">
              <a:defRPr/>
            </a:pPr>
            <a:fld id="{FEEB3709-D926-420C-B233-39C5616EAE8B}" type="slidenum">
              <a:rPr lang="zh-CN" altLang="en-US" smtClean="0">
                <a:solidFill>
                  <a:prstClr val="black"/>
                </a:solidFill>
              </a:rPr>
              <a:pPr defTabSz="457200">
                <a:defRPr/>
              </a:pPr>
              <a:t>2</a:t>
            </a:fld>
            <a:endParaRPr lang="zh-CN" altLang="en-US">
              <a:solidFill>
                <a:prstClr val="black"/>
              </a:solidFill>
            </a:endParaRPr>
          </a:p>
        </p:txBody>
      </p:sp>
    </p:spTree>
    <p:extLst>
      <p:ext uri="{BB962C8B-B14F-4D97-AF65-F5344CB8AC3E}">
        <p14:creationId xmlns:p14="http://schemas.microsoft.com/office/powerpoint/2010/main" val="8462575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14419043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4</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97884750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5</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54227195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26559080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3B5EE7-F853-1D31-9A32-65719A3BAE0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34C8FC2-8D42-1700-CDEA-B80D25E8D47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BF283CD-2985-02B8-D805-E5299D9177FA}"/>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E8318CE-5980-BBA4-53A6-D0DA8AFF40FD}"/>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7</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408665136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8</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14750108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9</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39318124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10</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27220375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26201175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12</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5392720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410399529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14</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8159804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60984631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422761744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C1B588-4ED9-A71B-9DEE-98D581A7D0E5}"/>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CFDC087-F977-E32E-201A-46A6292E200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B2EBE19-B95F-4C55-5761-90E7949D4A60}"/>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F1B4BD7-F416-37D5-D10D-5F624665FEB5}"/>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57781193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36891160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19</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21359278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20</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28444038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0789265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22</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71027198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05847857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24</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83360093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25</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83766314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EEB3709-D926-420C-B233-39C5616EAE8B}"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94255489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5655FED-A3EA-4119-BB5B-DA227F7AC495}"/>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E382F6BA-C320-49C5-983E-F95610B2BC4F}"/>
              </a:ext>
            </a:extLst>
          </p:cNvPr>
          <p:cNvSpPr>
            <a:spLocks noGrp="1"/>
          </p:cNvSpPr>
          <p:nvPr>
            <p:ph type="subTitle" idx="1"/>
          </p:nvPr>
        </p:nvSpPr>
        <p:spPr>
          <a:xfrm>
            <a:off x="1524000" y="3602037"/>
            <a:ext cx="9144000" cy="1655763"/>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078E0F4B-2731-420D-B8C7-1969B5D4DE0E}"/>
              </a:ext>
            </a:extLst>
          </p:cNvPr>
          <p:cNvSpPr>
            <a:spLocks noGrp="1"/>
          </p:cNvSpPr>
          <p:nvPr>
            <p:ph type="dt" sz="half" idx="10"/>
          </p:nvPr>
        </p:nvSpPr>
        <p:spPr/>
        <p:txBody>
          <a:bodyPr/>
          <a:lstStyle/>
          <a:p>
            <a:fld id="{42DF1591-7B17-44A4-9EBB-127D5B0D0BCE}" type="datetimeFigureOut">
              <a:rPr lang="zh-CN" altLang="en-US" smtClean="0"/>
              <a:t>2026/9/20</a:t>
            </a:fld>
            <a:endParaRPr lang="zh-CN" altLang="en-US"/>
          </a:p>
        </p:txBody>
      </p:sp>
      <p:sp>
        <p:nvSpPr>
          <p:cNvPr id="5" name="页脚占位符 4">
            <a:extLst>
              <a:ext uri="{FF2B5EF4-FFF2-40B4-BE49-F238E27FC236}">
                <a16:creationId xmlns:a16="http://schemas.microsoft.com/office/drawing/2014/main" id="{16FC8E7C-1413-49C3-AFC0-BDB2F54287ED}"/>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B4371A10-3301-42FB-9326-C8B06E55D3AC}"/>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20974767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5A6EAE8-EC9E-4C33-8B56-AFD1526E3C59}"/>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82BA0651-DDE0-47E9-901D-4BA745A81123}"/>
              </a:ext>
            </a:extLst>
          </p:cNvPr>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33DB356E-930B-440B-8D26-9571444CE4AF}"/>
              </a:ext>
            </a:extLst>
          </p:cNvPr>
          <p:cNvSpPr>
            <a:spLocks noGrp="1"/>
          </p:cNvSpPr>
          <p:nvPr>
            <p:ph type="dt" sz="half" idx="10"/>
          </p:nvPr>
        </p:nvSpPr>
        <p:spPr/>
        <p:txBody>
          <a:bodyPr/>
          <a:lstStyle/>
          <a:p>
            <a:fld id="{42DF1591-7B17-44A4-9EBB-127D5B0D0BCE}" type="datetimeFigureOut">
              <a:rPr lang="zh-CN" altLang="en-US" smtClean="0"/>
              <a:t>2026/9/20</a:t>
            </a:fld>
            <a:endParaRPr lang="zh-CN" altLang="en-US"/>
          </a:p>
        </p:txBody>
      </p:sp>
      <p:sp>
        <p:nvSpPr>
          <p:cNvPr id="5" name="页脚占位符 4">
            <a:extLst>
              <a:ext uri="{FF2B5EF4-FFF2-40B4-BE49-F238E27FC236}">
                <a16:creationId xmlns:a16="http://schemas.microsoft.com/office/drawing/2014/main" id="{BFC3186B-BEDC-4F0C-8961-EA796FE8EB34}"/>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FFCE1CB8-D35F-4ECD-A2AF-03D3B3AA9882}"/>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73653417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DBA02D6-FD60-4E5F-B6FD-AD60647A351C}"/>
              </a:ext>
            </a:extLst>
          </p:cNvPr>
          <p:cNvSpPr>
            <a:spLocks noGrp="1"/>
          </p:cNvSpPr>
          <p:nvPr>
            <p:ph type="title"/>
          </p:nvPr>
        </p:nvSpPr>
        <p:spPr>
          <a:xfrm>
            <a:off x="831851" y="1709740"/>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62C989FE-73C2-4C35-9EC8-44FAE9952B3D}"/>
              </a:ext>
            </a:extLst>
          </p:cNvPr>
          <p:cNvSpPr>
            <a:spLocks noGrp="1"/>
          </p:cNvSpPr>
          <p:nvPr>
            <p:ph type="body" idx="1"/>
          </p:nvPr>
        </p:nvSpPr>
        <p:spPr>
          <a:xfrm>
            <a:off x="831851" y="4589464"/>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zh-CN" altLang="en-US"/>
              <a:t>编辑母版文本样式</a:t>
            </a:r>
          </a:p>
        </p:txBody>
      </p:sp>
      <p:sp>
        <p:nvSpPr>
          <p:cNvPr id="4" name="日期占位符 3">
            <a:extLst>
              <a:ext uri="{FF2B5EF4-FFF2-40B4-BE49-F238E27FC236}">
                <a16:creationId xmlns:a16="http://schemas.microsoft.com/office/drawing/2014/main" id="{5C9F3666-516C-4548-ABD3-886BF84BC908}"/>
              </a:ext>
            </a:extLst>
          </p:cNvPr>
          <p:cNvSpPr>
            <a:spLocks noGrp="1"/>
          </p:cNvSpPr>
          <p:nvPr>
            <p:ph type="dt" sz="half" idx="10"/>
          </p:nvPr>
        </p:nvSpPr>
        <p:spPr/>
        <p:txBody>
          <a:bodyPr/>
          <a:lstStyle/>
          <a:p>
            <a:fld id="{42DF1591-7B17-44A4-9EBB-127D5B0D0BCE}" type="datetimeFigureOut">
              <a:rPr lang="zh-CN" altLang="en-US" smtClean="0"/>
              <a:t>2026/9/20</a:t>
            </a:fld>
            <a:endParaRPr lang="zh-CN" altLang="en-US"/>
          </a:p>
        </p:txBody>
      </p:sp>
      <p:sp>
        <p:nvSpPr>
          <p:cNvPr id="5" name="页脚占位符 4">
            <a:extLst>
              <a:ext uri="{FF2B5EF4-FFF2-40B4-BE49-F238E27FC236}">
                <a16:creationId xmlns:a16="http://schemas.microsoft.com/office/drawing/2014/main" id="{7DAE2BB3-A6B2-44FF-926B-50D609E49A2F}"/>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83E2EA07-77BE-471C-BF58-9FD88D9B4DF1}"/>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57793724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6CA5A9F-F24E-4AD8-8B71-D7B2C37A2413}"/>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44A5972E-1187-44FB-BF04-8B7AEACC83A1}"/>
              </a:ext>
            </a:extLst>
          </p:cNvPr>
          <p:cNvSpPr>
            <a:spLocks noGrp="1"/>
          </p:cNvSpPr>
          <p:nvPr>
            <p:ph sz="half" idx="1"/>
          </p:nvPr>
        </p:nvSpPr>
        <p:spPr>
          <a:xfrm>
            <a:off x="838200" y="1825625"/>
            <a:ext cx="5181600" cy="4351339"/>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a:extLst>
              <a:ext uri="{FF2B5EF4-FFF2-40B4-BE49-F238E27FC236}">
                <a16:creationId xmlns:a16="http://schemas.microsoft.com/office/drawing/2014/main" id="{2574C9A3-69BE-4D7D-8BB1-63852BDA7E5D}"/>
              </a:ext>
            </a:extLst>
          </p:cNvPr>
          <p:cNvSpPr>
            <a:spLocks noGrp="1"/>
          </p:cNvSpPr>
          <p:nvPr>
            <p:ph sz="half" idx="2"/>
          </p:nvPr>
        </p:nvSpPr>
        <p:spPr>
          <a:xfrm>
            <a:off x="6172200" y="1825625"/>
            <a:ext cx="5181600" cy="4351339"/>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a:extLst>
              <a:ext uri="{FF2B5EF4-FFF2-40B4-BE49-F238E27FC236}">
                <a16:creationId xmlns:a16="http://schemas.microsoft.com/office/drawing/2014/main" id="{9E10FDE4-2299-496F-94E8-B7FD43A3FF94}"/>
              </a:ext>
            </a:extLst>
          </p:cNvPr>
          <p:cNvSpPr>
            <a:spLocks noGrp="1"/>
          </p:cNvSpPr>
          <p:nvPr>
            <p:ph type="dt" sz="half" idx="10"/>
          </p:nvPr>
        </p:nvSpPr>
        <p:spPr/>
        <p:txBody>
          <a:bodyPr/>
          <a:lstStyle/>
          <a:p>
            <a:fld id="{42DF1591-7B17-44A4-9EBB-127D5B0D0BCE}" type="datetimeFigureOut">
              <a:rPr lang="zh-CN" altLang="en-US" smtClean="0"/>
              <a:t>2026/9/20</a:t>
            </a:fld>
            <a:endParaRPr lang="zh-CN" altLang="en-US"/>
          </a:p>
        </p:txBody>
      </p:sp>
      <p:sp>
        <p:nvSpPr>
          <p:cNvPr id="6" name="页脚占位符 5">
            <a:extLst>
              <a:ext uri="{FF2B5EF4-FFF2-40B4-BE49-F238E27FC236}">
                <a16:creationId xmlns:a16="http://schemas.microsoft.com/office/drawing/2014/main" id="{92743A53-742E-42D9-A84B-29708127598C}"/>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13B48DD5-3FFA-4970-A976-5D91C0C15485}"/>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36620247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2433A74-4729-4AD1-8303-A23AA585FC9C}"/>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8A454556-4265-4CA8-B1DB-30318DCF7BF7}"/>
              </a:ext>
            </a:extLst>
          </p:cNvPr>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zh-CN" altLang="en-US"/>
              <a:t>编辑母版文本样式</a:t>
            </a:r>
          </a:p>
        </p:txBody>
      </p:sp>
      <p:sp>
        <p:nvSpPr>
          <p:cNvPr id="4" name="内容占位符 3">
            <a:extLst>
              <a:ext uri="{FF2B5EF4-FFF2-40B4-BE49-F238E27FC236}">
                <a16:creationId xmlns:a16="http://schemas.microsoft.com/office/drawing/2014/main" id="{A673BB42-76FF-436C-BFF6-76586C0B6BC4}"/>
              </a:ext>
            </a:extLst>
          </p:cNvPr>
          <p:cNvSpPr>
            <a:spLocks noGrp="1"/>
          </p:cNvSpPr>
          <p:nvPr>
            <p:ph sz="half" idx="2"/>
          </p:nvPr>
        </p:nvSpPr>
        <p:spPr>
          <a:xfrm>
            <a:off x="839789" y="2505075"/>
            <a:ext cx="5157787"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a:extLst>
              <a:ext uri="{FF2B5EF4-FFF2-40B4-BE49-F238E27FC236}">
                <a16:creationId xmlns:a16="http://schemas.microsoft.com/office/drawing/2014/main" id="{B29D8A39-31FB-4866-956D-5BCD2EE36ED8}"/>
              </a:ext>
            </a:extLst>
          </p:cNvPr>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zh-CN" altLang="en-US"/>
              <a:t>编辑母版文本样式</a:t>
            </a:r>
          </a:p>
        </p:txBody>
      </p:sp>
      <p:sp>
        <p:nvSpPr>
          <p:cNvPr id="6" name="内容占位符 5">
            <a:extLst>
              <a:ext uri="{FF2B5EF4-FFF2-40B4-BE49-F238E27FC236}">
                <a16:creationId xmlns:a16="http://schemas.microsoft.com/office/drawing/2014/main" id="{633340EB-FF17-4604-ADF3-EC2FA4C83F5C}"/>
              </a:ext>
            </a:extLst>
          </p:cNvPr>
          <p:cNvSpPr>
            <a:spLocks noGrp="1"/>
          </p:cNvSpPr>
          <p:nvPr>
            <p:ph sz="quarter" idx="4"/>
          </p:nvPr>
        </p:nvSpPr>
        <p:spPr>
          <a:xfrm>
            <a:off x="6172201" y="2505075"/>
            <a:ext cx="5183188"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a:extLst>
              <a:ext uri="{FF2B5EF4-FFF2-40B4-BE49-F238E27FC236}">
                <a16:creationId xmlns:a16="http://schemas.microsoft.com/office/drawing/2014/main" id="{36CCC224-D563-4089-8302-C1FDF53E2998}"/>
              </a:ext>
            </a:extLst>
          </p:cNvPr>
          <p:cNvSpPr>
            <a:spLocks noGrp="1"/>
          </p:cNvSpPr>
          <p:nvPr>
            <p:ph type="dt" sz="half" idx="10"/>
          </p:nvPr>
        </p:nvSpPr>
        <p:spPr/>
        <p:txBody>
          <a:bodyPr/>
          <a:lstStyle/>
          <a:p>
            <a:fld id="{42DF1591-7B17-44A4-9EBB-127D5B0D0BCE}" type="datetimeFigureOut">
              <a:rPr lang="zh-CN" altLang="en-US" smtClean="0"/>
              <a:t>2026/9/20</a:t>
            </a:fld>
            <a:endParaRPr lang="zh-CN" altLang="en-US"/>
          </a:p>
        </p:txBody>
      </p:sp>
      <p:sp>
        <p:nvSpPr>
          <p:cNvPr id="8" name="页脚占位符 7">
            <a:extLst>
              <a:ext uri="{FF2B5EF4-FFF2-40B4-BE49-F238E27FC236}">
                <a16:creationId xmlns:a16="http://schemas.microsoft.com/office/drawing/2014/main" id="{E4676D79-22C2-4AE9-9545-9E32227EA0EA}"/>
              </a:ext>
            </a:extLst>
          </p:cNvPr>
          <p:cNvSpPr>
            <a:spLocks noGrp="1"/>
          </p:cNvSpPr>
          <p:nvPr>
            <p:ph type="ftr" sz="quarter" idx="11"/>
          </p:nvPr>
        </p:nvSpPr>
        <p:spPr/>
        <p:txBody>
          <a:bodyPr/>
          <a:lstStyle/>
          <a:p>
            <a:endParaRPr lang="zh-CN" altLang="en-US"/>
          </a:p>
        </p:txBody>
      </p:sp>
      <p:sp>
        <p:nvSpPr>
          <p:cNvPr id="9" name="灯片编号占位符 8">
            <a:extLst>
              <a:ext uri="{FF2B5EF4-FFF2-40B4-BE49-F238E27FC236}">
                <a16:creationId xmlns:a16="http://schemas.microsoft.com/office/drawing/2014/main" id="{E83B67C9-271A-46BF-B08A-56D397AC9354}"/>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49160418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CC196A5-3992-41E6-9E62-FE8538968896}"/>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50719085-DC49-4410-9162-3E9F788A9B89}"/>
              </a:ext>
            </a:extLst>
          </p:cNvPr>
          <p:cNvSpPr>
            <a:spLocks noGrp="1"/>
          </p:cNvSpPr>
          <p:nvPr>
            <p:ph type="dt" sz="half" idx="10"/>
          </p:nvPr>
        </p:nvSpPr>
        <p:spPr/>
        <p:txBody>
          <a:bodyPr/>
          <a:lstStyle/>
          <a:p>
            <a:fld id="{42DF1591-7B17-44A4-9EBB-127D5B0D0BCE}" type="datetimeFigureOut">
              <a:rPr lang="zh-CN" altLang="en-US" smtClean="0"/>
              <a:t>2026/9/20</a:t>
            </a:fld>
            <a:endParaRPr lang="zh-CN" altLang="en-US"/>
          </a:p>
        </p:txBody>
      </p:sp>
      <p:sp>
        <p:nvSpPr>
          <p:cNvPr id="4" name="页脚占位符 3">
            <a:extLst>
              <a:ext uri="{FF2B5EF4-FFF2-40B4-BE49-F238E27FC236}">
                <a16:creationId xmlns:a16="http://schemas.microsoft.com/office/drawing/2014/main" id="{F1E05355-2F75-409F-9287-FC9D3C773FFE}"/>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id="{639CF2D8-C8A3-4D1A-883F-CD65F9BFD9A7}"/>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219859618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9D75DAB8-0B9B-4421-BE4A-731DCF864358}"/>
              </a:ext>
            </a:extLst>
          </p:cNvPr>
          <p:cNvSpPr>
            <a:spLocks noGrp="1"/>
          </p:cNvSpPr>
          <p:nvPr>
            <p:ph type="dt" sz="half" idx="10"/>
          </p:nvPr>
        </p:nvSpPr>
        <p:spPr/>
        <p:txBody>
          <a:bodyPr/>
          <a:lstStyle/>
          <a:p>
            <a:fld id="{42DF1591-7B17-44A4-9EBB-127D5B0D0BCE}" type="datetimeFigureOut">
              <a:rPr lang="zh-CN" altLang="en-US" smtClean="0"/>
              <a:t>2026/9/20</a:t>
            </a:fld>
            <a:endParaRPr lang="zh-CN" altLang="en-US"/>
          </a:p>
        </p:txBody>
      </p:sp>
      <p:sp>
        <p:nvSpPr>
          <p:cNvPr id="3" name="页脚占位符 2">
            <a:extLst>
              <a:ext uri="{FF2B5EF4-FFF2-40B4-BE49-F238E27FC236}">
                <a16:creationId xmlns:a16="http://schemas.microsoft.com/office/drawing/2014/main" id="{9902D034-32A7-479A-AE02-739AA5EB6220}"/>
              </a:ext>
            </a:extLst>
          </p:cNvPr>
          <p:cNvSpPr>
            <a:spLocks noGrp="1"/>
          </p:cNvSpPr>
          <p:nvPr>
            <p:ph type="ftr" sz="quarter" idx="11"/>
          </p:nvPr>
        </p:nvSpPr>
        <p:spPr/>
        <p:txBody>
          <a:bodyPr/>
          <a:lstStyle/>
          <a:p>
            <a:endParaRPr lang="zh-CN" altLang="en-US"/>
          </a:p>
        </p:txBody>
      </p:sp>
      <p:sp>
        <p:nvSpPr>
          <p:cNvPr id="4" name="灯片编号占位符 3">
            <a:extLst>
              <a:ext uri="{FF2B5EF4-FFF2-40B4-BE49-F238E27FC236}">
                <a16:creationId xmlns:a16="http://schemas.microsoft.com/office/drawing/2014/main" id="{B3875FCC-7B3C-4B29-B141-AFC757E17A7A}"/>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5066321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EA23587-F912-43C6-AF00-2A5ADF466BC5}"/>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BA34D082-A815-469A-ABD9-F33895D86D1B}"/>
              </a:ext>
            </a:extLst>
          </p:cNvPr>
          <p:cNvSpPr>
            <a:spLocks noGrp="1"/>
          </p:cNvSpPr>
          <p:nvPr>
            <p:ph idx="1"/>
          </p:nvPr>
        </p:nvSpPr>
        <p:spPr>
          <a:xfrm>
            <a:off x="5183188"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a:extLst>
              <a:ext uri="{FF2B5EF4-FFF2-40B4-BE49-F238E27FC236}">
                <a16:creationId xmlns:a16="http://schemas.microsoft.com/office/drawing/2014/main" id="{9B92DECF-8798-442F-85A4-5D5711A73043}"/>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57BCB088-02D5-4765-BF97-FE9476E06F91}"/>
              </a:ext>
            </a:extLst>
          </p:cNvPr>
          <p:cNvSpPr>
            <a:spLocks noGrp="1"/>
          </p:cNvSpPr>
          <p:nvPr>
            <p:ph type="dt" sz="half" idx="10"/>
          </p:nvPr>
        </p:nvSpPr>
        <p:spPr/>
        <p:txBody>
          <a:bodyPr/>
          <a:lstStyle/>
          <a:p>
            <a:fld id="{42DF1591-7B17-44A4-9EBB-127D5B0D0BCE}" type="datetimeFigureOut">
              <a:rPr lang="zh-CN" altLang="en-US" smtClean="0"/>
              <a:t>2026/9/20</a:t>
            </a:fld>
            <a:endParaRPr lang="zh-CN" altLang="en-US"/>
          </a:p>
        </p:txBody>
      </p:sp>
      <p:sp>
        <p:nvSpPr>
          <p:cNvPr id="6" name="页脚占位符 5">
            <a:extLst>
              <a:ext uri="{FF2B5EF4-FFF2-40B4-BE49-F238E27FC236}">
                <a16:creationId xmlns:a16="http://schemas.microsoft.com/office/drawing/2014/main" id="{C3AB1EAB-EFD9-4061-9CEF-73E75688A223}"/>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CDA759D2-7D25-4714-8E0E-9C08623047B9}"/>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329101304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48D4563-1F7B-4582-B82D-820DCD73EFF1}"/>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5164B3BF-64DD-49B4-8AB6-CF73FA165A29}"/>
              </a:ext>
            </a:extLst>
          </p:cNvPr>
          <p:cNvSpPr>
            <a:spLocks noGrp="1"/>
          </p:cNvSpPr>
          <p:nvPr>
            <p:ph type="pic" idx="1"/>
          </p:nvPr>
        </p:nvSpPr>
        <p:spPr>
          <a:xfrm>
            <a:off x="5183188" y="987426"/>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zh-CN" altLang="en-US"/>
          </a:p>
        </p:txBody>
      </p:sp>
      <p:sp>
        <p:nvSpPr>
          <p:cNvPr id="4" name="文本占位符 3">
            <a:extLst>
              <a:ext uri="{FF2B5EF4-FFF2-40B4-BE49-F238E27FC236}">
                <a16:creationId xmlns:a16="http://schemas.microsoft.com/office/drawing/2014/main" id="{DC4BE060-5FA8-4F62-9119-0B0457F8B5B4}"/>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6F2B1889-7787-43CB-A1E7-F2DB0F67EEE7}"/>
              </a:ext>
            </a:extLst>
          </p:cNvPr>
          <p:cNvSpPr>
            <a:spLocks noGrp="1"/>
          </p:cNvSpPr>
          <p:nvPr>
            <p:ph type="dt" sz="half" idx="10"/>
          </p:nvPr>
        </p:nvSpPr>
        <p:spPr/>
        <p:txBody>
          <a:bodyPr/>
          <a:lstStyle/>
          <a:p>
            <a:fld id="{42DF1591-7B17-44A4-9EBB-127D5B0D0BCE}" type="datetimeFigureOut">
              <a:rPr lang="zh-CN" altLang="en-US" smtClean="0"/>
              <a:t>2026/9/20</a:t>
            </a:fld>
            <a:endParaRPr lang="zh-CN" altLang="en-US"/>
          </a:p>
        </p:txBody>
      </p:sp>
      <p:sp>
        <p:nvSpPr>
          <p:cNvPr id="6" name="页脚占位符 5">
            <a:extLst>
              <a:ext uri="{FF2B5EF4-FFF2-40B4-BE49-F238E27FC236}">
                <a16:creationId xmlns:a16="http://schemas.microsoft.com/office/drawing/2014/main" id="{7CAE394E-D20A-4234-A855-0F6A2E8765DC}"/>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36E37C38-E2A7-4847-B376-D65FE9AF03A5}"/>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96839852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CF6EEBE-ED3C-4894-9EBD-CE0D23A16286}"/>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C3D25431-8520-43D1-9F64-2485FF79849F}"/>
              </a:ext>
            </a:extLst>
          </p:cNvPr>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491750AF-776D-4EBA-8BA9-A9BAB97196F1}"/>
              </a:ext>
            </a:extLst>
          </p:cNvPr>
          <p:cNvSpPr>
            <a:spLocks noGrp="1"/>
          </p:cNvSpPr>
          <p:nvPr>
            <p:ph type="dt" sz="half" idx="10"/>
          </p:nvPr>
        </p:nvSpPr>
        <p:spPr/>
        <p:txBody>
          <a:bodyPr/>
          <a:lstStyle/>
          <a:p>
            <a:fld id="{42DF1591-7B17-44A4-9EBB-127D5B0D0BCE}" type="datetimeFigureOut">
              <a:rPr lang="zh-CN" altLang="en-US" smtClean="0"/>
              <a:t>2026/9/20</a:t>
            </a:fld>
            <a:endParaRPr lang="zh-CN" altLang="en-US"/>
          </a:p>
        </p:txBody>
      </p:sp>
      <p:sp>
        <p:nvSpPr>
          <p:cNvPr id="5" name="页脚占位符 4">
            <a:extLst>
              <a:ext uri="{FF2B5EF4-FFF2-40B4-BE49-F238E27FC236}">
                <a16:creationId xmlns:a16="http://schemas.microsoft.com/office/drawing/2014/main" id="{07BFBE0F-DB4B-451F-B10B-C6655DCE6C92}"/>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12C12D9E-ECBF-4431-897D-C0DBF8B74727}"/>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1356787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A7D7CE91-0164-47B2-95E5-6CF7FB97A5E3}"/>
              </a:ext>
            </a:extLst>
          </p:cNvPr>
          <p:cNvSpPr>
            <a:spLocks noGrp="1"/>
          </p:cNvSpPr>
          <p:nvPr>
            <p:ph type="title" orient="vert"/>
          </p:nvPr>
        </p:nvSpPr>
        <p:spPr>
          <a:xfrm>
            <a:off x="8724901" y="365126"/>
            <a:ext cx="2628900" cy="5811839"/>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EF81A2A1-4DB2-42D5-85DE-CBAC2D1917EE}"/>
              </a:ext>
            </a:extLst>
          </p:cNvPr>
          <p:cNvSpPr>
            <a:spLocks noGrp="1"/>
          </p:cNvSpPr>
          <p:nvPr>
            <p:ph type="body" orient="vert" idx="1"/>
          </p:nvPr>
        </p:nvSpPr>
        <p:spPr>
          <a:xfrm>
            <a:off x="838201" y="365126"/>
            <a:ext cx="7734300" cy="5811839"/>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AE58EF8A-69C2-4C05-B472-86BBD7E3258B}"/>
              </a:ext>
            </a:extLst>
          </p:cNvPr>
          <p:cNvSpPr>
            <a:spLocks noGrp="1"/>
          </p:cNvSpPr>
          <p:nvPr>
            <p:ph type="dt" sz="half" idx="10"/>
          </p:nvPr>
        </p:nvSpPr>
        <p:spPr/>
        <p:txBody>
          <a:bodyPr/>
          <a:lstStyle/>
          <a:p>
            <a:fld id="{42DF1591-7B17-44A4-9EBB-127D5B0D0BCE}" type="datetimeFigureOut">
              <a:rPr lang="zh-CN" altLang="en-US" smtClean="0"/>
              <a:t>2026/9/20</a:t>
            </a:fld>
            <a:endParaRPr lang="zh-CN" altLang="en-US"/>
          </a:p>
        </p:txBody>
      </p:sp>
      <p:sp>
        <p:nvSpPr>
          <p:cNvPr id="5" name="页脚占位符 4">
            <a:extLst>
              <a:ext uri="{FF2B5EF4-FFF2-40B4-BE49-F238E27FC236}">
                <a16:creationId xmlns:a16="http://schemas.microsoft.com/office/drawing/2014/main" id="{1AF9EA55-E424-43AD-969F-AC96183A8E86}"/>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A40D6677-53EF-4403-BAD2-C0ABA361B6A1}"/>
              </a:ext>
            </a:extLst>
          </p:cNvPr>
          <p:cNvSpPr>
            <a:spLocks noGrp="1"/>
          </p:cNvSpPr>
          <p:nvPr>
            <p:ph type="sldNum" sz="quarter" idx="12"/>
          </p:nvPr>
        </p:nvSpPr>
        <p:spPr/>
        <p:txBody>
          <a:body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203892743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5655FED-A3EA-4119-BB5B-DA227F7AC495}"/>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E382F6BA-C320-49C5-983E-F95610B2BC4F}"/>
              </a:ext>
            </a:extLst>
          </p:cNvPr>
          <p:cNvSpPr>
            <a:spLocks noGrp="1"/>
          </p:cNvSpPr>
          <p:nvPr>
            <p:ph type="subTitle" idx="1"/>
          </p:nvPr>
        </p:nvSpPr>
        <p:spPr>
          <a:xfrm>
            <a:off x="1524000" y="3602037"/>
            <a:ext cx="9144000" cy="1655763"/>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078E0F4B-2731-420D-B8C7-1969B5D4DE0E}"/>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16FC8E7C-1413-49C3-AFC0-BDB2F54287ED}"/>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B4371A10-3301-42FB-9326-C8B06E55D3AC}"/>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23711021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5A6EAE8-EC9E-4C33-8B56-AFD1526E3C59}"/>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82BA0651-DDE0-47E9-901D-4BA745A81123}"/>
              </a:ext>
            </a:extLst>
          </p:cNvPr>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33DB356E-930B-440B-8D26-9571444CE4AF}"/>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BFC3186B-BEDC-4F0C-8961-EA796FE8EB34}"/>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FFCE1CB8-D35F-4ECD-A2AF-03D3B3AA9882}"/>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80052871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DBA02D6-FD60-4E5F-B6FD-AD60647A351C}"/>
              </a:ext>
            </a:extLst>
          </p:cNvPr>
          <p:cNvSpPr>
            <a:spLocks noGrp="1"/>
          </p:cNvSpPr>
          <p:nvPr>
            <p:ph type="title"/>
          </p:nvPr>
        </p:nvSpPr>
        <p:spPr>
          <a:xfrm>
            <a:off x="831851" y="1709740"/>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62C989FE-73C2-4C35-9EC8-44FAE9952B3D}"/>
              </a:ext>
            </a:extLst>
          </p:cNvPr>
          <p:cNvSpPr>
            <a:spLocks noGrp="1"/>
          </p:cNvSpPr>
          <p:nvPr>
            <p:ph type="body" idx="1"/>
          </p:nvPr>
        </p:nvSpPr>
        <p:spPr>
          <a:xfrm>
            <a:off x="831851" y="4589464"/>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zh-CN" altLang="en-US"/>
              <a:t>编辑母版文本样式</a:t>
            </a:r>
          </a:p>
        </p:txBody>
      </p:sp>
      <p:sp>
        <p:nvSpPr>
          <p:cNvPr id="4" name="日期占位符 3">
            <a:extLst>
              <a:ext uri="{FF2B5EF4-FFF2-40B4-BE49-F238E27FC236}">
                <a16:creationId xmlns:a16="http://schemas.microsoft.com/office/drawing/2014/main" id="{5C9F3666-516C-4548-ABD3-886BF84BC908}"/>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7DAE2BB3-A6B2-44FF-926B-50D609E49A2F}"/>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83E2EA07-77BE-471C-BF58-9FD88D9B4DF1}"/>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92857411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6CA5A9F-F24E-4AD8-8B71-D7B2C37A2413}"/>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44A5972E-1187-44FB-BF04-8B7AEACC83A1}"/>
              </a:ext>
            </a:extLst>
          </p:cNvPr>
          <p:cNvSpPr>
            <a:spLocks noGrp="1"/>
          </p:cNvSpPr>
          <p:nvPr>
            <p:ph sz="half" idx="1"/>
          </p:nvPr>
        </p:nvSpPr>
        <p:spPr>
          <a:xfrm>
            <a:off x="838200" y="1825625"/>
            <a:ext cx="5181600" cy="4351339"/>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a:extLst>
              <a:ext uri="{FF2B5EF4-FFF2-40B4-BE49-F238E27FC236}">
                <a16:creationId xmlns:a16="http://schemas.microsoft.com/office/drawing/2014/main" id="{2574C9A3-69BE-4D7D-8BB1-63852BDA7E5D}"/>
              </a:ext>
            </a:extLst>
          </p:cNvPr>
          <p:cNvSpPr>
            <a:spLocks noGrp="1"/>
          </p:cNvSpPr>
          <p:nvPr>
            <p:ph sz="half" idx="2"/>
          </p:nvPr>
        </p:nvSpPr>
        <p:spPr>
          <a:xfrm>
            <a:off x="6172200" y="1825625"/>
            <a:ext cx="5181600" cy="4351339"/>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a:extLst>
              <a:ext uri="{FF2B5EF4-FFF2-40B4-BE49-F238E27FC236}">
                <a16:creationId xmlns:a16="http://schemas.microsoft.com/office/drawing/2014/main" id="{9E10FDE4-2299-496F-94E8-B7FD43A3FF94}"/>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6" name="页脚占位符 5">
            <a:extLst>
              <a:ext uri="{FF2B5EF4-FFF2-40B4-BE49-F238E27FC236}">
                <a16:creationId xmlns:a16="http://schemas.microsoft.com/office/drawing/2014/main" id="{92743A53-742E-42D9-A84B-29708127598C}"/>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a:extLst>
              <a:ext uri="{FF2B5EF4-FFF2-40B4-BE49-F238E27FC236}">
                <a16:creationId xmlns:a16="http://schemas.microsoft.com/office/drawing/2014/main" id="{13B48DD5-3FFA-4970-A976-5D91C0C15485}"/>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3411767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2433A74-4729-4AD1-8303-A23AA585FC9C}"/>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8A454556-4265-4CA8-B1DB-30318DCF7BF7}"/>
              </a:ext>
            </a:extLst>
          </p:cNvPr>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zh-CN" altLang="en-US"/>
              <a:t>编辑母版文本样式</a:t>
            </a:r>
          </a:p>
        </p:txBody>
      </p:sp>
      <p:sp>
        <p:nvSpPr>
          <p:cNvPr id="4" name="内容占位符 3">
            <a:extLst>
              <a:ext uri="{FF2B5EF4-FFF2-40B4-BE49-F238E27FC236}">
                <a16:creationId xmlns:a16="http://schemas.microsoft.com/office/drawing/2014/main" id="{A673BB42-76FF-436C-BFF6-76586C0B6BC4}"/>
              </a:ext>
            </a:extLst>
          </p:cNvPr>
          <p:cNvSpPr>
            <a:spLocks noGrp="1"/>
          </p:cNvSpPr>
          <p:nvPr>
            <p:ph sz="half" idx="2"/>
          </p:nvPr>
        </p:nvSpPr>
        <p:spPr>
          <a:xfrm>
            <a:off x="839789" y="2505075"/>
            <a:ext cx="5157787"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a:extLst>
              <a:ext uri="{FF2B5EF4-FFF2-40B4-BE49-F238E27FC236}">
                <a16:creationId xmlns:a16="http://schemas.microsoft.com/office/drawing/2014/main" id="{B29D8A39-31FB-4866-956D-5BCD2EE36ED8}"/>
              </a:ext>
            </a:extLst>
          </p:cNvPr>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zh-CN" altLang="en-US"/>
              <a:t>编辑母版文本样式</a:t>
            </a:r>
          </a:p>
        </p:txBody>
      </p:sp>
      <p:sp>
        <p:nvSpPr>
          <p:cNvPr id="6" name="内容占位符 5">
            <a:extLst>
              <a:ext uri="{FF2B5EF4-FFF2-40B4-BE49-F238E27FC236}">
                <a16:creationId xmlns:a16="http://schemas.microsoft.com/office/drawing/2014/main" id="{633340EB-FF17-4604-ADF3-EC2FA4C83F5C}"/>
              </a:ext>
            </a:extLst>
          </p:cNvPr>
          <p:cNvSpPr>
            <a:spLocks noGrp="1"/>
          </p:cNvSpPr>
          <p:nvPr>
            <p:ph sz="quarter" idx="4"/>
          </p:nvPr>
        </p:nvSpPr>
        <p:spPr>
          <a:xfrm>
            <a:off x="6172201" y="2505075"/>
            <a:ext cx="5183188"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a:extLst>
              <a:ext uri="{FF2B5EF4-FFF2-40B4-BE49-F238E27FC236}">
                <a16:creationId xmlns:a16="http://schemas.microsoft.com/office/drawing/2014/main" id="{36CCC224-D563-4089-8302-C1FDF53E2998}"/>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8" name="页脚占位符 7">
            <a:extLst>
              <a:ext uri="{FF2B5EF4-FFF2-40B4-BE49-F238E27FC236}">
                <a16:creationId xmlns:a16="http://schemas.microsoft.com/office/drawing/2014/main" id="{E4676D79-22C2-4AE9-9545-9E32227EA0EA}"/>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9" name="灯片编号占位符 8">
            <a:extLst>
              <a:ext uri="{FF2B5EF4-FFF2-40B4-BE49-F238E27FC236}">
                <a16:creationId xmlns:a16="http://schemas.microsoft.com/office/drawing/2014/main" id="{E83B67C9-271A-46BF-B08A-56D397AC9354}"/>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35836896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CC196A5-3992-41E6-9E62-FE8538968896}"/>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50719085-DC49-4410-9162-3E9F788A9B89}"/>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4" name="页脚占位符 3">
            <a:extLst>
              <a:ext uri="{FF2B5EF4-FFF2-40B4-BE49-F238E27FC236}">
                <a16:creationId xmlns:a16="http://schemas.microsoft.com/office/drawing/2014/main" id="{F1E05355-2F75-409F-9287-FC9D3C773FFE}"/>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5" name="灯片编号占位符 4">
            <a:extLst>
              <a:ext uri="{FF2B5EF4-FFF2-40B4-BE49-F238E27FC236}">
                <a16:creationId xmlns:a16="http://schemas.microsoft.com/office/drawing/2014/main" id="{639CF2D8-C8A3-4D1A-883F-CD65F9BFD9A7}"/>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63145827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9D75DAB8-0B9B-4421-BE4A-731DCF864358}"/>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3" name="页脚占位符 2">
            <a:extLst>
              <a:ext uri="{FF2B5EF4-FFF2-40B4-BE49-F238E27FC236}">
                <a16:creationId xmlns:a16="http://schemas.microsoft.com/office/drawing/2014/main" id="{9902D034-32A7-479A-AE02-739AA5EB6220}"/>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4" name="灯片编号占位符 3">
            <a:extLst>
              <a:ext uri="{FF2B5EF4-FFF2-40B4-BE49-F238E27FC236}">
                <a16:creationId xmlns:a16="http://schemas.microsoft.com/office/drawing/2014/main" id="{B3875FCC-7B3C-4B29-B141-AFC757E17A7A}"/>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09461552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EA23587-F912-43C6-AF00-2A5ADF466BC5}"/>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BA34D082-A815-469A-ABD9-F33895D86D1B}"/>
              </a:ext>
            </a:extLst>
          </p:cNvPr>
          <p:cNvSpPr>
            <a:spLocks noGrp="1"/>
          </p:cNvSpPr>
          <p:nvPr>
            <p:ph idx="1"/>
          </p:nvPr>
        </p:nvSpPr>
        <p:spPr>
          <a:xfrm>
            <a:off x="5183188"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a:extLst>
              <a:ext uri="{FF2B5EF4-FFF2-40B4-BE49-F238E27FC236}">
                <a16:creationId xmlns:a16="http://schemas.microsoft.com/office/drawing/2014/main" id="{9B92DECF-8798-442F-85A4-5D5711A73043}"/>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57BCB088-02D5-4765-BF97-FE9476E06F91}"/>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6" name="页脚占位符 5">
            <a:extLst>
              <a:ext uri="{FF2B5EF4-FFF2-40B4-BE49-F238E27FC236}">
                <a16:creationId xmlns:a16="http://schemas.microsoft.com/office/drawing/2014/main" id="{C3AB1EAB-EFD9-4061-9CEF-73E75688A223}"/>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a:extLst>
              <a:ext uri="{FF2B5EF4-FFF2-40B4-BE49-F238E27FC236}">
                <a16:creationId xmlns:a16="http://schemas.microsoft.com/office/drawing/2014/main" id="{CDA759D2-7D25-4714-8E0E-9C08623047B9}"/>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28808506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48D4563-1F7B-4582-B82D-820DCD73EFF1}"/>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5164B3BF-64DD-49B4-8AB6-CF73FA165A29}"/>
              </a:ext>
            </a:extLst>
          </p:cNvPr>
          <p:cNvSpPr>
            <a:spLocks noGrp="1"/>
          </p:cNvSpPr>
          <p:nvPr>
            <p:ph type="pic" idx="1"/>
          </p:nvPr>
        </p:nvSpPr>
        <p:spPr>
          <a:xfrm>
            <a:off x="5183188" y="987426"/>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zh-CN" altLang="en-US"/>
          </a:p>
        </p:txBody>
      </p:sp>
      <p:sp>
        <p:nvSpPr>
          <p:cNvPr id="4" name="文本占位符 3">
            <a:extLst>
              <a:ext uri="{FF2B5EF4-FFF2-40B4-BE49-F238E27FC236}">
                <a16:creationId xmlns:a16="http://schemas.microsoft.com/office/drawing/2014/main" id="{DC4BE060-5FA8-4F62-9119-0B0457F8B5B4}"/>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6F2B1889-7787-43CB-A1E7-F2DB0F67EEE7}"/>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6" name="页脚占位符 5">
            <a:extLst>
              <a:ext uri="{FF2B5EF4-FFF2-40B4-BE49-F238E27FC236}">
                <a16:creationId xmlns:a16="http://schemas.microsoft.com/office/drawing/2014/main" id="{7CAE394E-D20A-4234-A855-0F6A2E8765DC}"/>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a:extLst>
              <a:ext uri="{FF2B5EF4-FFF2-40B4-BE49-F238E27FC236}">
                <a16:creationId xmlns:a16="http://schemas.microsoft.com/office/drawing/2014/main" id="{36E37C38-E2A7-4847-B376-D65FE9AF03A5}"/>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07301215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CF6EEBE-ED3C-4894-9EBD-CE0D23A16286}"/>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C3D25431-8520-43D1-9F64-2485FF79849F}"/>
              </a:ext>
            </a:extLst>
          </p:cNvPr>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491750AF-776D-4EBA-8BA9-A9BAB97196F1}"/>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07BFBE0F-DB4B-451F-B10B-C6655DCE6C92}"/>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12C12D9E-ECBF-4431-897D-C0DBF8B74727}"/>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46589608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A7D7CE91-0164-47B2-95E5-6CF7FB97A5E3}"/>
              </a:ext>
            </a:extLst>
          </p:cNvPr>
          <p:cNvSpPr>
            <a:spLocks noGrp="1"/>
          </p:cNvSpPr>
          <p:nvPr>
            <p:ph type="title" orient="vert"/>
          </p:nvPr>
        </p:nvSpPr>
        <p:spPr>
          <a:xfrm>
            <a:off x="8724901" y="365126"/>
            <a:ext cx="2628900" cy="5811839"/>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EF81A2A1-4DB2-42D5-85DE-CBAC2D1917EE}"/>
              </a:ext>
            </a:extLst>
          </p:cNvPr>
          <p:cNvSpPr>
            <a:spLocks noGrp="1"/>
          </p:cNvSpPr>
          <p:nvPr>
            <p:ph type="body" orient="vert" idx="1"/>
          </p:nvPr>
        </p:nvSpPr>
        <p:spPr>
          <a:xfrm>
            <a:off x="838201" y="365126"/>
            <a:ext cx="7734300" cy="5811839"/>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AE58EF8A-69C2-4C05-B472-86BBD7E3258B}"/>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1AF9EA55-E424-43AD-969F-AC96183A8E86}"/>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A40D6677-53EF-4403-BAD2-C0ABA361B6A1}"/>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60913928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5655FED-A3EA-4119-BB5B-DA227F7AC495}"/>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E382F6BA-C320-49C5-983E-F95610B2BC4F}"/>
              </a:ext>
            </a:extLst>
          </p:cNvPr>
          <p:cNvSpPr>
            <a:spLocks noGrp="1"/>
          </p:cNvSpPr>
          <p:nvPr>
            <p:ph type="subTitle" idx="1"/>
          </p:nvPr>
        </p:nvSpPr>
        <p:spPr>
          <a:xfrm>
            <a:off x="1524000" y="3602037"/>
            <a:ext cx="9144000" cy="1655763"/>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078E0F4B-2731-420D-B8C7-1969B5D4DE0E}"/>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16FC8E7C-1413-49C3-AFC0-BDB2F54287ED}"/>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B4371A10-3301-42FB-9326-C8B06E55D3AC}"/>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50612541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5A6EAE8-EC9E-4C33-8B56-AFD1526E3C59}"/>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82BA0651-DDE0-47E9-901D-4BA745A81123}"/>
              </a:ext>
            </a:extLst>
          </p:cNvPr>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33DB356E-930B-440B-8D26-9571444CE4AF}"/>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BFC3186B-BEDC-4F0C-8961-EA796FE8EB34}"/>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FFCE1CB8-D35F-4ECD-A2AF-03D3B3AA9882}"/>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84839514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DBA02D6-FD60-4E5F-B6FD-AD60647A351C}"/>
              </a:ext>
            </a:extLst>
          </p:cNvPr>
          <p:cNvSpPr>
            <a:spLocks noGrp="1"/>
          </p:cNvSpPr>
          <p:nvPr>
            <p:ph type="title"/>
          </p:nvPr>
        </p:nvSpPr>
        <p:spPr>
          <a:xfrm>
            <a:off x="831851" y="1709740"/>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62C989FE-73C2-4C35-9EC8-44FAE9952B3D}"/>
              </a:ext>
            </a:extLst>
          </p:cNvPr>
          <p:cNvSpPr>
            <a:spLocks noGrp="1"/>
          </p:cNvSpPr>
          <p:nvPr>
            <p:ph type="body" idx="1"/>
          </p:nvPr>
        </p:nvSpPr>
        <p:spPr>
          <a:xfrm>
            <a:off x="831851" y="4589464"/>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zh-CN" altLang="en-US"/>
              <a:t>编辑母版文本样式</a:t>
            </a:r>
          </a:p>
        </p:txBody>
      </p:sp>
      <p:sp>
        <p:nvSpPr>
          <p:cNvPr id="4" name="日期占位符 3">
            <a:extLst>
              <a:ext uri="{FF2B5EF4-FFF2-40B4-BE49-F238E27FC236}">
                <a16:creationId xmlns:a16="http://schemas.microsoft.com/office/drawing/2014/main" id="{5C9F3666-516C-4548-ABD3-886BF84BC908}"/>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7DAE2BB3-A6B2-44FF-926B-50D609E49A2F}"/>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83E2EA07-77BE-471C-BF58-9FD88D9B4DF1}"/>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42057707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6CA5A9F-F24E-4AD8-8B71-D7B2C37A2413}"/>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44A5972E-1187-44FB-BF04-8B7AEACC83A1}"/>
              </a:ext>
            </a:extLst>
          </p:cNvPr>
          <p:cNvSpPr>
            <a:spLocks noGrp="1"/>
          </p:cNvSpPr>
          <p:nvPr>
            <p:ph sz="half" idx="1"/>
          </p:nvPr>
        </p:nvSpPr>
        <p:spPr>
          <a:xfrm>
            <a:off x="838200" y="1825625"/>
            <a:ext cx="5181600" cy="4351339"/>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a:extLst>
              <a:ext uri="{FF2B5EF4-FFF2-40B4-BE49-F238E27FC236}">
                <a16:creationId xmlns:a16="http://schemas.microsoft.com/office/drawing/2014/main" id="{2574C9A3-69BE-4D7D-8BB1-63852BDA7E5D}"/>
              </a:ext>
            </a:extLst>
          </p:cNvPr>
          <p:cNvSpPr>
            <a:spLocks noGrp="1"/>
          </p:cNvSpPr>
          <p:nvPr>
            <p:ph sz="half" idx="2"/>
          </p:nvPr>
        </p:nvSpPr>
        <p:spPr>
          <a:xfrm>
            <a:off x="6172200" y="1825625"/>
            <a:ext cx="5181600" cy="4351339"/>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a:extLst>
              <a:ext uri="{FF2B5EF4-FFF2-40B4-BE49-F238E27FC236}">
                <a16:creationId xmlns:a16="http://schemas.microsoft.com/office/drawing/2014/main" id="{9E10FDE4-2299-496F-94E8-B7FD43A3FF94}"/>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6" name="页脚占位符 5">
            <a:extLst>
              <a:ext uri="{FF2B5EF4-FFF2-40B4-BE49-F238E27FC236}">
                <a16:creationId xmlns:a16="http://schemas.microsoft.com/office/drawing/2014/main" id="{92743A53-742E-42D9-A84B-29708127598C}"/>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a:extLst>
              <a:ext uri="{FF2B5EF4-FFF2-40B4-BE49-F238E27FC236}">
                <a16:creationId xmlns:a16="http://schemas.microsoft.com/office/drawing/2014/main" id="{13B48DD5-3FFA-4970-A976-5D91C0C15485}"/>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14667260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2433A74-4729-4AD1-8303-A23AA585FC9C}"/>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8A454556-4265-4CA8-B1DB-30318DCF7BF7}"/>
              </a:ext>
            </a:extLst>
          </p:cNvPr>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zh-CN" altLang="en-US"/>
              <a:t>编辑母版文本样式</a:t>
            </a:r>
          </a:p>
        </p:txBody>
      </p:sp>
      <p:sp>
        <p:nvSpPr>
          <p:cNvPr id="4" name="内容占位符 3">
            <a:extLst>
              <a:ext uri="{FF2B5EF4-FFF2-40B4-BE49-F238E27FC236}">
                <a16:creationId xmlns:a16="http://schemas.microsoft.com/office/drawing/2014/main" id="{A673BB42-76FF-436C-BFF6-76586C0B6BC4}"/>
              </a:ext>
            </a:extLst>
          </p:cNvPr>
          <p:cNvSpPr>
            <a:spLocks noGrp="1"/>
          </p:cNvSpPr>
          <p:nvPr>
            <p:ph sz="half" idx="2"/>
          </p:nvPr>
        </p:nvSpPr>
        <p:spPr>
          <a:xfrm>
            <a:off x="839789" y="2505075"/>
            <a:ext cx="5157787"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a:extLst>
              <a:ext uri="{FF2B5EF4-FFF2-40B4-BE49-F238E27FC236}">
                <a16:creationId xmlns:a16="http://schemas.microsoft.com/office/drawing/2014/main" id="{B29D8A39-31FB-4866-956D-5BCD2EE36ED8}"/>
              </a:ext>
            </a:extLst>
          </p:cNvPr>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zh-CN" altLang="en-US"/>
              <a:t>编辑母版文本样式</a:t>
            </a:r>
          </a:p>
        </p:txBody>
      </p:sp>
      <p:sp>
        <p:nvSpPr>
          <p:cNvPr id="6" name="内容占位符 5">
            <a:extLst>
              <a:ext uri="{FF2B5EF4-FFF2-40B4-BE49-F238E27FC236}">
                <a16:creationId xmlns:a16="http://schemas.microsoft.com/office/drawing/2014/main" id="{633340EB-FF17-4604-ADF3-EC2FA4C83F5C}"/>
              </a:ext>
            </a:extLst>
          </p:cNvPr>
          <p:cNvSpPr>
            <a:spLocks noGrp="1"/>
          </p:cNvSpPr>
          <p:nvPr>
            <p:ph sz="quarter" idx="4"/>
          </p:nvPr>
        </p:nvSpPr>
        <p:spPr>
          <a:xfrm>
            <a:off x="6172201" y="2505075"/>
            <a:ext cx="5183188"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a:extLst>
              <a:ext uri="{FF2B5EF4-FFF2-40B4-BE49-F238E27FC236}">
                <a16:creationId xmlns:a16="http://schemas.microsoft.com/office/drawing/2014/main" id="{36CCC224-D563-4089-8302-C1FDF53E2998}"/>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8" name="页脚占位符 7">
            <a:extLst>
              <a:ext uri="{FF2B5EF4-FFF2-40B4-BE49-F238E27FC236}">
                <a16:creationId xmlns:a16="http://schemas.microsoft.com/office/drawing/2014/main" id="{E4676D79-22C2-4AE9-9545-9E32227EA0EA}"/>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9" name="灯片编号占位符 8">
            <a:extLst>
              <a:ext uri="{FF2B5EF4-FFF2-40B4-BE49-F238E27FC236}">
                <a16:creationId xmlns:a16="http://schemas.microsoft.com/office/drawing/2014/main" id="{E83B67C9-271A-46BF-B08A-56D397AC9354}"/>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46297526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CC196A5-3992-41E6-9E62-FE8538968896}"/>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50719085-DC49-4410-9162-3E9F788A9B89}"/>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4" name="页脚占位符 3">
            <a:extLst>
              <a:ext uri="{FF2B5EF4-FFF2-40B4-BE49-F238E27FC236}">
                <a16:creationId xmlns:a16="http://schemas.microsoft.com/office/drawing/2014/main" id="{F1E05355-2F75-409F-9287-FC9D3C773FFE}"/>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5" name="灯片编号占位符 4">
            <a:extLst>
              <a:ext uri="{FF2B5EF4-FFF2-40B4-BE49-F238E27FC236}">
                <a16:creationId xmlns:a16="http://schemas.microsoft.com/office/drawing/2014/main" id="{639CF2D8-C8A3-4D1A-883F-CD65F9BFD9A7}"/>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4538487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9D75DAB8-0B9B-4421-BE4A-731DCF864358}"/>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3" name="页脚占位符 2">
            <a:extLst>
              <a:ext uri="{FF2B5EF4-FFF2-40B4-BE49-F238E27FC236}">
                <a16:creationId xmlns:a16="http://schemas.microsoft.com/office/drawing/2014/main" id="{9902D034-32A7-479A-AE02-739AA5EB6220}"/>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4" name="灯片编号占位符 3">
            <a:extLst>
              <a:ext uri="{FF2B5EF4-FFF2-40B4-BE49-F238E27FC236}">
                <a16:creationId xmlns:a16="http://schemas.microsoft.com/office/drawing/2014/main" id="{B3875FCC-7B3C-4B29-B141-AFC757E17A7A}"/>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33017212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EA23587-F912-43C6-AF00-2A5ADF466BC5}"/>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BA34D082-A815-469A-ABD9-F33895D86D1B}"/>
              </a:ext>
            </a:extLst>
          </p:cNvPr>
          <p:cNvSpPr>
            <a:spLocks noGrp="1"/>
          </p:cNvSpPr>
          <p:nvPr>
            <p:ph idx="1"/>
          </p:nvPr>
        </p:nvSpPr>
        <p:spPr>
          <a:xfrm>
            <a:off x="5183188"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a:extLst>
              <a:ext uri="{FF2B5EF4-FFF2-40B4-BE49-F238E27FC236}">
                <a16:creationId xmlns:a16="http://schemas.microsoft.com/office/drawing/2014/main" id="{9B92DECF-8798-442F-85A4-5D5711A73043}"/>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57BCB088-02D5-4765-BF97-FE9476E06F91}"/>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6" name="页脚占位符 5">
            <a:extLst>
              <a:ext uri="{FF2B5EF4-FFF2-40B4-BE49-F238E27FC236}">
                <a16:creationId xmlns:a16="http://schemas.microsoft.com/office/drawing/2014/main" id="{C3AB1EAB-EFD9-4061-9CEF-73E75688A223}"/>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a:extLst>
              <a:ext uri="{FF2B5EF4-FFF2-40B4-BE49-F238E27FC236}">
                <a16:creationId xmlns:a16="http://schemas.microsoft.com/office/drawing/2014/main" id="{CDA759D2-7D25-4714-8E0E-9C08623047B9}"/>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53331171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48D4563-1F7B-4582-B82D-820DCD73EFF1}"/>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5164B3BF-64DD-49B4-8AB6-CF73FA165A29}"/>
              </a:ext>
            </a:extLst>
          </p:cNvPr>
          <p:cNvSpPr>
            <a:spLocks noGrp="1"/>
          </p:cNvSpPr>
          <p:nvPr>
            <p:ph type="pic" idx="1"/>
          </p:nvPr>
        </p:nvSpPr>
        <p:spPr>
          <a:xfrm>
            <a:off x="5183188" y="987426"/>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zh-CN" altLang="en-US"/>
          </a:p>
        </p:txBody>
      </p:sp>
      <p:sp>
        <p:nvSpPr>
          <p:cNvPr id="4" name="文本占位符 3">
            <a:extLst>
              <a:ext uri="{FF2B5EF4-FFF2-40B4-BE49-F238E27FC236}">
                <a16:creationId xmlns:a16="http://schemas.microsoft.com/office/drawing/2014/main" id="{DC4BE060-5FA8-4F62-9119-0B0457F8B5B4}"/>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6F2B1889-7787-43CB-A1E7-F2DB0F67EEE7}"/>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6" name="页脚占位符 5">
            <a:extLst>
              <a:ext uri="{FF2B5EF4-FFF2-40B4-BE49-F238E27FC236}">
                <a16:creationId xmlns:a16="http://schemas.microsoft.com/office/drawing/2014/main" id="{7CAE394E-D20A-4234-A855-0F6A2E8765DC}"/>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a:extLst>
              <a:ext uri="{FF2B5EF4-FFF2-40B4-BE49-F238E27FC236}">
                <a16:creationId xmlns:a16="http://schemas.microsoft.com/office/drawing/2014/main" id="{36E37C38-E2A7-4847-B376-D65FE9AF03A5}"/>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44276390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CF6EEBE-ED3C-4894-9EBD-CE0D23A16286}"/>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C3D25431-8520-43D1-9F64-2485FF79849F}"/>
              </a:ext>
            </a:extLst>
          </p:cNvPr>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491750AF-776D-4EBA-8BA9-A9BAB97196F1}"/>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07BFBE0F-DB4B-451F-B10B-C6655DCE6C92}"/>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12C12D9E-ECBF-4431-897D-C0DBF8B74727}"/>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61158413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A7D7CE91-0164-47B2-95E5-6CF7FB97A5E3}"/>
              </a:ext>
            </a:extLst>
          </p:cNvPr>
          <p:cNvSpPr>
            <a:spLocks noGrp="1"/>
          </p:cNvSpPr>
          <p:nvPr>
            <p:ph type="title" orient="vert"/>
          </p:nvPr>
        </p:nvSpPr>
        <p:spPr>
          <a:xfrm>
            <a:off x="8724901" y="365126"/>
            <a:ext cx="2628900" cy="5811839"/>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EF81A2A1-4DB2-42D5-85DE-CBAC2D1917EE}"/>
              </a:ext>
            </a:extLst>
          </p:cNvPr>
          <p:cNvSpPr>
            <a:spLocks noGrp="1"/>
          </p:cNvSpPr>
          <p:nvPr>
            <p:ph type="body" orient="vert" idx="1"/>
          </p:nvPr>
        </p:nvSpPr>
        <p:spPr>
          <a:xfrm>
            <a:off x="838201" y="365126"/>
            <a:ext cx="7734300" cy="5811839"/>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AE58EF8A-69C2-4C05-B472-86BBD7E3258B}"/>
              </a:ext>
            </a:extLst>
          </p:cNvPr>
          <p:cNvSpPr>
            <a:spLocks noGrp="1"/>
          </p:cNvSpPr>
          <p:nvPr>
            <p:ph type="dt" sz="half" idx="10"/>
          </p:nvPr>
        </p:nvSpPr>
        <p:spPr/>
        <p:txBody>
          <a:body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1AF9EA55-E424-43AD-969F-AC96183A8E86}"/>
              </a:ext>
            </a:extLst>
          </p:cNvPr>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A40D6677-53EF-4403-BAD2-C0ABA361B6A1}"/>
              </a:ext>
            </a:extLst>
          </p:cNvPr>
          <p:cNvSpPr>
            <a:spLocks noGrp="1"/>
          </p:cNvSpPr>
          <p:nvPr>
            <p:ph type="sldNum" sz="quarter" idx="12"/>
          </p:nvPr>
        </p:nvSpPr>
        <p:spPr/>
        <p:txBody>
          <a:body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54556307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DF090DCB-FD10-40BD-9948-2F76B66CF83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a:extLst>
              <a:ext uri="{FF2B5EF4-FFF2-40B4-BE49-F238E27FC236}">
                <a16:creationId xmlns:a16="http://schemas.microsoft.com/office/drawing/2014/main" id="{D628F3CC-B05C-439C-84A5-72E54FAF1CCA}"/>
              </a:ext>
            </a:extLst>
          </p:cNvPr>
          <p:cNvSpPr>
            <a:spLocks noGrp="1"/>
          </p:cNvSpPr>
          <p:nvPr>
            <p:ph type="body" idx="1"/>
          </p:nvPr>
        </p:nvSpPr>
        <p:spPr>
          <a:xfrm>
            <a:off x="838200" y="1825625"/>
            <a:ext cx="10515600" cy="4351339"/>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7E76DE44-9246-41A6-AE1C-522361ECD28D}"/>
              </a:ext>
            </a:extLst>
          </p:cNvPr>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2DF1591-7B17-44A4-9EBB-127D5B0D0BCE}" type="datetimeFigureOut">
              <a:rPr lang="zh-CN" altLang="en-US" smtClean="0"/>
              <a:t>2026/9/20</a:t>
            </a:fld>
            <a:endParaRPr lang="zh-CN" altLang="en-US"/>
          </a:p>
        </p:txBody>
      </p:sp>
      <p:sp>
        <p:nvSpPr>
          <p:cNvPr id="5" name="页脚占位符 4">
            <a:extLst>
              <a:ext uri="{FF2B5EF4-FFF2-40B4-BE49-F238E27FC236}">
                <a16:creationId xmlns:a16="http://schemas.microsoft.com/office/drawing/2014/main" id="{77653BA1-0862-4129-A790-802B5629EF7B}"/>
              </a:ext>
            </a:extLst>
          </p:cNvPr>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a:extLst>
              <a:ext uri="{FF2B5EF4-FFF2-40B4-BE49-F238E27FC236}">
                <a16:creationId xmlns:a16="http://schemas.microsoft.com/office/drawing/2014/main" id="{126B85CA-F4B1-4285-BD68-7179525485CA}"/>
              </a:ext>
            </a:extLst>
          </p:cNvPr>
          <p:cNvSpPr>
            <a:spLocks noGrp="1"/>
          </p:cNvSpPr>
          <p:nvPr>
            <p:ph type="sldNum" sz="quarter" idx="4"/>
          </p:nvPr>
        </p:nvSpPr>
        <p:spPr>
          <a:xfrm>
            <a:off x="86106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402A9A3-453A-49B5-B529-04D288922142}" type="slidenum">
              <a:rPr lang="zh-CN" altLang="en-US" smtClean="0"/>
              <a:t>‹#›</a:t>
            </a:fld>
            <a:endParaRPr lang="zh-CN" altLang="en-US"/>
          </a:p>
        </p:txBody>
      </p:sp>
    </p:spTree>
    <p:extLst>
      <p:ext uri="{BB962C8B-B14F-4D97-AF65-F5344CB8AC3E}">
        <p14:creationId xmlns:p14="http://schemas.microsoft.com/office/powerpoint/2010/main" val="77340116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DF090DCB-FD10-40BD-9948-2F76B66CF83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a:extLst>
              <a:ext uri="{FF2B5EF4-FFF2-40B4-BE49-F238E27FC236}">
                <a16:creationId xmlns:a16="http://schemas.microsoft.com/office/drawing/2014/main" id="{D628F3CC-B05C-439C-84A5-72E54FAF1CCA}"/>
              </a:ext>
            </a:extLst>
          </p:cNvPr>
          <p:cNvSpPr>
            <a:spLocks noGrp="1"/>
          </p:cNvSpPr>
          <p:nvPr>
            <p:ph type="body" idx="1"/>
          </p:nvPr>
        </p:nvSpPr>
        <p:spPr>
          <a:xfrm>
            <a:off x="838200" y="1825625"/>
            <a:ext cx="10515600" cy="4351339"/>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7E76DE44-9246-41A6-AE1C-522361ECD28D}"/>
              </a:ext>
            </a:extLst>
          </p:cNvPr>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77653BA1-0862-4129-A790-802B5629EF7B}"/>
              </a:ext>
            </a:extLst>
          </p:cNvPr>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126B85CA-F4B1-4285-BD68-7179525485CA}"/>
              </a:ext>
            </a:extLst>
          </p:cNvPr>
          <p:cNvSpPr>
            <a:spLocks noGrp="1"/>
          </p:cNvSpPr>
          <p:nvPr>
            <p:ph type="sldNum" sz="quarter" idx="4"/>
          </p:nvPr>
        </p:nvSpPr>
        <p:spPr>
          <a:xfrm>
            <a:off x="86106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606521703"/>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DF090DCB-FD10-40BD-9948-2F76B66CF83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a:extLst>
              <a:ext uri="{FF2B5EF4-FFF2-40B4-BE49-F238E27FC236}">
                <a16:creationId xmlns:a16="http://schemas.microsoft.com/office/drawing/2014/main" id="{D628F3CC-B05C-439C-84A5-72E54FAF1CCA}"/>
              </a:ext>
            </a:extLst>
          </p:cNvPr>
          <p:cNvSpPr>
            <a:spLocks noGrp="1"/>
          </p:cNvSpPr>
          <p:nvPr>
            <p:ph type="body" idx="1"/>
          </p:nvPr>
        </p:nvSpPr>
        <p:spPr>
          <a:xfrm>
            <a:off x="838200" y="1825625"/>
            <a:ext cx="10515600" cy="4351339"/>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7E76DE44-9246-41A6-AE1C-522361ECD28D}"/>
              </a:ext>
            </a:extLst>
          </p:cNvPr>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2DF1591-7B17-44A4-9EBB-127D5B0D0BCE}" type="datetimeFigureOut">
              <a:rPr lang="zh-CN" altLang="en-US" smtClean="0">
                <a:solidFill>
                  <a:prstClr val="black">
                    <a:tint val="75000"/>
                  </a:prstClr>
                </a:solidFill>
              </a:rPr>
              <a:pPr/>
              <a:t>2026/9/20</a:t>
            </a:fld>
            <a:endParaRPr lang="zh-CN" altLang="en-US">
              <a:solidFill>
                <a:prstClr val="black">
                  <a:tint val="75000"/>
                </a:prstClr>
              </a:solidFill>
            </a:endParaRPr>
          </a:p>
        </p:txBody>
      </p:sp>
      <p:sp>
        <p:nvSpPr>
          <p:cNvPr id="5" name="页脚占位符 4">
            <a:extLst>
              <a:ext uri="{FF2B5EF4-FFF2-40B4-BE49-F238E27FC236}">
                <a16:creationId xmlns:a16="http://schemas.microsoft.com/office/drawing/2014/main" id="{77653BA1-0862-4129-A790-802B5629EF7B}"/>
              </a:ext>
            </a:extLst>
          </p:cNvPr>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solidFill>
                <a:prstClr val="black">
                  <a:tint val="75000"/>
                </a:prstClr>
              </a:solidFill>
            </a:endParaRPr>
          </a:p>
        </p:txBody>
      </p:sp>
      <p:sp>
        <p:nvSpPr>
          <p:cNvPr id="6" name="灯片编号占位符 5">
            <a:extLst>
              <a:ext uri="{FF2B5EF4-FFF2-40B4-BE49-F238E27FC236}">
                <a16:creationId xmlns:a16="http://schemas.microsoft.com/office/drawing/2014/main" id="{126B85CA-F4B1-4285-BD68-7179525485CA}"/>
              </a:ext>
            </a:extLst>
          </p:cNvPr>
          <p:cNvSpPr>
            <a:spLocks noGrp="1"/>
          </p:cNvSpPr>
          <p:nvPr>
            <p:ph type="sldNum" sz="quarter" idx="4"/>
          </p:nvPr>
        </p:nvSpPr>
        <p:spPr>
          <a:xfrm>
            <a:off x="86106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402A9A3-453A-49B5-B529-04D288922142}"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649118356"/>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8.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9.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6.xml"/><Relationship Id="rId1" Type="http://schemas.openxmlformats.org/officeDocument/2006/relationships/slideLayout" Target="../slideLayouts/slideLayout7.xml"/><Relationship Id="rId4" Type="http://schemas.openxmlformats.org/officeDocument/2006/relationships/image" Target="../media/image4.png"/></Relationships>
</file>

<file path=ppt/slides/_rels/slide7.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6" name="五边形 5">
            <a:extLst>
              <a:ext uri="{FF2B5EF4-FFF2-40B4-BE49-F238E27FC236}">
                <a16:creationId xmlns:a16="http://schemas.microsoft.com/office/drawing/2014/main" id="{C1D47CEC-DBE9-4FEE-8BFB-0BB8C017CB01}"/>
              </a:ext>
            </a:extLst>
          </p:cNvPr>
          <p:cNvSpPr/>
          <p:nvPr/>
        </p:nvSpPr>
        <p:spPr>
          <a:xfrm>
            <a:off x="-15870" y="5314526"/>
            <a:ext cx="12212891" cy="1591957"/>
          </a:xfrm>
          <a:custGeom>
            <a:avLst/>
            <a:gdLst>
              <a:gd name="connsiteX0" fmla="*/ 4 w 3514725"/>
              <a:gd name="connsiteY0" fmla="*/ 462054 h 1209675"/>
              <a:gd name="connsiteX1" fmla="*/ 1757363 w 3514725"/>
              <a:gd name="connsiteY1" fmla="*/ 0 h 1209675"/>
              <a:gd name="connsiteX2" fmla="*/ 3514721 w 3514725"/>
              <a:gd name="connsiteY2" fmla="*/ 462054 h 1209675"/>
              <a:gd name="connsiteX3" fmla="*/ 2843470 w 3514725"/>
              <a:gd name="connsiteY3" fmla="*/ 1209672 h 1209675"/>
              <a:gd name="connsiteX4" fmla="*/ 671255 w 3514725"/>
              <a:gd name="connsiteY4" fmla="*/ 1209672 h 1209675"/>
              <a:gd name="connsiteX5" fmla="*/ 4 w 3514725"/>
              <a:gd name="connsiteY5" fmla="*/ 462054 h 1209675"/>
              <a:gd name="connsiteX0" fmla="*/ 0 w 3767134"/>
              <a:gd name="connsiteY0" fmla="*/ 328704 h 1076322"/>
              <a:gd name="connsiteX1" fmla="*/ 3767134 w 3767134"/>
              <a:gd name="connsiteY1" fmla="*/ 0 h 1076322"/>
              <a:gd name="connsiteX2" fmla="*/ 3514717 w 3767134"/>
              <a:gd name="connsiteY2" fmla="*/ 328704 h 1076322"/>
              <a:gd name="connsiteX3" fmla="*/ 2843466 w 3767134"/>
              <a:gd name="connsiteY3" fmla="*/ 1076322 h 1076322"/>
              <a:gd name="connsiteX4" fmla="*/ 671251 w 3767134"/>
              <a:gd name="connsiteY4" fmla="*/ 1076322 h 1076322"/>
              <a:gd name="connsiteX5" fmla="*/ 0 w 3767134"/>
              <a:gd name="connsiteY5" fmla="*/ 328704 h 1076322"/>
              <a:gd name="connsiteX0" fmla="*/ 0 w 9368091"/>
              <a:gd name="connsiteY0" fmla="*/ 328704 h 1504947"/>
              <a:gd name="connsiteX1" fmla="*/ 3767134 w 9368091"/>
              <a:gd name="connsiteY1" fmla="*/ 0 h 1504947"/>
              <a:gd name="connsiteX2" fmla="*/ 3514717 w 9368091"/>
              <a:gd name="connsiteY2" fmla="*/ 328704 h 1504947"/>
              <a:gd name="connsiteX3" fmla="*/ 9368091 w 9368091"/>
              <a:gd name="connsiteY3" fmla="*/ 1504947 h 1504947"/>
              <a:gd name="connsiteX4" fmla="*/ 671251 w 9368091"/>
              <a:gd name="connsiteY4" fmla="*/ 1076322 h 1504947"/>
              <a:gd name="connsiteX5" fmla="*/ 0 w 9368091"/>
              <a:gd name="connsiteY5" fmla="*/ 328704 h 1504947"/>
              <a:gd name="connsiteX0" fmla="*/ 0 w 9368091"/>
              <a:gd name="connsiteY0" fmla="*/ 657225 h 1833468"/>
              <a:gd name="connsiteX1" fmla="*/ 3767134 w 9368091"/>
              <a:gd name="connsiteY1" fmla="*/ 328521 h 1833468"/>
              <a:gd name="connsiteX2" fmla="*/ 9363067 w 9368091"/>
              <a:gd name="connsiteY2" fmla="*/ 0 h 1833468"/>
              <a:gd name="connsiteX3" fmla="*/ 9368091 w 9368091"/>
              <a:gd name="connsiteY3" fmla="*/ 1833468 h 1833468"/>
              <a:gd name="connsiteX4" fmla="*/ 671251 w 9368091"/>
              <a:gd name="connsiteY4" fmla="*/ 1404843 h 1833468"/>
              <a:gd name="connsiteX5" fmla="*/ 0 w 9368091"/>
              <a:gd name="connsiteY5" fmla="*/ 657225 h 1833468"/>
              <a:gd name="connsiteX0" fmla="*/ 0 w 11349291"/>
              <a:gd name="connsiteY0" fmla="*/ 0 h 1852518"/>
              <a:gd name="connsiteX1" fmla="*/ 5748334 w 11349291"/>
              <a:gd name="connsiteY1" fmla="*/ 347571 h 1852518"/>
              <a:gd name="connsiteX2" fmla="*/ 11344267 w 11349291"/>
              <a:gd name="connsiteY2" fmla="*/ 19050 h 1852518"/>
              <a:gd name="connsiteX3" fmla="*/ 11349291 w 11349291"/>
              <a:gd name="connsiteY3" fmla="*/ 1852518 h 1852518"/>
              <a:gd name="connsiteX4" fmla="*/ 2652451 w 11349291"/>
              <a:gd name="connsiteY4" fmla="*/ 1423893 h 1852518"/>
              <a:gd name="connsiteX5" fmla="*/ 0 w 11349291"/>
              <a:gd name="connsiteY5" fmla="*/ 0 h 1852518"/>
              <a:gd name="connsiteX0" fmla="*/ 24074 w 11373365"/>
              <a:gd name="connsiteY0" fmla="*/ 0 h 1890618"/>
              <a:gd name="connsiteX1" fmla="*/ 5772408 w 11373365"/>
              <a:gd name="connsiteY1" fmla="*/ 347571 h 1890618"/>
              <a:gd name="connsiteX2" fmla="*/ 11368341 w 11373365"/>
              <a:gd name="connsiteY2" fmla="*/ 19050 h 1890618"/>
              <a:gd name="connsiteX3" fmla="*/ 11373365 w 11373365"/>
              <a:gd name="connsiteY3" fmla="*/ 1852518 h 1890618"/>
              <a:gd name="connsiteX4" fmla="*/ 0 w 11373365"/>
              <a:gd name="connsiteY4" fmla="*/ 1890618 h 1890618"/>
              <a:gd name="connsiteX5" fmla="*/ 24074 w 11373365"/>
              <a:gd name="connsiteY5" fmla="*/ 0 h 1890618"/>
              <a:gd name="connsiteX0" fmla="*/ 24074 w 11787446"/>
              <a:gd name="connsiteY0" fmla="*/ 0 h 1890618"/>
              <a:gd name="connsiteX1" fmla="*/ 5772408 w 11787446"/>
              <a:gd name="connsiteY1" fmla="*/ 347571 h 1890618"/>
              <a:gd name="connsiteX2" fmla="*/ 11787441 w 11787446"/>
              <a:gd name="connsiteY2" fmla="*/ 47625 h 1890618"/>
              <a:gd name="connsiteX3" fmla="*/ 11373365 w 11787446"/>
              <a:gd name="connsiteY3" fmla="*/ 1852518 h 1890618"/>
              <a:gd name="connsiteX4" fmla="*/ 0 w 11787446"/>
              <a:gd name="connsiteY4" fmla="*/ 1890618 h 1890618"/>
              <a:gd name="connsiteX5" fmla="*/ 24074 w 11787446"/>
              <a:gd name="connsiteY5" fmla="*/ 0 h 1890618"/>
              <a:gd name="connsiteX0" fmla="*/ 24074 w 11859140"/>
              <a:gd name="connsiteY0" fmla="*/ 0 h 1890618"/>
              <a:gd name="connsiteX1" fmla="*/ 5772408 w 11859140"/>
              <a:gd name="connsiteY1" fmla="*/ 347571 h 1890618"/>
              <a:gd name="connsiteX2" fmla="*/ 11787441 w 11859140"/>
              <a:gd name="connsiteY2" fmla="*/ 47625 h 1890618"/>
              <a:gd name="connsiteX3" fmla="*/ 11859140 w 11859140"/>
              <a:gd name="connsiteY3" fmla="*/ 1852518 h 1890618"/>
              <a:gd name="connsiteX4" fmla="*/ 0 w 11859140"/>
              <a:gd name="connsiteY4" fmla="*/ 1890618 h 1890618"/>
              <a:gd name="connsiteX5" fmla="*/ 24074 w 11859140"/>
              <a:gd name="connsiteY5" fmla="*/ 0 h 1890618"/>
              <a:gd name="connsiteX0" fmla="*/ 24074 w 11892272"/>
              <a:gd name="connsiteY0" fmla="*/ 0 h 1890618"/>
              <a:gd name="connsiteX1" fmla="*/ 5772408 w 11892272"/>
              <a:gd name="connsiteY1" fmla="*/ 347571 h 1890618"/>
              <a:gd name="connsiteX2" fmla="*/ 11892216 w 11892272"/>
              <a:gd name="connsiteY2" fmla="*/ 47625 h 1890618"/>
              <a:gd name="connsiteX3" fmla="*/ 11859140 w 11892272"/>
              <a:gd name="connsiteY3" fmla="*/ 1852518 h 1890618"/>
              <a:gd name="connsiteX4" fmla="*/ 0 w 11892272"/>
              <a:gd name="connsiteY4" fmla="*/ 1890618 h 1890618"/>
              <a:gd name="connsiteX5" fmla="*/ 24074 w 11892272"/>
              <a:gd name="connsiteY5" fmla="*/ 0 h 1890618"/>
              <a:gd name="connsiteX0" fmla="*/ 24074 w 11897240"/>
              <a:gd name="connsiteY0" fmla="*/ 0 h 1890618"/>
              <a:gd name="connsiteX1" fmla="*/ 5772408 w 11897240"/>
              <a:gd name="connsiteY1" fmla="*/ 347571 h 1890618"/>
              <a:gd name="connsiteX2" fmla="*/ 11892216 w 11897240"/>
              <a:gd name="connsiteY2" fmla="*/ 47625 h 1890618"/>
              <a:gd name="connsiteX3" fmla="*/ 11897240 w 11897240"/>
              <a:gd name="connsiteY3" fmla="*/ 1862043 h 1890618"/>
              <a:gd name="connsiteX4" fmla="*/ 0 w 11897240"/>
              <a:gd name="connsiteY4" fmla="*/ 1890618 h 1890618"/>
              <a:gd name="connsiteX5" fmla="*/ 24074 w 11897240"/>
              <a:gd name="connsiteY5" fmla="*/ 0 h 1890618"/>
              <a:gd name="connsiteX0" fmla="*/ 0 w 12187491"/>
              <a:gd name="connsiteY0" fmla="*/ 0 h 1881093"/>
              <a:gd name="connsiteX1" fmla="*/ 6062659 w 12187491"/>
              <a:gd name="connsiteY1" fmla="*/ 338046 h 1881093"/>
              <a:gd name="connsiteX2" fmla="*/ 12182467 w 12187491"/>
              <a:gd name="connsiteY2" fmla="*/ 38100 h 1881093"/>
              <a:gd name="connsiteX3" fmla="*/ 12187491 w 12187491"/>
              <a:gd name="connsiteY3" fmla="*/ 1852518 h 1881093"/>
              <a:gd name="connsiteX4" fmla="*/ 290251 w 12187491"/>
              <a:gd name="connsiteY4" fmla="*/ 1881093 h 1881093"/>
              <a:gd name="connsiteX5" fmla="*/ 0 w 12187491"/>
              <a:gd name="connsiteY5" fmla="*/ 0 h 1881093"/>
              <a:gd name="connsiteX0" fmla="*/ 24074 w 12211565"/>
              <a:gd name="connsiteY0" fmla="*/ 0 h 1900143"/>
              <a:gd name="connsiteX1" fmla="*/ 6086733 w 12211565"/>
              <a:gd name="connsiteY1" fmla="*/ 33804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81983 w 12211565"/>
              <a:gd name="connsiteY1" fmla="*/ 1166721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0 w 12212891"/>
              <a:gd name="connsiteY0" fmla="*/ 0 h 1931715"/>
              <a:gd name="connsiteX1" fmla="*/ 6135684 w 12212891"/>
              <a:gd name="connsiteY1" fmla="*/ 502968 h 1931715"/>
              <a:gd name="connsiteX2" fmla="*/ 12207867 w 12212891"/>
              <a:gd name="connsiteY2" fmla="*/ 69672 h 1931715"/>
              <a:gd name="connsiteX3" fmla="*/ 12212891 w 12212891"/>
              <a:gd name="connsiteY3" fmla="*/ 1884090 h 1931715"/>
              <a:gd name="connsiteX4" fmla="*/ 1326 w 12212891"/>
              <a:gd name="connsiteY4" fmla="*/ 1931715 h 1931715"/>
              <a:gd name="connsiteX5" fmla="*/ 0 w 12212891"/>
              <a:gd name="connsiteY5" fmla="*/ 0 h 1931715"/>
              <a:gd name="connsiteX0" fmla="*/ 0 w 12212891"/>
              <a:gd name="connsiteY0" fmla="*/ 0 h 1978807"/>
              <a:gd name="connsiteX1" fmla="*/ 6135684 w 12212891"/>
              <a:gd name="connsiteY1" fmla="*/ 502968 h 1978807"/>
              <a:gd name="connsiteX2" fmla="*/ 12207867 w 12212891"/>
              <a:gd name="connsiteY2" fmla="*/ 69672 h 1978807"/>
              <a:gd name="connsiteX3" fmla="*/ 12212891 w 12212891"/>
              <a:gd name="connsiteY3" fmla="*/ 1978807 h 1978807"/>
              <a:gd name="connsiteX4" fmla="*/ 1326 w 12212891"/>
              <a:gd name="connsiteY4" fmla="*/ 1931715 h 1978807"/>
              <a:gd name="connsiteX5" fmla="*/ 0 w 12212891"/>
              <a:gd name="connsiteY5" fmla="*/ 0 h 1978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2891" h="1978807">
                <a:moveTo>
                  <a:pt x="0" y="0"/>
                </a:moveTo>
                <a:cubicBezTo>
                  <a:pt x="2036761" y="157132"/>
                  <a:pt x="5470523" y="-216139"/>
                  <a:pt x="6135684" y="502968"/>
                </a:cubicBezTo>
                <a:cubicBezTo>
                  <a:pt x="6578595" y="-270114"/>
                  <a:pt x="10183806" y="214104"/>
                  <a:pt x="12207867" y="69672"/>
                </a:cubicBezTo>
                <a:cubicBezTo>
                  <a:pt x="12209542" y="680828"/>
                  <a:pt x="12211216" y="1367651"/>
                  <a:pt x="12212891" y="1978807"/>
                </a:cubicBezTo>
                <a:lnTo>
                  <a:pt x="1326" y="1931715"/>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zh-CN" altLang="en-US">
              <a:solidFill>
                <a:prstClr val="white"/>
              </a:solidFill>
            </a:endParaRPr>
          </a:p>
        </p:txBody>
      </p:sp>
      <p:grpSp>
        <p:nvGrpSpPr>
          <p:cNvPr id="10" name="组合 9">
            <a:extLst>
              <a:ext uri="{FF2B5EF4-FFF2-40B4-BE49-F238E27FC236}">
                <a16:creationId xmlns:a16="http://schemas.microsoft.com/office/drawing/2014/main" id="{B4A7B579-EFD6-4336-81C5-A3BC1EF96974}"/>
              </a:ext>
            </a:extLst>
          </p:cNvPr>
          <p:cNvGrpSpPr/>
          <p:nvPr/>
        </p:nvGrpSpPr>
        <p:grpSpPr>
          <a:xfrm>
            <a:off x="-14544" y="5055308"/>
            <a:ext cx="12221088" cy="518435"/>
            <a:chOff x="-14544" y="4884668"/>
            <a:chExt cx="12221088" cy="586767"/>
          </a:xfrm>
          <a:solidFill>
            <a:schemeClr val="bg1"/>
          </a:solidFill>
        </p:grpSpPr>
        <p:sp>
          <p:nvSpPr>
            <p:cNvPr id="9" name="矩形 8">
              <a:extLst>
                <a:ext uri="{FF2B5EF4-FFF2-40B4-BE49-F238E27FC236}">
                  <a16:creationId xmlns:a16="http://schemas.microsoft.com/office/drawing/2014/main" id="{33BD8383-C15C-4617-842A-25BBA0B06761}"/>
                </a:ext>
              </a:extLst>
            </p:cNvPr>
            <p:cNvSpPr/>
            <p:nvPr/>
          </p:nvSpPr>
          <p:spPr>
            <a:xfrm>
              <a:off x="-14544" y="4884668"/>
              <a:ext cx="6148644" cy="586767"/>
            </a:xfrm>
            <a:custGeom>
              <a:avLst/>
              <a:gdLst>
                <a:gd name="connsiteX0" fmla="*/ 0 w 6110544"/>
                <a:gd name="connsiteY0" fmla="*/ 0 h 112035"/>
                <a:gd name="connsiteX1" fmla="*/ 6110544 w 6110544"/>
                <a:gd name="connsiteY1" fmla="*/ 0 h 112035"/>
                <a:gd name="connsiteX2" fmla="*/ 6110544 w 6110544"/>
                <a:gd name="connsiteY2" fmla="*/ 112035 h 112035"/>
                <a:gd name="connsiteX3" fmla="*/ 0 w 6110544"/>
                <a:gd name="connsiteY3" fmla="*/ 112035 h 112035"/>
                <a:gd name="connsiteX4" fmla="*/ 0 w 6110544"/>
                <a:gd name="connsiteY4" fmla="*/ 0 h 112035"/>
                <a:gd name="connsiteX0" fmla="*/ 0 w 6123244"/>
                <a:gd name="connsiteY0" fmla="*/ 0 h 594635"/>
                <a:gd name="connsiteX1" fmla="*/ 6110544 w 6123244"/>
                <a:gd name="connsiteY1" fmla="*/ 0 h 594635"/>
                <a:gd name="connsiteX2" fmla="*/ 6123244 w 6123244"/>
                <a:gd name="connsiteY2" fmla="*/ 594635 h 594635"/>
                <a:gd name="connsiteX3" fmla="*/ 0 w 6123244"/>
                <a:gd name="connsiteY3" fmla="*/ 112035 h 594635"/>
                <a:gd name="connsiteX4" fmla="*/ 0 w 61232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586767"/>
                <a:gd name="connsiteX1" fmla="*/ 6148644 w 6148644"/>
                <a:gd name="connsiteY1" fmla="*/ 436632 h 586767"/>
                <a:gd name="connsiteX2" fmla="*/ 6123244 w 6148644"/>
                <a:gd name="connsiteY2" fmla="*/ 586767 h 586767"/>
                <a:gd name="connsiteX3" fmla="*/ 0 w 6148644"/>
                <a:gd name="connsiteY3" fmla="*/ 154967 h 586767"/>
                <a:gd name="connsiteX4" fmla="*/ 0 w 6148644"/>
                <a:gd name="connsiteY4" fmla="*/ 42932 h 58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8644" h="586767">
                  <a:moveTo>
                    <a:pt x="0" y="42932"/>
                  </a:moveTo>
                  <a:cubicBezTo>
                    <a:pt x="2049548" y="174165"/>
                    <a:pt x="4340396" y="-329601"/>
                    <a:pt x="6148644" y="436632"/>
                  </a:cubicBezTo>
                  <a:lnTo>
                    <a:pt x="6123244" y="586767"/>
                  </a:lnTo>
                  <a:cubicBezTo>
                    <a:pt x="4399663" y="-272600"/>
                    <a:pt x="2041081" y="315834"/>
                    <a:pt x="0" y="154967"/>
                  </a:cubicBezTo>
                  <a:lnTo>
                    <a:pt x="0" y="4293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zh-CN" altLang="en-US">
                <a:solidFill>
                  <a:prstClr val="white"/>
                </a:solidFill>
              </a:endParaRPr>
            </a:p>
          </p:txBody>
        </p:sp>
        <p:sp>
          <p:nvSpPr>
            <p:cNvPr id="11" name="矩形 8">
              <a:extLst>
                <a:ext uri="{FF2B5EF4-FFF2-40B4-BE49-F238E27FC236}">
                  <a16:creationId xmlns:a16="http://schemas.microsoft.com/office/drawing/2014/main" id="{D1BC5F80-6D78-4082-99B6-0F1C9175A321}"/>
                </a:ext>
              </a:extLst>
            </p:cNvPr>
            <p:cNvSpPr/>
            <p:nvPr/>
          </p:nvSpPr>
          <p:spPr>
            <a:xfrm flipH="1">
              <a:off x="6057900" y="4884668"/>
              <a:ext cx="6148644" cy="586767"/>
            </a:xfrm>
            <a:custGeom>
              <a:avLst/>
              <a:gdLst>
                <a:gd name="connsiteX0" fmla="*/ 0 w 6110544"/>
                <a:gd name="connsiteY0" fmla="*/ 0 h 112035"/>
                <a:gd name="connsiteX1" fmla="*/ 6110544 w 6110544"/>
                <a:gd name="connsiteY1" fmla="*/ 0 h 112035"/>
                <a:gd name="connsiteX2" fmla="*/ 6110544 w 6110544"/>
                <a:gd name="connsiteY2" fmla="*/ 112035 h 112035"/>
                <a:gd name="connsiteX3" fmla="*/ 0 w 6110544"/>
                <a:gd name="connsiteY3" fmla="*/ 112035 h 112035"/>
                <a:gd name="connsiteX4" fmla="*/ 0 w 6110544"/>
                <a:gd name="connsiteY4" fmla="*/ 0 h 112035"/>
                <a:gd name="connsiteX0" fmla="*/ 0 w 6123244"/>
                <a:gd name="connsiteY0" fmla="*/ 0 h 594635"/>
                <a:gd name="connsiteX1" fmla="*/ 6110544 w 6123244"/>
                <a:gd name="connsiteY1" fmla="*/ 0 h 594635"/>
                <a:gd name="connsiteX2" fmla="*/ 6123244 w 6123244"/>
                <a:gd name="connsiteY2" fmla="*/ 594635 h 594635"/>
                <a:gd name="connsiteX3" fmla="*/ 0 w 6123244"/>
                <a:gd name="connsiteY3" fmla="*/ 112035 h 594635"/>
                <a:gd name="connsiteX4" fmla="*/ 0 w 61232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586767"/>
                <a:gd name="connsiteX1" fmla="*/ 6148644 w 6148644"/>
                <a:gd name="connsiteY1" fmla="*/ 436632 h 586767"/>
                <a:gd name="connsiteX2" fmla="*/ 6123244 w 6148644"/>
                <a:gd name="connsiteY2" fmla="*/ 586767 h 586767"/>
                <a:gd name="connsiteX3" fmla="*/ 0 w 6148644"/>
                <a:gd name="connsiteY3" fmla="*/ 154967 h 586767"/>
                <a:gd name="connsiteX4" fmla="*/ 0 w 6148644"/>
                <a:gd name="connsiteY4" fmla="*/ 42932 h 58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8644" h="586767">
                  <a:moveTo>
                    <a:pt x="0" y="42932"/>
                  </a:moveTo>
                  <a:cubicBezTo>
                    <a:pt x="2049548" y="174165"/>
                    <a:pt x="4340396" y="-329601"/>
                    <a:pt x="6148644" y="436632"/>
                  </a:cubicBezTo>
                  <a:lnTo>
                    <a:pt x="6123244" y="586767"/>
                  </a:lnTo>
                  <a:cubicBezTo>
                    <a:pt x="4399663" y="-272600"/>
                    <a:pt x="2041081" y="315834"/>
                    <a:pt x="0" y="154967"/>
                  </a:cubicBezTo>
                  <a:lnTo>
                    <a:pt x="0" y="4293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zh-CN" altLang="en-US" dirty="0">
                <a:solidFill>
                  <a:prstClr val="white"/>
                </a:solidFill>
              </a:endParaRPr>
            </a:p>
          </p:txBody>
        </p:sp>
      </p:grpSp>
      <p:grpSp>
        <p:nvGrpSpPr>
          <p:cNvPr id="12" name="组合 11">
            <a:extLst>
              <a:ext uri="{FF2B5EF4-FFF2-40B4-BE49-F238E27FC236}">
                <a16:creationId xmlns:a16="http://schemas.microsoft.com/office/drawing/2014/main" id="{76556DD8-C38E-4628-8165-E7FCA252E261}"/>
              </a:ext>
            </a:extLst>
          </p:cNvPr>
          <p:cNvGrpSpPr/>
          <p:nvPr/>
        </p:nvGrpSpPr>
        <p:grpSpPr>
          <a:xfrm>
            <a:off x="5112792" y="5970261"/>
            <a:ext cx="1812253" cy="614187"/>
            <a:chOff x="624303" y="901700"/>
            <a:chExt cx="10005598" cy="3390977"/>
          </a:xfrm>
          <a:solidFill>
            <a:srgbClr val="7F2C8B"/>
          </a:solidFill>
        </p:grpSpPr>
        <p:sp>
          <p:nvSpPr>
            <p:cNvPr id="35" name="Freeform 5">
              <a:extLst>
                <a:ext uri="{FF2B5EF4-FFF2-40B4-BE49-F238E27FC236}">
                  <a16:creationId xmlns:a16="http://schemas.microsoft.com/office/drawing/2014/main" id="{079C18FB-9569-454F-9DB6-91579112C437}"/>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36" name="Freeform 6">
              <a:extLst>
                <a:ext uri="{FF2B5EF4-FFF2-40B4-BE49-F238E27FC236}">
                  <a16:creationId xmlns:a16="http://schemas.microsoft.com/office/drawing/2014/main" id="{C369E933-ABF5-40F4-BB55-C68B20201670}"/>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37" name="Freeform 7">
              <a:extLst>
                <a:ext uri="{FF2B5EF4-FFF2-40B4-BE49-F238E27FC236}">
                  <a16:creationId xmlns:a16="http://schemas.microsoft.com/office/drawing/2014/main" id="{A2A7263D-9BAA-437F-8177-34C5C4C86273}"/>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38" name="Freeform 8">
              <a:extLst>
                <a:ext uri="{FF2B5EF4-FFF2-40B4-BE49-F238E27FC236}">
                  <a16:creationId xmlns:a16="http://schemas.microsoft.com/office/drawing/2014/main" id="{F16F1558-8352-4703-B766-2808092D7323}"/>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39" name="Freeform 9">
              <a:extLst>
                <a:ext uri="{FF2B5EF4-FFF2-40B4-BE49-F238E27FC236}">
                  <a16:creationId xmlns:a16="http://schemas.microsoft.com/office/drawing/2014/main" id="{9664B159-AC3D-467C-8773-5F333695ABD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40" name="Freeform 10">
              <a:extLst>
                <a:ext uri="{FF2B5EF4-FFF2-40B4-BE49-F238E27FC236}">
                  <a16:creationId xmlns:a16="http://schemas.microsoft.com/office/drawing/2014/main" id="{65713ACB-AA4D-4E0D-8F49-F09A92DD86B7}"/>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41" name="Freeform 11">
              <a:extLst>
                <a:ext uri="{FF2B5EF4-FFF2-40B4-BE49-F238E27FC236}">
                  <a16:creationId xmlns:a16="http://schemas.microsoft.com/office/drawing/2014/main" id="{0FC58FB7-C9B3-425F-AF6E-943F00BC885C}"/>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42" name="Freeform 12">
              <a:extLst>
                <a:ext uri="{FF2B5EF4-FFF2-40B4-BE49-F238E27FC236}">
                  <a16:creationId xmlns:a16="http://schemas.microsoft.com/office/drawing/2014/main" id="{A7CC7EB0-D7C9-4606-A2A4-36609486BE92}"/>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43" name="Freeform 13">
              <a:extLst>
                <a:ext uri="{FF2B5EF4-FFF2-40B4-BE49-F238E27FC236}">
                  <a16:creationId xmlns:a16="http://schemas.microsoft.com/office/drawing/2014/main" id="{48CA9210-C63C-44E1-9FDD-AC4888F3825C}"/>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44" name="Freeform 14">
              <a:extLst>
                <a:ext uri="{FF2B5EF4-FFF2-40B4-BE49-F238E27FC236}">
                  <a16:creationId xmlns:a16="http://schemas.microsoft.com/office/drawing/2014/main" id="{8FF09E83-5C66-4F36-A611-B938C9404533}"/>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45" name="Freeform 15">
              <a:extLst>
                <a:ext uri="{FF2B5EF4-FFF2-40B4-BE49-F238E27FC236}">
                  <a16:creationId xmlns:a16="http://schemas.microsoft.com/office/drawing/2014/main" id="{FE383459-04C8-42D8-964B-DCE52CF4F661}"/>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46" name="Freeform 16">
              <a:extLst>
                <a:ext uri="{FF2B5EF4-FFF2-40B4-BE49-F238E27FC236}">
                  <a16:creationId xmlns:a16="http://schemas.microsoft.com/office/drawing/2014/main" id="{D21E6ED8-D853-46CB-BAE8-941E01C50001}"/>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47" name="Freeform 17">
              <a:extLst>
                <a:ext uri="{FF2B5EF4-FFF2-40B4-BE49-F238E27FC236}">
                  <a16:creationId xmlns:a16="http://schemas.microsoft.com/office/drawing/2014/main" id="{4C6BEA4B-FF1A-4A94-8166-D1F3C8042CA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48" name="Freeform 18">
              <a:extLst>
                <a:ext uri="{FF2B5EF4-FFF2-40B4-BE49-F238E27FC236}">
                  <a16:creationId xmlns:a16="http://schemas.microsoft.com/office/drawing/2014/main" id="{544DA956-99AA-4FD5-9D04-02C4F1CE00E2}"/>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49" name="Freeform 19">
              <a:extLst>
                <a:ext uri="{FF2B5EF4-FFF2-40B4-BE49-F238E27FC236}">
                  <a16:creationId xmlns:a16="http://schemas.microsoft.com/office/drawing/2014/main" id="{5E3281E6-72FC-47AC-8B71-86894852BA63}"/>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50" name="Freeform 20">
              <a:extLst>
                <a:ext uri="{FF2B5EF4-FFF2-40B4-BE49-F238E27FC236}">
                  <a16:creationId xmlns:a16="http://schemas.microsoft.com/office/drawing/2014/main" id="{A934B249-B9ED-48D9-8B28-665D03467969}"/>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51" name="Freeform 21">
              <a:extLst>
                <a:ext uri="{FF2B5EF4-FFF2-40B4-BE49-F238E27FC236}">
                  <a16:creationId xmlns:a16="http://schemas.microsoft.com/office/drawing/2014/main" id="{21852B90-3397-44AF-9A3E-BA608BF7CE7C}"/>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52" name="Freeform 22">
              <a:extLst>
                <a:ext uri="{FF2B5EF4-FFF2-40B4-BE49-F238E27FC236}">
                  <a16:creationId xmlns:a16="http://schemas.microsoft.com/office/drawing/2014/main" id="{1C94B3DB-FF5E-445F-8E98-39808394C7E6}"/>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53" name="Freeform 23">
              <a:extLst>
                <a:ext uri="{FF2B5EF4-FFF2-40B4-BE49-F238E27FC236}">
                  <a16:creationId xmlns:a16="http://schemas.microsoft.com/office/drawing/2014/main" id="{59855DC0-CD64-475B-9A7F-FC4B1CCD5A01}"/>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sp>
          <p:nvSpPr>
            <p:cNvPr id="54" name="Freeform 24">
              <a:extLst>
                <a:ext uri="{FF2B5EF4-FFF2-40B4-BE49-F238E27FC236}">
                  <a16:creationId xmlns:a16="http://schemas.microsoft.com/office/drawing/2014/main" id="{2E550FDA-CAF8-478B-A2D8-2A0D49781979}"/>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defTabSz="914377">
                <a:defRPr/>
              </a:pPr>
              <a:endParaRPr lang="zh-CN" altLang="en-US">
                <a:solidFill>
                  <a:prstClr val="black"/>
                </a:solidFill>
              </a:endParaRPr>
            </a:p>
          </p:txBody>
        </p:sp>
      </p:grpSp>
      <p:sp>
        <p:nvSpPr>
          <p:cNvPr id="56" name="矩形 55">
            <a:extLst>
              <a:ext uri="{FF2B5EF4-FFF2-40B4-BE49-F238E27FC236}">
                <a16:creationId xmlns:a16="http://schemas.microsoft.com/office/drawing/2014/main" id="{2A19A531-450E-4F27-85E5-D346CB0A0B74}"/>
              </a:ext>
            </a:extLst>
          </p:cNvPr>
          <p:cNvSpPr/>
          <p:nvPr/>
        </p:nvSpPr>
        <p:spPr>
          <a:xfrm>
            <a:off x="2331323" y="1561738"/>
            <a:ext cx="7571303" cy="646331"/>
          </a:xfrm>
          <a:prstGeom prst="rect">
            <a:avLst/>
          </a:prstGeom>
        </p:spPr>
        <p:txBody>
          <a:bodyPr wrap="none">
            <a:spAutoFit/>
          </a:bodyPr>
          <a:lstStyle/>
          <a:p>
            <a:pPr algn="ctr" defTabSz="914377">
              <a:defRPr/>
            </a:pPr>
            <a:r>
              <a:rPr lang="zh-CN" altLang="en-US" sz="3600" dirty="0">
                <a:solidFill>
                  <a:prstClr val="white"/>
                </a:solidFill>
                <a:latin typeface="微软雅黑 Light" panose="020B0502040204020203" pitchFamily="34" charset="-122"/>
                <a:ea typeface="微软雅黑 Light" panose="020B0502040204020203" pitchFamily="34" charset="-122"/>
              </a:rPr>
              <a:t>第一讲：劳动价值论与剩余价值学说</a:t>
            </a:r>
            <a:endParaRPr lang="en-US" altLang="zh-CN" sz="3600" dirty="0">
              <a:solidFill>
                <a:prstClr val="white"/>
              </a:solidFill>
              <a:latin typeface="微软雅黑 Light" panose="020B0502040204020203" pitchFamily="34" charset="-122"/>
              <a:ea typeface="微软雅黑 Light" panose="020B0502040204020203" pitchFamily="34" charset="-122"/>
            </a:endParaRPr>
          </a:p>
        </p:txBody>
      </p:sp>
      <p:sp>
        <p:nvSpPr>
          <p:cNvPr id="59" name="矩形 58">
            <a:extLst>
              <a:ext uri="{FF2B5EF4-FFF2-40B4-BE49-F238E27FC236}">
                <a16:creationId xmlns:a16="http://schemas.microsoft.com/office/drawing/2014/main" id="{DE950398-5199-487C-8121-BFD875B0E38D}"/>
              </a:ext>
            </a:extLst>
          </p:cNvPr>
          <p:cNvSpPr/>
          <p:nvPr/>
        </p:nvSpPr>
        <p:spPr>
          <a:xfrm>
            <a:off x="4441672" y="3452389"/>
            <a:ext cx="3350596" cy="1200329"/>
          </a:xfrm>
          <a:prstGeom prst="rect">
            <a:avLst/>
          </a:prstGeom>
        </p:spPr>
        <p:txBody>
          <a:bodyPr wrap="none">
            <a:spAutoFit/>
          </a:bodyPr>
          <a:lstStyle/>
          <a:p>
            <a:pPr algn="ctr" defTabSz="914377">
              <a:defRPr/>
            </a:pPr>
            <a:endParaRPr lang="en-US" altLang="zh-CN" dirty="0">
              <a:solidFill>
                <a:prstClr val="white"/>
              </a:solidFill>
              <a:latin typeface="微软雅黑 Light" panose="020B0502040204020203" pitchFamily="34" charset="-122"/>
              <a:ea typeface="微软雅黑 Light" panose="020B0502040204020203" pitchFamily="34" charset="-122"/>
            </a:endParaRPr>
          </a:p>
          <a:p>
            <a:pPr algn="ctr" defTabSz="914377">
              <a:defRPr/>
            </a:pPr>
            <a:r>
              <a:rPr lang="zh-CN" altLang="en-US" dirty="0">
                <a:solidFill>
                  <a:prstClr val="white"/>
                </a:solidFill>
                <a:latin typeface="微软雅黑 Light" panose="020B0502040204020203" pitchFamily="34" charset="-122"/>
                <a:ea typeface="微软雅黑 Light" panose="020B0502040204020203" pitchFamily="34" charset="-122"/>
              </a:rPr>
              <a:t>龙治铭</a:t>
            </a:r>
            <a:endParaRPr lang="en-US" altLang="zh-CN" dirty="0">
              <a:solidFill>
                <a:prstClr val="white"/>
              </a:solidFill>
              <a:latin typeface="微软雅黑 Light" panose="020B0502040204020203" pitchFamily="34" charset="-122"/>
              <a:ea typeface="微软雅黑 Light" panose="020B0502040204020203" pitchFamily="34" charset="-122"/>
            </a:endParaRPr>
          </a:p>
          <a:p>
            <a:pPr algn="ctr" defTabSz="914377">
              <a:defRPr/>
            </a:pPr>
            <a:r>
              <a:rPr lang="zh-CN" altLang="en-US" dirty="0">
                <a:solidFill>
                  <a:prstClr val="white"/>
                </a:solidFill>
                <a:latin typeface="微软雅黑 Light" panose="020B0502040204020203" pitchFamily="34" charset="-122"/>
                <a:ea typeface="微软雅黑 Light" panose="020B0502040204020203" pitchFamily="34" charset="-122"/>
              </a:rPr>
              <a:t>善斋</a:t>
            </a:r>
            <a:r>
              <a:rPr lang="en-US" altLang="zh-CN" dirty="0">
                <a:solidFill>
                  <a:prstClr val="white"/>
                </a:solidFill>
                <a:latin typeface="微软雅黑 Light" panose="020B0502040204020203" pitchFamily="34" charset="-122"/>
                <a:ea typeface="微软雅黑 Light" panose="020B0502040204020203" pitchFamily="34" charset="-122"/>
              </a:rPr>
              <a:t>307C</a:t>
            </a:r>
          </a:p>
          <a:p>
            <a:pPr algn="ctr" defTabSz="914377">
              <a:defRPr/>
            </a:pPr>
            <a:r>
              <a:rPr lang="en-US" altLang="zh-CN" dirty="0">
                <a:solidFill>
                  <a:prstClr val="white"/>
                </a:solidFill>
                <a:latin typeface="微软雅黑 Light" panose="020B0502040204020203" pitchFamily="34" charset="-122"/>
                <a:ea typeface="微软雅黑 Light" panose="020B0502040204020203" pitchFamily="34" charset="-122"/>
              </a:rPr>
              <a:t>zhiminglong@tsinghua.edu.cn</a:t>
            </a:r>
            <a:endParaRPr lang="zh-CN" altLang="en-US" dirty="0">
              <a:solidFill>
                <a:prstClr val="white"/>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317205987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组合 29">
            <a:extLst>
              <a:ext uri="{FF2B5EF4-FFF2-40B4-BE49-F238E27FC236}">
                <a16:creationId xmlns:a16="http://schemas.microsoft.com/office/drawing/2014/main" id="{1766F96E-ED64-4934-90B0-5A4BF61E0A8A}"/>
              </a:ext>
            </a:extLst>
          </p:cNvPr>
          <p:cNvGrpSpPr>
            <a:grpSpLocks noChangeAspect="1"/>
          </p:cNvGrpSpPr>
          <p:nvPr/>
        </p:nvGrpSpPr>
        <p:grpSpPr>
          <a:xfrm>
            <a:off x="4428623" y="1437984"/>
            <a:ext cx="5593563" cy="826183"/>
            <a:chOff x="5657850" y="1592831"/>
            <a:chExt cx="4048125" cy="597919"/>
          </a:xfrm>
        </p:grpSpPr>
        <p:sp>
          <p:nvSpPr>
            <p:cNvPr id="15" name="矩形: 圆角 14">
              <a:extLst>
                <a:ext uri="{FF2B5EF4-FFF2-40B4-BE49-F238E27FC236}">
                  <a16:creationId xmlns:a16="http://schemas.microsoft.com/office/drawing/2014/main" id="{95E0CA17-8694-4F08-AA6E-61EB472CF5F7}"/>
                </a:ext>
              </a:extLst>
            </p:cNvPr>
            <p:cNvSpPr/>
            <p:nvPr/>
          </p:nvSpPr>
          <p:spPr>
            <a:xfrm>
              <a:off x="5657850" y="1592831"/>
              <a:ext cx="4048125" cy="597919"/>
            </a:xfrm>
            <a:prstGeom prst="roundRect">
              <a:avLst/>
            </a:prstGeom>
            <a:solidFill>
              <a:srgbClr val="7F2C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zh-CN" altLang="en-US">
                <a:solidFill>
                  <a:prstClr val="white"/>
                </a:solidFill>
              </a:endParaRPr>
            </a:p>
          </p:txBody>
        </p:sp>
        <p:sp>
          <p:nvSpPr>
            <p:cNvPr id="20" name="椭圆 19">
              <a:extLst>
                <a:ext uri="{FF2B5EF4-FFF2-40B4-BE49-F238E27FC236}">
                  <a16:creationId xmlns:a16="http://schemas.microsoft.com/office/drawing/2014/main" id="{07270881-421C-4FED-8CBB-EB40207A2356}"/>
                </a:ext>
              </a:extLst>
            </p:cNvPr>
            <p:cNvSpPr/>
            <p:nvPr/>
          </p:nvSpPr>
          <p:spPr>
            <a:xfrm>
              <a:off x="5865167" y="1663535"/>
              <a:ext cx="461665" cy="4616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zh-CN" altLang="en-US">
                <a:solidFill>
                  <a:prstClr val="white"/>
                </a:solidFill>
              </a:endParaRPr>
            </a:p>
          </p:txBody>
        </p:sp>
        <p:sp>
          <p:nvSpPr>
            <p:cNvPr id="21" name="文本框 20">
              <a:extLst>
                <a:ext uri="{FF2B5EF4-FFF2-40B4-BE49-F238E27FC236}">
                  <a16:creationId xmlns:a16="http://schemas.microsoft.com/office/drawing/2014/main" id="{2EFCACD0-0089-441A-AD31-067EA22F6432}"/>
                </a:ext>
              </a:extLst>
            </p:cNvPr>
            <p:cNvSpPr txBox="1"/>
            <p:nvPr/>
          </p:nvSpPr>
          <p:spPr>
            <a:xfrm>
              <a:off x="5912622" y="1756452"/>
              <a:ext cx="302299" cy="289565"/>
            </a:xfrm>
            <a:prstGeom prst="rect">
              <a:avLst/>
            </a:prstGeom>
            <a:noFill/>
          </p:spPr>
          <p:txBody>
            <a:bodyPr wrap="square" rtlCol="0">
              <a:spAutoFit/>
            </a:bodyPr>
            <a:lstStyle/>
            <a:p>
              <a:pPr defTabSz="914377">
                <a:defRPr/>
              </a:pPr>
              <a:r>
                <a:rPr lang="zh-CN" altLang="en-US" sz="2000" dirty="0">
                  <a:solidFill>
                    <a:srgbClr val="7F2C8B"/>
                  </a:solidFill>
                  <a:latin typeface="微软雅黑 Light" panose="020B0502040204020203" pitchFamily="34" charset="-122"/>
                  <a:ea typeface="微软雅黑 Light" panose="020B0502040204020203" pitchFamily="34" charset="-122"/>
                </a:rPr>
                <a:t>一</a:t>
              </a:r>
            </a:p>
          </p:txBody>
        </p:sp>
      </p:grpSp>
      <p:grpSp>
        <p:nvGrpSpPr>
          <p:cNvPr id="31" name="组合 30">
            <a:extLst>
              <a:ext uri="{FF2B5EF4-FFF2-40B4-BE49-F238E27FC236}">
                <a16:creationId xmlns:a16="http://schemas.microsoft.com/office/drawing/2014/main" id="{007EF1BD-D73C-4732-BBC4-81A3F4A949BB}"/>
              </a:ext>
            </a:extLst>
          </p:cNvPr>
          <p:cNvGrpSpPr>
            <a:grpSpLocks noChangeAspect="1"/>
          </p:cNvGrpSpPr>
          <p:nvPr/>
        </p:nvGrpSpPr>
        <p:grpSpPr>
          <a:xfrm>
            <a:off x="4425032" y="2711837"/>
            <a:ext cx="5605855" cy="828000"/>
            <a:chOff x="5657850" y="2417439"/>
            <a:chExt cx="4048125" cy="597919"/>
          </a:xfrm>
        </p:grpSpPr>
        <p:sp>
          <p:nvSpPr>
            <p:cNvPr id="16" name="矩形: 圆角 15">
              <a:extLst>
                <a:ext uri="{FF2B5EF4-FFF2-40B4-BE49-F238E27FC236}">
                  <a16:creationId xmlns:a16="http://schemas.microsoft.com/office/drawing/2014/main" id="{F1B77461-0FC1-4638-A61E-0643E5192538}"/>
                </a:ext>
              </a:extLst>
            </p:cNvPr>
            <p:cNvSpPr/>
            <p:nvPr/>
          </p:nvSpPr>
          <p:spPr>
            <a:xfrm>
              <a:off x="5657850" y="2417439"/>
              <a:ext cx="4048125" cy="597919"/>
            </a:xfrm>
            <a:prstGeom prst="roundRect">
              <a:avLst/>
            </a:prstGeom>
            <a:solidFill>
              <a:srgbClr val="7F2C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zh-CN" altLang="en-US">
                <a:solidFill>
                  <a:prstClr val="white"/>
                </a:solidFill>
              </a:endParaRPr>
            </a:p>
          </p:txBody>
        </p:sp>
        <p:sp>
          <p:nvSpPr>
            <p:cNvPr id="22" name="椭圆 21">
              <a:extLst>
                <a:ext uri="{FF2B5EF4-FFF2-40B4-BE49-F238E27FC236}">
                  <a16:creationId xmlns:a16="http://schemas.microsoft.com/office/drawing/2014/main" id="{B1EAC464-18D5-450B-A8EB-F6B37B10405C}"/>
                </a:ext>
              </a:extLst>
            </p:cNvPr>
            <p:cNvSpPr/>
            <p:nvPr/>
          </p:nvSpPr>
          <p:spPr>
            <a:xfrm>
              <a:off x="5865167" y="2495686"/>
              <a:ext cx="461665" cy="4616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zh-CN" altLang="en-US">
                <a:solidFill>
                  <a:prstClr val="white"/>
                </a:solidFill>
              </a:endParaRPr>
            </a:p>
          </p:txBody>
        </p:sp>
        <p:sp>
          <p:nvSpPr>
            <p:cNvPr id="23" name="文本框 22">
              <a:extLst>
                <a:ext uri="{FF2B5EF4-FFF2-40B4-BE49-F238E27FC236}">
                  <a16:creationId xmlns:a16="http://schemas.microsoft.com/office/drawing/2014/main" id="{516D635E-EC16-4A71-9BE0-7FA0554773B8}"/>
                </a:ext>
              </a:extLst>
            </p:cNvPr>
            <p:cNvSpPr txBox="1"/>
            <p:nvPr/>
          </p:nvSpPr>
          <p:spPr>
            <a:xfrm>
              <a:off x="5947389" y="2589255"/>
              <a:ext cx="302299" cy="400110"/>
            </a:xfrm>
            <a:prstGeom prst="rect">
              <a:avLst/>
            </a:prstGeom>
            <a:noFill/>
          </p:spPr>
          <p:txBody>
            <a:bodyPr wrap="square" rtlCol="0">
              <a:spAutoFit/>
            </a:bodyPr>
            <a:lstStyle/>
            <a:p>
              <a:pPr defTabSz="914377">
                <a:defRPr/>
              </a:pPr>
              <a:r>
                <a:rPr lang="zh-CN" altLang="en-US" sz="2000" dirty="0">
                  <a:solidFill>
                    <a:srgbClr val="7F2C8B"/>
                  </a:solidFill>
                  <a:latin typeface="微软雅黑 Light" panose="020B0502040204020203" pitchFamily="34" charset="-122"/>
                  <a:ea typeface="微软雅黑 Light" panose="020B0502040204020203" pitchFamily="34" charset="-122"/>
                </a:rPr>
                <a:t>二</a:t>
              </a:r>
            </a:p>
          </p:txBody>
        </p:sp>
      </p:grpSp>
      <p:grpSp>
        <p:nvGrpSpPr>
          <p:cNvPr id="33" name="组合 32">
            <a:extLst>
              <a:ext uri="{FF2B5EF4-FFF2-40B4-BE49-F238E27FC236}">
                <a16:creationId xmlns:a16="http://schemas.microsoft.com/office/drawing/2014/main" id="{B6260696-8FB4-4FCF-95E8-B6896DB149BE}"/>
              </a:ext>
            </a:extLst>
          </p:cNvPr>
          <p:cNvGrpSpPr>
            <a:grpSpLocks noChangeAspect="1"/>
          </p:cNvGrpSpPr>
          <p:nvPr/>
        </p:nvGrpSpPr>
        <p:grpSpPr>
          <a:xfrm>
            <a:off x="4438348" y="3936715"/>
            <a:ext cx="5605865" cy="827999"/>
            <a:chOff x="5657850" y="4160030"/>
            <a:chExt cx="4048125" cy="597919"/>
          </a:xfrm>
        </p:grpSpPr>
        <p:sp>
          <p:nvSpPr>
            <p:cNvPr id="18" name="矩形: 圆角 17">
              <a:extLst>
                <a:ext uri="{FF2B5EF4-FFF2-40B4-BE49-F238E27FC236}">
                  <a16:creationId xmlns:a16="http://schemas.microsoft.com/office/drawing/2014/main" id="{51672E32-D87C-4346-B327-D1122F894B40}"/>
                </a:ext>
              </a:extLst>
            </p:cNvPr>
            <p:cNvSpPr/>
            <p:nvPr/>
          </p:nvSpPr>
          <p:spPr>
            <a:xfrm>
              <a:off x="5657850" y="4160030"/>
              <a:ext cx="4048125" cy="597919"/>
            </a:xfrm>
            <a:prstGeom prst="roundRect">
              <a:avLst/>
            </a:prstGeom>
            <a:solidFill>
              <a:srgbClr val="7F2C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zh-CN" altLang="en-US">
                <a:solidFill>
                  <a:prstClr val="white"/>
                </a:solidFill>
              </a:endParaRPr>
            </a:p>
          </p:txBody>
        </p:sp>
        <p:sp>
          <p:nvSpPr>
            <p:cNvPr id="26" name="椭圆 25">
              <a:extLst>
                <a:ext uri="{FF2B5EF4-FFF2-40B4-BE49-F238E27FC236}">
                  <a16:creationId xmlns:a16="http://schemas.microsoft.com/office/drawing/2014/main" id="{44A78DE8-2755-406B-9C39-1B0DA85FDD4A}"/>
                </a:ext>
              </a:extLst>
            </p:cNvPr>
            <p:cNvSpPr/>
            <p:nvPr/>
          </p:nvSpPr>
          <p:spPr>
            <a:xfrm>
              <a:off x="5865167" y="4238479"/>
              <a:ext cx="461665" cy="46166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zh-CN" altLang="en-US">
                <a:solidFill>
                  <a:prstClr val="white"/>
                </a:solidFill>
              </a:endParaRPr>
            </a:p>
          </p:txBody>
        </p:sp>
        <p:sp>
          <p:nvSpPr>
            <p:cNvPr id="27" name="文本框 26">
              <a:extLst>
                <a:ext uri="{FF2B5EF4-FFF2-40B4-BE49-F238E27FC236}">
                  <a16:creationId xmlns:a16="http://schemas.microsoft.com/office/drawing/2014/main" id="{485B7835-91EC-4529-9998-AE773F609602}"/>
                </a:ext>
              </a:extLst>
            </p:cNvPr>
            <p:cNvSpPr txBox="1"/>
            <p:nvPr/>
          </p:nvSpPr>
          <p:spPr>
            <a:xfrm>
              <a:off x="5937605" y="4328935"/>
              <a:ext cx="302299" cy="288929"/>
            </a:xfrm>
            <a:prstGeom prst="rect">
              <a:avLst/>
            </a:prstGeom>
            <a:noFill/>
          </p:spPr>
          <p:txBody>
            <a:bodyPr wrap="square" rtlCol="0">
              <a:spAutoFit/>
            </a:bodyPr>
            <a:lstStyle/>
            <a:p>
              <a:pPr defTabSz="914377">
                <a:defRPr/>
              </a:pPr>
              <a:r>
                <a:rPr lang="zh-CN" altLang="en-US" sz="2000" dirty="0">
                  <a:solidFill>
                    <a:srgbClr val="7F2C8B"/>
                  </a:solidFill>
                  <a:latin typeface="微软雅黑 Light" panose="020B0502040204020203" pitchFamily="34" charset="-122"/>
                  <a:ea typeface="微软雅黑 Light" panose="020B0502040204020203" pitchFamily="34" charset="-122"/>
                </a:rPr>
                <a:t>三</a:t>
              </a:r>
            </a:p>
          </p:txBody>
        </p:sp>
      </p:grpSp>
      <p:sp>
        <p:nvSpPr>
          <p:cNvPr id="7" name="Freeform 5">
            <a:extLst>
              <a:ext uri="{FF2B5EF4-FFF2-40B4-BE49-F238E27FC236}">
                <a16:creationId xmlns:a16="http://schemas.microsoft.com/office/drawing/2014/main" id="{55DBFFC5-B0B1-4AD1-9E8F-10E1B2F66A2E}"/>
              </a:ext>
            </a:extLst>
          </p:cNvPr>
          <p:cNvSpPr>
            <a:spLocks/>
          </p:cNvSpPr>
          <p:nvPr/>
        </p:nvSpPr>
        <p:spPr bwMode="auto">
          <a:xfrm>
            <a:off x="-4340226" y="642938"/>
            <a:ext cx="8223251" cy="5822951"/>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rgbClr val="7F2C8B"/>
          </a:solidFill>
          <a:ln>
            <a:noFill/>
          </a:ln>
        </p:spPr>
        <p:txBody>
          <a:bodyPr vert="horz" wrap="square" lIns="91440" tIns="45720" rIns="91440" bIns="45720" numCol="1" anchor="t" anchorCtr="0" compatLnSpc="1">
            <a:prstTxWarp prst="textNoShape">
              <a:avLst/>
            </a:prstTxWarp>
          </a:bodyPr>
          <a:lstStyle/>
          <a:p>
            <a:pPr defTabSz="914377">
              <a:defRPr/>
            </a:pPr>
            <a:endParaRPr lang="zh-CN" altLang="en-US" dirty="0">
              <a:solidFill>
                <a:prstClr val="black"/>
              </a:solidFill>
            </a:endParaRPr>
          </a:p>
        </p:txBody>
      </p:sp>
      <p:sp>
        <p:nvSpPr>
          <p:cNvPr id="8" name="文本框 7">
            <a:extLst>
              <a:ext uri="{FF2B5EF4-FFF2-40B4-BE49-F238E27FC236}">
                <a16:creationId xmlns:a16="http://schemas.microsoft.com/office/drawing/2014/main" id="{89DAC6B7-B69B-4DB9-A3C4-4E15B61638B7}"/>
              </a:ext>
            </a:extLst>
          </p:cNvPr>
          <p:cNvSpPr txBox="1"/>
          <p:nvPr/>
        </p:nvSpPr>
        <p:spPr>
          <a:xfrm>
            <a:off x="5476753" y="1484876"/>
            <a:ext cx="3305108" cy="1107996"/>
          </a:xfrm>
          <a:prstGeom prst="rect">
            <a:avLst/>
          </a:prstGeom>
          <a:noFill/>
        </p:spPr>
        <p:txBody>
          <a:bodyPr wrap="square" rtlCol="0">
            <a:spAutoFit/>
          </a:bodyPr>
          <a:lstStyle/>
          <a:p>
            <a:pPr defTabSz="914377">
              <a:defRPr/>
            </a:pPr>
            <a:r>
              <a:rPr lang="zh-CN" altLang="en-US" sz="2200" dirty="0">
                <a:solidFill>
                  <a:prstClr val="white"/>
                </a:solidFill>
                <a:latin typeface="微软雅黑 Light" panose="020B0502040204020203" pitchFamily="34" charset="-122"/>
                <a:ea typeface="微软雅黑 Light" panose="020B0502040204020203" pitchFamily="34" charset="-122"/>
              </a:rPr>
              <a:t>资本家何以富有及</a:t>
            </a:r>
            <a:endParaRPr lang="en-US" altLang="zh-CN" sz="2200" dirty="0">
              <a:solidFill>
                <a:prstClr val="white"/>
              </a:solidFill>
              <a:latin typeface="微软雅黑 Light" panose="020B0502040204020203" pitchFamily="34" charset="-122"/>
              <a:ea typeface="微软雅黑 Light" panose="020B0502040204020203" pitchFamily="34" charset="-122"/>
            </a:endParaRPr>
          </a:p>
          <a:p>
            <a:pPr defTabSz="914377">
              <a:defRPr/>
            </a:pPr>
            <a:r>
              <a:rPr lang="zh-CN" altLang="en-US" sz="2200" dirty="0">
                <a:solidFill>
                  <a:prstClr val="white"/>
                </a:solidFill>
                <a:latin typeface="微软雅黑 Light" panose="020B0502040204020203" pitchFamily="34" charset="-122"/>
                <a:ea typeface="微软雅黑 Light" panose="020B0502040204020203" pitchFamily="34" charset="-122"/>
              </a:rPr>
              <a:t>庸俗经济学的辩护理论</a:t>
            </a:r>
          </a:p>
          <a:p>
            <a:pPr defTabSz="914377">
              <a:defRPr/>
            </a:pPr>
            <a:endParaRPr lang="zh-CN" altLang="en-US" sz="2200" dirty="0">
              <a:solidFill>
                <a:prstClr val="white"/>
              </a:solidFill>
              <a:latin typeface="微软雅黑 Light" panose="020B0502040204020203" pitchFamily="34" charset="-122"/>
              <a:ea typeface="微软雅黑 Light" panose="020B0502040204020203" pitchFamily="34" charset="-122"/>
            </a:endParaRPr>
          </a:p>
        </p:txBody>
      </p:sp>
      <p:sp>
        <p:nvSpPr>
          <p:cNvPr id="9" name="文本框 8">
            <a:extLst>
              <a:ext uri="{FF2B5EF4-FFF2-40B4-BE49-F238E27FC236}">
                <a16:creationId xmlns:a16="http://schemas.microsoft.com/office/drawing/2014/main" id="{5FE707AD-F92F-4D17-B03D-EF5D9D9D33B7}"/>
              </a:ext>
            </a:extLst>
          </p:cNvPr>
          <p:cNvSpPr txBox="1"/>
          <p:nvPr/>
        </p:nvSpPr>
        <p:spPr>
          <a:xfrm>
            <a:off x="5488009" y="2949768"/>
            <a:ext cx="4145517" cy="769441"/>
          </a:xfrm>
          <a:prstGeom prst="rect">
            <a:avLst/>
          </a:prstGeom>
          <a:noFill/>
        </p:spPr>
        <p:txBody>
          <a:bodyPr wrap="square" rtlCol="0">
            <a:spAutoFit/>
          </a:bodyPr>
          <a:lstStyle/>
          <a:p>
            <a:pPr defTabSz="914377">
              <a:defRPr/>
            </a:pPr>
            <a:r>
              <a:rPr lang="zh-CN" altLang="en-US" sz="2200" dirty="0">
                <a:solidFill>
                  <a:prstClr val="white"/>
                </a:solidFill>
                <a:latin typeface="微软雅黑 Light" panose="020B0502040204020203" pitchFamily="34" charset="-122"/>
                <a:ea typeface="微软雅黑 Light" panose="020B0502040204020203" pitchFamily="34" charset="-122"/>
              </a:rPr>
              <a:t>劳动价值论与剩余价值学说</a:t>
            </a:r>
          </a:p>
          <a:p>
            <a:pPr defTabSz="914377">
              <a:defRPr/>
            </a:pPr>
            <a:endParaRPr lang="zh-CN" altLang="en-US" sz="2200" dirty="0">
              <a:solidFill>
                <a:prstClr val="white"/>
              </a:solidFill>
              <a:latin typeface="微软雅黑 Light" panose="020B0502040204020203" pitchFamily="34" charset="-122"/>
              <a:ea typeface="微软雅黑 Light" panose="020B0502040204020203" pitchFamily="34" charset="-122"/>
            </a:endParaRPr>
          </a:p>
        </p:txBody>
      </p:sp>
      <p:sp>
        <p:nvSpPr>
          <p:cNvPr id="11" name="文本框 10">
            <a:extLst>
              <a:ext uri="{FF2B5EF4-FFF2-40B4-BE49-F238E27FC236}">
                <a16:creationId xmlns:a16="http://schemas.microsoft.com/office/drawing/2014/main" id="{C5B2CB86-8628-4ED4-9EFF-B1D7D936FBED}"/>
              </a:ext>
            </a:extLst>
          </p:cNvPr>
          <p:cNvSpPr txBox="1"/>
          <p:nvPr/>
        </p:nvSpPr>
        <p:spPr>
          <a:xfrm>
            <a:off x="5586936" y="4103808"/>
            <a:ext cx="3658233" cy="461665"/>
          </a:xfrm>
          <a:prstGeom prst="rect">
            <a:avLst/>
          </a:prstGeom>
          <a:noFill/>
        </p:spPr>
        <p:txBody>
          <a:bodyPr wrap="square" rtlCol="0">
            <a:spAutoFit/>
          </a:bodyPr>
          <a:lstStyle/>
          <a:p>
            <a:pPr defTabSz="914377">
              <a:defRPr/>
            </a:pPr>
            <a:r>
              <a:rPr lang="zh-CN" altLang="en-US" sz="2400" dirty="0">
                <a:solidFill>
                  <a:prstClr val="white"/>
                </a:solidFill>
                <a:latin typeface="微软雅黑 Light" panose="020B0502040204020203" pitchFamily="34" charset="-122"/>
                <a:ea typeface="微软雅黑 Light" panose="020B0502040204020203" pitchFamily="34" charset="-122"/>
              </a:rPr>
              <a:t>参考文献</a:t>
            </a:r>
          </a:p>
        </p:txBody>
      </p:sp>
      <p:sp>
        <p:nvSpPr>
          <p:cNvPr id="35" name="任意多边形: 形状 34">
            <a:extLst>
              <a:ext uri="{FF2B5EF4-FFF2-40B4-BE49-F238E27FC236}">
                <a16:creationId xmlns:a16="http://schemas.microsoft.com/office/drawing/2014/main" id="{53E490DC-CD4E-4451-980A-3D2FAD3912EE}"/>
              </a:ext>
            </a:extLst>
          </p:cNvPr>
          <p:cNvSpPr/>
          <p:nvPr/>
        </p:nvSpPr>
        <p:spPr>
          <a:xfrm>
            <a:off x="1559687" y="2910967"/>
            <a:ext cx="1014781" cy="531908"/>
          </a:xfrm>
          <a:custGeom>
            <a:avLst/>
            <a:gdLst/>
            <a:ahLst/>
            <a:cxnLst/>
            <a:rect l="l" t="t" r="r" b="b"/>
            <a:pathLst>
              <a:path w="761086" h="398931">
                <a:moveTo>
                  <a:pt x="64122" y="252246"/>
                </a:moveTo>
                <a:lnTo>
                  <a:pt x="64122" y="345339"/>
                </a:lnTo>
                <a:lnTo>
                  <a:pt x="217932" y="345339"/>
                </a:lnTo>
                <a:lnTo>
                  <a:pt x="217932" y="252246"/>
                </a:lnTo>
                <a:close/>
                <a:moveTo>
                  <a:pt x="414071" y="176834"/>
                </a:moveTo>
                <a:cubicBezTo>
                  <a:pt x="446724" y="179333"/>
                  <a:pt x="469455" y="185940"/>
                  <a:pt x="482266" y="196657"/>
                </a:cubicBezTo>
                <a:cubicBezTo>
                  <a:pt x="495077" y="207373"/>
                  <a:pt x="500705" y="218525"/>
                  <a:pt x="499148" y="230113"/>
                </a:cubicBezTo>
                <a:cubicBezTo>
                  <a:pt x="497592" y="241700"/>
                  <a:pt x="491589" y="250049"/>
                  <a:pt x="481140" y="255160"/>
                </a:cubicBezTo>
                <a:cubicBezTo>
                  <a:pt x="470691" y="260271"/>
                  <a:pt x="458533" y="258471"/>
                  <a:pt x="444665" y="249758"/>
                </a:cubicBezTo>
                <a:cubicBezTo>
                  <a:pt x="442561" y="236722"/>
                  <a:pt x="438387" y="223922"/>
                  <a:pt x="432145" y="211358"/>
                </a:cubicBezTo>
                <a:cubicBezTo>
                  <a:pt x="425902" y="198794"/>
                  <a:pt x="418899" y="187984"/>
                  <a:pt x="411137" y="178930"/>
                </a:cubicBezTo>
                <a:close/>
                <a:moveTo>
                  <a:pt x="64122" y="149986"/>
                </a:moveTo>
                <a:lnTo>
                  <a:pt x="64122" y="240564"/>
                </a:lnTo>
                <a:lnTo>
                  <a:pt x="217932" y="240564"/>
                </a:lnTo>
                <a:lnTo>
                  <a:pt x="217932" y="149986"/>
                </a:lnTo>
                <a:close/>
                <a:moveTo>
                  <a:pt x="64122" y="49402"/>
                </a:moveTo>
                <a:lnTo>
                  <a:pt x="64122" y="138303"/>
                </a:lnTo>
                <a:lnTo>
                  <a:pt x="217932" y="138303"/>
                </a:lnTo>
                <a:lnTo>
                  <a:pt x="217932" y="49402"/>
                </a:lnTo>
                <a:close/>
                <a:moveTo>
                  <a:pt x="243916" y="3772"/>
                </a:moveTo>
                <a:lnTo>
                  <a:pt x="302171" y="50659"/>
                </a:lnTo>
                <a:cubicBezTo>
                  <a:pt x="300530" y="52782"/>
                  <a:pt x="298260" y="54722"/>
                  <a:pt x="295361" y="56478"/>
                </a:cubicBezTo>
                <a:cubicBezTo>
                  <a:pt x="292462" y="58234"/>
                  <a:pt x="288725" y="59649"/>
                  <a:pt x="284150" y="60724"/>
                </a:cubicBezTo>
                <a:lnTo>
                  <a:pt x="284150" y="374204"/>
                </a:lnTo>
                <a:cubicBezTo>
                  <a:pt x="283651" y="375894"/>
                  <a:pt x="280505" y="378243"/>
                  <a:pt x="274712" y="381251"/>
                </a:cubicBezTo>
                <a:cubicBezTo>
                  <a:pt x="268920" y="384260"/>
                  <a:pt x="261800" y="387013"/>
                  <a:pt x="253354" y="389509"/>
                </a:cubicBezTo>
                <a:cubicBezTo>
                  <a:pt x="244907" y="392006"/>
                  <a:pt x="236453" y="393330"/>
                  <a:pt x="227990" y="393483"/>
                </a:cubicBezTo>
                <a:lnTo>
                  <a:pt x="217932" y="393483"/>
                </a:lnTo>
                <a:lnTo>
                  <a:pt x="217932" y="357021"/>
                </a:lnTo>
                <a:lnTo>
                  <a:pt x="64122" y="357021"/>
                </a:lnTo>
                <a:lnTo>
                  <a:pt x="64122" y="375462"/>
                </a:lnTo>
                <a:cubicBezTo>
                  <a:pt x="63642" y="379923"/>
                  <a:pt x="58211" y="384830"/>
                  <a:pt x="47830" y="390183"/>
                </a:cubicBezTo>
                <a:cubicBezTo>
                  <a:pt x="37448" y="395535"/>
                  <a:pt x="24998" y="398451"/>
                  <a:pt x="10478" y="398931"/>
                </a:cubicBezTo>
                <a:lnTo>
                  <a:pt x="0" y="398931"/>
                </a:lnTo>
                <a:lnTo>
                  <a:pt x="0" y="10897"/>
                </a:lnTo>
                <a:lnTo>
                  <a:pt x="67894" y="37719"/>
                </a:lnTo>
                <a:lnTo>
                  <a:pt x="213322" y="37719"/>
                </a:lnTo>
                <a:close/>
                <a:moveTo>
                  <a:pt x="632422" y="0"/>
                </a:moveTo>
                <a:lnTo>
                  <a:pt x="691096" y="42279"/>
                </a:lnTo>
                <a:cubicBezTo>
                  <a:pt x="689542" y="44333"/>
                  <a:pt x="687621" y="45889"/>
                  <a:pt x="685333" y="46946"/>
                </a:cubicBezTo>
                <a:cubicBezTo>
                  <a:pt x="683046" y="48004"/>
                  <a:pt x="679658" y="48825"/>
                  <a:pt x="675170" y="49411"/>
                </a:cubicBezTo>
                <a:lnTo>
                  <a:pt x="670141" y="147936"/>
                </a:lnTo>
                <a:lnTo>
                  <a:pt x="699478" y="111855"/>
                </a:lnTo>
                <a:cubicBezTo>
                  <a:pt x="699804" y="112078"/>
                  <a:pt x="703390" y="114709"/>
                  <a:pt x="710235" y="119748"/>
                </a:cubicBezTo>
                <a:cubicBezTo>
                  <a:pt x="717080" y="124787"/>
                  <a:pt x="725229" y="130896"/>
                  <a:pt x="734682" y="138077"/>
                </a:cubicBezTo>
                <a:cubicBezTo>
                  <a:pt x="744135" y="145257"/>
                  <a:pt x="752936" y="152170"/>
                  <a:pt x="761086" y="158817"/>
                </a:cubicBezTo>
                <a:cubicBezTo>
                  <a:pt x="760405" y="161103"/>
                  <a:pt x="758938" y="162789"/>
                  <a:pt x="756685" y="163876"/>
                </a:cubicBezTo>
                <a:cubicBezTo>
                  <a:pt x="754432" y="164962"/>
                  <a:pt x="751708" y="165501"/>
                  <a:pt x="748513" y="165493"/>
                </a:cubicBezTo>
                <a:lnTo>
                  <a:pt x="588417" y="165493"/>
                </a:lnTo>
                <a:lnTo>
                  <a:pt x="588417" y="169266"/>
                </a:lnTo>
                <a:cubicBezTo>
                  <a:pt x="593289" y="184524"/>
                  <a:pt x="599365" y="198237"/>
                  <a:pt x="606647" y="210403"/>
                </a:cubicBezTo>
                <a:cubicBezTo>
                  <a:pt x="613929" y="222569"/>
                  <a:pt x="622102" y="233452"/>
                  <a:pt x="631165" y="243050"/>
                </a:cubicBezTo>
                <a:cubicBezTo>
                  <a:pt x="639573" y="230954"/>
                  <a:pt x="647693" y="218464"/>
                  <a:pt x="655525" y="205582"/>
                </a:cubicBezTo>
                <a:cubicBezTo>
                  <a:pt x="663357" y="192699"/>
                  <a:pt x="669486" y="181572"/>
                  <a:pt x="673913" y="172201"/>
                </a:cubicBezTo>
                <a:lnTo>
                  <a:pt x="734263" y="214124"/>
                </a:lnTo>
                <a:cubicBezTo>
                  <a:pt x="733294" y="216080"/>
                  <a:pt x="731565" y="217512"/>
                  <a:pt x="729077" y="218421"/>
                </a:cubicBezTo>
                <a:cubicBezTo>
                  <a:pt x="726589" y="219329"/>
                  <a:pt x="722869" y="219294"/>
                  <a:pt x="717918" y="218316"/>
                </a:cubicBezTo>
                <a:cubicBezTo>
                  <a:pt x="707467" y="223888"/>
                  <a:pt x="695575" y="229722"/>
                  <a:pt x="682242" y="235819"/>
                </a:cubicBezTo>
                <a:cubicBezTo>
                  <a:pt x="668910" y="241915"/>
                  <a:pt x="655237" y="247540"/>
                  <a:pt x="641223" y="252693"/>
                </a:cubicBezTo>
                <a:cubicBezTo>
                  <a:pt x="658232" y="268038"/>
                  <a:pt x="676707" y="280213"/>
                  <a:pt x="696649" y="289218"/>
                </a:cubicBezTo>
                <a:cubicBezTo>
                  <a:pt x="716591" y="298223"/>
                  <a:pt x="736533" y="305052"/>
                  <a:pt x="756476" y="309708"/>
                </a:cubicBezTo>
                <a:lnTo>
                  <a:pt x="755218" y="313900"/>
                </a:lnTo>
                <a:cubicBezTo>
                  <a:pt x="743422" y="317254"/>
                  <a:pt x="733591" y="323959"/>
                  <a:pt x="725724" y="334015"/>
                </a:cubicBezTo>
                <a:cubicBezTo>
                  <a:pt x="717857" y="344071"/>
                  <a:pt x="712322" y="356218"/>
                  <a:pt x="709117" y="370456"/>
                </a:cubicBezTo>
                <a:cubicBezTo>
                  <a:pt x="688892" y="358288"/>
                  <a:pt x="671041" y="344277"/>
                  <a:pt x="655566" y="328421"/>
                </a:cubicBezTo>
                <a:cubicBezTo>
                  <a:pt x="640090" y="312566"/>
                  <a:pt x="626803" y="293332"/>
                  <a:pt x="615705" y="270718"/>
                </a:cubicBezTo>
                <a:cubicBezTo>
                  <a:pt x="604606" y="248104"/>
                  <a:pt x="595510" y="220575"/>
                  <a:pt x="588417" y="188132"/>
                </a:cubicBezTo>
                <a:lnTo>
                  <a:pt x="588417" y="328992"/>
                </a:lnTo>
                <a:cubicBezTo>
                  <a:pt x="588701" y="342033"/>
                  <a:pt x="587061" y="353506"/>
                  <a:pt x="583496" y="363413"/>
                </a:cubicBezTo>
                <a:cubicBezTo>
                  <a:pt x="579931" y="373319"/>
                  <a:pt x="572734" y="381317"/>
                  <a:pt x="561905" y="387407"/>
                </a:cubicBezTo>
                <a:cubicBezTo>
                  <a:pt x="551075" y="393498"/>
                  <a:pt x="534906" y="397339"/>
                  <a:pt x="513398" y="398931"/>
                </a:cubicBezTo>
                <a:cubicBezTo>
                  <a:pt x="513040" y="389291"/>
                  <a:pt x="512079" y="380934"/>
                  <a:pt x="510516" y="373858"/>
                </a:cubicBezTo>
                <a:cubicBezTo>
                  <a:pt x="508953" y="366783"/>
                  <a:pt x="506421" y="361043"/>
                  <a:pt x="502920" y="356637"/>
                </a:cubicBezTo>
                <a:cubicBezTo>
                  <a:pt x="499820" y="352432"/>
                  <a:pt x="495333" y="348698"/>
                  <a:pt x="489457" y="345435"/>
                </a:cubicBezTo>
                <a:cubicBezTo>
                  <a:pt x="483580" y="342173"/>
                  <a:pt x="474797" y="339486"/>
                  <a:pt x="463106" y="337374"/>
                </a:cubicBezTo>
                <a:lnTo>
                  <a:pt x="463106" y="332346"/>
                </a:lnTo>
                <a:cubicBezTo>
                  <a:pt x="463620" y="332377"/>
                  <a:pt x="467760" y="332594"/>
                  <a:pt x="475523" y="332998"/>
                </a:cubicBezTo>
                <a:cubicBezTo>
                  <a:pt x="483287" y="333402"/>
                  <a:pt x="491586" y="333806"/>
                  <a:pt x="500421" y="334209"/>
                </a:cubicBezTo>
                <a:cubicBezTo>
                  <a:pt x="509256" y="334613"/>
                  <a:pt x="515537" y="334830"/>
                  <a:pt x="519265" y="334861"/>
                </a:cubicBezTo>
                <a:cubicBezTo>
                  <a:pt x="522365" y="334826"/>
                  <a:pt x="524547" y="334163"/>
                  <a:pt x="525813" y="332870"/>
                </a:cubicBezTo>
                <a:cubicBezTo>
                  <a:pt x="527079" y="331577"/>
                  <a:pt x="527691" y="329866"/>
                  <a:pt x="527647" y="327734"/>
                </a:cubicBezTo>
                <a:lnTo>
                  <a:pt x="527647" y="267785"/>
                </a:lnTo>
                <a:cubicBezTo>
                  <a:pt x="514498" y="279515"/>
                  <a:pt x="498991" y="292632"/>
                  <a:pt x="481127" y="307137"/>
                </a:cubicBezTo>
                <a:cubicBezTo>
                  <a:pt x="463263" y="321642"/>
                  <a:pt x="442727" y="337583"/>
                  <a:pt x="419519" y="354962"/>
                </a:cubicBezTo>
                <a:cubicBezTo>
                  <a:pt x="419083" y="357928"/>
                  <a:pt x="418070" y="360580"/>
                  <a:pt x="416481" y="362918"/>
                </a:cubicBezTo>
                <a:cubicBezTo>
                  <a:pt x="414892" y="365256"/>
                  <a:pt x="412831" y="367071"/>
                  <a:pt x="410299" y="368362"/>
                </a:cubicBezTo>
                <a:lnTo>
                  <a:pt x="366293" y="310546"/>
                </a:lnTo>
                <a:cubicBezTo>
                  <a:pt x="381372" y="305472"/>
                  <a:pt x="403288" y="297175"/>
                  <a:pt x="432040" y="285654"/>
                </a:cubicBezTo>
                <a:cubicBezTo>
                  <a:pt x="460792" y="274134"/>
                  <a:pt x="492661" y="260911"/>
                  <a:pt x="527647" y="245985"/>
                </a:cubicBezTo>
                <a:lnTo>
                  <a:pt x="527647" y="165493"/>
                </a:lnTo>
                <a:lnTo>
                  <a:pt x="368389" y="165493"/>
                </a:lnTo>
                <a:lnTo>
                  <a:pt x="365036" y="153810"/>
                </a:lnTo>
                <a:lnTo>
                  <a:pt x="606857" y="153810"/>
                </a:lnTo>
                <a:lnTo>
                  <a:pt x="609371" y="104723"/>
                </a:lnTo>
                <a:lnTo>
                  <a:pt x="424967" y="104723"/>
                </a:lnTo>
                <a:lnTo>
                  <a:pt x="421196" y="93041"/>
                </a:lnTo>
                <a:lnTo>
                  <a:pt x="609595" y="93041"/>
                </a:lnTo>
                <a:lnTo>
                  <a:pt x="612520" y="40182"/>
                </a:lnTo>
                <a:lnTo>
                  <a:pt x="411975" y="40182"/>
                </a:lnTo>
                <a:lnTo>
                  <a:pt x="408204" y="28499"/>
                </a:lnTo>
                <a:lnTo>
                  <a:pt x="608952" y="28499"/>
                </a:lnTo>
                <a:close/>
              </a:path>
            </a:pathLst>
          </a:custGeom>
          <a:solidFill>
            <a:srgbClr val="7F2C8B"/>
          </a:solidFill>
          <a:ln>
            <a:noFill/>
          </a:ln>
          <a:effectLst/>
        </p:spPr>
        <p:txBody>
          <a:bodyPr rot="0" spcFirstLastPara="0" vertOverflow="overflow" horzOverflow="overflow" vert="horz" wrap="square" lIns="121920" tIns="60960" rIns="121920" bIns="60960" numCol="1" spcCol="0" rtlCol="0" fromWordArt="0" anchor="t" anchorCtr="0" forceAA="0" compatLnSpc="1">
            <a:prstTxWarp prst="textNoShape">
              <a:avLst/>
            </a:prstTxWarp>
            <a:noAutofit/>
          </a:bodyPr>
          <a:lstStyle/>
          <a:p>
            <a:pPr algn="ctr" defTabSz="914377">
              <a:defRPr/>
            </a:pPr>
            <a:endParaRPr lang="zh-CN" altLang="en-US" sz="4400" dirty="0">
              <a:solidFill>
                <a:srgbClr val="7F2C8B"/>
              </a:solidFill>
              <a:latin typeface="思源宋体 CN Heavy" panose="02020900000000000000" pitchFamily="18" charset="-122"/>
              <a:ea typeface="思源宋体 CN Heavy" panose="02020900000000000000" pitchFamily="18" charset="-122"/>
            </a:endParaRPr>
          </a:p>
        </p:txBody>
      </p:sp>
      <p:sp>
        <p:nvSpPr>
          <p:cNvPr id="14" name="矩形 13">
            <a:extLst>
              <a:ext uri="{FF2B5EF4-FFF2-40B4-BE49-F238E27FC236}">
                <a16:creationId xmlns:a16="http://schemas.microsoft.com/office/drawing/2014/main" id="{A44609DF-3584-43CA-909B-911E34D259B0}"/>
              </a:ext>
            </a:extLst>
          </p:cNvPr>
          <p:cNvSpPr/>
          <p:nvPr/>
        </p:nvSpPr>
        <p:spPr>
          <a:xfrm>
            <a:off x="1181121" y="3495883"/>
            <a:ext cx="1514454" cy="400110"/>
          </a:xfrm>
          <a:prstGeom prst="rect">
            <a:avLst/>
          </a:prstGeom>
        </p:spPr>
        <p:txBody>
          <a:bodyPr wrap="none">
            <a:spAutoFit/>
          </a:bodyPr>
          <a:lstStyle/>
          <a:p>
            <a:pPr algn="ctr" defTabSz="914377">
              <a:defRPr/>
            </a:pPr>
            <a:r>
              <a:rPr lang="en-US" altLang="zh-CN" sz="2000" dirty="0">
                <a:solidFill>
                  <a:srgbClr val="7F2C8B"/>
                </a:solidFill>
                <a:latin typeface="微软雅黑 Light" panose="020B0502040204020203" pitchFamily="34" charset="-122"/>
                <a:ea typeface="微软雅黑 Light" panose="020B0502040204020203" pitchFamily="34" charset="-122"/>
              </a:rPr>
              <a:t>CONTENTS</a:t>
            </a:r>
            <a:endParaRPr lang="zh-CN" altLang="en-US" sz="2000" dirty="0">
              <a:solidFill>
                <a:srgbClr val="7F2C8B"/>
              </a:solidFill>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99565038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39" name="椭圆 38">
            <a:extLst>
              <a:ext uri="{FF2B5EF4-FFF2-40B4-BE49-F238E27FC236}">
                <a16:creationId xmlns:a16="http://schemas.microsoft.com/office/drawing/2014/main" id="{81FC8C60-9C12-4E6C-BD97-DDF7F923FAAE}"/>
              </a:ext>
            </a:extLst>
          </p:cNvPr>
          <p:cNvSpPr/>
          <p:nvPr/>
        </p:nvSpPr>
        <p:spPr>
          <a:xfrm>
            <a:off x="1407097" y="3429001"/>
            <a:ext cx="878905" cy="8789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文本框 40">
            <a:extLst>
              <a:ext uri="{FF2B5EF4-FFF2-40B4-BE49-F238E27FC236}">
                <a16:creationId xmlns:a16="http://schemas.microsoft.com/office/drawing/2014/main" id="{9059FA0A-51B5-48CA-AB6C-4F6B4222BEFC}"/>
              </a:ext>
            </a:extLst>
          </p:cNvPr>
          <p:cNvSpPr txBox="1"/>
          <p:nvPr/>
        </p:nvSpPr>
        <p:spPr>
          <a:xfrm>
            <a:off x="1572196" y="3467101"/>
            <a:ext cx="510605"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altLang="zh-CN" sz="4800" dirty="0">
                <a:solidFill>
                  <a:srgbClr val="7F2C8B"/>
                </a:solidFill>
                <a:latin typeface="思源宋体 CN Heavy" panose="02020900000000000000" pitchFamily="18" charset="-122"/>
                <a:ea typeface="思源宋体 CN Heavy" panose="02020900000000000000" pitchFamily="18" charset="-122"/>
              </a:rPr>
              <a:t>1</a:t>
            </a:r>
            <a:endParaRPr kumimoji="0" lang="zh-CN" altLang="en-US"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3" name="文本框 2"/>
          <p:cNvSpPr txBox="1"/>
          <p:nvPr/>
        </p:nvSpPr>
        <p:spPr>
          <a:xfrm>
            <a:off x="1276538" y="4454305"/>
            <a:ext cx="4773280" cy="1354217"/>
          </a:xfrm>
          <a:prstGeom prst="rect">
            <a:avLst/>
          </a:prstGeom>
          <a:noFill/>
        </p:spPr>
        <p:txBody>
          <a:bodyPr wrap="square" rtlCol="0">
            <a:spAutoFit/>
          </a:bodyPr>
          <a:lstStyle/>
          <a:p>
            <a:pPr defTabSz="914377">
              <a:defRPr/>
            </a:pPr>
            <a:r>
              <a:rPr lang="zh-CN" altLang="en-US" sz="3200" dirty="0">
                <a:solidFill>
                  <a:prstClr val="white"/>
                </a:solidFill>
                <a:latin typeface="微软雅黑 Light" panose="020B0502040204020203" pitchFamily="34" charset="-122"/>
                <a:ea typeface="微软雅黑 Light" panose="020B0502040204020203" pitchFamily="34" charset="-122"/>
              </a:rPr>
              <a:t>资本家富有的秘密</a:t>
            </a:r>
            <a:endParaRPr lang="en-US" altLang="zh-CN" sz="3200" dirty="0">
              <a:solidFill>
                <a:prstClr val="white"/>
              </a:solidFill>
              <a:latin typeface="微软雅黑 Light" panose="020B0502040204020203" pitchFamily="34" charset="-122"/>
              <a:ea typeface="微软雅黑 Light" panose="020B0502040204020203" pitchFamily="34" charset="-122"/>
            </a:endParaRPr>
          </a:p>
          <a:p>
            <a:pPr defTabSz="914377">
              <a:defRPr/>
            </a:pPr>
            <a:r>
              <a:rPr lang="zh-CN" altLang="en-US" sz="3200" dirty="0">
                <a:solidFill>
                  <a:prstClr val="white"/>
                </a:solidFill>
                <a:latin typeface="微软雅黑 Light" panose="020B0502040204020203" pitchFamily="34" charset="-122"/>
                <a:ea typeface="微软雅黑 Light" panose="020B0502040204020203" pitchFamily="34" charset="-122"/>
              </a:rPr>
              <a:t>与庸俗经济学的辩护理论</a:t>
            </a:r>
          </a:p>
          <a:p>
            <a:endParaRPr lang="zh-CN" altLang="en-US" dirty="0"/>
          </a:p>
        </p:txBody>
      </p:sp>
      <p:sp>
        <p:nvSpPr>
          <p:cNvPr id="6" name="Freeform 5">
            <a:extLst>
              <a:ext uri="{FF2B5EF4-FFF2-40B4-BE49-F238E27FC236}">
                <a16:creationId xmlns:a16="http://schemas.microsoft.com/office/drawing/2014/main" id="{37632079-399D-4668-8345-77D4AED12FE1}"/>
              </a:ext>
            </a:extLst>
          </p:cNvPr>
          <p:cNvSpPr>
            <a:spLocks/>
          </p:cNvSpPr>
          <p:nvPr/>
        </p:nvSpPr>
        <p:spPr bwMode="auto">
          <a:xfrm rot="20305582">
            <a:off x="7413099" y="-1127481"/>
            <a:ext cx="7345429" cy="5201360"/>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4" name="矩形 3">
            <a:extLst>
              <a:ext uri="{FF2B5EF4-FFF2-40B4-BE49-F238E27FC236}">
                <a16:creationId xmlns:a16="http://schemas.microsoft.com/office/drawing/2014/main" id="{3C4ED275-98BB-47B3-83E7-0D5CACA35C0F}"/>
              </a:ext>
            </a:extLst>
          </p:cNvPr>
          <p:cNvSpPr/>
          <p:nvPr/>
        </p:nvSpPr>
        <p:spPr>
          <a:xfrm rot="20246010">
            <a:off x="8143378" y="266201"/>
            <a:ext cx="2766016" cy="3477875"/>
          </a:xfrm>
          <a:prstGeom prst="rect">
            <a:avLst/>
          </a:prstGeom>
        </p:spPr>
        <p:txBody>
          <a:bodyPr wrap="square">
            <a:spAutoFit/>
          </a:bodyPr>
          <a:lstStyle/>
          <a:p>
            <a:r>
              <a:rPr lang="zh-CN" altLang="en-US" sz="2000" dirty="0">
                <a:solidFill>
                  <a:schemeClr val="bg1"/>
                </a:solidFill>
              </a:rPr>
              <a:t>现在问题不再是这个或那个原理是否正确，而是它对资本有利还是有害，方便还是不方便，违背警章还是不违背警章。无私的研究让位于拳养的文丐的争斗，不偏不倚的科学探讨让位于辩护士的坏心恶意。</a:t>
            </a:r>
            <a:endParaRPr lang="en-US" altLang="zh-CN" sz="2000" dirty="0">
              <a:solidFill>
                <a:schemeClr val="bg1"/>
              </a:solidFill>
            </a:endParaRPr>
          </a:p>
          <a:p>
            <a:endParaRPr lang="en-US" altLang="zh-CN" sz="2000" dirty="0">
              <a:solidFill>
                <a:schemeClr val="bg1"/>
              </a:solidFill>
            </a:endParaRPr>
          </a:p>
          <a:p>
            <a:r>
              <a:rPr lang="en-US" altLang="zh-CN" sz="2000" dirty="0">
                <a:solidFill>
                  <a:schemeClr val="bg1"/>
                </a:solidFill>
              </a:rPr>
              <a:t>——《</a:t>
            </a:r>
            <a:r>
              <a:rPr lang="zh-CN" altLang="en-US" sz="2000" dirty="0">
                <a:solidFill>
                  <a:schemeClr val="bg1"/>
                </a:solidFill>
              </a:rPr>
              <a:t>资本论</a:t>
            </a:r>
            <a:r>
              <a:rPr lang="en-US" altLang="zh-CN" sz="2000" dirty="0">
                <a:solidFill>
                  <a:schemeClr val="bg1"/>
                </a:solidFill>
              </a:rPr>
              <a:t>》</a:t>
            </a:r>
            <a:r>
              <a:rPr lang="zh-CN" altLang="en-US" sz="2000" dirty="0">
                <a:solidFill>
                  <a:schemeClr val="bg1"/>
                </a:solidFill>
              </a:rPr>
              <a:t>第一卷 </a:t>
            </a:r>
            <a:endParaRPr lang="en-US" altLang="zh-CN" sz="2000" dirty="0">
              <a:solidFill>
                <a:schemeClr val="bg1"/>
              </a:solidFill>
            </a:endParaRPr>
          </a:p>
        </p:txBody>
      </p:sp>
    </p:spTree>
    <p:extLst>
      <p:ext uri="{BB962C8B-B14F-4D97-AF65-F5344CB8AC3E}">
        <p14:creationId xmlns:p14="http://schemas.microsoft.com/office/powerpoint/2010/main" val="286125287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6" y="304741"/>
            <a:ext cx="2430645"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资本家为什么富有？</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8565" y="982075"/>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534497" y="923635"/>
            <a:ext cx="7064788" cy="6863417"/>
          </a:xfrm>
          <a:prstGeom prst="rect">
            <a:avLst/>
          </a:prstGeom>
          <a:noFill/>
        </p:spPr>
        <p:txBody>
          <a:bodyPr wrap="square" rtlCol="0">
            <a:spAutoFit/>
          </a:bodyPr>
          <a:lstStyle/>
          <a:p>
            <a:r>
              <a:rPr lang="en-US" altLang="zh-CN" sz="2000" dirty="0">
                <a:solidFill>
                  <a:srgbClr val="7030A0"/>
                </a:solidFill>
              </a:rPr>
              <a:t>※</a:t>
            </a:r>
            <a:r>
              <a:rPr lang="zh-CN" altLang="en-US" sz="2000" dirty="0"/>
              <a:t>如何变得富有？资本家为什么富有？</a:t>
            </a:r>
            <a:endParaRPr lang="en-US" altLang="zh-CN" sz="2000" dirty="0"/>
          </a:p>
          <a:p>
            <a:endParaRPr lang="en-US" altLang="zh-CN" sz="2000" dirty="0"/>
          </a:p>
          <a:p>
            <a:r>
              <a:rPr lang="en-US" altLang="zh-CN" sz="2000" dirty="0">
                <a:solidFill>
                  <a:srgbClr val="7030A0"/>
                </a:solidFill>
              </a:rPr>
              <a:t>※</a:t>
            </a:r>
            <a:r>
              <a:rPr lang="zh-CN" altLang="en-US" sz="2000" dirty="0"/>
              <a:t>资本主义时代以前的剥削是直接的、看得见的、摸得着的：</a:t>
            </a:r>
            <a:endParaRPr lang="en-US" altLang="zh-CN" sz="2000" dirty="0"/>
          </a:p>
          <a:p>
            <a:endParaRPr lang="en-US" altLang="zh-CN" sz="2000" dirty="0"/>
          </a:p>
          <a:p>
            <a:r>
              <a:rPr lang="zh-CN" altLang="en-US" sz="2000" dirty="0"/>
              <a:t>奴隶的劳动成果直接为奴隶主全部占有；</a:t>
            </a:r>
            <a:endParaRPr lang="en-US" altLang="zh-CN" sz="2000" dirty="0"/>
          </a:p>
          <a:p>
            <a:r>
              <a:rPr lang="zh-CN" altLang="en-US" sz="2000" dirty="0"/>
              <a:t>佃农的劳动成果有看得见摸得着的一部分被地主占有。</a:t>
            </a:r>
            <a:endParaRPr lang="en-US" altLang="zh-CN" sz="2000" dirty="0"/>
          </a:p>
          <a:p>
            <a:endParaRPr lang="en-US" altLang="zh-CN" sz="2000" dirty="0"/>
          </a:p>
          <a:p>
            <a:r>
              <a:rPr lang="en-US" altLang="zh-CN" sz="2000" dirty="0">
                <a:solidFill>
                  <a:srgbClr val="7030A0"/>
                </a:solidFill>
              </a:rPr>
              <a:t>※</a:t>
            </a:r>
            <a:r>
              <a:rPr lang="zh-CN" altLang="en-US" sz="2000" dirty="0"/>
              <a:t>资本主义时代的剥削是隐蔽的，并以</a:t>
            </a:r>
            <a:r>
              <a:rPr lang="zh-CN" altLang="en-US" sz="2000" b="1" dirty="0">
                <a:solidFill>
                  <a:srgbClr val="FF0000"/>
                </a:solidFill>
              </a:rPr>
              <a:t>颠倒</a:t>
            </a:r>
            <a:r>
              <a:rPr lang="zh-CN" altLang="en-US" sz="2000" dirty="0"/>
              <a:t>的形式表现出来：</a:t>
            </a:r>
            <a:endParaRPr lang="en-US" altLang="zh-CN" sz="2000" dirty="0"/>
          </a:p>
          <a:p>
            <a:endParaRPr lang="en-US" altLang="zh-CN" sz="2000" dirty="0"/>
          </a:p>
          <a:p>
            <a:r>
              <a:rPr lang="zh-CN" altLang="en-US" sz="2000" dirty="0"/>
              <a:t>资本家雇佣工人工作，付给工人工资；</a:t>
            </a:r>
            <a:endParaRPr lang="en-US" altLang="zh-CN" sz="2000" dirty="0"/>
          </a:p>
          <a:p>
            <a:r>
              <a:rPr lang="zh-CN" altLang="en-US" sz="2000" dirty="0"/>
              <a:t>工人不被资本家雇佣就会饿死；</a:t>
            </a:r>
            <a:endParaRPr lang="en-US" altLang="zh-CN" sz="2000" dirty="0"/>
          </a:p>
          <a:p>
            <a:r>
              <a:rPr lang="zh-CN" altLang="en-US" sz="2000" dirty="0"/>
              <a:t>工人的劳动（力）日益以一种简单的方式参与生产，似乎与利润的产生毫无关系；</a:t>
            </a:r>
            <a:endParaRPr lang="en-US" altLang="zh-CN" sz="2000" dirty="0"/>
          </a:p>
          <a:p>
            <a:r>
              <a:rPr lang="zh-CN" altLang="en-US" sz="2000" dirty="0"/>
              <a:t>当资本家赢利时工人不一定有利可得，而当资本家亏损时工人就一定跟着吃亏。（</a:t>
            </a:r>
            <a:r>
              <a:rPr lang="en-US" altLang="zh-CN" sz="2000" dirty="0"/>
              <a:t>《</a:t>
            </a:r>
            <a:r>
              <a:rPr lang="en-US" altLang="zh-CN" sz="2000" b="1" dirty="0"/>
              <a:t>1844</a:t>
            </a:r>
            <a:r>
              <a:rPr lang="zh-CN" altLang="en-US" sz="2000" b="1" dirty="0"/>
              <a:t>年经济学哲学手稿</a:t>
            </a:r>
            <a:r>
              <a:rPr lang="en-US" altLang="zh-CN" sz="2000" dirty="0"/>
              <a:t>》</a:t>
            </a:r>
            <a:r>
              <a:rPr lang="zh-CN" altLang="en-US" sz="2000" dirty="0"/>
              <a:t>）</a:t>
            </a:r>
            <a:endParaRPr lang="en-US" altLang="zh-CN" sz="2000" dirty="0"/>
          </a:p>
          <a:p>
            <a:endParaRPr lang="en-US" altLang="zh-CN" sz="2000" dirty="0"/>
          </a:p>
          <a:p>
            <a:r>
              <a:rPr lang="en-US" altLang="zh-CN" sz="2000" dirty="0">
                <a:solidFill>
                  <a:srgbClr val="7030A0"/>
                </a:solidFill>
              </a:rPr>
              <a:t>※</a:t>
            </a:r>
            <a:r>
              <a:rPr lang="zh-CN" altLang="en-US" sz="2000" dirty="0"/>
              <a:t>不仅苦于资本主义生产的发展，而且苦于资本主义生产的不发展。（</a:t>
            </a:r>
            <a:r>
              <a:rPr lang="en-US" altLang="zh-CN" sz="2000" dirty="0"/>
              <a:t>《</a:t>
            </a:r>
            <a:r>
              <a:rPr lang="zh-CN" altLang="en-US" sz="2000" b="1" dirty="0"/>
              <a:t>资本论</a:t>
            </a:r>
            <a:r>
              <a:rPr lang="en-US" altLang="zh-CN" sz="2000" dirty="0"/>
              <a:t>》</a:t>
            </a:r>
            <a:r>
              <a:rPr lang="zh-CN" altLang="en-US" sz="2000" dirty="0"/>
              <a:t>第一卷第一版序言）</a:t>
            </a:r>
            <a:endParaRPr lang="en-US" altLang="zh-CN" sz="2000" dirty="0"/>
          </a:p>
          <a:p>
            <a:r>
              <a:rPr lang="zh-CN" altLang="en-US" sz="2000" dirty="0"/>
              <a:t>凡是在资本主义不发达的地方，封建关系总是占统治地位</a:t>
            </a:r>
            <a:endParaRPr lang="en-US" altLang="zh-CN" sz="2000" dirty="0"/>
          </a:p>
          <a:p>
            <a:endParaRPr lang="en-US" altLang="zh-CN" sz="2000" dirty="0"/>
          </a:p>
          <a:p>
            <a:endParaRPr lang="en-US" altLang="zh-CN" sz="2000" dirty="0"/>
          </a:p>
          <a:p>
            <a:endParaRPr lang="en-US" altLang="zh-CN" sz="2000" dirty="0"/>
          </a:p>
        </p:txBody>
      </p:sp>
      <p:sp>
        <p:nvSpPr>
          <p:cNvPr id="8" name="文本框 7"/>
          <p:cNvSpPr txBox="1"/>
          <p:nvPr/>
        </p:nvSpPr>
        <p:spPr>
          <a:xfrm>
            <a:off x="7763346" y="3732404"/>
            <a:ext cx="4293268" cy="2862322"/>
          </a:xfrm>
          <a:prstGeom prst="rect">
            <a:avLst/>
          </a:prstGeom>
          <a:noFill/>
        </p:spPr>
        <p:txBody>
          <a:bodyPr wrap="square" rtlCol="0">
            <a:spAutoFit/>
          </a:bodyPr>
          <a:lstStyle/>
          <a:p>
            <a:r>
              <a:rPr lang="zh-CN" altLang="en-US" dirty="0"/>
              <a:t>如何成为有钱人？</a:t>
            </a:r>
            <a:endParaRPr lang="en-US" altLang="zh-CN" dirty="0"/>
          </a:p>
          <a:p>
            <a:r>
              <a:rPr lang="zh-CN" altLang="en-US" dirty="0"/>
              <a:t>人们对于这个问题孜孜不倦的探索，成就了一批“成功学大师”</a:t>
            </a:r>
            <a:endParaRPr lang="en-US" altLang="zh-CN" dirty="0"/>
          </a:p>
          <a:p>
            <a:endParaRPr lang="en-US" altLang="zh-CN" dirty="0"/>
          </a:p>
          <a:p>
            <a:r>
              <a:rPr lang="zh-CN" altLang="en-US" dirty="0"/>
              <a:t>抖音炫富→立人设 吸粉→ 起号</a:t>
            </a:r>
            <a:endParaRPr lang="en-US" altLang="zh-CN" dirty="0"/>
          </a:p>
          <a:p>
            <a:r>
              <a:rPr lang="zh-CN" altLang="en-US" dirty="0"/>
              <a:t>各种心灵鸡汤</a:t>
            </a:r>
            <a:endParaRPr lang="en-US" altLang="zh-CN" dirty="0"/>
          </a:p>
          <a:p>
            <a:r>
              <a:rPr lang="en-US" altLang="zh-CN" dirty="0"/>
              <a:t>《</a:t>
            </a:r>
            <a:r>
              <a:rPr lang="zh-CN" altLang="en-US" dirty="0"/>
              <a:t>李嘉诚创业故事会</a:t>
            </a:r>
            <a:r>
              <a:rPr lang="en-US" altLang="zh-CN" dirty="0"/>
              <a:t>》</a:t>
            </a:r>
          </a:p>
          <a:p>
            <a:r>
              <a:rPr lang="en-US" altLang="zh-CN" dirty="0"/>
              <a:t>《</a:t>
            </a:r>
            <a:r>
              <a:rPr lang="zh-CN" altLang="en-US" dirty="0"/>
              <a:t>薛兆丰经济学</a:t>
            </a:r>
            <a:r>
              <a:rPr lang="en-US" altLang="zh-CN" dirty="0"/>
              <a:t>》</a:t>
            </a:r>
          </a:p>
          <a:p>
            <a:r>
              <a:rPr lang="zh-CN" altLang="en-US" dirty="0"/>
              <a:t>采访“有钱人“给年轻人各种建议</a:t>
            </a:r>
            <a:endParaRPr lang="en-US" altLang="zh-CN" dirty="0"/>
          </a:p>
          <a:p>
            <a:r>
              <a:rPr lang="en-US" altLang="zh-CN" dirty="0"/>
              <a:t>……</a:t>
            </a:r>
            <a:endParaRPr lang="zh-CN" altLang="en-US" dirty="0"/>
          </a:p>
        </p:txBody>
      </p:sp>
      <p:pic>
        <p:nvPicPr>
          <p:cNvPr id="1028" name="Picture 4">
            <a:extLst>
              <a:ext uri="{FF2B5EF4-FFF2-40B4-BE49-F238E27FC236}">
                <a16:creationId xmlns:a16="http://schemas.microsoft.com/office/drawing/2014/main" id="{977B7E63-037E-54C7-5682-524F33CE0E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63346" y="1063115"/>
            <a:ext cx="4250007" cy="257550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317903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6" y="304741"/>
            <a:ext cx="3105349"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庸俗经济学的辩护：勤奋</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7" y="928313"/>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534498" y="923635"/>
            <a:ext cx="5820119" cy="5324535"/>
          </a:xfrm>
          <a:prstGeom prst="rect">
            <a:avLst/>
          </a:prstGeom>
          <a:noFill/>
        </p:spPr>
        <p:txBody>
          <a:bodyPr wrap="square" rtlCol="0">
            <a:spAutoFit/>
          </a:bodyPr>
          <a:lstStyle/>
          <a:p>
            <a:r>
              <a:rPr lang="en-US" altLang="zh-CN" sz="2000" dirty="0">
                <a:solidFill>
                  <a:srgbClr val="7F2C8B"/>
                </a:solidFill>
              </a:rPr>
              <a:t>※</a:t>
            </a:r>
            <a:r>
              <a:rPr lang="zh-CN" altLang="en-US" sz="2000" dirty="0"/>
              <a:t>马克思所批评的早期的庸俗经济学家为资本家的辩护方式较为拙劣：将资本家的发家致富和勤俭节约等</a:t>
            </a:r>
            <a:r>
              <a:rPr lang="zh-CN" altLang="en-US" sz="2000" b="1" dirty="0">
                <a:solidFill>
                  <a:srgbClr val="FF0000"/>
                </a:solidFill>
              </a:rPr>
              <a:t>个人品质</a:t>
            </a:r>
            <a:r>
              <a:rPr lang="zh-CN" altLang="en-US" sz="2000" dirty="0"/>
              <a:t>相联系。</a:t>
            </a:r>
            <a:endParaRPr lang="en-US" altLang="zh-CN" sz="2000" dirty="0"/>
          </a:p>
          <a:p>
            <a:endParaRPr lang="en-US" altLang="zh-CN" sz="2000" dirty="0"/>
          </a:p>
          <a:p>
            <a:r>
              <a:rPr lang="en-US" altLang="zh-CN" sz="2000" dirty="0">
                <a:solidFill>
                  <a:srgbClr val="7F2C8B"/>
                </a:solidFill>
              </a:rPr>
              <a:t>※</a:t>
            </a:r>
            <a:r>
              <a:rPr lang="zh-CN" altLang="en-US" sz="2000" dirty="0"/>
              <a:t>微信公众号文章里的首富们都是不睡觉的钢铁强人形象，能人之所不能，所以富有。</a:t>
            </a:r>
            <a:endParaRPr lang="en-US" altLang="zh-CN" sz="2000" dirty="0"/>
          </a:p>
          <a:p>
            <a:r>
              <a:rPr lang="zh-CN" altLang="en-US" sz="2000" dirty="0"/>
              <a:t>你做不到，所以你应该受穷。</a:t>
            </a:r>
            <a:endParaRPr lang="en-US" altLang="zh-CN" sz="2000" dirty="0"/>
          </a:p>
          <a:p>
            <a:endParaRPr lang="en-US" altLang="zh-CN" sz="2000" dirty="0">
              <a:solidFill>
                <a:srgbClr val="7F2C8B"/>
              </a:solidFill>
            </a:endParaRPr>
          </a:p>
          <a:p>
            <a:r>
              <a:rPr lang="en-US" altLang="zh-CN" sz="2000" dirty="0">
                <a:solidFill>
                  <a:srgbClr val="7F2C8B"/>
                </a:solidFill>
              </a:rPr>
              <a:t>※</a:t>
            </a:r>
            <a:r>
              <a:rPr lang="zh-CN" altLang="en-US" sz="2000" dirty="0"/>
              <a:t>资本家不但要占有资本，还要占有各种美德。</a:t>
            </a:r>
            <a:endParaRPr lang="en-US" altLang="zh-CN" sz="2000" dirty="0"/>
          </a:p>
          <a:p>
            <a:endParaRPr lang="en-US" altLang="zh-CN" sz="2000" dirty="0"/>
          </a:p>
          <a:p>
            <a:r>
              <a:rPr lang="zh-CN" altLang="en-US" sz="2000" dirty="0"/>
              <a:t>许家印的忆苦思甜。</a:t>
            </a:r>
            <a:endParaRPr lang="en-US" altLang="zh-CN" sz="2000" dirty="0"/>
          </a:p>
          <a:p>
            <a:r>
              <a:rPr lang="zh-CN" altLang="en-US" sz="2000" dirty="0"/>
              <a:t>孙割有了钱，于是过去的语录也就被翻了出来，恶行也就成了许多人争相模仿“孙学”。</a:t>
            </a:r>
            <a:endParaRPr lang="en-US" altLang="zh-CN" sz="2000" dirty="0"/>
          </a:p>
          <a:p>
            <a:r>
              <a:rPr lang="zh-CN" altLang="en-US" sz="2000" dirty="0"/>
              <a:t>穷人没有钱，所以也就没有道德。没有道德所以没有钱。至此完成循环论证。</a:t>
            </a:r>
            <a:endParaRPr lang="en-US" altLang="zh-CN" sz="2000" dirty="0"/>
          </a:p>
          <a:p>
            <a:endParaRPr lang="en-US" altLang="zh-CN" sz="2000" dirty="0"/>
          </a:p>
          <a:p>
            <a:r>
              <a:rPr lang="zh-CN" altLang="en-US" sz="2000" dirty="0"/>
              <a:t>偶像剧里的道德也是按照财富和颜值进行分配。</a:t>
            </a:r>
            <a:endParaRPr lang="en-US" altLang="zh-CN" sz="2000" dirty="0"/>
          </a:p>
        </p:txBody>
      </p:sp>
      <p:sp>
        <p:nvSpPr>
          <p:cNvPr id="8" name="矩形 7"/>
          <p:cNvSpPr/>
          <p:nvPr/>
        </p:nvSpPr>
        <p:spPr>
          <a:xfrm>
            <a:off x="6428508" y="4820534"/>
            <a:ext cx="5724644" cy="369332"/>
          </a:xfrm>
          <a:prstGeom prst="rect">
            <a:avLst/>
          </a:prstGeom>
        </p:spPr>
        <p:txBody>
          <a:bodyPr wrap="none">
            <a:spAutoFit/>
          </a:bodyPr>
          <a:lstStyle/>
          <a:p>
            <a:r>
              <a:rPr lang="zh-CN" altLang="en-US" dirty="0"/>
              <a:t>骆驼祥子至死都认为是自己拉车不够努力所以才受穷。</a:t>
            </a:r>
            <a:endParaRPr lang="en-US" altLang="zh-CN" dirty="0"/>
          </a:p>
        </p:txBody>
      </p:sp>
      <p:pic>
        <p:nvPicPr>
          <p:cNvPr id="7" name="图片 6">
            <a:extLst>
              <a:ext uri="{FF2B5EF4-FFF2-40B4-BE49-F238E27FC236}">
                <a16:creationId xmlns:a16="http://schemas.microsoft.com/office/drawing/2014/main" id="{24A0F6AC-45F6-F61E-8137-112C7CD16C81}"/>
              </a:ext>
            </a:extLst>
          </p:cNvPr>
          <p:cNvPicPr>
            <a:picLocks noChangeAspect="1"/>
          </p:cNvPicPr>
          <p:nvPr/>
        </p:nvPicPr>
        <p:blipFill>
          <a:blip r:embed="rId3"/>
          <a:stretch>
            <a:fillRect/>
          </a:stretch>
        </p:blipFill>
        <p:spPr>
          <a:xfrm>
            <a:off x="6538393" y="810952"/>
            <a:ext cx="4756390" cy="3582344"/>
          </a:xfrm>
          <a:prstGeom prst="rect">
            <a:avLst/>
          </a:prstGeom>
        </p:spPr>
      </p:pic>
    </p:spTree>
    <p:extLst>
      <p:ext uri="{BB962C8B-B14F-4D97-AF65-F5344CB8AC3E}">
        <p14:creationId xmlns:p14="http://schemas.microsoft.com/office/powerpoint/2010/main" val="426794451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6" y="304741"/>
            <a:ext cx="3105349"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庸俗经济学的辩护：节俭</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7" y="928313"/>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534496" y="928313"/>
            <a:ext cx="6862121" cy="5632311"/>
          </a:xfrm>
          <a:prstGeom prst="rect">
            <a:avLst/>
          </a:prstGeom>
          <a:noFill/>
        </p:spPr>
        <p:txBody>
          <a:bodyPr wrap="square" rtlCol="0">
            <a:spAutoFit/>
          </a:bodyPr>
          <a:lstStyle/>
          <a:p>
            <a:r>
              <a:rPr lang="en-US" altLang="zh-CN" dirty="0">
                <a:solidFill>
                  <a:srgbClr val="7F2C8B"/>
                </a:solidFill>
              </a:rPr>
              <a:t>※</a:t>
            </a:r>
            <a:r>
              <a:rPr lang="zh-CN" altLang="en-US" dirty="0"/>
              <a:t>庸俗经济学的另外一个重要辩护手段是：资本家</a:t>
            </a:r>
            <a:r>
              <a:rPr lang="zh-CN" altLang="en-US" b="1" dirty="0">
                <a:solidFill>
                  <a:srgbClr val="FF0000"/>
                </a:solidFill>
              </a:rPr>
              <a:t>勤俭节约</a:t>
            </a:r>
            <a:r>
              <a:rPr lang="zh-CN" altLang="en-US" dirty="0"/>
              <a:t>，将钱节省下来进行投资，而工人</a:t>
            </a:r>
            <a:r>
              <a:rPr lang="zh-CN" altLang="en-US" b="1" dirty="0">
                <a:solidFill>
                  <a:srgbClr val="FF0000"/>
                </a:solidFill>
              </a:rPr>
              <a:t>好吃懒做</a:t>
            </a:r>
            <a:r>
              <a:rPr lang="zh-CN" altLang="en-US" dirty="0"/>
              <a:t>，只追求享受，将工资花掉了。</a:t>
            </a:r>
            <a:endParaRPr lang="en-US" altLang="zh-CN" dirty="0"/>
          </a:p>
          <a:p>
            <a:endParaRPr lang="en-US" altLang="zh-CN" dirty="0"/>
          </a:p>
          <a:p>
            <a:endParaRPr lang="en-US" altLang="zh-CN" dirty="0"/>
          </a:p>
          <a:p>
            <a:endParaRPr lang="en-US" altLang="zh-CN" dirty="0">
              <a:solidFill>
                <a:srgbClr val="7F2C8B"/>
              </a:solidFill>
            </a:endParaRPr>
          </a:p>
          <a:p>
            <a:endParaRPr lang="en-US" altLang="zh-CN" dirty="0">
              <a:solidFill>
                <a:srgbClr val="7F2C8B"/>
              </a:solidFill>
            </a:endParaRPr>
          </a:p>
          <a:p>
            <a:endParaRPr lang="en-US" altLang="zh-CN" dirty="0">
              <a:solidFill>
                <a:srgbClr val="7F2C8B"/>
              </a:solidFill>
            </a:endParaRPr>
          </a:p>
          <a:p>
            <a:endParaRPr lang="en-US" altLang="zh-CN" dirty="0">
              <a:solidFill>
                <a:srgbClr val="7F2C8B"/>
              </a:solidFill>
            </a:endParaRPr>
          </a:p>
          <a:p>
            <a:endParaRPr lang="en-US" altLang="zh-CN" dirty="0">
              <a:solidFill>
                <a:srgbClr val="7F2C8B"/>
              </a:solidFill>
            </a:endParaRPr>
          </a:p>
          <a:p>
            <a:endParaRPr lang="en-US" altLang="zh-CN" dirty="0">
              <a:solidFill>
                <a:srgbClr val="7F2C8B"/>
              </a:solidFill>
            </a:endParaRPr>
          </a:p>
          <a:p>
            <a:endParaRPr lang="en-US" altLang="zh-CN" dirty="0">
              <a:solidFill>
                <a:srgbClr val="7F2C8B"/>
              </a:solidFill>
            </a:endParaRPr>
          </a:p>
          <a:p>
            <a:endParaRPr lang="en-US" altLang="zh-CN" dirty="0">
              <a:solidFill>
                <a:srgbClr val="7F2C8B"/>
              </a:solidFill>
            </a:endParaRPr>
          </a:p>
          <a:p>
            <a:endParaRPr lang="en-US" altLang="zh-CN" dirty="0">
              <a:solidFill>
                <a:srgbClr val="7F2C8B"/>
              </a:solidFill>
            </a:endParaRPr>
          </a:p>
          <a:p>
            <a:endParaRPr lang="en-US" altLang="zh-CN" dirty="0">
              <a:solidFill>
                <a:srgbClr val="7F2C8B"/>
              </a:solidFill>
            </a:endParaRPr>
          </a:p>
          <a:p>
            <a:endParaRPr lang="en-US" altLang="zh-CN" dirty="0">
              <a:solidFill>
                <a:srgbClr val="7F2C8B"/>
              </a:solidFill>
            </a:endParaRPr>
          </a:p>
          <a:p>
            <a:endParaRPr lang="en-US" altLang="zh-CN" dirty="0">
              <a:solidFill>
                <a:srgbClr val="7F2C8B"/>
              </a:solidFill>
            </a:endParaRPr>
          </a:p>
          <a:p>
            <a:endParaRPr lang="en-US" altLang="zh-CN" dirty="0">
              <a:solidFill>
                <a:srgbClr val="7F2C8B"/>
              </a:solidFill>
            </a:endParaRPr>
          </a:p>
          <a:p>
            <a:r>
              <a:rPr lang="en-US" altLang="zh-CN" dirty="0">
                <a:solidFill>
                  <a:srgbClr val="7F2C8B"/>
                </a:solidFill>
              </a:rPr>
              <a:t>※</a:t>
            </a:r>
            <a:r>
              <a:rPr lang="zh-CN" altLang="en-US" dirty="0"/>
              <a:t>而你，老板给了你那么高的工资，交完了房租（房贷），剩下的钱不去知识付费提升自己，竟然还想着喝奶茶？！太奢侈了！不穷天理难容！</a:t>
            </a:r>
            <a:endParaRPr lang="en-US" altLang="zh-CN" dirty="0"/>
          </a:p>
        </p:txBody>
      </p:sp>
      <p:pic>
        <p:nvPicPr>
          <p:cNvPr id="6" name="图片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335206" y="1009574"/>
            <a:ext cx="4451440" cy="3338581"/>
          </a:xfrm>
          <a:prstGeom prst="rect">
            <a:avLst/>
          </a:prstGeom>
        </p:spPr>
      </p:pic>
      <p:sp>
        <p:nvSpPr>
          <p:cNvPr id="8" name="文本框 7"/>
          <p:cNvSpPr txBox="1"/>
          <p:nvPr/>
        </p:nvSpPr>
        <p:spPr>
          <a:xfrm>
            <a:off x="7470645" y="4451777"/>
            <a:ext cx="4389606" cy="2308324"/>
          </a:xfrm>
          <a:prstGeom prst="rect">
            <a:avLst/>
          </a:prstGeom>
          <a:noFill/>
        </p:spPr>
        <p:txBody>
          <a:bodyPr wrap="square" rtlCol="0">
            <a:spAutoFit/>
          </a:bodyPr>
          <a:lstStyle/>
          <a:p>
            <a:r>
              <a:rPr lang="zh-CN" altLang="en-US" dirty="0"/>
              <a:t>伊万卡的人设是（咪蒙时代）一种流行的小红书鸡汤文模式：</a:t>
            </a:r>
            <a:endParaRPr lang="en-US" altLang="zh-CN" dirty="0"/>
          </a:p>
          <a:p>
            <a:r>
              <a:rPr lang="zh-CN" altLang="en-US" dirty="0"/>
              <a:t>比你优秀、比你出身好，比你漂亮，比你还努力</a:t>
            </a:r>
            <a:endParaRPr lang="en-US" altLang="zh-CN" dirty="0"/>
          </a:p>
          <a:p>
            <a:endParaRPr lang="en-US" altLang="zh-CN" dirty="0"/>
          </a:p>
          <a:p>
            <a:r>
              <a:rPr lang="zh-CN" altLang="en-US" dirty="0"/>
              <a:t>伊万卡第一次坐公务舱时，发现乘客和空乘都是陌生人，吓得哇哇大哭。可她还是</a:t>
            </a:r>
            <a:r>
              <a:rPr lang="zh-CN" altLang="en-US" b="1" dirty="0"/>
              <a:t>勇敢独立</a:t>
            </a:r>
            <a:r>
              <a:rPr lang="zh-CN" altLang="en-US" dirty="0"/>
              <a:t>的乘坐了飞机到达了目的地。</a:t>
            </a:r>
            <a:endParaRPr lang="en-US" altLang="zh-CN" dirty="0"/>
          </a:p>
        </p:txBody>
      </p:sp>
      <p:pic>
        <p:nvPicPr>
          <p:cNvPr id="7" name="图片 6">
            <a:extLst>
              <a:ext uri="{FF2B5EF4-FFF2-40B4-BE49-F238E27FC236}">
                <a16:creationId xmlns:a16="http://schemas.microsoft.com/office/drawing/2014/main" id="{595E3346-BA2F-B213-B5AF-D5675F60E875}"/>
              </a:ext>
            </a:extLst>
          </p:cNvPr>
          <p:cNvPicPr>
            <a:picLocks noChangeAspect="1"/>
          </p:cNvPicPr>
          <p:nvPr/>
        </p:nvPicPr>
        <p:blipFill>
          <a:blip r:embed="rId4"/>
          <a:stretch>
            <a:fillRect/>
          </a:stretch>
        </p:blipFill>
        <p:spPr>
          <a:xfrm>
            <a:off x="645145" y="1581066"/>
            <a:ext cx="3962626" cy="3817651"/>
          </a:xfrm>
          <a:prstGeom prst="rect">
            <a:avLst/>
          </a:prstGeom>
        </p:spPr>
      </p:pic>
      <p:sp>
        <p:nvSpPr>
          <p:cNvPr id="9" name="文本框 8">
            <a:extLst>
              <a:ext uri="{FF2B5EF4-FFF2-40B4-BE49-F238E27FC236}">
                <a16:creationId xmlns:a16="http://schemas.microsoft.com/office/drawing/2014/main" id="{FB895CCD-FB88-267C-3DE2-CBB5F53A55F8}"/>
              </a:ext>
            </a:extLst>
          </p:cNvPr>
          <p:cNvSpPr txBox="1"/>
          <p:nvPr/>
        </p:nvSpPr>
        <p:spPr>
          <a:xfrm>
            <a:off x="4718419" y="3481572"/>
            <a:ext cx="2297743" cy="1384995"/>
          </a:xfrm>
          <a:prstGeom prst="rect">
            <a:avLst/>
          </a:prstGeom>
          <a:noFill/>
        </p:spPr>
        <p:txBody>
          <a:bodyPr wrap="square" rtlCol="0">
            <a:spAutoFit/>
          </a:bodyPr>
          <a:lstStyle/>
          <a:p>
            <a:r>
              <a:rPr lang="zh-CN" altLang="en-US" sz="1400" dirty="0"/>
              <a:t>要求豆包再多讲一些资本家勤俭节约的故事，爱听。但是陈嘉庚老先生值得尊敬，让它去掉，豆包意识到被欺骗了</a:t>
            </a:r>
            <a:r>
              <a:rPr lang="en-US" altLang="zh-CN" sz="1400" dirty="0"/>
              <a:t>/</a:t>
            </a:r>
            <a:r>
              <a:rPr lang="zh-CN" altLang="en-US" sz="1400" dirty="0"/>
              <a:t>识别到风险，拒绝回答。</a:t>
            </a:r>
          </a:p>
        </p:txBody>
      </p:sp>
    </p:spTree>
    <p:extLst>
      <p:ext uri="{BB962C8B-B14F-4D97-AF65-F5344CB8AC3E}">
        <p14:creationId xmlns:p14="http://schemas.microsoft.com/office/powerpoint/2010/main" val="117963652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22A7CA-B84F-F893-ECDE-B20CAC5C8798}"/>
            </a:ext>
          </a:extLst>
        </p:cNvPr>
        <p:cNvGrpSpPr/>
        <p:nvPr/>
      </p:nvGrpSpPr>
      <p:grpSpPr>
        <a:xfrm>
          <a:off x="0" y="0"/>
          <a:ext cx="0" cy="0"/>
          <a:chOff x="0" y="0"/>
          <a:chExt cx="0" cy="0"/>
        </a:xfrm>
      </p:grpSpPr>
      <p:sp>
        <p:nvSpPr>
          <p:cNvPr id="4" name="文本框 3">
            <a:extLst>
              <a:ext uri="{FF2B5EF4-FFF2-40B4-BE49-F238E27FC236}">
                <a16:creationId xmlns:a16="http://schemas.microsoft.com/office/drawing/2014/main" id="{62D243C3-AA7F-4909-732D-49F3F552F86F}"/>
              </a:ext>
            </a:extLst>
          </p:cNvPr>
          <p:cNvSpPr txBox="1"/>
          <p:nvPr/>
        </p:nvSpPr>
        <p:spPr>
          <a:xfrm>
            <a:off x="534496" y="304741"/>
            <a:ext cx="1870501"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节欲论的矛盾</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5B63650F-5949-3A06-C27D-E063D6A3548C}"/>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6C95BFAB-4590-8B42-9DBE-60DAE8152B2C}"/>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98893672-AF04-D18A-676C-EB0A6AE49E55}"/>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A4824F86-6505-1036-877B-5EB5AE0424B4}"/>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EAC3D83F-9151-E0F2-A631-B155C55E5539}"/>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212F327A-33E7-E6F0-8502-737D1BC55F00}"/>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5201FE68-E4C3-ED61-4CFF-914A2B4C556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3F276A29-6A3B-6AD3-4802-C3CA16136744}"/>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B550F5F7-0648-61C8-A4B5-755A68DD143B}"/>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C543154A-7099-DF3B-8EEA-067FC1F8E42E}"/>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263912E7-E1FD-5E53-661E-C1E374522911}"/>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C3D3E031-2895-8FA3-A55A-01E86C9D691F}"/>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2DAD1C68-C97C-65FF-9E3B-C84782EFDB20}"/>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A255C4EA-5496-0F9D-44C4-43B44E22DAA0}"/>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C427347D-965F-3BE1-AA10-18E55A0AFBA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99320376-0F03-BEC3-E5A1-49AA5FBAB7DE}"/>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62B44640-EFBD-124D-E71E-944C9704E0C8}"/>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3F39A724-91B6-2579-19B6-72BADC14BED3}"/>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35D8AF31-AEF7-F41A-F7CE-780751C8840A}"/>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E1950C9E-E050-3FB7-2E42-73F5FEFECB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5D563E33-379E-AA04-F7CB-AF7C6CCAF897}"/>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3" name="文本框 2">
            <a:extLst>
              <a:ext uri="{FF2B5EF4-FFF2-40B4-BE49-F238E27FC236}">
                <a16:creationId xmlns:a16="http://schemas.microsoft.com/office/drawing/2014/main" id="{3843FF8C-3E1E-CD24-67F6-7B92B63A5F2A}"/>
              </a:ext>
            </a:extLst>
          </p:cNvPr>
          <p:cNvSpPr txBox="1"/>
          <p:nvPr/>
        </p:nvSpPr>
        <p:spPr>
          <a:xfrm>
            <a:off x="534496" y="857290"/>
            <a:ext cx="6986234" cy="6370975"/>
          </a:xfrm>
          <a:prstGeom prst="rect">
            <a:avLst/>
          </a:prstGeom>
          <a:noFill/>
        </p:spPr>
        <p:txBody>
          <a:bodyPr wrap="square" rtlCol="0">
            <a:spAutoFit/>
          </a:bodyPr>
          <a:lstStyle/>
          <a:p>
            <a:r>
              <a:rPr lang="en-US" altLang="zh-CN" sz="1600" dirty="0">
                <a:solidFill>
                  <a:srgbClr val="7F2C8B"/>
                </a:solidFill>
              </a:rPr>
              <a:t>※</a:t>
            </a:r>
            <a:r>
              <a:rPr lang="zh-CN" altLang="en-US" sz="1600" dirty="0"/>
              <a:t>资本家错乱颠倒的思考方式在“节欲论”这里彻底暴露出来：一方面宣扬财富来自“勤俭节约”等美德，以此证明自己的财富是“合乎道德的”；另一方面又迫切地希望劳动人民增加消费，好让自己的商品能够卖出去，以至于鼓吹借贷、提前消费、及时行乐、对自己好一点等等观念。</a:t>
            </a:r>
            <a:endParaRPr lang="en-US" altLang="zh-CN" sz="1600" dirty="0"/>
          </a:p>
          <a:p>
            <a:endParaRPr lang="en-US" altLang="zh-CN" sz="1600" dirty="0"/>
          </a:p>
          <a:p>
            <a:r>
              <a:rPr lang="en-US" altLang="zh-CN" sz="1600" dirty="0">
                <a:solidFill>
                  <a:srgbClr val="7F2C8B"/>
                </a:solidFill>
              </a:rPr>
              <a:t>※</a:t>
            </a:r>
            <a:r>
              <a:rPr lang="zh-CN" altLang="en-US" sz="1600" dirty="0"/>
              <a:t>每位资本家都希望自己的工人是工人（倡导节俭，可以少发工资），其他资本家的工人是自己的消费者（好购买商品），这里就隐藏着</a:t>
            </a:r>
            <a:r>
              <a:rPr lang="zh-CN" altLang="en-US" sz="1600" b="1" dirty="0">
                <a:solidFill>
                  <a:srgbClr val="FF0000"/>
                </a:solidFill>
              </a:rPr>
              <a:t>危机的可能性</a:t>
            </a:r>
            <a:r>
              <a:rPr lang="zh-CN" altLang="en-US" sz="1600" dirty="0"/>
              <a:t>。</a:t>
            </a:r>
            <a:endParaRPr lang="en-US" altLang="zh-CN" sz="1600" dirty="0"/>
          </a:p>
          <a:p>
            <a:endParaRPr lang="en-US" altLang="zh-CN" sz="1600" dirty="0"/>
          </a:p>
          <a:p>
            <a:r>
              <a:rPr lang="en-US" altLang="zh-CN" sz="1600" dirty="0">
                <a:solidFill>
                  <a:srgbClr val="7F2C8B"/>
                </a:solidFill>
              </a:rPr>
              <a:t>※</a:t>
            </a:r>
            <a:r>
              <a:rPr lang="zh-CN" altLang="en-US" sz="1600" b="1" dirty="0"/>
              <a:t>将剥削关系美化为道德牺牲</a:t>
            </a:r>
          </a:p>
          <a:p>
            <a:r>
              <a:rPr lang="zh-CN" altLang="en-US" sz="1600" dirty="0"/>
              <a:t>工人才是真正被迫“节欲”的群体。他们除了出卖劳动力之外一无所有，其消费被限制在维持生存和繁衍后代的最低水平。这种“节欲”是</a:t>
            </a:r>
            <a:r>
              <a:rPr lang="zh-CN" altLang="en-US" sz="1600" b="1" dirty="0"/>
              <a:t>被迫的、痛苦的</a:t>
            </a:r>
            <a:r>
              <a:rPr lang="zh-CN" altLang="en-US" sz="1600" dirty="0"/>
              <a:t>，是生存的必要条件。</a:t>
            </a:r>
          </a:p>
          <a:p>
            <a:r>
              <a:rPr lang="zh-CN" altLang="en-US" sz="1600" b="1" dirty="0"/>
              <a:t>将资本家的历史起源神秘化</a:t>
            </a:r>
          </a:p>
          <a:p>
            <a:r>
              <a:rPr lang="zh-CN" altLang="en-US" sz="1600" dirty="0"/>
              <a:t>“节欲论”试图将资本主义描绘成一个依靠“勤俭节约”这种美德自然发展起来的和平过程。历史上，资本主义原始积累依靠的是</a:t>
            </a:r>
            <a:r>
              <a:rPr lang="zh-CN" altLang="en-US" sz="1600" b="1" dirty="0">
                <a:solidFill>
                  <a:srgbClr val="FF0000"/>
                </a:solidFill>
              </a:rPr>
              <a:t>生产资料的剥夺</a:t>
            </a:r>
            <a:r>
              <a:rPr lang="zh-CN" altLang="en-US" sz="1600" dirty="0"/>
              <a:t>，这个过程与“节欲”这种温和的道德词汇毫无关系。</a:t>
            </a:r>
          </a:p>
          <a:p>
            <a:r>
              <a:rPr lang="zh-CN" altLang="en-US" sz="1600" b="1" dirty="0"/>
              <a:t>为剥削和不平等提供合法性</a:t>
            </a:r>
          </a:p>
          <a:p>
            <a:r>
              <a:rPr lang="zh-CN" altLang="en-US" sz="1600" dirty="0"/>
              <a:t>它巧妙地将</a:t>
            </a:r>
            <a:r>
              <a:rPr lang="zh-CN" altLang="en-US" sz="1600" b="1" dirty="0"/>
              <a:t>利润的来源</a:t>
            </a:r>
            <a:r>
              <a:rPr lang="zh-CN" altLang="en-US" sz="1600" dirty="0"/>
              <a:t>从“对工人无偿劳动的占有”转移到了“资本家个人的道德品质（节俭、远见）”。这样一来，资本家获取利润就成了（上帝、老天爷或者其他什么冥冥之中超阶级超历史主持正义的大他者）对其美德的一种</a:t>
            </a:r>
            <a:r>
              <a:rPr lang="zh-CN" altLang="en-US" sz="1600" b="1" dirty="0"/>
              <a:t>合理报酬</a:t>
            </a:r>
            <a:r>
              <a:rPr lang="zh-CN" altLang="en-US" sz="1600" dirty="0"/>
              <a:t>（类似于利息），而不是一种剥削关系。</a:t>
            </a:r>
          </a:p>
          <a:p>
            <a:r>
              <a:rPr lang="zh-CN" altLang="en-US" sz="1600" b="1" dirty="0"/>
              <a:t>掩盖了阶级对立</a:t>
            </a:r>
            <a:r>
              <a:rPr lang="zh-CN" altLang="en-US" sz="1600" dirty="0"/>
              <a:t>：它制造了一种假象，似乎资本家和工人都在为社会发展做贡献（工人劳动，资本家节欲），从而掩盖了二者之间根本的利益冲突和剥削与被剥削的关系。</a:t>
            </a:r>
          </a:p>
          <a:p>
            <a:endParaRPr lang="en-US" altLang="zh-CN" dirty="0"/>
          </a:p>
        </p:txBody>
      </p:sp>
      <p:pic>
        <p:nvPicPr>
          <p:cNvPr id="2050" name="Picture 2">
            <a:extLst>
              <a:ext uri="{FF2B5EF4-FFF2-40B4-BE49-F238E27FC236}">
                <a16:creationId xmlns:a16="http://schemas.microsoft.com/office/drawing/2014/main" id="{22051E34-043F-EF24-728A-ED03DC28F65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32645" y="1024003"/>
            <a:ext cx="3916953" cy="2640976"/>
          </a:xfrm>
          <a:prstGeom prst="rect">
            <a:avLst/>
          </a:prstGeom>
          <a:noFill/>
          <a:extLst>
            <a:ext uri="{909E8E84-426E-40DD-AFC4-6F175D3DCCD1}">
              <a14:hiddenFill xmlns:a14="http://schemas.microsoft.com/office/drawing/2010/main">
                <a:solidFill>
                  <a:srgbClr val="FFFFFF"/>
                </a:solidFill>
              </a14:hiddenFill>
            </a:ext>
          </a:extLst>
        </p:spPr>
      </p:pic>
      <p:sp>
        <p:nvSpPr>
          <p:cNvPr id="5" name="文本框 4">
            <a:extLst>
              <a:ext uri="{FF2B5EF4-FFF2-40B4-BE49-F238E27FC236}">
                <a16:creationId xmlns:a16="http://schemas.microsoft.com/office/drawing/2014/main" id="{8DE03390-8E0A-9AE1-CDDC-C02500E9C477}"/>
              </a:ext>
            </a:extLst>
          </p:cNvPr>
          <p:cNvSpPr txBox="1"/>
          <p:nvPr/>
        </p:nvSpPr>
        <p:spPr>
          <a:xfrm>
            <a:off x="7772400" y="3977014"/>
            <a:ext cx="3885102" cy="1477328"/>
          </a:xfrm>
          <a:prstGeom prst="rect">
            <a:avLst/>
          </a:prstGeom>
          <a:noFill/>
        </p:spPr>
        <p:txBody>
          <a:bodyPr wrap="square" rtlCol="0">
            <a:spAutoFit/>
          </a:bodyPr>
          <a:lstStyle/>
          <a:p>
            <a:r>
              <a:rPr lang="zh-CN" altLang="en-US" dirty="0"/>
              <a:t>花呗当年的广告：</a:t>
            </a:r>
            <a:endParaRPr lang="en-US" altLang="zh-CN" dirty="0"/>
          </a:p>
          <a:p>
            <a:r>
              <a:rPr lang="zh-CN" altLang="en-US" dirty="0"/>
              <a:t>一位</a:t>
            </a:r>
            <a:r>
              <a:rPr lang="en-US" altLang="zh-CN" dirty="0"/>
              <a:t>37</a:t>
            </a:r>
            <a:r>
              <a:rPr lang="zh-CN" altLang="en-US" dirty="0"/>
              <a:t>岁的施工队队长，用花呗借钱给女儿过了生日。文案写道：</a:t>
            </a:r>
            <a:r>
              <a:rPr lang="zh-CN" altLang="en-US" b="1" dirty="0"/>
              <a:t>“一家三口的日子，再精打细算，女儿的生日，也要过得像模像样。”</a:t>
            </a:r>
            <a:endParaRPr lang="zh-CN" altLang="en-US" dirty="0"/>
          </a:p>
        </p:txBody>
      </p:sp>
    </p:spTree>
    <p:extLst>
      <p:ext uri="{BB962C8B-B14F-4D97-AF65-F5344CB8AC3E}">
        <p14:creationId xmlns:p14="http://schemas.microsoft.com/office/powerpoint/2010/main" val="428551027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5" y="304741"/>
            <a:ext cx="6594274"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从庸俗经济学到新古典主义经济学更加高明和隐蔽的辩护</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7" y="928313"/>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506182" y="770742"/>
            <a:ext cx="7787466" cy="5940088"/>
          </a:xfrm>
          <a:prstGeom prst="rect">
            <a:avLst/>
          </a:prstGeom>
          <a:noFill/>
        </p:spPr>
        <p:txBody>
          <a:bodyPr wrap="square" rtlCol="0">
            <a:spAutoFit/>
          </a:bodyPr>
          <a:lstStyle/>
          <a:p>
            <a:r>
              <a:rPr lang="en-US" altLang="zh-CN" sz="2000" dirty="0">
                <a:solidFill>
                  <a:srgbClr val="7F2C8B"/>
                </a:solidFill>
              </a:rPr>
              <a:t>※</a:t>
            </a:r>
            <a:r>
              <a:rPr lang="zh-CN" altLang="en-US" sz="2000" dirty="0"/>
              <a:t>皮凯蒂等人的研究表明，富有不是因为勤劳，在很大程度上是因为继承（所谓的 “拼爹”）。</a:t>
            </a:r>
            <a:endParaRPr lang="en-US" altLang="zh-CN" sz="2000" dirty="0"/>
          </a:p>
          <a:p>
            <a:endParaRPr lang="en-US" altLang="zh-CN" sz="2000" dirty="0"/>
          </a:p>
          <a:p>
            <a:r>
              <a:rPr lang="zh-CN" altLang="en-US" sz="2000" dirty="0"/>
              <a:t>马克思指出，</a:t>
            </a:r>
            <a:r>
              <a:rPr lang="zh-CN" altLang="en-US" sz="2000" b="1" dirty="0">
                <a:solidFill>
                  <a:srgbClr val="FF0000"/>
                </a:solidFill>
              </a:rPr>
              <a:t>生产资料与劳动过程相分离</a:t>
            </a:r>
            <a:r>
              <a:rPr lang="zh-CN" altLang="en-US" sz="2000" dirty="0"/>
              <a:t>，劳动者的勤劳是让资本家老爷变富，而不是让自己变富。（</a:t>
            </a:r>
            <a:r>
              <a:rPr lang="en-US" altLang="zh-CN" sz="2000" dirty="0"/>
              <a:t>《</a:t>
            </a:r>
            <a:r>
              <a:rPr lang="zh-CN" altLang="en-US" sz="2000" b="1" dirty="0"/>
              <a:t>资本论</a:t>
            </a:r>
            <a:r>
              <a:rPr lang="en-US" altLang="zh-CN" sz="2000" dirty="0"/>
              <a:t>》</a:t>
            </a:r>
            <a:r>
              <a:rPr lang="zh-CN" altLang="en-US" sz="2000" dirty="0"/>
              <a:t>第一卷第二十五章）</a:t>
            </a:r>
            <a:endParaRPr lang="en-US" altLang="zh-CN" sz="2000" dirty="0"/>
          </a:p>
          <a:p>
            <a:endParaRPr lang="en-US" altLang="zh-CN" sz="2000" dirty="0"/>
          </a:p>
          <a:p>
            <a:r>
              <a:rPr lang="en-US" altLang="zh-CN" sz="2000" dirty="0">
                <a:solidFill>
                  <a:srgbClr val="7F2C8B"/>
                </a:solidFill>
              </a:rPr>
              <a:t>※</a:t>
            </a:r>
            <a:r>
              <a:rPr lang="zh-CN" altLang="en-US" sz="2000" dirty="0"/>
              <a:t>新古典主义经济学家提出</a:t>
            </a:r>
            <a:r>
              <a:rPr lang="zh-CN" altLang="en-US" sz="2000" b="1" dirty="0"/>
              <a:t>代际斗争理论</a:t>
            </a:r>
            <a:r>
              <a:rPr lang="zh-CN" altLang="en-US" sz="2000" dirty="0"/>
              <a:t>和</a:t>
            </a:r>
            <a:r>
              <a:rPr lang="zh-CN" altLang="en-US" sz="2000" b="1" dirty="0"/>
              <a:t>人力资本理论</a:t>
            </a:r>
            <a:r>
              <a:rPr lang="zh-CN" altLang="en-US" sz="2000" dirty="0"/>
              <a:t>，试图取代马克思的阶级分析和劳动价值论。辩护方式更加隐蔽和高明。</a:t>
            </a:r>
            <a:endParaRPr lang="en-US" altLang="zh-CN" sz="2000" dirty="0"/>
          </a:p>
          <a:p>
            <a:endParaRPr lang="en-US" altLang="zh-CN" sz="2000" dirty="0"/>
          </a:p>
          <a:p>
            <a:r>
              <a:rPr lang="en-US" altLang="zh-CN" sz="2000" dirty="0">
                <a:solidFill>
                  <a:srgbClr val="7F2C8B"/>
                </a:solidFill>
              </a:rPr>
              <a:t>※</a:t>
            </a:r>
            <a:r>
              <a:rPr lang="zh-CN" altLang="en-US" sz="2000" dirty="0"/>
              <a:t>资本（家）扶持学术界代理人，不直接上阵拼杀，自己还可以当慈善家</a:t>
            </a:r>
            <a:endParaRPr lang="en-US" altLang="zh-CN" sz="2000" dirty="0"/>
          </a:p>
          <a:p>
            <a:endParaRPr lang="en-US" altLang="zh-CN" sz="2000" dirty="0"/>
          </a:p>
          <a:p>
            <a:r>
              <a:rPr lang="en-US" altLang="zh-CN" sz="2000" dirty="0">
                <a:solidFill>
                  <a:srgbClr val="7F2C8B"/>
                </a:solidFill>
              </a:rPr>
              <a:t>※</a:t>
            </a:r>
            <a:r>
              <a:rPr lang="zh-CN" altLang="en-US" sz="2000" dirty="0"/>
              <a:t>新的（辩护）理论不断被提出：增长理论、发展经济学、新制度经济学等等。</a:t>
            </a:r>
            <a:endParaRPr lang="en-US" altLang="zh-CN" sz="2000" dirty="0"/>
          </a:p>
          <a:p>
            <a:endParaRPr lang="en-US" altLang="zh-CN" sz="2000" dirty="0"/>
          </a:p>
          <a:p>
            <a:r>
              <a:rPr lang="en-US" altLang="zh-CN" sz="2000" dirty="0">
                <a:solidFill>
                  <a:srgbClr val="7F2C8B"/>
                </a:solidFill>
              </a:rPr>
              <a:t>※</a:t>
            </a:r>
            <a:r>
              <a:rPr lang="zh-CN" altLang="en-US" sz="2000" dirty="0"/>
              <a:t>辩护对象从资本家</a:t>
            </a:r>
            <a:r>
              <a:rPr lang="en-US" altLang="zh-CN" sz="2000" dirty="0"/>
              <a:t>/</a:t>
            </a:r>
            <a:r>
              <a:rPr lang="zh-CN" altLang="en-US" sz="2000" dirty="0"/>
              <a:t>劳动者的对立扩展为剥削国家</a:t>
            </a:r>
            <a:r>
              <a:rPr lang="en-US" altLang="zh-CN" sz="2000" dirty="0"/>
              <a:t>/</a:t>
            </a:r>
            <a:r>
              <a:rPr lang="zh-CN" altLang="en-US" sz="2000" dirty="0"/>
              <a:t>被剥削国家的对立</a:t>
            </a:r>
            <a:endParaRPr lang="en-US" altLang="zh-CN" sz="2000" dirty="0"/>
          </a:p>
          <a:p>
            <a:r>
              <a:rPr lang="zh-CN" altLang="en-US" sz="2000" dirty="0"/>
              <a:t>对发展理论和剥削国家的辩护理论放到后面几讲进行批判：社会主义新发展理念和世界体系理论</a:t>
            </a:r>
            <a:endParaRPr lang="en-US" altLang="zh-CN" sz="2000" dirty="0"/>
          </a:p>
        </p:txBody>
      </p:sp>
      <p:pic>
        <p:nvPicPr>
          <p:cNvPr id="1026" name="Picture 2">
            <a:extLst>
              <a:ext uri="{FF2B5EF4-FFF2-40B4-BE49-F238E27FC236}">
                <a16:creationId xmlns:a16="http://schemas.microsoft.com/office/drawing/2014/main" id="{A7AA2CC8-1F0D-BAA4-15B5-4EB5AA87437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21963" y="928313"/>
            <a:ext cx="3645324" cy="2730674"/>
          </a:xfrm>
          <a:prstGeom prst="rect">
            <a:avLst/>
          </a:prstGeom>
          <a:noFill/>
          <a:extLst>
            <a:ext uri="{909E8E84-426E-40DD-AFC4-6F175D3DCCD1}">
              <a14:hiddenFill xmlns:a14="http://schemas.microsoft.com/office/drawing/2010/main">
                <a:solidFill>
                  <a:srgbClr val="FFFFFF"/>
                </a:solidFill>
              </a14:hiddenFill>
            </a:ext>
          </a:extLst>
        </p:spPr>
      </p:pic>
      <p:sp>
        <p:nvSpPr>
          <p:cNvPr id="5" name="文本框 4">
            <a:extLst>
              <a:ext uri="{FF2B5EF4-FFF2-40B4-BE49-F238E27FC236}">
                <a16:creationId xmlns:a16="http://schemas.microsoft.com/office/drawing/2014/main" id="{E3079AB4-E6A0-B101-2111-4CB2AED6D1C4}"/>
              </a:ext>
            </a:extLst>
          </p:cNvPr>
          <p:cNvSpPr txBox="1"/>
          <p:nvPr/>
        </p:nvSpPr>
        <p:spPr>
          <a:xfrm>
            <a:off x="8373649" y="3920647"/>
            <a:ext cx="3536689" cy="1754326"/>
          </a:xfrm>
          <a:prstGeom prst="rect">
            <a:avLst/>
          </a:prstGeom>
          <a:noFill/>
        </p:spPr>
        <p:txBody>
          <a:bodyPr wrap="square" rtlCol="0">
            <a:spAutoFit/>
          </a:bodyPr>
          <a:lstStyle/>
          <a:p>
            <a:r>
              <a:rPr lang="zh-CN" altLang="en-US" dirty="0"/>
              <a:t>达豪集中营的铁门上写着纳粹的宣传口号“</a:t>
            </a:r>
            <a:r>
              <a:rPr lang="fr-FR" altLang="zh-CN" dirty="0"/>
              <a:t>ALBEIT MACHT FREI</a:t>
            </a:r>
            <a:r>
              <a:rPr lang="zh-CN" altLang="en-US" dirty="0"/>
              <a:t>（劳动带来自由）”</a:t>
            </a:r>
            <a:endParaRPr lang="en-US" altLang="zh-CN" dirty="0"/>
          </a:p>
          <a:p>
            <a:endParaRPr lang="en-US" altLang="zh-CN" dirty="0"/>
          </a:p>
          <a:p>
            <a:r>
              <a:rPr lang="zh-CN" altLang="en-US" dirty="0"/>
              <a:t>撇开“劳动条件为谁所占有”的问题，劳动真的能带来自由吗？</a:t>
            </a:r>
          </a:p>
        </p:txBody>
      </p:sp>
    </p:spTree>
    <p:extLst>
      <p:ext uri="{BB962C8B-B14F-4D97-AF65-F5344CB8AC3E}">
        <p14:creationId xmlns:p14="http://schemas.microsoft.com/office/powerpoint/2010/main" val="361303426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6" y="304741"/>
            <a:ext cx="2652049"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人力资本理论的辩护</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7" y="928313"/>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534498" y="923635"/>
            <a:ext cx="6052733" cy="6555641"/>
          </a:xfrm>
          <a:prstGeom prst="rect">
            <a:avLst/>
          </a:prstGeom>
          <a:noFill/>
        </p:spPr>
        <p:txBody>
          <a:bodyPr wrap="square" rtlCol="0">
            <a:spAutoFit/>
          </a:bodyPr>
          <a:lstStyle/>
          <a:p>
            <a:r>
              <a:rPr lang="en-US" altLang="zh-CN" sz="2000" dirty="0">
                <a:solidFill>
                  <a:srgbClr val="7F2C8B"/>
                </a:solidFill>
              </a:rPr>
              <a:t>※</a:t>
            </a:r>
            <a:r>
              <a:rPr lang="zh-CN" altLang="en-US" sz="2000" dirty="0"/>
              <a:t>新古典经济学发展出了人力资本的分支：</a:t>
            </a:r>
            <a:endParaRPr lang="en-US" altLang="zh-CN" sz="2000" dirty="0"/>
          </a:p>
          <a:p>
            <a:endParaRPr lang="en-US" altLang="zh-CN" sz="2000" dirty="0"/>
          </a:p>
          <a:p>
            <a:r>
              <a:rPr lang="zh-CN" altLang="en-US" sz="2000" dirty="0"/>
              <a:t>充分竞争的市场里，生产要素按各自的边际贡献获得回报。</a:t>
            </a:r>
            <a:endParaRPr lang="en-US" altLang="zh-CN" sz="2000" dirty="0"/>
          </a:p>
          <a:p>
            <a:endParaRPr lang="en-US" altLang="zh-CN" sz="2000" dirty="0"/>
          </a:p>
          <a:p>
            <a:r>
              <a:rPr lang="zh-CN" altLang="en-US" sz="2000" dirty="0"/>
              <a:t>富人之所以富有，是因为他们的“人力资本”水平高，获得的报酬也高，而不是因为“剥削”。</a:t>
            </a:r>
            <a:endParaRPr lang="en-US" altLang="zh-CN" sz="2000" dirty="0"/>
          </a:p>
          <a:p>
            <a:endParaRPr lang="en-US" altLang="zh-CN" sz="2000" dirty="0"/>
          </a:p>
          <a:p>
            <a:r>
              <a:rPr lang="en-US" altLang="zh-CN" sz="2000" dirty="0">
                <a:solidFill>
                  <a:srgbClr val="7F2C8B"/>
                </a:solidFill>
              </a:rPr>
              <a:t>※</a:t>
            </a:r>
            <a:r>
              <a:rPr lang="zh-CN" altLang="en-US" sz="2000" dirty="0"/>
              <a:t>三种人力资本理论：</a:t>
            </a:r>
            <a:endParaRPr lang="en-US" altLang="zh-CN" sz="2000" dirty="0"/>
          </a:p>
          <a:p>
            <a:endParaRPr lang="en-US" altLang="zh-CN" sz="2000" dirty="0"/>
          </a:p>
          <a:p>
            <a:r>
              <a:rPr lang="zh-CN" altLang="en-US" sz="2000" dirty="0"/>
              <a:t>弗里德曼：未来预期收入的折现（新古典）</a:t>
            </a:r>
            <a:endParaRPr lang="en-US" altLang="zh-CN" sz="2000" dirty="0"/>
          </a:p>
          <a:p>
            <a:r>
              <a:rPr lang="zh-CN" altLang="en-US" sz="2000" dirty="0"/>
              <a:t>库兹涅茨：国家对教育的投资（凯恩斯）</a:t>
            </a:r>
            <a:endParaRPr lang="en-US" altLang="zh-CN" sz="2000" dirty="0"/>
          </a:p>
          <a:p>
            <a:r>
              <a:rPr lang="zh-CN" altLang="en-US" sz="2000" dirty="0"/>
              <a:t>曼昆、巴罗等：人均受教育程度（内生性增长理论）</a:t>
            </a:r>
            <a:endParaRPr lang="en-US" altLang="zh-CN" sz="2000" dirty="0"/>
          </a:p>
          <a:p>
            <a:endParaRPr lang="en-US" altLang="zh-CN" sz="2000" dirty="0"/>
          </a:p>
          <a:p>
            <a:r>
              <a:rPr lang="zh-CN" altLang="en-US" sz="2000" dirty="0"/>
              <a:t>由人力资本衍生出来的辩护理论：奥地利学派的企业家精神</a:t>
            </a:r>
            <a:endParaRPr lang="en-US" altLang="zh-CN" sz="2000" dirty="0"/>
          </a:p>
          <a:p>
            <a:endParaRPr lang="en-US" altLang="zh-CN" sz="2000" dirty="0"/>
          </a:p>
          <a:p>
            <a:r>
              <a:rPr lang="zh-CN" altLang="en-US" sz="2000" dirty="0"/>
              <a:t>对“人力资本”理论的批判将在第</a:t>
            </a:r>
            <a:r>
              <a:rPr lang="en-US" altLang="zh-CN" sz="2000" dirty="0"/>
              <a:t>8</a:t>
            </a:r>
            <a:r>
              <a:rPr lang="zh-CN" altLang="en-US" sz="2000" dirty="0"/>
              <a:t>讲资本化中进一步展开</a:t>
            </a:r>
            <a:endParaRPr lang="en-US" altLang="zh-CN" sz="2000" dirty="0">
              <a:solidFill>
                <a:srgbClr val="7030A0"/>
              </a:solidFill>
            </a:endParaRPr>
          </a:p>
          <a:p>
            <a:endParaRPr lang="en-US" altLang="zh-CN" sz="2000" dirty="0"/>
          </a:p>
          <a:p>
            <a:endParaRPr lang="en-US" altLang="zh-CN" sz="2000" dirty="0"/>
          </a:p>
        </p:txBody>
      </p:sp>
      <p:pic>
        <p:nvPicPr>
          <p:cNvPr id="5" name="图片 4"/>
          <p:cNvPicPr>
            <a:picLocks noChangeAspect="1"/>
          </p:cNvPicPr>
          <p:nvPr/>
        </p:nvPicPr>
        <p:blipFill>
          <a:blip r:embed="rId3"/>
          <a:stretch>
            <a:fillRect/>
          </a:stretch>
        </p:blipFill>
        <p:spPr>
          <a:xfrm>
            <a:off x="6587231" y="998216"/>
            <a:ext cx="5718594" cy="1512887"/>
          </a:xfrm>
          <a:prstGeom prst="rect">
            <a:avLst/>
          </a:prstGeom>
        </p:spPr>
      </p:pic>
      <p:sp>
        <p:nvSpPr>
          <p:cNvPr id="6" name="文本框 5"/>
          <p:cNvSpPr txBox="1"/>
          <p:nvPr/>
        </p:nvSpPr>
        <p:spPr>
          <a:xfrm>
            <a:off x="6745535" y="2941572"/>
            <a:ext cx="5239320" cy="646331"/>
          </a:xfrm>
          <a:prstGeom prst="rect">
            <a:avLst/>
          </a:prstGeom>
          <a:noFill/>
        </p:spPr>
        <p:txBody>
          <a:bodyPr wrap="square" rtlCol="0">
            <a:spAutoFit/>
          </a:bodyPr>
          <a:lstStyle/>
          <a:p>
            <a:r>
              <a:rPr lang="zh-CN" altLang="en-US" dirty="0"/>
              <a:t>经济学顶刊</a:t>
            </a:r>
            <a:r>
              <a:rPr lang="en-US" altLang="zh-CN" dirty="0"/>
              <a:t>AEJ</a:t>
            </a:r>
            <a:r>
              <a:rPr lang="zh-CN" altLang="en-US" dirty="0"/>
              <a:t>：</a:t>
            </a:r>
            <a:r>
              <a:rPr lang="en-US" altLang="zh-CN" dirty="0"/>
              <a:t>macro</a:t>
            </a:r>
            <a:r>
              <a:rPr lang="zh-CN" altLang="en-US" dirty="0"/>
              <a:t>审稿人对我的论文的拒信：“人力资本”应该使用工资</a:t>
            </a:r>
          </a:p>
        </p:txBody>
      </p:sp>
    </p:spTree>
    <p:extLst>
      <p:ext uri="{BB962C8B-B14F-4D97-AF65-F5344CB8AC3E}">
        <p14:creationId xmlns:p14="http://schemas.microsoft.com/office/powerpoint/2010/main" val="302034601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6" y="304741"/>
            <a:ext cx="2750241"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精神资本家有前途吗？</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8565" y="982075"/>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45939" y="714377"/>
            <a:ext cx="7810294" cy="6247864"/>
          </a:xfrm>
          <a:prstGeom prst="rect">
            <a:avLst/>
          </a:prstGeom>
          <a:noFill/>
        </p:spPr>
        <p:txBody>
          <a:bodyPr wrap="square" rtlCol="0">
            <a:spAutoFit/>
          </a:bodyPr>
          <a:lstStyle/>
          <a:p>
            <a:r>
              <a:rPr lang="en-US" altLang="zh-CN" sz="2000" dirty="0">
                <a:solidFill>
                  <a:srgbClr val="7030A0"/>
                </a:solidFill>
              </a:rPr>
              <a:t>※</a:t>
            </a:r>
            <a:r>
              <a:rPr lang="zh-CN" altLang="en-US" sz="2000" dirty="0"/>
              <a:t>列宁：工人贵族“是资产阶级在工人运动中的真正代理人，是资产阶级的工人帮办，是改良主义和沙文主义的真正传播者。”</a:t>
            </a:r>
            <a:r>
              <a:rPr lang="en-US" altLang="zh-CN" sz="2000" dirty="0"/>
              <a:t>(《</a:t>
            </a:r>
            <a:r>
              <a:rPr lang="zh-CN" altLang="en-US" sz="2000" dirty="0"/>
              <a:t>列宁选集</a:t>
            </a:r>
            <a:r>
              <a:rPr lang="en-US" altLang="zh-CN" sz="2000" dirty="0"/>
              <a:t>》</a:t>
            </a:r>
            <a:r>
              <a:rPr lang="zh-CN" altLang="en-US" sz="2000" dirty="0"/>
              <a:t>第</a:t>
            </a:r>
            <a:r>
              <a:rPr lang="en-US" altLang="zh-CN" sz="2000" dirty="0"/>
              <a:t>2</a:t>
            </a:r>
            <a:r>
              <a:rPr lang="zh-CN" altLang="en-US" sz="2000" dirty="0"/>
              <a:t>卷第</a:t>
            </a:r>
            <a:r>
              <a:rPr lang="en-US" altLang="zh-CN" sz="2000" dirty="0"/>
              <a:t>737</a:t>
            </a:r>
            <a:r>
              <a:rPr lang="zh-CN" altLang="en-US" sz="2000" dirty="0"/>
              <a:t>页</a:t>
            </a:r>
            <a:r>
              <a:rPr lang="en-US" altLang="zh-CN" sz="2000" dirty="0"/>
              <a:t>)</a:t>
            </a:r>
          </a:p>
          <a:p>
            <a:endParaRPr lang="en-US" altLang="zh-CN" sz="2000" dirty="0"/>
          </a:p>
          <a:p>
            <a:r>
              <a:rPr lang="zh-CN" altLang="en-US" sz="2000" dirty="0"/>
              <a:t>组成部分：</a:t>
            </a:r>
            <a:endParaRPr lang="en-US" altLang="zh-CN" sz="2000" dirty="0"/>
          </a:p>
          <a:p>
            <a:r>
              <a:rPr lang="zh-CN" altLang="en-US" sz="2000" dirty="0"/>
              <a:t>熟练工人和职员</a:t>
            </a:r>
            <a:endParaRPr lang="en-US" altLang="zh-CN" sz="2000" dirty="0"/>
          </a:p>
          <a:p>
            <a:r>
              <a:rPr lang="zh-CN" altLang="en-US" sz="2000" dirty="0"/>
              <a:t>混入政治舞台的工人领袖</a:t>
            </a:r>
            <a:endParaRPr lang="en-US" altLang="zh-CN" sz="2000" dirty="0"/>
          </a:p>
          <a:p>
            <a:r>
              <a:rPr lang="zh-CN" altLang="en-US" sz="2000" dirty="0"/>
              <a:t>工会官僚</a:t>
            </a:r>
            <a:endParaRPr lang="en-US" altLang="zh-CN" sz="2000" dirty="0"/>
          </a:p>
          <a:p>
            <a:endParaRPr lang="en-US" altLang="zh-CN" sz="2000" dirty="0"/>
          </a:p>
          <a:p>
            <a:r>
              <a:rPr lang="en-US" altLang="zh-CN" sz="2000" dirty="0">
                <a:solidFill>
                  <a:srgbClr val="7030A0"/>
                </a:solidFill>
              </a:rPr>
              <a:t>※</a:t>
            </a:r>
            <a:r>
              <a:rPr lang="zh-CN" altLang="en-US" sz="2000" dirty="0"/>
              <a:t>工人贵族的前途命运：所有专业都会发展为“劝退”专业</a:t>
            </a:r>
            <a:endParaRPr lang="en-US" altLang="zh-CN" sz="2000" dirty="0"/>
          </a:p>
          <a:p>
            <a:r>
              <a:rPr lang="zh-CN" altLang="en-US" sz="2000" dirty="0"/>
              <a:t>马克思：熟练工人的工资“随着资本主义生产方式的进展，甚至同平均劳动相比，工资也有下降的趋势。”（</a:t>
            </a:r>
            <a:r>
              <a:rPr lang="en-US" altLang="zh-CN" sz="2000" dirty="0"/>
              <a:t>《</a:t>
            </a:r>
            <a:r>
              <a:rPr lang="zh-CN" altLang="en-US" sz="2000" dirty="0"/>
              <a:t>资本论</a:t>
            </a:r>
            <a:r>
              <a:rPr lang="en-US" altLang="zh-CN" sz="2000" dirty="0"/>
              <a:t>》</a:t>
            </a:r>
            <a:r>
              <a:rPr lang="zh-CN" altLang="en-US" sz="2000" dirty="0"/>
              <a:t>第三卷第</a:t>
            </a:r>
            <a:r>
              <a:rPr lang="en-US" altLang="zh-CN" sz="2000" dirty="0"/>
              <a:t>17</a:t>
            </a:r>
            <a:r>
              <a:rPr lang="zh-CN" altLang="en-US" sz="2000" dirty="0"/>
              <a:t>章）</a:t>
            </a:r>
            <a:endParaRPr lang="en-US" altLang="zh-CN" sz="2000" dirty="0"/>
          </a:p>
          <a:p>
            <a:endParaRPr lang="en-US" altLang="zh-CN" sz="2000" dirty="0"/>
          </a:p>
          <a:p>
            <a:r>
              <a:rPr lang="zh-CN" altLang="en-US" sz="2000" dirty="0"/>
              <a:t>资本主义生产方式越是使教学方法等等面向实践，随着科学和国民教育的进步，基础教育、商业知识和语言知识等等，就会越来越迅速地、容易地、普遍地、便宜地再生产出来。由于国民教育的普及，就可以从那些以前受不到教育并且习惯于较差的生活方式的阶级中招收这种工人。而且，这种普及增加了这种工人的供给，因而加强了竞争。因此，除了少数例外，随着资本主义生产的进展，这种人的劳动力会贬值。他们的劳动能力提高了，但是他们的</a:t>
            </a:r>
            <a:r>
              <a:rPr lang="zh-CN" altLang="en-US" sz="2000" b="1" dirty="0">
                <a:solidFill>
                  <a:srgbClr val="FF0000"/>
                </a:solidFill>
              </a:rPr>
              <a:t>工资下降</a:t>
            </a:r>
            <a:r>
              <a:rPr lang="zh-CN" altLang="en-US" sz="2000" dirty="0"/>
              <a:t>了。</a:t>
            </a:r>
            <a:endParaRPr lang="en-US" altLang="zh-CN" sz="2000" dirty="0"/>
          </a:p>
        </p:txBody>
      </p:sp>
      <p:pic>
        <p:nvPicPr>
          <p:cNvPr id="8" name="图片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86039" y="767803"/>
            <a:ext cx="3905961" cy="4944213"/>
          </a:xfrm>
          <a:prstGeom prst="rect">
            <a:avLst/>
          </a:prstGeom>
        </p:spPr>
      </p:pic>
      <p:sp>
        <p:nvSpPr>
          <p:cNvPr id="5" name="文本框 4"/>
          <p:cNvSpPr txBox="1"/>
          <p:nvPr/>
        </p:nvSpPr>
        <p:spPr>
          <a:xfrm>
            <a:off x="8495930" y="5885895"/>
            <a:ext cx="3414408" cy="646331"/>
          </a:xfrm>
          <a:prstGeom prst="rect">
            <a:avLst/>
          </a:prstGeom>
          <a:noFill/>
        </p:spPr>
        <p:txBody>
          <a:bodyPr wrap="square" rtlCol="0">
            <a:spAutoFit/>
          </a:bodyPr>
          <a:lstStyle/>
          <a:p>
            <a:r>
              <a:rPr lang="zh-CN" altLang="en-US" dirty="0"/>
              <a:t>工人贵族的“职业鄙视链”破坏着工人阶级真正的团结</a:t>
            </a:r>
          </a:p>
        </p:txBody>
      </p:sp>
    </p:spTree>
    <p:extLst>
      <p:ext uri="{BB962C8B-B14F-4D97-AF65-F5344CB8AC3E}">
        <p14:creationId xmlns:p14="http://schemas.microsoft.com/office/powerpoint/2010/main" val="315935185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285921" y="306279"/>
            <a:ext cx="4454755"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主流经济学的非主流：穷人为什么穷？</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2185398" y="4695791"/>
            <a:ext cx="1366123" cy="2124998"/>
          </a:xfrm>
          <a:prstGeom prst="rect">
            <a:avLst/>
          </a:prstGeom>
          <a:noFill/>
        </p:spPr>
        <p:txBody>
          <a:bodyPr wrap="square" rtlCol="0">
            <a:spAutoFit/>
          </a:bodyPr>
          <a:lstStyle/>
          <a:p>
            <a:endParaRPr lang="zh-CN" altLang="en-US" dirty="0"/>
          </a:p>
        </p:txBody>
      </p:sp>
      <p:sp>
        <p:nvSpPr>
          <p:cNvPr id="3" name="文本框 2"/>
          <p:cNvSpPr txBox="1"/>
          <p:nvPr/>
        </p:nvSpPr>
        <p:spPr>
          <a:xfrm>
            <a:off x="263999" y="852735"/>
            <a:ext cx="11474738" cy="3170099"/>
          </a:xfrm>
          <a:prstGeom prst="rect">
            <a:avLst/>
          </a:prstGeom>
          <a:noFill/>
        </p:spPr>
        <p:txBody>
          <a:bodyPr wrap="square" rtlCol="0">
            <a:spAutoFit/>
          </a:bodyPr>
          <a:lstStyle/>
          <a:p>
            <a:r>
              <a:rPr lang="en-US" altLang="zh-CN" sz="2000" dirty="0">
                <a:solidFill>
                  <a:srgbClr val="7F2C8B"/>
                </a:solidFill>
              </a:rPr>
              <a:t>※</a:t>
            </a:r>
            <a:r>
              <a:rPr lang="zh-CN" altLang="en-US" sz="2000" dirty="0"/>
              <a:t>现实与理论的矛盾，使得主流经济学对新古典进行反思，有了一定的进步，但</a:t>
            </a:r>
            <a:r>
              <a:rPr lang="en-US" altLang="zh-CN" sz="2000" dirty="0" err="1"/>
              <a:t>Duflo</a:t>
            </a:r>
            <a:r>
              <a:rPr lang="zh-CN" altLang="en-US" sz="2000" dirty="0"/>
              <a:t>（</a:t>
            </a:r>
            <a:r>
              <a:rPr lang="en-US" altLang="zh-CN" sz="2000" dirty="0"/>
              <a:t>2019</a:t>
            </a:r>
            <a:r>
              <a:rPr lang="zh-CN" altLang="en-US" sz="2000" dirty="0"/>
              <a:t>年诺贝尔奖得主）和皮凯蒂是其极限，不可能更进一步：</a:t>
            </a:r>
            <a:r>
              <a:rPr lang="zh-CN" altLang="en-US" sz="2000" b="1" dirty="0">
                <a:solidFill>
                  <a:srgbClr val="FF0000"/>
                </a:solidFill>
              </a:rPr>
              <a:t>所有制</a:t>
            </a:r>
            <a:r>
              <a:rPr lang="zh-CN" altLang="en-US" sz="2000" dirty="0"/>
              <a:t>问题。</a:t>
            </a:r>
            <a:endParaRPr lang="en-US" altLang="zh-CN" sz="2000" dirty="0"/>
          </a:p>
          <a:p>
            <a:endParaRPr lang="en-US" altLang="zh-CN" sz="2000" dirty="0"/>
          </a:p>
          <a:p>
            <a:r>
              <a:rPr lang="en-US" altLang="zh-CN" sz="2000" dirty="0">
                <a:solidFill>
                  <a:srgbClr val="7F2C8B"/>
                </a:solidFill>
              </a:rPr>
              <a:t>※</a:t>
            </a:r>
            <a:r>
              <a:rPr lang="zh-CN" altLang="en-US" sz="2000" dirty="0"/>
              <a:t>穷人为什么穷？</a:t>
            </a:r>
            <a:r>
              <a:rPr lang="en-US" altLang="zh-CN" sz="2000" dirty="0" err="1"/>
              <a:t>Duflo</a:t>
            </a:r>
            <a:r>
              <a:rPr lang="en-US" altLang="zh-CN" sz="2000" dirty="0"/>
              <a:t>: </a:t>
            </a:r>
            <a:r>
              <a:rPr lang="zh-CN" altLang="en-US" sz="2000" dirty="0"/>
              <a:t>不是因为好吃懒做，而是因为本来就穷。</a:t>
            </a:r>
            <a:endParaRPr lang="en-US" altLang="zh-CN" sz="2000" dirty="0"/>
          </a:p>
          <a:p>
            <a:endParaRPr lang="en-US" altLang="zh-CN" sz="2000" dirty="0"/>
          </a:p>
          <a:p>
            <a:r>
              <a:rPr lang="en-US" altLang="zh-CN" sz="2000" dirty="0">
                <a:solidFill>
                  <a:srgbClr val="7030A0"/>
                </a:solidFill>
              </a:rPr>
              <a:t>※</a:t>
            </a:r>
            <a:r>
              <a:rPr lang="zh-CN" altLang="en-US" sz="2000" dirty="0"/>
              <a:t>相对于传统对贫困的定义（收入低下），阿玛蒂亚森（</a:t>
            </a:r>
            <a:r>
              <a:rPr lang="fr-FR" altLang="zh-CN" sz="2000" dirty="0"/>
              <a:t>Amartya Sen</a:t>
            </a:r>
            <a:r>
              <a:rPr lang="zh-CN" altLang="en-US" sz="2000" dirty="0"/>
              <a:t>，</a:t>
            </a:r>
            <a:r>
              <a:rPr lang="en-US" altLang="zh-CN" sz="2000" dirty="0"/>
              <a:t>1998</a:t>
            </a:r>
            <a:r>
              <a:rPr lang="zh-CN" altLang="en-US" sz="2000" dirty="0"/>
              <a:t>年诺贝尔奖得主）将贫困定义为“能力的贫困”：因“可行能力”的匮乏，而导致难以通过与外部环境的有效互动摆脱贫困。</a:t>
            </a:r>
            <a:endParaRPr lang="en-US" altLang="zh-CN" sz="2000" dirty="0"/>
          </a:p>
          <a:p>
            <a:endParaRPr lang="en-US" altLang="zh-CN" sz="2000" dirty="0"/>
          </a:p>
          <a:p>
            <a:r>
              <a:rPr lang="en-US" altLang="zh-CN" sz="2000" dirty="0">
                <a:solidFill>
                  <a:srgbClr val="7030A0"/>
                </a:solidFill>
              </a:rPr>
              <a:t>※</a:t>
            </a:r>
            <a:r>
              <a:rPr lang="zh-CN" altLang="en-US" sz="2000" dirty="0"/>
              <a:t>在社会资源获取或分配上处于机会、能力与手段的匮乏或劣势导致恶性循环。</a:t>
            </a:r>
            <a:endParaRPr lang="en-US" altLang="zh-CN" sz="2000" dirty="0"/>
          </a:p>
          <a:p>
            <a:endParaRPr lang="en-US" altLang="zh-CN" sz="2000" dirty="0"/>
          </a:p>
        </p:txBody>
      </p:sp>
      <p:pic>
        <p:nvPicPr>
          <p:cNvPr id="2050" name="Picture 2">
            <a:extLst>
              <a:ext uri="{FF2B5EF4-FFF2-40B4-BE49-F238E27FC236}">
                <a16:creationId xmlns:a16="http://schemas.microsoft.com/office/drawing/2014/main" id="{0BBE9FD6-6017-015D-9421-A6E10B5B32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47538" y="3693283"/>
            <a:ext cx="5744362" cy="3164717"/>
          </a:xfrm>
          <a:prstGeom prst="rect">
            <a:avLst/>
          </a:prstGeom>
          <a:noFill/>
          <a:extLst>
            <a:ext uri="{909E8E84-426E-40DD-AFC4-6F175D3DCCD1}">
              <a14:hiddenFill xmlns:a14="http://schemas.microsoft.com/office/drawing/2010/main">
                <a:solidFill>
                  <a:srgbClr val="FFFFFF"/>
                </a:solidFill>
              </a14:hiddenFill>
            </a:ext>
          </a:extLst>
        </p:spPr>
      </p:pic>
      <p:sp>
        <p:nvSpPr>
          <p:cNvPr id="5" name="文本框 4">
            <a:extLst>
              <a:ext uri="{FF2B5EF4-FFF2-40B4-BE49-F238E27FC236}">
                <a16:creationId xmlns:a16="http://schemas.microsoft.com/office/drawing/2014/main" id="{89CEDCCA-AB62-4C37-08D1-BF956354C9F7}"/>
              </a:ext>
            </a:extLst>
          </p:cNvPr>
          <p:cNvSpPr txBox="1"/>
          <p:nvPr/>
        </p:nvSpPr>
        <p:spPr>
          <a:xfrm>
            <a:off x="513075" y="3988905"/>
            <a:ext cx="5481299" cy="2308324"/>
          </a:xfrm>
          <a:prstGeom prst="rect">
            <a:avLst/>
          </a:prstGeom>
          <a:noFill/>
        </p:spPr>
        <p:txBody>
          <a:bodyPr wrap="square" rtlCol="0">
            <a:spAutoFit/>
          </a:bodyPr>
          <a:lstStyle/>
          <a:p>
            <a:r>
              <a:rPr lang="zh-CN" altLang="en-US" dirty="0"/>
              <a:t>例：一笔出八仙、逍遥似神游的小马云</a:t>
            </a:r>
            <a:endParaRPr lang="en-US" altLang="zh-CN" dirty="0"/>
          </a:p>
          <a:p>
            <a:endParaRPr lang="en-US" altLang="zh-CN" dirty="0"/>
          </a:p>
          <a:p>
            <a:r>
              <a:rPr lang="zh-CN" altLang="en-US" dirty="0"/>
              <a:t>贫困 → 被蛇咬无钱医治 → 父亲截肢、丧失主要劳动力 → 家庭赤贫 → 母亲残疾无法劳动、无力照护孩子 → 孩子营养与早期教育全面缺失 → 矮小症＋智力残疾（先天遗传叠加后天剥夺）→ 下一代也无法形成正常劳动力 → 贫困代际锁定。</a:t>
            </a:r>
            <a:endParaRPr lang="en-US" altLang="zh-CN" dirty="0"/>
          </a:p>
          <a:p>
            <a:endParaRPr lang="zh-CN" altLang="en-US" dirty="0"/>
          </a:p>
        </p:txBody>
      </p:sp>
    </p:spTree>
    <p:extLst>
      <p:ext uri="{BB962C8B-B14F-4D97-AF65-F5344CB8AC3E}">
        <p14:creationId xmlns:p14="http://schemas.microsoft.com/office/powerpoint/2010/main" val="87579591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285921" y="306279"/>
            <a:ext cx="4055259" cy="400110"/>
          </a:xfrm>
          <a:prstGeom prst="rect">
            <a:avLst/>
          </a:prstGeom>
          <a:solidFill>
            <a:srgbClr val="7F2C8B"/>
          </a:solidFill>
        </p:spPr>
        <p:txBody>
          <a:bodyPr wrap="square" rtlCol="0">
            <a:spAutoFit/>
          </a:bodyPr>
          <a:lstStyle/>
          <a:p>
            <a:pPr lvl="0" algn="ctr" defTabSz="914377">
              <a:defRPr/>
            </a:pPr>
            <a:r>
              <a:rPr lang="zh-CN" altLang="en-US" sz="2000" dirty="0">
                <a:solidFill>
                  <a:prstClr val="white"/>
                </a:solidFill>
                <a:latin typeface="微软雅黑 Light" panose="020B0502040204020203" pitchFamily="34" charset="-122"/>
                <a:ea typeface="微软雅黑 Light" panose="020B0502040204020203" pitchFamily="34" charset="-122"/>
              </a:rPr>
              <a:t>主流经济学的底线：不涉及所有制</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463476" y="923635"/>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204187" y="723421"/>
            <a:ext cx="8773558" cy="6247864"/>
          </a:xfrm>
          <a:prstGeom prst="rect">
            <a:avLst/>
          </a:prstGeom>
          <a:noFill/>
        </p:spPr>
        <p:txBody>
          <a:bodyPr wrap="square" rtlCol="0">
            <a:spAutoFit/>
          </a:bodyPr>
          <a:lstStyle/>
          <a:p>
            <a:r>
              <a:rPr lang="en-US" altLang="zh-CN" sz="2000" dirty="0">
                <a:solidFill>
                  <a:srgbClr val="7030A0"/>
                </a:solidFill>
              </a:rPr>
              <a:t>※ </a:t>
            </a:r>
            <a:r>
              <a:rPr lang="en-US" altLang="zh-CN" sz="2000" dirty="0"/>
              <a:t>Duflo</a:t>
            </a:r>
            <a:r>
              <a:rPr lang="zh-CN" altLang="en-US" sz="2000" dirty="0"/>
              <a:t>等人的研究进一步证明了这一点：穷人之所以穷，是因为他们本来就穷。</a:t>
            </a:r>
            <a:endParaRPr lang="en-US" altLang="zh-CN" sz="2000" dirty="0"/>
          </a:p>
          <a:p>
            <a:r>
              <a:rPr lang="zh-CN" altLang="en-US" sz="2000" dirty="0"/>
              <a:t>因为穷，缺少信息来源，相信一些错误的事情，做出错误选择，形成恶性循环。</a:t>
            </a:r>
            <a:endParaRPr lang="en-US" altLang="zh-CN" sz="2000" dirty="0"/>
          </a:p>
          <a:p>
            <a:endParaRPr lang="en-US" altLang="zh-CN" sz="2000" dirty="0"/>
          </a:p>
          <a:p>
            <a:r>
              <a:rPr lang="zh-CN" altLang="en-US" sz="2000" dirty="0"/>
              <a:t>例如：</a:t>
            </a:r>
            <a:r>
              <a:rPr lang="en-US" altLang="zh-CN" sz="2000" dirty="0"/>
              <a:t>RCT</a:t>
            </a:r>
            <a:r>
              <a:rPr lang="zh-CN" altLang="en-US" sz="2000" dirty="0"/>
              <a:t>表明，穷人不相信疫苗的好处，不愿意花费很少价格给孩子打疫苗，但只要花费很少的激励，促使穷人接种疫苗（或者提供蚊帐），贫困会有显著改善。</a:t>
            </a:r>
            <a:endParaRPr lang="en-US" altLang="zh-CN" sz="2000" dirty="0"/>
          </a:p>
          <a:p>
            <a:endParaRPr lang="en-US" altLang="zh-CN" sz="2000" dirty="0"/>
          </a:p>
          <a:p>
            <a:r>
              <a:rPr lang="en-US" altLang="zh-CN" sz="2000" dirty="0">
                <a:solidFill>
                  <a:srgbClr val="7030A0"/>
                </a:solidFill>
              </a:rPr>
              <a:t>※</a:t>
            </a:r>
            <a:r>
              <a:rPr lang="zh-CN" altLang="en-US" sz="2000" dirty="0"/>
              <a:t>局限性：小心翼翼地偏离新古典的市场均衡方法和理性经济人假设，不涉及对所有制，对生产关系不平等本身的反思。为什么一开始就穷？又陷入</a:t>
            </a:r>
            <a:r>
              <a:rPr lang="zh-CN" altLang="en-US" sz="2000" b="1" dirty="0"/>
              <a:t>循环论证</a:t>
            </a:r>
            <a:r>
              <a:rPr lang="zh-CN" altLang="en-US" sz="2000" dirty="0"/>
              <a:t>了。</a:t>
            </a:r>
            <a:endParaRPr lang="en-US" altLang="zh-CN" sz="2000" dirty="0"/>
          </a:p>
          <a:p>
            <a:endParaRPr lang="en-US" altLang="zh-CN" sz="2000" dirty="0"/>
          </a:p>
          <a:p>
            <a:r>
              <a:rPr lang="zh-CN" altLang="en-US" sz="2000" dirty="0"/>
              <a:t>因为更进一步，就要进入到马克思的领域：</a:t>
            </a:r>
            <a:endParaRPr lang="en-US" altLang="zh-CN" sz="2000" dirty="0"/>
          </a:p>
          <a:p>
            <a:endParaRPr lang="en-US" altLang="zh-CN" sz="2000" dirty="0"/>
          </a:p>
          <a:p>
            <a:r>
              <a:rPr lang="zh-CN" altLang="en-US" sz="2000" dirty="0"/>
              <a:t>剩余价值</a:t>
            </a:r>
            <a:endParaRPr lang="en-US" altLang="zh-CN" sz="2000" dirty="0"/>
          </a:p>
          <a:p>
            <a:r>
              <a:rPr lang="zh-CN" altLang="en-US" sz="2000" dirty="0"/>
              <a:t>剥削</a:t>
            </a:r>
            <a:endParaRPr lang="en-US" altLang="zh-CN" sz="2000" dirty="0"/>
          </a:p>
          <a:p>
            <a:r>
              <a:rPr lang="zh-CN" altLang="en-US" sz="2000" dirty="0"/>
              <a:t>产业后备军</a:t>
            </a:r>
            <a:endParaRPr lang="en-US" altLang="zh-CN" sz="2000" dirty="0"/>
          </a:p>
          <a:p>
            <a:r>
              <a:rPr lang="zh-CN" altLang="en-US" sz="2000" dirty="0"/>
              <a:t>最终指向</a:t>
            </a:r>
            <a:r>
              <a:rPr lang="zh-CN" altLang="en-US" sz="2000" b="1" dirty="0">
                <a:solidFill>
                  <a:srgbClr val="FF0000"/>
                </a:solidFill>
              </a:rPr>
              <a:t>生产资料私有制</a:t>
            </a:r>
            <a:endParaRPr lang="en-US" altLang="zh-CN" sz="2000" b="1" dirty="0">
              <a:solidFill>
                <a:srgbClr val="FF0000"/>
              </a:solidFill>
            </a:endParaRPr>
          </a:p>
          <a:p>
            <a:endParaRPr lang="en-US" altLang="zh-CN" sz="2000" dirty="0"/>
          </a:p>
        </p:txBody>
      </p:sp>
      <p:pic>
        <p:nvPicPr>
          <p:cNvPr id="5" name="图片 4">
            <a:extLst>
              <a:ext uri="{FF2B5EF4-FFF2-40B4-BE49-F238E27FC236}">
                <a16:creationId xmlns:a16="http://schemas.microsoft.com/office/drawing/2014/main" id="{32FADE10-9346-49AA-AA03-053B2197DEC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977744" y="767803"/>
            <a:ext cx="3214255" cy="4296497"/>
          </a:xfrm>
          <a:prstGeom prst="rect">
            <a:avLst/>
          </a:prstGeom>
        </p:spPr>
      </p:pic>
      <p:sp>
        <p:nvSpPr>
          <p:cNvPr id="6" name="文本框 4">
            <a:extLst>
              <a:ext uri="{FF2B5EF4-FFF2-40B4-BE49-F238E27FC236}">
                <a16:creationId xmlns:a16="http://schemas.microsoft.com/office/drawing/2014/main" id="{EF9C7D53-9B9E-295D-30C1-CBD18A1E8A67}"/>
              </a:ext>
            </a:extLst>
          </p:cNvPr>
          <p:cNvSpPr txBox="1"/>
          <p:nvPr/>
        </p:nvSpPr>
        <p:spPr>
          <a:xfrm>
            <a:off x="8836106" y="5117726"/>
            <a:ext cx="3151707" cy="156966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1600" dirty="0"/>
              <a:t>2019</a:t>
            </a:r>
            <a:r>
              <a:rPr lang="zh-CN" altLang="en-US" sz="1600" dirty="0"/>
              <a:t>年诺贝尔经济学奖发给了该书的作者，然而，过去</a:t>
            </a:r>
            <a:r>
              <a:rPr lang="en-US" altLang="zh-CN" sz="1600" dirty="0"/>
              <a:t>40</a:t>
            </a:r>
            <a:r>
              <a:rPr lang="zh-CN" altLang="en-US" sz="1600" dirty="0"/>
              <a:t>多年中国共减少贫困人口</a:t>
            </a:r>
            <a:r>
              <a:rPr lang="en-US" altLang="zh-CN" sz="1600" dirty="0"/>
              <a:t>8.5</a:t>
            </a:r>
            <a:r>
              <a:rPr lang="zh-CN" altLang="en-US" sz="1600" dirty="0"/>
              <a:t>亿多人，对全球减贫贡献率超过</a:t>
            </a:r>
            <a:r>
              <a:rPr lang="en-US" altLang="zh-CN" sz="1600" dirty="0"/>
              <a:t>70%</a:t>
            </a:r>
            <a:r>
              <a:rPr lang="zh-CN" altLang="en-US" sz="1600" dirty="0"/>
              <a:t>。（</a:t>
            </a:r>
            <a:r>
              <a:rPr lang="en-US" altLang="zh-CN" sz="1600" dirty="0"/>
              <a:t> </a:t>
            </a:r>
            <a:r>
              <a:rPr lang="zh-CN" altLang="en-US" sz="1600" dirty="0"/>
              <a:t>数据来源：</a:t>
            </a:r>
            <a:r>
              <a:rPr lang="en-US" altLang="zh-CN" sz="1600" dirty="0"/>
              <a:t>《</a:t>
            </a:r>
            <a:r>
              <a:rPr lang="zh-CN" altLang="en-US" sz="1600" dirty="0"/>
              <a:t>改革开放</a:t>
            </a:r>
            <a:r>
              <a:rPr lang="en-US" altLang="zh-CN" sz="1600" dirty="0"/>
              <a:t>40</a:t>
            </a:r>
            <a:r>
              <a:rPr lang="zh-CN" altLang="en-US" sz="1600" dirty="0"/>
              <a:t>年中国人权事业的发展进步</a:t>
            </a:r>
            <a:r>
              <a:rPr lang="en-US" altLang="zh-CN" sz="1600" dirty="0"/>
              <a:t>》</a:t>
            </a:r>
            <a:r>
              <a:rPr lang="zh-CN" altLang="en-US" sz="1600" dirty="0"/>
              <a:t>白皮书）</a:t>
            </a:r>
          </a:p>
        </p:txBody>
      </p:sp>
    </p:spTree>
    <p:extLst>
      <p:ext uri="{BB962C8B-B14F-4D97-AF65-F5344CB8AC3E}">
        <p14:creationId xmlns:p14="http://schemas.microsoft.com/office/powerpoint/2010/main" val="88957656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39" name="椭圆 38">
            <a:extLst>
              <a:ext uri="{FF2B5EF4-FFF2-40B4-BE49-F238E27FC236}">
                <a16:creationId xmlns:a16="http://schemas.microsoft.com/office/drawing/2014/main" id="{81FC8C60-9C12-4E6C-BD97-DDF7F923FAAE}"/>
              </a:ext>
            </a:extLst>
          </p:cNvPr>
          <p:cNvSpPr/>
          <p:nvPr/>
        </p:nvSpPr>
        <p:spPr>
          <a:xfrm>
            <a:off x="1407097" y="3429001"/>
            <a:ext cx="878905" cy="8789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文本框 40">
            <a:extLst>
              <a:ext uri="{FF2B5EF4-FFF2-40B4-BE49-F238E27FC236}">
                <a16:creationId xmlns:a16="http://schemas.microsoft.com/office/drawing/2014/main" id="{9059FA0A-51B5-48CA-AB6C-4F6B4222BEFC}"/>
              </a:ext>
            </a:extLst>
          </p:cNvPr>
          <p:cNvSpPr txBox="1"/>
          <p:nvPr/>
        </p:nvSpPr>
        <p:spPr>
          <a:xfrm>
            <a:off x="1572196" y="3467101"/>
            <a:ext cx="510605"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altLang="zh-CN" sz="4800" noProof="0" dirty="0">
                <a:solidFill>
                  <a:srgbClr val="7F2C8B"/>
                </a:solidFill>
                <a:latin typeface="思源宋体 CN Heavy" panose="02020900000000000000" pitchFamily="18" charset="-122"/>
                <a:ea typeface="思源宋体 CN Heavy" panose="02020900000000000000" pitchFamily="18" charset="-122"/>
              </a:rPr>
              <a:t>2</a:t>
            </a:r>
            <a:endParaRPr kumimoji="0" lang="zh-CN" altLang="en-US"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3" name="文本框 2"/>
          <p:cNvSpPr txBox="1"/>
          <p:nvPr/>
        </p:nvSpPr>
        <p:spPr>
          <a:xfrm>
            <a:off x="1231270" y="4482440"/>
            <a:ext cx="4733432" cy="1077218"/>
          </a:xfrm>
          <a:prstGeom prst="rect">
            <a:avLst/>
          </a:prstGeom>
          <a:noFill/>
        </p:spPr>
        <p:txBody>
          <a:bodyPr wrap="square" rtlCol="0">
            <a:spAutoFit/>
          </a:bodyPr>
          <a:lstStyle/>
          <a:p>
            <a:pPr defTabSz="914377">
              <a:defRPr/>
            </a:pPr>
            <a:r>
              <a:rPr lang="zh-CN" altLang="en-US" sz="3200" dirty="0">
                <a:solidFill>
                  <a:prstClr val="white"/>
                </a:solidFill>
                <a:latin typeface="微软雅黑 Light" panose="020B0502040204020203" pitchFamily="34" charset="-122"/>
                <a:ea typeface="微软雅黑 Light" panose="020B0502040204020203" pitchFamily="34" charset="-122"/>
              </a:rPr>
              <a:t>劳动价值论</a:t>
            </a:r>
          </a:p>
          <a:p>
            <a:pPr lvl="0" defTabSz="914377">
              <a:defRPr/>
            </a:pPr>
            <a:endParaRPr lang="zh-CN" altLang="en-US" sz="3200" dirty="0">
              <a:solidFill>
                <a:prstClr val="white"/>
              </a:solidFill>
              <a:latin typeface="微软雅黑 Light" panose="020B0502040204020203" pitchFamily="34" charset="-122"/>
              <a:ea typeface="微软雅黑 Light" panose="020B0502040204020203" pitchFamily="34" charset="-122"/>
            </a:endParaRPr>
          </a:p>
        </p:txBody>
      </p:sp>
      <p:sp>
        <p:nvSpPr>
          <p:cNvPr id="8" name="Freeform 5">
            <a:extLst>
              <a:ext uri="{FF2B5EF4-FFF2-40B4-BE49-F238E27FC236}">
                <a16:creationId xmlns:a16="http://schemas.microsoft.com/office/drawing/2014/main" id="{BCE242BB-E3A3-4DEC-809D-631FE418E14B}"/>
              </a:ext>
            </a:extLst>
          </p:cNvPr>
          <p:cNvSpPr>
            <a:spLocks/>
          </p:cNvSpPr>
          <p:nvPr/>
        </p:nvSpPr>
        <p:spPr bwMode="auto">
          <a:xfrm rot="20305582">
            <a:off x="7413099" y="-1127481"/>
            <a:ext cx="7345429" cy="5201360"/>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7" name="矩形 6">
            <a:extLst>
              <a:ext uri="{FF2B5EF4-FFF2-40B4-BE49-F238E27FC236}">
                <a16:creationId xmlns:a16="http://schemas.microsoft.com/office/drawing/2014/main" id="{25C13754-2C13-4F4F-952B-8F0D3682B126}"/>
              </a:ext>
            </a:extLst>
          </p:cNvPr>
          <p:cNvSpPr/>
          <p:nvPr/>
        </p:nvSpPr>
        <p:spPr>
          <a:xfrm rot="20471800">
            <a:off x="8191492" y="1269457"/>
            <a:ext cx="2802676" cy="1938992"/>
          </a:xfrm>
          <a:prstGeom prst="rect">
            <a:avLst/>
          </a:prstGeom>
        </p:spPr>
        <p:txBody>
          <a:bodyPr wrap="square">
            <a:spAutoFit/>
          </a:bodyPr>
          <a:lstStyle/>
          <a:p>
            <a:r>
              <a:rPr lang="zh-CN" altLang="en-US" sz="2000" dirty="0">
                <a:solidFill>
                  <a:schemeClr val="bg1"/>
                </a:solidFill>
              </a:rPr>
              <a:t>分析经济形式，既不能用显微镜，也不能用化学试剂。二者都必须用抽象力来代替。</a:t>
            </a:r>
            <a:endParaRPr lang="en-US" altLang="zh-CN" sz="2000" dirty="0">
              <a:solidFill>
                <a:schemeClr val="bg1"/>
              </a:solidFill>
            </a:endParaRPr>
          </a:p>
          <a:p>
            <a:endParaRPr lang="en-US" altLang="zh-CN" sz="2000" dirty="0">
              <a:solidFill>
                <a:schemeClr val="bg1"/>
              </a:solidFill>
            </a:endParaRPr>
          </a:p>
          <a:p>
            <a:r>
              <a:rPr lang="en-US" altLang="zh-CN" sz="2000" dirty="0">
                <a:solidFill>
                  <a:schemeClr val="bg1"/>
                </a:solidFill>
              </a:rPr>
              <a:t>——《</a:t>
            </a:r>
            <a:r>
              <a:rPr lang="zh-CN" altLang="en-US" sz="2000" dirty="0">
                <a:solidFill>
                  <a:schemeClr val="bg1"/>
                </a:solidFill>
              </a:rPr>
              <a:t>资本论</a:t>
            </a:r>
            <a:r>
              <a:rPr lang="en-US" altLang="zh-CN" sz="2000" dirty="0">
                <a:solidFill>
                  <a:schemeClr val="bg1"/>
                </a:solidFill>
              </a:rPr>
              <a:t>》</a:t>
            </a:r>
            <a:r>
              <a:rPr lang="zh-CN" altLang="en-US" sz="2000" dirty="0">
                <a:solidFill>
                  <a:schemeClr val="bg1"/>
                </a:solidFill>
              </a:rPr>
              <a:t>第一卷 </a:t>
            </a:r>
            <a:endParaRPr lang="en-US" altLang="zh-CN" sz="2000" dirty="0">
              <a:solidFill>
                <a:schemeClr val="bg1"/>
              </a:solidFill>
            </a:endParaRPr>
          </a:p>
        </p:txBody>
      </p:sp>
    </p:spTree>
    <p:extLst>
      <p:ext uri="{BB962C8B-B14F-4D97-AF65-F5344CB8AC3E}">
        <p14:creationId xmlns:p14="http://schemas.microsoft.com/office/powerpoint/2010/main" val="323673224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2430646"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noProof="0" dirty="0">
                <a:solidFill>
                  <a:prstClr val="white"/>
                </a:solidFill>
                <a:latin typeface="微软雅黑 Light" panose="020B0502040204020203" pitchFamily="34" charset="-122"/>
                <a:ea typeface="微软雅黑 Light" panose="020B0502040204020203" pitchFamily="34" charset="-122"/>
              </a:rPr>
              <a:t>如何批判辩护理论？</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8565" y="982075"/>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77863" y="771386"/>
            <a:ext cx="11160686" cy="6247864"/>
          </a:xfrm>
          <a:prstGeom prst="rect">
            <a:avLst/>
          </a:prstGeom>
          <a:noFill/>
        </p:spPr>
        <p:txBody>
          <a:bodyPr wrap="square" rtlCol="0">
            <a:spAutoFit/>
          </a:bodyPr>
          <a:lstStyle/>
          <a:p>
            <a:r>
              <a:rPr lang="en-US" altLang="zh-CN" sz="2000" dirty="0">
                <a:solidFill>
                  <a:srgbClr val="7030A0"/>
                </a:solidFill>
              </a:rPr>
              <a:t>※</a:t>
            </a:r>
            <a:r>
              <a:rPr lang="zh-CN" altLang="en-US" sz="2000" dirty="0"/>
              <a:t>玩梗式的解构是远远不够的，停留在道德层面的批判同样是不够的（如</a:t>
            </a:r>
            <a:r>
              <a:rPr lang="en-US" altLang="zh-CN" sz="2000" dirty="0"/>
              <a:t>《</a:t>
            </a:r>
            <a:r>
              <a:rPr lang="zh-CN" altLang="en-US" sz="2000" dirty="0"/>
              <a:t>外卖骑手，困在系统</a:t>
            </a:r>
            <a:r>
              <a:rPr lang="en-US" altLang="zh-CN" sz="2000" dirty="0"/>
              <a:t>》</a:t>
            </a:r>
            <a:r>
              <a:rPr lang="zh-CN" altLang="en-US" sz="2000" dirty="0"/>
              <a:t>），需要掌握理论武器。</a:t>
            </a:r>
            <a:endParaRPr lang="en-US" altLang="zh-CN" sz="2000" dirty="0"/>
          </a:p>
          <a:p>
            <a:endParaRPr lang="en-US" altLang="zh-CN" sz="2000" dirty="0"/>
          </a:p>
          <a:p>
            <a:r>
              <a:rPr lang="en-US" altLang="zh-CN" sz="2000" dirty="0">
                <a:solidFill>
                  <a:srgbClr val="7030A0"/>
                </a:solidFill>
              </a:rPr>
              <a:t>※</a:t>
            </a:r>
            <a:r>
              <a:rPr lang="zh-CN" altLang="en-US" sz="2000" dirty="0"/>
              <a:t>人们对</a:t>
            </a:r>
            <a:r>
              <a:rPr lang="en-US" altLang="zh-CN" sz="2000" dirty="0"/>
              <a:t>《</a:t>
            </a:r>
            <a:r>
              <a:rPr lang="zh-CN" altLang="en-US" sz="2000" dirty="0"/>
              <a:t>资本论</a:t>
            </a:r>
            <a:r>
              <a:rPr lang="en-US" altLang="zh-CN" sz="2000" dirty="0"/>
              <a:t>》</a:t>
            </a:r>
            <a:r>
              <a:rPr lang="zh-CN" altLang="en-US" sz="2000" dirty="0"/>
              <a:t>中应用的方法理解得很差（</a:t>
            </a:r>
            <a:r>
              <a:rPr lang="en-US" altLang="zh-CN" sz="2000" dirty="0"/>
              <a:t>《</a:t>
            </a:r>
            <a:r>
              <a:rPr lang="zh-CN" altLang="en-US" sz="2000" dirty="0"/>
              <a:t>资本论</a:t>
            </a:r>
            <a:r>
              <a:rPr lang="en-US" altLang="zh-CN" sz="2000" dirty="0"/>
              <a:t>》</a:t>
            </a:r>
            <a:r>
              <a:rPr lang="zh-CN" altLang="en-US" sz="2000" dirty="0"/>
              <a:t>第一卷 ）</a:t>
            </a:r>
            <a:endParaRPr lang="en-US" altLang="zh-CN" sz="2000" dirty="0"/>
          </a:p>
          <a:p>
            <a:endParaRPr lang="en-US" altLang="zh-CN" sz="2000" dirty="0"/>
          </a:p>
          <a:p>
            <a:r>
              <a:rPr lang="en-US" altLang="zh-CN" sz="2000" dirty="0">
                <a:solidFill>
                  <a:srgbClr val="7030A0"/>
                </a:solidFill>
              </a:rPr>
              <a:t>※</a:t>
            </a:r>
            <a:r>
              <a:rPr lang="zh-CN" altLang="en-US" sz="2000" dirty="0"/>
              <a:t>唯物史观视角下的经济规律：</a:t>
            </a:r>
            <a:endParaRPr lang="en-US" altLang="zh-CN" sz="2000" dirty="0"/>
          </a:p>
          <a:p>
            <a:r>
              <a:rPr lang="en-US" altLang="zh-CN" sz="2000" dirty="0"/>
              <a:t>1</a:t>
            </a:r>
            <a:r>
              <a:rPr lang="zh-CN" altLang="en-US" sz="2000" dirty="0"/>
              <a:t>）经济社会规律≠物理学化学规律：后者不管是应用于现在或过去，都是一样的。（超历史性、超阶级性）</a:t>
            </a:r>
            <a:endParaRPr lang="en-US" altLang="zh-CN" sz="2000" dirty="0"/>
          </a:p>
          <a:p>
            <a:r>
              <a:rPr lang="en-US" altLang="zh-CN" sz="2000" dirty="0"/>
              <a:t>2</a:t>
            </a:r>
            <a:r>
              <a:rPr lang="zh-CN" altLang="en-US" sz="2000" dirty="0"/>
              <a:t>）每个历史时期都有它自己的规律，一旦生活经过了一定的发展时期，由一定阶段进入另一阶段时，它就开始受另外的规律支配。</a:t>
            </a:r>
            <a:endParaRPr lang="en-US" altLang="zh-CN" sz="2000" dirty="0"/>
          </a:p>
          <a:p>
            <a:r>
              <a:rPr lang="en-US" altLang="zh-CN" sz="2000" dirty="0"/>
              <a:t>3</a:t>
            </a:r>
            <a:r>
              <a:rPr lang="zh-CN" altLang="en-US" sz="2000" dirty="0"/>
              <a:t>）生产力的发展水平不同，生产关系和支配生产关系的规律也就不同。</a:t>
            </a:r>
            <a:endParaRPr lang="en-US" altLang="zh-CN" sz="2000" dirty="0"/>
          </a:p>
          <a:p>
            <a:endParaRPr lang="en-US" altLang="zh-CN" sz="2000" dirty="0"/>
          </a:p>
          <a:p>
            <a:r>
              <a:rPr lang="en-US" altLang="zh-CN" sz="2000" dirty="0">
                <a:solidFill>
                  <a:srgbClr val="7030A0"/>
                </a:solidFill>
              </a:rPr>
              <a:t>※</a:t>
            </a:r>
            <a:r>
              <a:rPr lang="zh-CN" altLang="en-US" sz="2000" dirty="0"/>
              <a:t>辩证法是什么？</a:t>
            </a:r>
            <a:endParaRPr lang="en-US" altLang="zh-CN" sz="2000" dirty="0"/>
          </a:p>
          <a:p>
            <a:endParaRPr lang="en-US" altLang="zh-CN" sz="2000" dirty="0"/>
          </a:p>
          <a:p>
            <a:r>
              <a:rPr lang="zh-CN" altLang="en-US" sz="2000" dirty="0"/>
              <a:t>辩证法在对现存事物的青定的理解中同时包含对现存事物的否定的理解，即对现存事物的必然灭</a:t>
            </a:r>
          </a:p>
          <a:p>
            <a:r>
              <a:rPr lang="zh-CN" altLang="en-US" sz="2000" dirty="0"/>
              <a:t>亡的理解，辩证法对每一种既成的形式都是从不断的运动中，因而也是从它的暂时性方面去理解</a:t>
            </a:r>
            <a:r>
              <a:rPr lang="en-US" altLang="zh-CN" sz="2000" dirty="0"/>
              <a:t>z </a:t>
            </a:r>
            <a:r>
              <a:rPr lang="zh-CN" altLang="en-US" sz="2000" dirty="0"/>
              <a:t>辩证法</a:t>
            </a:r>
            <a:r>
              <a:rPr lang="zh-CN" altLang="en-US" sz="2000" b="1" dirty="0">
                <a:solidFill>
                  <a:srgbClr val="FF0000"/>
                </a:solidFill>
              </a:rPr>
              <a:t>不崇拜任何东西</a:t>
            </a:r>
            <a:r>
              <a:rPr lang="zh-CN" altLang="en-US" sz="2000" dirty="0"/>
              <a:t>，按其本质来说，它是批判的和革命的。</a:t>
            </a:r>
            <a:endParaRPr lang="en-US" altLang="zh-CN" sz="2000" dirty="0"/>
          </a:p>
          <a:p>
            <a:endParaRPr lang="en-US" altLang="zh-CN" sz="2000" dirty="0"/>
          </a:p>
          <a:p>
            <a:r>
              <a:rPr lang="zh-CN" altLang="en-US" sz="2000" dirty="0"/>
              <a:t>如果有一天同学们用我交给大家的辩证法完成了</a:t>
            </a:r>
            <a:r>
              <a:rPr lang="zh-CN" altLang="en-US" sz="2000" b="1" u="sng" dirty="0"/>
              <a:t>对我的批判</a:t>
            </a:r>
            <a:r>
              <a:rPr lang="zh-CN" altLang="en-US" sz="2000" dirty="0"/>
              <a:t>，就算是真正掌握了辩证法。</a:t>
            </a:r>
            <a:endParaRPr lang="en-US" altLang="zh-CN" sz="2000" dirty="0"/>
          </a:p>
          <a:p>
            <a:endParaRPr lang="en-US" altLang="zh-CN" sz="2000" dirty="0"/>
          </a:p>
        </p:txBody>
      </p:sp>
    </p:spTree>
    <p:extLst>
      <p:ext uri="{BB962C8B-B14F-4D97-AF65-F5344CB8AC3E}">
        <p14:creationId xmlns:p14="http://schemas.microsoft.com/office/powerpoint/2010/main" val="375131891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1853596"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noProof="0" dirty="0">
                <a:solidFill>
                  <a:prstClr val="white"/>
                </a:solidFill>
                <a:latin typeface="微软雅黑 Light" panose="020B0502040204020203" pitchFamily="34" charset="-122"/>
                <a:ea typeface="微软雅黑 Light" panose="020B0502040204020203" pitchFamily="34" charset="-122"/>
              </a:rPr>
              <a:t>劳动的二重性</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8565" y="982075"/>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45939" y="714377"/>
            <a:ext cx="7658896" cy="6863417"/>
          </a:xfrm>
          <a:prstGeom prst="rect">
            <a:avLst/>
          </a:prstGeom>
          <a:noFill/>
        </p:spPr>
        <p:txBody>
          <a:bodyPr wrap="square" rtlCol="0">
            <a:spAutoFit/>
          </a:bodyPr>
          <a:lstStyle/>
          <a:p>
            <a:r>
              <a:rPr lang="en-US" altLang="zh-CN" sz="2000" dirty="0">
                <a:solidFill>
                  <a:srgbClr val="7030A0"/>
                </a:solidFill>
              </a:rPr>
              <a:t>※</a:t>
            </a:r>
            <a:r>
              <a:rPr lang="zh-CN" altLang="en-US" sz="2000" dirty="0"/>
              <a:t>用途极为不同的产品之间为何可以交换？</a:t>
            </a:r>
            <a:endParaRPr lang="en-US" altLang="zh-CN" sz="2000" dirty="0"/>
          </a:p>
          <a:p>
            <a:endParaRPr lang="en-US" altLang="zh-CN" sz="2000" dirty="0">
              <a:solidFill>
                <a:srgbClr val="7030A0"/>
              </a:solidFill>
            </a:endParaRPr>
          </a:p>
          <a:p>
            <a:r>
              <a:rPr lang="zh-CN" altLang="en-US" sz="2000" b="1" dirty="0">
                <a:solidFill>
                  <a:srgbClr val="FF0000"/>
                </a:solidFill>
              </a:rPr>
              <a:t>抽象</a:t>
            </a:r>
            <a:r>
              <a:rPr lang="zh-CN" altLang="en-US" sz="2000" dirty="0"/>
              <a:t>掉一切具体的使用价值和制造它们所使用的具体劳动，它们只剩下一个共同的属性：人类的劳动产品，包含着</a:t>
            </a:r>
            <a:r>
              <a:rPr lang="zh-CN" altLang="en-US" sz="2000" b="1" dirty="0"/>
              <a:t>无差别的人类劳动的凝结</a:t>
            </a:r>
            <a:r>
              <a:rPr lang="zh-CN" altLang="en-US" sz="2000" dirty="0"/>
              <a:t>。</a:t>
            </a:r>
            <a:endParaRPr lang="en-US" altLang="zh-CN" sz="2000" dirty="0"/>
          </a:p>
          <a:p>
            <a:endParaRPr lang="en-US" altLang="zh-CN" sz="2000" dirty="0">
              <a:solidFill>
                <a:srgbClr val="7030A0"/>
              </a:solidFill>
            </a:endParaRPr>
          </a:p>
          <a:p>
            <a:r>
              <a:rPr lang="en-US" altLang="zh-CN" sz="2000" dirty="0">
                <a:solidFill>
                  <a:srgbClr val="7030A0"/>
                </a:solidFill>
              </a:rPr>
              <a:t>※</a:t>
            </a:r>
            <a:r>
              <a:rPr lang="zh-CN" altLang="en-US" sz="2000" dirty="0"/>
              <a:t>劳动的二重性是理解政治经济学的钥匙。</a:t>
            </a:r>
            <a:endParaRPr lang="en-US" altLang="zh-CN" sz="2000" dirty="0"/>
          </a:p>
          <a:p>
            <a:endParaRPr lang="en-US" altLang="zh-CN" sz="2000" dirty="0"/>
          </a:p>
          <a:p>
            <a:r>
              <a:rPr lang="zh-CN" altLang="en-US" sz="2000" b="1" dirty="0"/>
              <a:t>具体劳动</a:t>
            </a:r>
            <a:r>
              <a:rPr lang="zh-CN" altLang="en-US" sz="2000" dirty="0"/>
              <a:t>创造商品的</a:t>
            </a:r>
            <a:r>
              <a:rPr lang="zh-CN" altLang="en-US" sz="2000" b="1" dirty="0"/>
              <a:t>使用价值</a:t>
            </a:r>
            <a:r>
              <a:rPr lang="zh-CN" altLang="en-US" sz="2000" dirty="0"/>
              <a:t>，是劳动的自然属性。</a:t>
            </a:r>
            <a:endParaRPr lang="en-US" altLang="zh-CN" sz="2000" dirty="0"/>
          </a:p>
          <a:p>
            <a:r>
              <a:rPr lang="zh-CN" altLang="en-US" sz="2000" b="1" dirty="0"/>
              <a:t>抽象劳动</a:t>
            </a:r>
            <a:r>
              <a:rPr lang="zh-CN" altLang="en-US" sz="2000" dirty="0"/>
              <a:t>形成商品的</a:t>
            </a:r>
            <a:r>
              <a:rPr lang="zh-CN" altLang="en-US" sz="2000" b="1" dirty="0"/>
              <a:t>价值</a:t>
            </a:r>
            <a:r>
              <a:rPr lang="zh-CN" altLang="en-US" sz="2000" dirty="0"/>
              <a:t>（交换价值），反映社会成员之间的社会关系。</a:t>
            </a:r>
            <a:endParaRPr lang="en-US" altLang="zh-CN" sz="2000" dirty="0"/>
          </a:p>
          <a:p>
            <a:endParaRPr lang="en-US" altLang="zh-CN" sz="2000" dirty="0"/>
          </a:p>
          <a:p>
            <a:r>
              <a:rPr lang="zh-CN" altLang="en-US" sz="2000" dirty="0"/>
              <a:t>许多对劳动价值论的批评混淆了价值与使用价值，这是因为在他们的头脑里没有“劳动的二重性”的概念。</a:t>
            </a:r>
            <a:endParaRPr lang="en-US" altLang="zh-CN" sz="2000" dirty="0"/>
          </a:p>
          <a:p>
            <a:endParaRPr lang="en-US" altLang="zh-CN" sz="2000" dirty="0"/>
          </a:p>
          <a:p>
            <a:r>
              <a:rPr lang="zh-CN" altLang="en-US" sz="2000" dirty="0"/>
              <a:t>比较优势理论：交换创造价值。</a:t>
            </a:r>
            <a:endParaRPr lang="en-US" altLang="zh-CN" sz="2000" dirty="0"/>
          </a:p>
          <a:p>
            <a:endParaRPr lang="en-US" altLang="zh-CN" sz="2000" dirty="0"/>
          </a:p>
          <a:p>
            <a:r>
              <a:rPr lang="en-US" altLang="zh-CN" sz="2000" dirty="0">
                <a:solidFill>
                  <a:srgbClr val="7030A0"/>
                </a:solidFill>
              </a:rPr>
              <a:t>※</a:t>
            </a:r>
            <a:r>
              <a:rPr lang="zh-CN" altLang="en-US" sz="2000" dirty="0"/>
              <a:t>价值表现的秘密具有历史性：一切劳动由于而且只是由于都是一般人类劳动而具有的等同性和同等意义，只有在人类平等概念已经成为国民的牢固的成见的时候，才能揭示出来。</a:t>
            </a:r>
            <a:endParaRPr lang="en-US" altLang="zh-CN" sz="2000" dirty="0"/>
          </a:p>
          <a:p>
            <a:endParaRPr lang="en-US" altLang="zh-CN" sz="2000" dirty="0"/>
          </a:p>
          <a:p>
            <a:r>
              <a:rPr lang="zh-CN" altLang="en-US" sz="2000" dirty="0"/>
              <a:t>奴隶制阻碍了亚里士多德发现价值。</a:t>
            </a:r>
            <a:endParaRPr lang="en-US" altLang="zh-CN" dirty="0"/>
          </a:p>
        </p:txBody>
      </p:sp>
      <p:pic>
        <p:nvPicPr>
          <p:cNvPr id="6" name="图片 5">
            <a:extLst>
              <a:ext uri="{FF2B5EF4-FFF2-40B4-BE49-F238E27FC236}">
                <a16:creationId xmlns:a16="http://schemas.microsoft.com/office/drawing/2014/main" id="{7B2B6E81-825D-20F4-23AD-67828C3B5ACB}"/>
              </a:ext>
            </a:extLst>
          </p:cNvPr>
          <p:cNvPicPr>
            <a:picLocks noChangeAspect="1"/>
          </p:cNvPicPr>
          <p:nvPr/>
        </p:nvPicPr>
        <p:blipFill>
          <a:blip r:embed="rId3"/>
          <a:stretch>
            <a:fillRect/>
          </a:stretch>
        </p:blipFill>
        <p:spPr>
          <a:xfrm>
            <a:off x="8104835" y="850733"/>
            <a:ext cx="3652195" cy="3878104"/>
          </a:xfrm>
          <a:prstGeom prst="rect">
            <a:avLst/>
          </a:prstGeom>
        </p:spPr>
      </p:pic>
      <p:sp>
        <p:nvSpPr>
          <p:cNvPr id="7" name="文本框 6">
            <a:extLst>
              <a:ext uri="{FF2B5EF4-FFF2-40B4-BE49-F238E27FC236}">
                <a16:creationId xmlns:a16="http://schemas.microsoft.com/office/drawing/2014/main" id="{5EE5B67B-497D-8D03-0464-AD79D561DA39}"/>
              </a:ext>
            </a:extLst>
          </p:cNvPr>
          <p:cNvSpPr txBox="1"/>
          <p:nvPr/>
        </p:nvSpPr>
        <p:spPr>
          <a:xfrm>
            <a:off x="8198285" y="4941518"/>
            <a:ext cx="3445150" cy="1754326"/>
          </a:xfrm>
          <a:prstGeom prst="rect">
            <a:avLst/>
          </a:prstGeom>
          <a:noFill/>
        </p:spPr>
        <p:txBody>
          <a:bodyPr wrap="square" rtlCol="0">
            <a:spAutoFit/>
          </a:bodyPr>
          <a:lstStyle/>
          <a:p>
            <a:r>
              <a:rPr lang="zh-CN" altLang="en-US" dirty="0"/>
              <a:t>彝族奴隶博物馆展示的解放前以物易物兑换表。</a:t>
            </a:r>
            <a:endParaRPr lang="en-US" altLang="zh-CN" dirty="0"/>
          </a:p>
          <a:p>
            <a:r>
              <a:rPr lang="zh-CN" altLang="en-US" dirty="0"/>
              <a:t>使用价值完全不同的物品为何可以相互交换？背后必然有某种同一性的东西？这种统一性的存在是什么呢？</a:t>
            </a:r>
          </a:p>
        </p:txBody>
      </p:sp>
    </p:spTree>
    <p:extLst>
      <p:ext uri="{BB962C8B-B14F-4D97-AF65-F5344CB8AC3E}">
        <p14:creationId xmlns:p14="http://schemas.microsoft.com/office/powerpoint/2010/main" val="297273823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1480734"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价值规律</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8565" y="982075"/>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45939" y="714377"/>
            <a:ext cx="11160686" cy="5970865"/>
          </a:xfrm>
          <a:prstGeom prst="rect">
            <a:avLst/>
          </a:prstGeom>
          <a:noFill/>
        </p:spPr>
        <p:txBody>
          <a:bodyPr wrap="square" rtlCol="0">
            <a:spAutoFit/>
          </a:bodyPr>
          <a:lstStyle/>
          <a:p>
            <a:r>
              <a:rPr lang="en-US" altLang="zh-CN" sz="2000" dirty="0">
                <a:solidFill>
                  <a:srgbClr val="7030A0"/>
                </a:solidFill>
              </a:rPr>
              <a:t>※</a:t>
            </a:r>
            <a:r>
              <a:rPr lang="zh-CN" altLang="en-US" sz="2000" dirty="0"/>
              <a:t>价值规律：商品的价值量由</a:t>
            </a:r>
            <a:r>
              <a:rPr lang="zh-CN" altLang="en-US" sz="2000" b="1" dirty="0">
                <a:solidFill>
                  <a:srgbClr val="FF0000"/>
                </a:solidFill>
              </a:rPr>
              <a:t>社会必要劳动时间</a:t>
            </a:r>
            <a:r>
              <a:rPr lang="zh-CN" altLang="en-US" sz="2000" dirty="0"/>
              <a:t>决定，商品实行等价交换。 商品价格受供求关系的影响，围绕价值上下波动，则是价值规律的表现形式。</a:t>
            </a:r>
            <a:endParaRPr lang="en-US" altLang="zh-CN" sz="2000" dirty="0">
              <a:solidFill>
                <a:srgbClr val="7030A0"/>
              </a:solidFill>
            </a:endParaRPr>
          </a:p>
          <a:p>
            <a:endParaRPr lang="en-US" altLang="zh-CN" sz="2000" dirty="0"/>
          </a:p>
          <a:p>
            <a:r>
              <a:rPr lang="zh-CN" altLang="en-US" sz="2000" dirty="0"/>
              <a:t>平均数（大数定理）</a:t>
            </a:r>
            <a:endParaRPr lang="en-US" altLang="zh-CN" sz="2000" dirty="0"/>
          </a:p>
          <a:p>
            <a:r>
              <a:rPr lang="en-US" altLang="zh-CN" sz="2000" dirty="0"/>
              <a:t>《</a:t>
            </a:r>
            <a:r>
              <a:rPr lang="zh-CN" altLang="en-US" sz="2000" dirty="0"/>
              <a:t>资本论</a:t>
            </a:r>
            <a:r>
              <a:rPr lang="en-US" altLang="zh-CN" sz="2000" dirty="0"/>
              <a:t>》</a:t>
            </a:r>
            <a:r>
              <a:rPr lang="zh-CN" altLang="en-US" sz="2000" dirty="0"/>
              <a:t>第一卷第三章：规则只能作为没有规则性的盲目起作用的平均数规律来为自己开辟道路。</a:t>
            </a:r>
            <a:endParaRPr lang="en-US" altLang="zh-CN" sz="2000" dirty="0"/>
          </a:p>
          <a:p>
            <a:endParaRPr lang="en-US" altLang="zh-CN" sz="2000" dirty="0"/>
          </a:p>
          <a:p>
            <a:r>
              <a:rPr lang="zh-CN" altLang="en-US" sz="2000" dirty="0"/>
              <a:t>长期关系（中心极限定理）</a:t>
            </a:r>
            <a:endParaRPr lang="en-US" altLang="zh-CN" sz="2000" dirty="0"/>
          </a:p>
          <a:p>
            <a:r>
              <a:rPr lang="en-US" altLang="zh-CN" sz="2000" dirty="0"/>
              <a:t>《</a:t>
            </a:r>
            <a:r>
              <a:rPr lang="zh-CN" altLang="en-US" sz="2000" dirty="0"/>
              <a:t>资本论</a:t>
            </a:r>
            <a:r>
              <a:rPr lang="en-US" altLang="zh-CN" sz="2000" dirty="0"/>
              <a:t>》</a:t>
            </a:r>
            <a:r>
              <a:rPr lang="zh-CN" altLang="en-US" sz="2000" dirty="0"/>
              <a:t>第一卷第三章：“特别是考察一个较长的时期，我们就会发现：在每一国家中流通的货币量的平均水平比我们根据表面现象所预料的要稳定得多”</a:t>
            </a:r>
            <a:endParaRPr lang="en-US" altLang="zh-CN" sz="2000" dirty="0"/>
          </a:p>
          <a:p>
            <a:endParaRPr lang="en-US" altLang="zh-CN" sz="2000" dirty="0"/>
          </a:p>
          <a:p>
            <a:r>
              <a:rPr lang="zh-CN" altLang="en-US" sz="2000" dirty="0"/>
              <a:t>价值能不能被测量出来？价值规律能不能得到实证检验？</a:t>
            </a:r>
            <a:endParaRPr lang="en-US" altLang="zh-CN" sz="2000" dirty="0"/>
          </a:p>
          <a:p>
            <a:r>
              <a:rPr lang="zh-CN" altLang="en-US" dirty="0"/>
              <a:t>冯志轩</a:t>
            </a:r>
            <a:r>
              <a:rPr lang="en-US" altLang="zh-CN" dirty="0"/>
              <a:t>,</a:t>
            </a:r>
            <a:r>
              <a:rPr lang="zh-CN" altLang="en-US" dirty="0"/>
              <a:t>李帮喜</a:t>
            </a:r>
            <a:r>
              <a:rPr lang="en-US" altLang="zh-CN" dirty="0"/>
              <a:t>,</a:t>
            </a:r>
            <a:r>
              <a:rPr lang="zh-CN" altLang="en-US" dirty="0"/>
              <a:t>龙治铭</a:t>
            </a:r>
            <a:r>
              <a:rPr lang="en-US" altLang="zh-CN" dirty="0"/>
              <a:t>,</a:t>
            </a:r>
            <a:r>
              <a:rPr lang="zh-CN" altLang="en-US" dirty="0"/>
              <a:t>张晨</a:t>
            </a:r>
            <a:r>
              <a:rPr lang="en-US" altLang="zh-CN" dirty="0"/>
              <a:t>.</a:t>
            </a:r>
            <a:r>
              <a:rPr lang="zh-CN" altLang="en-US" dirty="0"/>
              <a:t>价值生产、价值转移与积累过程</a:t>
            </a:r>
            <a:r>
              <a:rPr lang="en-US" altLang="zh-CN" dirty="0"/>
              <a:t>:</a:t>
            </a:r>
            <a:r>
              <a:rPr lang="zh-CN" altLang="en-US" dirty="0"/>
              <a:t>中国地区间不平衡发展的政治经济学分析</a:t>
            </a:r>
            <a:r>
              <a:rPr lang="en-US" altLang="zh-CN" dirty="0"/>
              <a:t>[J].</a:t>
            </a:r>
            <a:r>
              <a:rPr lang="zh-CN" altLang="en-US" dirty="0"/>
              <a:t>经济研究</a:t>
            </a:r>
            <a:r>
              <a:rPr lang="en-US" altLang="zh-CN" dirty="0"/>
              <a:t>,2020,55(10):4-21.</a:t>
            </a:r>
          </a:p>
          <a:p>
            <a:r>
              <a:rPr lang="en-US" altLang="zh-CN" dirty="0" err="1"/>
              <a:t>Lefteris</a:t>
            </a:r>
            <a:r>
              <a:rPr lang="en-US" altLang="zh-CN" dirty="0"/>
              <a:t> </a:t>
            </a:r>
            <a:r>
              <a:rPr lang="en-US" altLang="zh-CN" dirty="0" err="1"/>
              <a:t>Tsoulfidis</a:t>
            </a:r>
            <a:r>
              <a:rPr lang="en-US" altLang="zh-CN" dirty="0"/>
              <a:t> &amp; </a:t>
            </a:r>
            <a:r>
              <a:rPr lang="en-US" altLang="zh-CN" dirty="0" err="1"/>
              <a:t>Persefoni</a:t>
            </a:r>
            <a:r>
              <a:rPr lang="en-US" altLang="zh-CN" dirty="0"/>
              <a:t> </a:t>
            </a:r>
            <a:r>
              <a:rPr lang="en-US" altLang="zh-CN" dirty="0" err="1"/>
              <a:t>Tsaliki</a:t>
            </a:r>
            <a:r>
              <a:rPr lang="en-US" altLang="zh-CN" dirty="0"/>
              <a:t>: </a:t>
            </a:r>
            <a:r>
              <a:rPr lang="en-US" altLang="zh-CN" i="1" dirty="0"/>
              <a:t>Classical Political Economics and Modern Capitalism: Theories of Value, Competition , Trade and Long Cycles. </a:t>
            </a:r>
            <a:r>
              <a:rPr lang="en-US" altLang="zh-CN" dirty="0"/>
              <a:t>Chapter 4: </a:t>
            </a:r>
            <a:r>
              <a:rPr lang="en-US" altLang="zh-CN" dirty="0" err="1"/>
              <a:t>Labour</a:t>
            </a:r>
            <a:r>
              <a:rPr lang="en-US" altLang="zh-CN" dirty="0"/>
              <a:t> Values, Price of Production and Wage Rate of Profit Curves in Actual Economies.</a:t>
            </a:r>
          </a:p>
          <a:p>
            <a:r>
              <a:rPr lang="en-US" altLang="zh-CN" dirty="0"/>
              <a:t>Long, </a:t>
            </a:r>
            <a:r>
              <a:rPr lang="en-US" altLang="zh-CN" dirty="0" err="1"/>
              <a:t>Zhiming</a:t>
            </a:r>
            <a:r>
              <a:rPr lang="en-US" altLang="zh-CN" dirty="0"/>
              <a:t>, et al. "US-China Trade War Has the Real" Thief" Finally Been Unmasked?." </a:t>
            </a:r>
            <a:r>
              <a:rPr lang="en-US" altLang="zh-CN" i="1" dirty="0"/>
              <a:t>MONTHLY REVIEW-AN INDEPENDENT SOCIALIST MAGAZINE</a:t>
            </a:r>
            <a:r>
              <a:rPr lang="en-US" altLang="zh-CN" dirty="0"/>
              <a:t> 72.5 (2020): 6-14.</a:t>
            </a:r>
          </a:p>
          <a:p>
            <a:r>
              <a:rPr lang="en-US" altLang="zh-CN" dirty="0"/>
              <a:t>Herrera, R., Long, Z., Feng, Z., &amp; Li, B. (2021). Turning one’s loss into a win? The US trade war against China in perspective. </a:t>
            </a:r>
            <a:r>
              <a:rPr lang="en-US" altLang="zh-CN" i="1" dirty="0"/>
              <a:t>El </a:t>
            </a:r>
            <a:r>
              <a:rPr lang="en-US" altLang="zh-CN" i="1" dirty="0" err="1"/>
              <a:t>trimestre</a:t>
            </a:r>
            <a:r>
              <a:rPr lang="en-US" altLang="zh-CN" i="1" dirty="0"/>
              <a:t> </a:t>
            </a:r>
            <a:r>
              <a:rPr lang="en-US" altLang="zh-CN" i="1" dirty="0" err="1"/>
              <a:t>económico</a:t>
            </a:r>
            <a:r>
              <a:rPr lang="en-US" altLang="zh-CN" dirty="0"/>
              <a:t>, </a:t>
            </a:r>
            <a:r>
              <a:rPr lang="en-US" altLang="zh-CN" i="1" dirty="0"/>
              <a:t>88</a:t>
            </a:r>
            <a:r>
              <a:rPr lang="en-US" altLang="zh-CN" dirty="0"/>
              <a:t>(352), 1073-1097.</a:t>
            </a:r>
          </a:p>
        </p:txBody>
      </p:sp>
    </p:spTree>
    <p:extLst>
      <p:ext uri="{BB962C8B-B14F-4D97-AF65-F5344CB8AC3E}">
        <p14:creationId xmlns:p14="http://schemas.microsoft.com/office/powerpoint/2010/main" val="299698358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E3A2DD-3062-8DC5-2B54-3909963EEC03}"/>
            </a:ext>
          </a:extLst>
        </p:cNvPr>
        <p:cNvGrpSpPr/>
        <p:nvPr/>
      </p:nvGrpSpPr>
      <p:grpSpPr>
        <a:xfrm>
          <a:off x="0" y="0"/>
          <a:ext cx="0" cy="0"/>
          <a:chOff x="0" y="0"/>
          <a:chExt cx="0" cy="0"/>
        </a:xfrm>
      </p:grpSpPr>
      <p:sp>
        <p:nvSpPr>
          <p:cNvPr id="4" name="文本框 3">
            <a:extLst>
              <a:ext uri="{FF2B5EF4-FFF2-40B4-BE49-F238E27FC236}">
                <a16:creationId xmlns:a16="http://schemas.microsoft.com/office/drawing/2014/main" id="{2BAAD119-EEEC-CBA9-49CA-4CA04C96AA0D}"/>
              </a:ext>
            </a:extLst>
          </p:cNvPr>
          <p:cNvSpPr txBox="1"/>
          <p:nvPr/>
        </p:nvSpPr>
        <p:spPr>
          <a:xfrm>
            <a:off x="534497" y="304741"/>
            <a:ext cx="2612464"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价值规律的适用范围</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B23CE26-E129-839C-FE79-41D317A944ED}"/>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2FE29814-7A3E-6CEB-191E-AC1B516320EC}"/>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D2823F34-AB56-3A3D-6C5F-0E51E72F9443}"/>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1C442D2B-A978-E654-E2B1-A5E2410BDF39}"/>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605152EB-CA85-8DF9-171D-5E5EBFAF6F1B}"/>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94FB5B39-4013-A3C9-A9C6-28F39A27486A}"/>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4A3D86B2-3DB7-E49D-F0B5-85E98D203920}"/>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20D38EBF-0CE0-6A1E-D19D-D660179C72EB}"/>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31828938-0D48-8665-45AF-32291D256B43}"/>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AE713D27-C178-7FC9-8E04-E22FDADACBEC}"/>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19174862-1485-DF2B-488D-D7D2A5A0EAD3}"/>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D876999B-836F-1B3E-8CE2-16CF7FBA7DE7}"/>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E7AA4D06-A2EC-FD1E-23FC-8713A7B145CD}"/>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1C24CD9B-F8C3-05E2-DD4C-5D4381AB37B7}"/>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74B24EB9-9E64-772A-8728-BF3EFBFFB0A7}"/>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A46FB1B0-9373-A9AC-A653-300DC588A805}"/>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D0BE9F67-0B83-62AA-1B21-793164A9E653}"/>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3BC41C95-85EC-2C79-D43C-EE9B4F44B9F0}"/>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2D3FECD3-F3DB-ADEF-730E-A09FF4126D74}"/>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693FDFD7-B990-B2DE-691F-CBAC22967DEC}"/>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1E366601-DD16-57D6-AE6C-0A5AB830C55D}"/>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a:extLst>
              <a:ext uri="{FF2B5EF4-FFF2-40B4-BE49-F238E27FC236}">
                <a16:creationId xmlns:a16="http://schemas.microsoft.com/office/drawing/2014/main" id="{85FDA475-3B80-34C1-7449-24F6279C8BFB}"/>
              </a:ext>
            </a:extLst>
          </p:cNvPr>
          <p:cNvSpPr txBox="1"/>
          <p:nvPr/>
        </p:nvSpPr>
        <p:spPr>
          <a:xfrm>
            <a:off x="548565" y="982075"/>
            <a:ext cx="5820120" cy="5624946"/>
          </a:xfrm>
          <a:prstGeom prst="rect">
            <a:avLst/>
          </a:prstGeom>
          <a:noFill/>
        </p:spPr>
        <p:txBody>
          <a:bodyPr wrap="square" rtlCol="0">
            <a:spAutoFit/>
          </a:bodyPr>
          <a:lstStyle/>
          <a:p>
            <a:endParaRPr lang="zh-CN" altLang="en-US" dirty="0"/>
          </a:p>
        </p:txBody>
      </p:sp>
      <p:sp>
        <p:nvSpPr>
          <p:cNvPr id="3" name="文本框 2">
            <a:extLst>
              <a:ext uri="{FF2B5EF4-FFF2-40B4-BE49-F238E27FC236}">
                <a16:creationId xmlns:a16="http://schemas.microsoft.com/office/drawing/2014/main" id="{DE3F97F7-386E-1D1B-C885-7FCCB30DFE98}"/>
              </a:ext>
            </a:extLst>
          </p:cNvPr>
          <p:cNvSpPr txBox="1"/>
          <p:nvPr/>
        </p:nvSpPr>
        <p:spPr>
          <a:xfrm>
            <a:off x="445939" y="714377"/>
            <a:ext cx="8382217" cy="6247864"/>
          </a:xfrm>
          <a:prstGeom prst="rect">
            <a:avLst/>
          </a:prstGeom>
          <a:noFill/>
        </p:spPr>
        <p:txBody>
          <a:bodyPr wrap="square" rtlCol="0">
            <a:spAutoFit/>
          </a:bodyPr>
          <a:lstStyle/>
          <a:p>
            <a:r>
              <a:rPr lang="en-US" altLang="zh-CN" sz="2000" dirty="0">
                <a:solidFill>
                  <a:srgbClr val="7030A0"/>
                </a:solidFill>
              </a:rPr>
              <a:t>※</a:t>
            </a:r>
            <a:r>
              <a:rPr lang="zh-CN" altLang="en-US" sz="2000" dirty="0"/>
              <a:t>价值规律适用的历史条件：人人平等的时代。</a:t>
            </a:r>
            <a:endParaRPr lang="en-US" altLang="zh-CN" sz="2000" dirty="0"/>
          </a:p>
          <a:p>
            <a:r>
              <a:rPr lang="en-US" altLang="zh-CN" sz="2000" dirty="0"/>
              <a:t>《</a:t>
            </a:r>
            <a:r>
              <a:rPr lang="zh-CN" altLang="en-US" sz="2000" dirty="0"/>
              <a:t>资本论</a:t>
            </a:r>
            <a:r>
              <a:rPr lang="en-US" altLang="zh-CN" sz="2000" dirty="0"/>
              <a:t>》</a:t>
            </a:r>
            <a:r>
              <a:rPr lang="zh-CN" altLang="en-US" sz="2000" dirty="0"/>
              <a:t>第一卷：“亚里士多德没有能从价值形式本身看出，在商品价值形式中，一切劳动都表现为等同的人类劳动，因而是同等意义的劳动，</a:t>
            </a:r>
            <a:r>
              <a:rPr lang="zh-CN" altLang="en-US" sz="2000" b="1" dirty="0"/>
              <a:t>这是因为希腊社会是建立在奴隶劳动的基础上的，因而是以人们之间以及他们的劳动力之间的不平等为自然基础的。价值表现的秘密，即一切劳动由于而且只是由于都是一般人类劳动而具有的等同性和同等意义，只有在人类平等概念已经成为国民的牢固的成见的时候，才能揭示出来。</a:t>
            </a:r>
            <a:r>
              <a:rPr lang="zh-CN" altLang="en-US" sz="2000" dirty="0"/>
              <a:t>”</a:t>
            </a:r>
            <a:endParaRPr lang="en-US" altLang="zh-CN" sz="2000" dirty="0"/>
          </a:p>
          <a:p>
            <a:r>
              <a:rPr lang="zh-CN" altLang="en-US" sz="2000" dirty="0"/>
              <a:t>恩格斯在</a:t>
            </a:r>
            <a:r>
              <a:rPr lang="en-US" altLang="zh-CN" sz="2000" dirty="0"/>
              <a:t>《</a:t>
            </a:r>
            <a:r>
              <a:rPr lang="zh-CN" altLang="en-US" sz="2000" dirty="0"/>
              <a:t>资本论</a:t>
            </a:r>
            <a:r>
              <a:rPr lang="en-US" altLang="zh-CN" sz="2000" dirty="0"/>
              <a:t>》</a:t>
            </a:r>
            <a:r>
              <a:rPr lang="zh-CN" altLang="en-US" sz="2000" dirty="0"/>
              <a:t>第三卷增补中更加明确指出：</a:t>
            </a:r>
            <a:r>
              <a:rPr lang="en-US" altLang="zh-CN" sz="2000" dirty="0"/>
              <a:t>"</a:t>
            </a:r>
            <a:r>
              <a:rPr lang="zh-CN" altLang="en-US" sz="2000" dirty="0"/>
              <a:t>马克思的价值规律对于整个简单商品生产时期是普遍适用的，也就是说，直到简单商品生产由于资本主义生产形式的出现而发生变化之前是普遍适用的。</a:t>
            </a:r>
            <a:r>
              <a:rPr lang="en-US" altLang="zh-CN" sz="2000" dirty="0"/>
              <a:t>“</a:t>
            </a:r>
          </a:p>
          <a:p>
            <a:endParaRPr lang="en-US" altLang="zh-CN" sz="2000" dirty="0"/>
          </a:p>
          <a:p>
            <a:r>
              <a:rPr lang="en-US" altLang="zh-CN" sz="2000" dirty="0">
                <a:solidFill>
                  <a:srgbClr val="7030A0"/>
                </a:solidFill>
              </a:rPr>
              <a:t>※</a:t>
            </a:r>
            <a:r>
              <a:rPr lang="zh-CN" altLang="en-US" sz="2000" dirty="0"/>
              <a:t>价值规律使用的对象性范围：社会化大生产的产品。</a:t>
            </a:r>
            <a:endParaRPr lang="en-US" altLang="zh-CN" sz="2000" dirty="0"/>
          </a:p>
          <a:p>
            <a:r>
              <a:rPr lang="zh-CN" altLang="en-US" sz="2000" dirty="0"/>
              <a:t>自用产品、不能社会再生产的艺术品、名誉、信用，尽管可能有价格，但不适用劳动价值论。</a:t>
            </a:r>
            <a:endParaRPr lang="en-US" altLang="zh-CN" sz="2000" dirty="0"/>
          </a:p>
          <a:p>
            <a:r>
              <a:rPr lang="en-US" altLang="zh-CN" sz="2000" dirty="0"/>
              <a:t>《</a:t>
            </a:r>
            <a:r>
              <a:rPr lang="zh-CN" altLang="en-US" sz="2000" dirty="0"/>
              <a:t>资本论</a:t>
            </a:r>
            <a:r>
              <a:rPr lang="en-US" altLang="zh-CN" sz="2000" dirty="0"/>
              <a:t>》</a:t>
            </a:r>
            <a:r>
              <a:rPr lang="zh-CN" altLang="en-US" sz="2000" dirty="0"/>
              <a:t>第三卷：</a:t>
            </a:r>
            <a:r>
              <a:rPr lang="en-US" altLang="zh-CN" sz="2000" dirty="0"/>
              <a:t>"</a:t>
            </a:r>
            <a:r>
              <a:rPr lang="zh-CN" altLang="en-US" sz="2000" dirty="0"/>
              <a:t>必须牢牢记住，那些本身没有任何价值，即不是劳动产品的东西（如土地），或者至少不能由劳动再生产的东西（如</a:t>
            </a:r>
            <a:r>
              <a:rPr lang="zh-CN" altLang="en-US" sz="2000" b="1" dirty="0">
                <a:solidFill>
                  <a:srgbClr val="FF0000"/>
                </a:solidFill>
              </a:rPr>
              <a:t>古董</a:t>
            </a:r>
            <a:r>
              <a:rPr lang="zh-CN" altLang="en-US" sz="2000" dirty="0"/>
              <a:t>，某些名家的</a:t>
            </a:r>
            <a:r>
              <a:rPr lang="zh-CN" altLang="en-US" sz="2000" b="1" dirty="0">
                <a:solidFill>
                  <a:srgbClr val="FF0000"/>
                </a:solidFill>
              </a:rPr>
              <a:t>艺术品</a:t>
            </a:r>
            <a:r>
              <a:rPr lang="zh-CN" altLang="en-US" sz="2000" dirty="0"/>
              <a:t>等等）的价格，可以由一些结合在一起的非常偶然的情况来决定。要出售一件东西，唯一需要的是，它可以被独占，并且可以让渡。</a:t>
            </a:r>
            <a:r>
              <a:rPr lang="en-US" altLang="zh-CN" sz="2000" dirty="0"/>
              <a:t>"</a:t>
            </a:r>
          </a:p>
          <a:p>
            <a:r>
              <a:rPr lang="en-US" altLang="zh-CN" sz="2000" dirty="0">
                <a:solidFill>
                  <a:srgbClr val="7030A0"/>
                </a:solidFill>
              </a:rPr>
              <a:t>※</a:t>
            </a:r>
            <a:r>
              <a:rPr lang="zh-CN" altLang="en-US" sz="2000" dirty="0">
                <a:solidFill>
                  <a:srgbClr val="FF0000"/>
                </a:solidFill>
              </a:rPr>
              <a:t>不能所有有价格的东西都用劳动价值论去解释</a:t>
            </a:r>
            <a:r>
              <a:rPr lang="en-US" altLang="zh-CN" sz="2000" dirty="0">
                <a:solidFill>
                  <a:srgbClr val="FF0000"/>
                </a:solidFill>
              </a:rPr>
              <a:t>!</a:t>
            </a:r>
            <a:endParaRPr lang="en-US" altLang="zh-CN" dirty="0">
              <a:solidFill>
                <a:srgbClr val="FF0000"/>
              </a:solidFill>
            </a:endParaRPr>
          </a:p>
        </p:txBody>
      </p:sp>
      <p:sp>
        <p:nvSpPr>
          <p:cNvPr id="6" name="文本框 5">
            <a:extLst>
              <a:ext uri="{FF2B5EF4-FFF2-40B4-BE49-F238E27FC236}">
                <a16:creationId xmlns:a16="http://schemas.microsoft.com/office/drawing/2014/main" id="{E889970D-4369-C30B-D090-E95C6EE608CC}"/>
              </a:ext>
            </a:extLst>
          </p:cNvPr>
          <p:cNvSpPr txBox="1"/>
          <p:nvPr/>
        </p:nvSpPr>
        <p:spPr>
          <a:xfrm>
            <a:off x="8841449" y="3429000"/>
            <a:ext cx="3261218" cy="2031325"/>
          </a:xfrm>
          <a:prstGeom prst="rect">
            <a:avLst/>
          </a:prstGeom>
          <a:noFill/>
        </p:spPr>
        <p:txBody>
          <a:bodyPr wrap="square">
            <a:spAutoFit/>
          </a:bodyPr>
          <a:lstStyle/>
          <a:p>
            <a:r>
              <a:rPr lang="zh-CN" altLang="en-US" sz="1800" dirty="0"/>
              <a:t>梵高的画不能再生产，梵高的画制成批量印刷品就由价值规律支配。</a:t>
            </a:r>
            <a:endParaRPr lang="en-US" altLang="zh-CN" sz="1800" dirty="0"/>
          </a:p>
          <a:p>
            <a:endParaRPr lang="en-US" altLang="zh-CN" dirty="0"/>
          </a:p>
          <a:p>
            <a:r>
              <a:rPr lang="zh-CN" altLang="en-US" dirty="0"/>
              <a:t>深圳大芬村农民工赵大勇复制梵高的油画，价格与梵高原作相差几万倍。</a:t>
            </a:r>
            <a:endParaRPr lang="en-US" altLang="zh-CN" sz="1800" dirty="0"/>
          </a:p>
        </p:txBody>
      </p:sp>
      <p:pic>
        <p:nvPicPr>
          <p:cNvPr id="8" name="图片 7">
            <a:extLst>
              <a:ext uri="{FF2B5EF4-FFF2-40B4-BE49-F238E27FC236}">
                <a16:creationId xmlns:a16="http://schemas.microsoft.com/office/drawing/2014/main" id="{E03FFBCB-E2A3-7BA2-082D-902922A76153}"/>
              </a:ext>
            </a:extLst>
          </p:cNvPr>
          <p:cNvPicPr>
            <a:picLocks noChangeAspect="1"/>
          </p:cNvPicPr>
          <p:nvPr/>
        </p:nvPicPr>
        <p:blipFill>
          <a:blip r:embed="rId3"/>
          <a:stretch>
            <a:fillRect/>
          </a:stretch>
        </p:blipFill>
        <p:spPr>
          <a:xfrm>
            <a:off x="8752115" y="1468491"/>
            <a:ext cx="3439886" cy="1808329"/>
          </a:xfrm>
          <a:prstGeom prst="rect">
            <a:avLst/>
          </a:prstGeom>
        </p:spPr>
      </p:pic>
    </p:spTree>
    <p:extLst>
      <p:ext uri="{BB962C8B-B14F-4D97-AF65-F5344CB8AC3E}">
        <p14:creationId xmlns:p14="http://schemas.microsoft.com/office/powerpoint/2010/main" val="417622520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2705853"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“违背”价值规律的现象</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8565" y="982075"/>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45938" y="714377"/>
            <a:ext cx="7414144" cy="5663089"/>
          </a:xfrm>
          <a:prstGeom prst="rect">
            <a:avLst/>
          </a:prstGeom>
          <a:noFill/>
        </p:spPr>
        <p:txBody>
          <a:bodyPr wrap="square" rtlCol="0">
            <a:spAutoFit/>
          </a:bodyPr>
          <a:lstStyle/>
          <a:p>
            <a:r>
              <a:rPr lang="en-US" altLang="zh-CN" dirty="0">
                <a:solidFill>
                  <a:srgbClr val="7030A0"/>
                </a:solidFill>
              </a:rPr>
              <a:t>※</a:t>
            </a:r>
            <a:r>
              <a:rPr lang="zh-CN" altLang="en-US" dirty="0"/>
              <a:t>效用价值论者：把劳动价值论者扔在沙漠里，问他一瓶水的价值是多少？</a:t>
            </a:r>
            <a:endParaRPr lang="en-US" altLang="zh-CN" dirty="0"/>
          </a:p>
          <a:p>
            <a:r>
              <a:rPr lang="zh-CN" altLang="en-US" dirty="0"/>
              <a:t>如何理解“</a:t>
            </a:r>
            <a:r>
              <a:rPr lang="zh-CN" altLang="en-US" b="1" dirty="0"/>
              <a:t>社会必要劳动时间</a:t>
            </a:r>
            <a:r>
              <a:rPr lang="zh-CN" altLang="en-US" dirty="0"/>
              <a:t>”？</a:t>
            </a:r>
            <a:endParaRPr lang="en-US" altLang="zh-CN" dirty="0"/>
          </a:p>
          <a:p>
            <a:endParaRPr lang="en-US" altLang="zh-CN" dirty="0">
              <a:solidFill>
                <a:srgbClr val="7030A0"/>
              </a:solidFill>
            </a:endParaRPr>
          </a:p>
          <a:p>
            <a:r>
              <a:rPr lang="en-US" altLang="zh-CN" dirty="0">
                <a:solidFill>
                  <a:srgbClr val="7030A0"/>
                </a:solidFill>
              </a:rPr>
              <a:t>※</a:t>
            </a:r>
            <a:r>
              <a:rPr lang="zh-CN" altLang="en-US" dirty="0"/>
              <a:t>“串珠子”的悖论：</a:t>
            </a:r>
            <a:endParaRPr lang="en-US" altLang="zh-CN" dirty="0"/>
          </a:p>
          <a:p>
            <a:r>
              <a:rPr lang="zh-CN" altLang="en-US" dirty="0"/>
              <a:t>玻璃珠子价值</a:t>
            </a:r>
            <a:r>
              <a:rPr lang="en-US" altLang="zh-CN" dirty="0"/>
              <a:t>8</a:t>
            </a:r>
            <a:r>
              <a:rPr lang="zh-CN" altLang="en-US" dirty="0"/>
              <a:t>元，雇佣一位盲人去串成手串（盲人无法区分珠子材质），串好后市场价格为</a:t>
            </a:r>
            <a:r>
              <a:rPr lang="en-US" altLang="zh-CN" dirty="0"/>
              <a:t>10</a:t>
            </a:r>
            <a:r>
              <a:rPr lang="zh-CN" altLang="en-US" dirty="0"/>
              <a:t>元。</a:t>
            </a:r>
            <a:endParaRPr lang="en-US" altLang="zh-CN" dirty="0"/>
          </a:p>
          <a:p>
            <a:r>
              <a:rPr lang="zh-CN" altLang="en-US" dirty="0"/>
              <a:t>水晶珠子价值</a:t>
            </a:r>
            <a:r>
              <a:rPr lang="en-US" altLang="zh-CN" dirty="0"/>
              <a:t>80</a:t>
            </a:r>
            <a:r>
              <a:rPr lang="zh-CN" altLang="en-US" dirty="0"/>
              <a:t>元，同样雇佣这位盲人串为手串，串好后市场价格为</a:t>
            </a:r>
            <a:r>
              <a:rPr lang="en-US" altLang="zh-CN" dirty="0"/>
              <a:t>100</a:t>
            </a:r>
            <a:r>
              <a:rPr lang="zh-CN" altLang="en-US" dirty="0"/>
              <a:t>元。</a:t>
            </a:r>
            <a:endParaRPr lang="en-US" altLang="zh-CN" dirty="0"/>
          </a:p>
          <a:p>
            <a:r>
              <a:rPr lang="zh-CN" altLang="en-US" dirty="0"/>
              <a:t>为何同样的劳动，却创造了不同的价值？（</a:t>
            </a:r>
            <a:r>
              <a:rPr lang="en-US" altLang="zh-CN" dirty="0"/>
              <a:t>2</a:t>
            </a:r>
            <a:r>
              <a:rPr lang="zh-CN" altLang="en-US" dirty="0"/>
              <a:t>元与</a:t>
            </a:r>
            <a:r>
              <a:rPr lang="en-US" altLang="zh-CN" dirty="0"/>
              <a:t>20</a:t>
            </a:r>
            <a:r>
              <a:rPr lang="zh-CN" altLang="en-US" dirty="0"/>
              <a:t>元）</a:t>
            </a:r>
            <a:endParaRPr lang="en-US" altLang="zh-CN" dirty="0"/>
          </a:p>
          <a:p>
            <a:r>
              <a:rPr lang="zh-CN" altLang="en-US" dirty="0"/>
              <a:t>是不是劳动价值论错了？</a:t>
            </a:r>
            <a:endParaRPr lang="en-US" altLang="zh-CN" dirty="0"/>
          </a:p>
          <a:p>
            <a:endParaRPr lang="en-US" altLang="zh-CN" dirty="0"/>
          </a:p>
          <a:p>
            <a:r>
              <a:rPr lang="en-US" altLang="zh-CN" dirty="0">
                <a:solidFill>
                  <a:srgbClr val="7030A0"/>
                </a:solidFill>
              </a:rPr>
              <a:t>※</a:t>
            </a:r>
            <a:r>
              <a:rPr lang="zh-CN" altLang="en-US" dirty="0"/>
              <a:t>马克思在</a:t>
            </a:r>
            <a:r>
              <a:rPr lang="en-US" altLang="zh-CN" dirty="0"/>
              <a:t>《</a:t>
            </a:r>
            <a:r>
              <a:rPr lang="zh-CN" altLang="en-US" dirty="0"/>
              <a:t>资本论</a:t>
            </a:r>
            <a:r>
              <a:rPr lang="en-US" altLang="zh-CN" dirty="0"/>
              <a:t>》</a:t>
            </a:r>
            <a:r>
              <a:rPr lang="zh-CN" altLang="en-US" dirty="0"/>
              <a:t>第三卷中提出了</a:t>
            </a:r>
            <a:r>
              <a:rPr lang="zh-CN" altLang="en-US" b="1" dirty="0"/>
              <a:t>生产价格理论</a:t>
            </a:r>
            <a:r>
              <a:rPr lang="zh-CN" altLang="en-US" dirty="0"/>
              <a:t>来解释这个问题。（将在平均利润率那一讲详细展开）</a:t>
            </a:r>
            <a:endParaRPr lang="en-US" altLang="zh-CN" dirty="0"/>
          </a:p>
          <a:p>
            <a:r>
              <a:rPr lang="zh-CN" altLang="en-US" dirty="0"/>
              <a:t>政治经济学学习的困难之一在此：</a:t>
            </a:r>
            <a:r>
              <a:rPr lang="zh-CN" altLang="en-US" b="1" dirty="0">
                <a:solidFill>
                  <a:srgbClr val="FF0000"/>
                </a:solidFill>
              </a:rPr>
              <a:t>只能整体地、融会贯通地理解</a:t>
            </a:r>
            <a:r>
              <a:rPr lang="zh-CN" altLang="en-US" dirty="0"/>
              <a:t>，不能像学习自然科学那样肢解开来理解。</a:t>
            </a:r>
            <a:endParaRPr lang="en-US" altLang="zh-CN" dirty="0"/>
          </a:p>
          <a:p>
            <a:endParaRPr lang="en-US" altLang="zh-CN" dirty="0"/>
          </a:p>
          <a:p>
            <a:r>
              <a:rPr lang="zh-CN" altLang="en-US" dirty="0"/>
              <a:t>最简单的经济社会现象中已经包含了最为复杂的生产关系。</a:t>
            </a:r>
            <a:endParaRPr lang="en-US" altLang="zh-CN" dirty="0"/>
          </a:p>
          <a:p>
            <a:endParaRPr lang="en-US" altLang="zh-CN" dirty="0">
              <a:solidFill>
                <a:srgbClr val="7030A0"/>
              </a:solidFill>
            </a:endParaRPr>
          </a:p>
          <a:p>
            <a:r>
              <a:rPr lang="en-US" altLang="zh-CN" dirty="0">
                <a:solidFill>
                  <a:srgbClr val="7030A0"/>
                </a:solidFill>
              </a:rPr>
              <a:t>※</a:t>
            </a:r>
            <a:r>
              <a:rPr lang="en-US" altLang="zh-CN" dirty="0"/>
              <a:t>AI</a:t>
            </a:r>
            <a:r>
              <a:rPr lang="zh-CN" altLang="en-US" dirty="0"/>
              <a:t>和机器人创造价值吗？需要理解价值转移（折旧）和超额剩余价值</a:t>
            </a:r>
            <a:r>
              <a:rPr lang="zh-CN" altLang="en-US" sz="2000" dirty="0"/>
              <a:t>。</a:t>
            </a:r>
            <a:endParaRPr lang="en-US" altLang="zh-CN" sz="2000" dirty="0"/>
          </a:p>
        </p:txBody>
      </p:sp>
      <p:pic>
        <p:nvPicPr>
          <p:cNvPr id="5" name="图片 4"/>
          <p:cNvPicPr>
            <a:picLocks noChangeAspect="1"/>
          </p:cNvPicPr>
          <p:nvPr/>
        </p:nvPicPr>
        <p:blipFill rotWithShape="1">
          <a:blip r:embed="rId3" cstate="hqprint">
            <a:extLst>
              <a:ext uri="{28A0092B-C50C-407E-A947-70E740481C1C}">
                <a14:useLocalDpi xmlns:a14="http://schemas.microsoft.com/office/drawing/2010/main" val="0"/>
              </a:ext>
            </a:extLst>
          </a:blip>
          <a:srcRect l="1" t="7075" r="-660"/>
          <a:stretch/>
        </p:blipFill>
        <p:spPr>
          <a:xfrm>
            <a:off x="8176072" y="704851"/>
            <a:ext cx="2801120" cy="5596065"/>
          </a:xfrm>
          <a:prstGeom prst="rect">
            <a:avLst/>
          </a:prstGeom>
        </p:spPr>
      </p:pic>
      <p:sp>
        <p:nvSpPr>
          <p:cNvPr id="6" name="文本框 5"/>
          <p:cNvSpPr txBox="1"/>
          <p:nvPr/>
        </p:nvSpPr>
        <p:spPr>
          <a:xfrm>
            <a:off x="8176072" y="6346688"/>
            <a:ext cx="2801120" cy="373708"/>
          </a:xfrm>
          <a:prstGeom prst="rect">
            <a:avLst/>
          </a:prstGeom>
          <a:noFill/>
        </p:spPr>
        <p:txBody>
          <a:bodyPr wrap="square" rtlCol="0">
            <a:spAutoFit/>
          </a:bodyPr>
          <a:lstStyle/>
          <a:p>
            <a:r>
              <a:rPr lang="zh-CN" altLang="en-US" dirty="0"/>
              <a:t>知乎上一个很好的误解</a:t>
            </a:r>
          </a:p>
        </p:txBody>
      </p:sp>
    </p:spTree>
    <p:extLst>
      <p:ext uri="{BB962C8B-B14F-4D97-AF65-F5344CB8AC3E}">
        <p14:creationId xmlns:p14="http://schemas.microsoft.com/office/powerpoint/2010/main" val="99337752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1871352"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zh-CN" altLang="en-US" sz="2000" dirty="0">
                <a:solidFill>
                  <a:prstClr val="white"/>
                </a:solidFill>
                <a:latin typeface="微软雅黑 Light" panose="020B0502040204020203" pitchFamily="34" charset="-122"/>
                <a:ea typeface="微软雅黑 Light" panose="020B0502040204020203" pitchFamily="34" charset="-122"/>
              </a:rPr>
              <a:t>剩余价值规律</a:t>
            </a:r>
            <a:endPar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48565" y="982075"/>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45938" y="714377"/>
            <a:ext cx="11216725" cy="6247864"/>
          </a:xfrm>
          <a:prstGeom prst="rect">
            <a:avLst/>
          </a:prstGeom>
          <a:noFill/>
        </p:spPr>
        <p:txBody>
          <a:bodyPr wrap="square" rtlCol="0">
            <a:spAutoFit/>
          </a:bodyPr>
          <a:lstStyle/>
          <a:p>
            <a:r>
              <a:rPr lang="en-US" altLang="zh-CN" sz="2000" dirty="0">
                <a:solidFill>
                  <a:srgbClr val="7030A0"/>
                </a:solidFill>
              </a:rPr>
              <a:t>※</a:t>
            </a:r>
            <a:r>
              <a:rPr lang="zh-CN" altLang="en-US" sz="2000" dirty="0"/>
              <a:t>资本家发家致富的秘密究竟是什么？</a:t>
            </a:r>
            <a:endParaRPr lang="en-US" altLang="zh-CN" sz="2000" dirty="0"/>
          </a:p>
          <a:p>
            <a:endParaRPr lang="en-US" altLang="zh-CN" sz="2000" dirty="0"/>
          </a:p>
          <a:p>
            <a:r>
              <a:rPr lang="en-US" altLang="zh-CN" sz="2000" dirty="0">
                <a:solidFill>
                  <a:srgbClr val="7030A0"/>
                </a:solidFill>
              </a:rPr>
              <a:t>※</a:t>
            </a:r>
            <a:r>
              <a:rPr lang="zh-CN" altLang="en-US" sz="2000" dirty="0"/>
              <a:t>剩余价值规律：雇佣工人创造的新价值，比他自身的劳动力的价值更大，为资本家提供了一个超过劳动力价值的剩余价值。</a:t>
            </a:r>
            <a:endParaRPr lang="en-US" altLang="zh-CN" sz="2000" dirty="0"/>
          </a:p>
          <a:p>
            <a:endParaRPr lang="en-US" altLang="zh-CN" sz="2000" dirty="0"/>
          </a:p>
          <a:p>
            <a:r>
              <a:rPr lang="zh-CN" altLang="en-US" sz="2000" dirty="0"/>
              <a:t>劳动力的日维持费用</a:t>
            </a:r>
            <a:r>
              <a:rPr lang="en-US" altLang="zh-CN" sz="2000" dirty="0"/>
              <a:t>&lt;</a:t>
            </a:r>
            <a:r>
              <a:rPr lang="zh-CN" altLang="en-US" sz="2000" dirty="0"/>
              <a:t>劳动力被使用时创造的价值</a:t>
            </a:r>
            <a:endParaRPr lang="en-US" altLang="zh-CN" sz="2000" dirty="0"/>
          </a:p>
          <a:p>
            <a:r>
              <a:rPr lang="zh-CN" altLang="en-US" sz="2000" dirty="0"/>
              <a:t>劳动力的价值，就是维持劳动力占有者所必要的生活资料的价值。</a:t>
            </a:r>
            <a:endParaRPr lang="en-US" altLang="zh-CN" sz="2000" dirty="0"/>
          </a:p>
          <a:p>
            <a:endParaRPr lang="en-US" altLang="zh-CN" sz="2000" dirty="0"/>
          </a:p>
          <a:p>
            <a:r>
              <a:rPr lang="en-US" altLang="zh-CN" sz="2000" dirty="0">
                <a:solidFill>
                  <a:srgbClr val="7030A0"/>
                </a:solidFill>
              </a:rPr>
              <a:t>※</a:t>
            </a:r>
            <a:r>
              <a:rPr lang="zh-CN" altLang="en-US" sz="2000" b="1" dirty="0"/>
              <a:t>劳动力的定义</a:t>
            </a:r>
            <a:r>
              <a:rPr lang="zh-CN" altLang="en-US" sz="2000" dirty="0"/>
              <a:t>：</a:t>
            </a:r>
            <a:endParaRPr lang="en-US" altLang="zh-CN" sz="2000" dirty="0"/>
          </a:p>
          <a:p>
            <a:r>
              <a:rPr lang="zh-CN" altLang="en-US" sz="2000" dirty="0"/>
              <a:t>我们把劳动力或劳动能力，理解为人的身体即活的人体中存在的、每当人生产某种使用价值时就运用的体力和智力的总和。</a:t>
            </a:r>
            <a:endParaRPr lang="en-US" altLang="zh-CN" sz="2000" dirty="0"/>
          </a:p>
          <a:p>
            <a:r>
              <a:rPr lang="zh-CN" altLang="en-US" sz="2000" b="1" dirty="0"/>
              <a:t>劳动力的价值</a:t>
            </a:r>
            <a:r>
              <a:rPr lang="zh-CN" altLang="en-US" sz="2000" dirty="0"/>
              <a:t>：</a:t>
            </a:r>
            <a:endParaRPr lang="en-US" altLang="zh-CN" sz="2000" dirty="0"/>
          </a:p>
          <a:p>
            <a:r>
              <a:rPr lang="en-US" altLang="zh-CN" sz="2000" dirty="0"/>
              <a:t>1</a:t>
            </a:r>
            <a:r>
              <a:rPr lang="zh-CN" altLang="en-US" sz="2000" dirty="0"/>
              <a:t>）维持劳动力所有者所需要的生活资料的价值；</a:t>
            </a:r>
            <a:endParaRPr lang="en-US" altLang="zh-CN" sz="2000" dirty="0"/>
          </a:p>
          <a:p>
            <a:r>
              <a:rPr lang="en-US" altLang="zh-CN" sz="2000" dirty="0"/>
              <a:t>2</a:t>
            </a:r>
            <a:r>
              <a:rPr lang="zh-CN" altLang="en-US" sz="2000" dirty="0"/>
              <a:t>）工人的补充者即工人子女的生活资料；</a:t>
            </a:r>
            <a:endParaRPr lang="en-US" altLang="zh-CN" sz="2000" dirty="0"/>
          </a:p>
          <a:p>
            <a:r>
              <a:rPr lang="en-US" altLang="zh-CN" sz="2000" dirty="0"/>
              <a:t>3</a:t>
            </a:r>
            <a:r>
              <a:rPr lang="zh-CN" altLang="en-US" sz="2000" dirty="0"/>
              <a:t>）劳动力的教育费用。</a:t>
            </a:r>
            <a:endParaRPr lang="en-US" altLang="zh-CN" sz="2000" dirty="0"/>
          </a:p>
          <a:p>
            <a:endParaRPr lang="en-US" altLang="zh-CN" sz="2000" dirty="0"/>
          </a:p>
          <a:p>
            <a:r>
              <a:rPr lang="en-US" altLang="zh-CN" sz="2000" dirty="0">
                <a:solidFill>
                  <a:srgbClr val="7030A0"/>
                </a:solidFill>
              </a:rPr>
              <a:t>※</a:t>
            </a:r>
            <a:r>
              <a:rPr lang="zh-CN" altLang="en-US" sz="2000" dirty="0"/>
              <a:t>马克思区分劳动与劳动力，从而从劳动价值论走向剩余价值学说。</a:t>
            </a:r>
            <a:endParaRPr lang="en-US" altLang="zh-CN" sz="2000" dirty="0"/>
          </a:p>
          <a:p>
            <a:r>
              <a:rPr lang="en-US" altLang="zh-CN" sz="2000" dirty="0"/>
              <a:t>1848</a:t>
            </a:r>
            <a:r>
              <a:rPr lang="zh-CN" altLang="en-US" sz="2000" dirty="0"/>
              <a:t>年的</a:t>
            </a:r>
            <a:r>
              <a:rPr lang="en-US" altLang="zh-CN" sz="2000" dirty="0"/>
              <a:t>《</a:t>
            </a:r>
            <a:r>
              <a:rPr lang="zh-CN" altLang="en-US" sz="2000" dirty="0"/>
              <a:t>共产党宣言</a:t>
            </a:r>
            <a:r>
              <a:rPr lang="en-US" altLang="zh-CN" sz="2000" dirty="0"/>
              <a:t>》</a:t>
            </a:r>
            <a:r>
              <a:rPr lang="zh-CN" altLang="en-US" sz="2000" dirty="0"/>
              <a:t>中，马克思还尚未区分劳动与劳动力。（历史文件，马恩决定不再修改）</a:t>
            </a:r>
            <a:endParaRPr lang="en-US" altLang="zh-CN" sz="2000" dirty="0"/>
          </a:p>
          <a:p>
            <a:r>
              <a:rPr lang="zh-CN" altLang="en-US" sz="2000" dirty="0"/>
              <a:t>恩格斯在重新出版</a:t>
            </a:r>
            <a:r>
              <a:rPr lang="en-US" altLang="zh-CN" sz="2000" dirty="0"/>
              <a:t>《</a:t>
            </a:r>
            <a:r>
              <a:rPr lang="zh-CN" altLang="en-US" sz="2000" dirty="0"/>
              <a:t>雇佣劳动与资本</a:t>
            </a:r>
            <a:r>
              <a:rPr lang="en-US" altLang="zh-CN" sz="2000" dirty="0"/>
              <a:t>》</a:t>
            </a:r>
            <a:r>
              <a:rPr lang="zh-CN" altLang="en-US" sz="2000" dirty="0"/>
              <a:t>时，将所有应该是“劳动力”而写为“劳动”的地方，都予以更正。</a:t>
            </a:r>
            <a:endParaRPr lang="en-US" altLang="zh-CN" sz="2000" dirty="0"/>
          </a:p>
          <a:p>
            <a:endParaRPr lang="en-US" altLang="zh-CN" sz="2000" dirty="0"/>
          </a:p>
        </p:txBody>
      </p:sp>
    </p:spTree>
    <p:extLst>
      <p:ext uri="{BB962C8B-B14F-4D97-AF65-F5344CB8AC3E}">
        <p14:creationId xmlns:p14="http://schemas.microsoft.com/office/powerpoint/2010/main" val="204256886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3389433"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对当代庸俗经济学家的批判</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645334" y="923577"/>
            <a:ext cx="11265004" cy="5909310"/>
          </a:xfrm>
          <a:prstGeom prst="rect">
            <a:avLst/>
          </a:prstGeom>
          <a:noFill/>
        </p:spPr>
        <p:txBody>
          <a:bodyPr wrap="square" rtlCol="0">
            <a:spAutoFit/>
          </a:bodyPr>
          <a:lstStyle/>
          <a:p>
            <a:r>
              <a:rPr lang="en-US" altLang="zh-CN" sz="2000" dirty="0">
                <a:solidFill>
                  <a:srgbClr val="7030A0"/>
                </a:solidFill>
              </a:rPr>
              <a:t>※</a:t>
            </a:r>
            <a:r>
              <a:rPr lang="en-US" altLang="zh-CN" sz="2000" dirty="0"/>
              <a:t>1</a:t>
            </a:r>
            <a:r>
              <a:rPr lang="zh-CN" altLang="en-US" sz="2000" dirty="0"/>
              <a:t>）共产主义是不是平均主义？</a:t>
            </a:r>
            <a:endParaRPr lang="en-US" altLang="zh-CN" sz="2000" dirty="0"/>
          </a:p>
          <a:p>
            <a:r>
              <a:rPr lang="en-US" altLang="zh-CN" sz="2000" dirty="0"/>
              <a:t>《</a:t>
            </a:r>
            <a:r>
              <a:rPr lang="zh-CN" altLang="en-US" sz="2000" dirty="0"/>
              <a:t>资本论</a:t>
            </a:r>
            <a:r>
              <a:rPr lang="en-US" altLang="zh-CN" sz="2000" dirty="0"/>
              <a:t>》</a:t>
            </a:r>
            <a:r>
              <a:rPr lang="zh-CN" altLang="en-US" sz="2000" dirty="0"/>
              <a:t>第一卷第一章第四节： 在自由人的联合体中“按劳分配”的原则</a:t>
            </a:r>
            <a:endParaRPr lang="en-US" altLang="zh-CN" sz="2000" dirty="0"/>
          </a:p>
          <a:p>
            <a:r>
              <a:rPr lang="en-US" altLang="zh-CN" sz="2000" dirty="0"/>
              <a:t>《</a:t>
            </a:r>
            <a:r>
              <a:rPr lang="zh-CN" altLang="en-US" sz="2000" dirty="0"/>
              <a:t>哥达纲领批判</a:t>
            </a:r>
            <a:r>
              <a:rPr lang="en-US" altLang="zh-CN" sz="2000" dirty="0"/>
              <a:t>》</a:t>
            </a:r>
            <a:r>
              <a:rPr lang="zh-CN" altLang="en-US" sz="2000" dirty="0"/>
              <a:t>：按劳分配的资产阶级法权</a:t>
            </a:r>
            <a:endParaRPr lang="en-US" altLang="zh-CN" sz="2000" dirty="0"/>
          </a:p>
          <a:p>
            <a:r>
              <a:rPr lang="en-US" altLang="zh-CN" sz="2000" dirty="0"/>
              <a:t>《1844</a:t>
            </a:r>
            <a:r>
              <a:rPr lang="zh-CN" altLang="en-US" sz="2000" dirty="0"/>
              <a:t>年经济学哲学手稿</a:t>
            </a:r>
            <a:r>
              <a:rPr lang="en-US" altLang="zh-CN" sz="2000" dirty="0"/>
              <a:t>》</a:t>
            </a:r>
            <a:r>
              <a:rPr lang="zh-CN" altLang="en-US" sz="2000" dirty="0"/>
              <a:t>：粗鄙的共产主义</a:t>
            </a:r>
            <a:endParaRPr lang="en-US" altLang="zh-CN" sz="2000" dirty="0"/>
          </a:p>
          <a:p>
            <a:endParaRPr lang="en-US" altLang="zh-CN" sz="2000" dirty="0"/>
          </a:p>
          <a:p>
            <a:r>
              <a:rPr lang="en-US" altLang="zh-CN" sz="2000" dirty="0">
                <a:solidFill>
                  <a:srgbClr val="7030A0"/>
                </a:solidFill>
              </a:rPr>
              <a:t>※ </a:t>
            </a:r>
            <a:r>
              <a:rPr lang="en-US" altLang="zh-CN" sz="2000" dirty="0"/>
              <a:t>2</a:t>
            </a:r>
            <a:r>
              <a:rPr lang="zh-CN" altLang="en-US" sz="2000" dirty="0"/>
              <a:t>）脑力劳动能不能形成价值？知识分子的劳动是否毫无用处？</a:t>
            </a:r>
            <a:endParaRPr lang="en-US" altLang="zh-CN" sz="2000" dirty="0"/>
          </a:p>
          <a:p>
            <a:r>
              <a:rPr lang="zh-CN" altLang="en-US" sz="2000" b="1" dirty="0"/>
              <a:t>回到价值的定义</a:t>
            </a:r>
            <a:r>
              <a:rPr lang="zh-CN" altLang="en-US" sz="2000" dirty="0"/>
              <a:t>：无差别的人类劳动的单纯凝结，即不管以哪种形式进行的人类劳动力耗费的单纯凝结。（人的脑、肌肉、神经、手等等的生产耗费）（</a:t>
            </a:r>
            <a:r>
              <a:rPr lang="en-US" altLang="zh-CN" sz="2000" dirty="0"/>
              <a:t>《</a:t>
            </a:r>
            <a:r>
              <a:rPr lang="zh-CN" altLang="en-US" sz="2000" dirty="0"/>
              <a:t>资本论</a:t>
            </a:r>
            <a:r>
              <a:rPr lang="en-US" altLang="zh-CN" sz="2000" dirty="0"/>
              <a:t>》</a:t>
            </a:r>
            <a:r>
              <a:rPr lang="zh-CN" altLang="en-US" sz="2000" dirty="0"/>
              <a:t>第一章）</a:t>
            </a:r>
            <a:endParaRPr lang="en-US" altLang="zh-CN" sz="2000" dirty="0"/>
          </a:p>
          <a:p>
            <a:r>
              <a:rPr lang="zh-CN" altLang="en-US" sz="2000" b="1" dirty="0"/>
              <a:t>回到劳动力的定义</a:t>
            </a:r>
            <a:r>
              <a:rPr lang="zh-CN" altLang="en-US" sz="2000" dirty="0"/>
              <a:t>：我们把劳动力或劳动能力，理解为人的身体即活的人体中存在的、每当人生产某种使用价值时就运用的体力和智力的总和。（</a:t>
            </a:r>
            <a:r>
              <a:rPr lang="en-US" altLang="zh-CN" sz="2000" dirty="0"/>
              <a:t>《</a:t>
            </a:r>
            <a:r>
              <a:rPr lang="zh-CN" altLang="en-US" sz="2000" dirty="0"/>
              <a:t>资本论</a:t>
            </a:r>
            <a:r>
              <a:rPr lang="en-US" altLang="zh-CN" sz="2000" dirty="0"/>
              <a:t>》</a:t>
            </a:r>
            <a:r>
              <a:rPr lang="zh-CN" altLang="en-US" sz="2000" dirty="0"/>
              <a:t>第一卷第四章第三节：）</a:t>
            </a:r>
            <a:endParaRPr lang="en-US" altLang="zh-CN" sz="2000" dirty="0"/>
          </a:p>
          <a:p>
            <a:r>
              <a:rPr lang="zh-CN" altLang="en-US" sz="2000" b="1" dirty="0"/>
              <a:t>回到劳动力的价值</a:t>
            </a:r>
            <a:r>
              <a:rPr lang="zh-CN" altLang="en-US" sz="2000" dirty="0"/>
              <a:t>：</a:t>
            </a:r>
            <a:r>
              <a:rPr lang="en-US" altLang="zh-CN" sz="2000" dirty="0"/>
              <a:t>1</a:t>
            </a:r>
            <a:r>
              <a:rPr lang="zh-CN" altLang="en-US" sz="2000" dirty="0"/>
              <a:t>）维持劳动力所有者所需要的生活资料的价值。</a:t>
            </a:r>
            <a:r>
              <a:rPr lang="en-US" altLang="zh-CN" sz="2000" dirty="0"/>
              <a:t>2</a:t>
            </a:r>
            <a:r>
              <a:rPr lang="zh-CN" altLang="en-US" sz="2000" dirty="0"/>
              <a:t>）工人的补充者即工人子女的生活资料。</a:t>
            </a:r>
            <a:r>
              <a:rPr lang="en-US" altLang="zh-CN" sz="2000" dirty="0"/>
              <a:t>3</a:t>
            </a:r>
            <a:r>
              <a:rPr lang="zh-CN" altLang="en-US" sz="2000" dirty="0"/>
              <a:t>）劳动力的教育费。</a:t>
            </a:r>
            <a:endParaRPr lang="en-US" altLang="zh-CN" sz="2000" dirty="0"/>
          </a:p>
          <a:p>
            <a:r>
              <a:rPr lang="zh-CN" altLang="en-US" sz="2000" b="1" dirty="0"/>
              <a:t>总体工人的概念 </a:t>
            </a:r>
            <a:r>
              <a:rPr lang="zh-CN" altLang="en-US" sz="2000" dirty="0"/>
              <a:t>（</a:t>
            </a:r>
            <a:r>
              <a:rPr lang="en-US" altLang="zh-CN" sz="2000" dirty="0"/>
              <a:t>《</a:t>
            </a:r>
            <a:r>
              <a:rPr lang="zh-CN" altLang="en-US" sz="2000" dirty="0"/>
              <a:t>资本论</a:t>
            </a:r>
            <a:r>
              <a:rPr lang="en-US" altLang="zh-CN" sz="2000" dirty="0"/>
              <a:t>》</a:t>
            </a:r>
            <a:r>
              <a:rPr lang="zh-CN" altLang="en-US" sz="2000" dirty="0"/>
              <a:t>第一卷第</a:t>
            </a:r>
            <a:r>
              <a:rPr lang="en-US" altLang="zh-CN" sz="2000" dirty="0"/>
              <a:t>12</a:t>
            </a:r>
            <a:r>
              <a:rPr lang="zh-CN" altLang="en-US" sz="2000" dirty="0"/>
              <a:t>章和第</a:t>
            </a:r>
            <a:r>
              <a:rPr lang="en-US" altLang="zh-CN" sz="2000" dirty="0"/>
              <a:t>13</a:t>
            </a:r>
            <a:r>
              <a:rPr lang="zh-CN" altLang="en-US" sz="2000" dirty="0"/>
              <a:t>章）</a:t>
            </a:r>
            <a:endParaRPr lang="en-US" altLang="zh-CN" sz="2000" dirty="0"/>
          </a:p>
          <a:p>
            <a:endParaRPr lang="en-US" altLang="zh-CN" sz="2000" dirty="0"/>
          </a:p>
          <a:p>
            <a:r>
              <a:rPr lang="zh-CN" altLang="en-US" sz="2000" dirty="0"/>
              <a:t>显然，马克思非常清楚地指出了脑力劳动形成价值：</a:t>
            </a:r>
            <a:endParaRPr lang="en-US" altLang="zh-CN" sz="2000" dirty="0"/>
          </a:p>
          <a:p>
            <a:r>
              <a:rPr lang="en-US" altLang="zh-CN" sz="2000" dirty="0"/>
              <a:t>1</a:t>
            </a:r>
            <a:r>
              <a:rPr lang="zh-CN" altLang="en-US" sz="2000" dirty="0"/>
              <a:t>）直接参与生产过程的耗费。</a:t>
            </a:r>
            <a:r>
              <a:rPr lang="en-US" altLang="zh-CN" sz="2000" dirty="0"/>
              <a:t>2</a:t>
            </a:r>
            <a:r>
              <a:rPr lang="zh-CN" altLang="en-US" sz="2000" dirty="0"/>
              <a:t>）教育在劳动力价值形成中的作用。</a:t>
            </a:r>
            <a:r>
              <a:rPr lang="en-US" altLang="zh-CN" sz="2000" dirty="0"/>
              <a:t>3</a:t>
            </a:r>
            <a:r>
              <a:rPr lang="zh-CN" altLang="en-US" sz="2000" dirty="0"/>
              <a:t>）脑力劳动和体力劳动不可能分开进行。（最蹩脚的建筑师从一开始就比最灵巧的蜜蜂高明的地方，是他在用蜂蜡建筑蜂房以前，已经在自己的头脑中把它建成了。</a:t>
            </a:r>
            <a:r>
              <a:rPr lang="en-US" altLang="zh-CN" sz="2000" dirty="0"/>
              <a:t>《</a:t>
            </a:r>
            <a:r>
              <a:rPr lang="zh-CN" altLang="en-US" sz="2000" dirty="0"/>
              <a:t>资本论</a:t>
            </a:r>
            <a:r>
              <a:rPr lang="en-US" altLang="zh-CN" sz="2000" dirty="0"/>
              <a:t>》</a:t>
            </a:r>
            <a:r>
              <a:rPr lang="zh-CN" altLang="en-US" sz="2000" dirty="0"/>
              <a:t>第五章）</a:t>
            </a:r>
            <a:r>
              <a:rPr lang="en-US" altLang="zh-CN" sz="2000" dirty="0"/>
              <a:t>4</a:t>
            </a:r>
            <a:r>
              <a:rPr lang="zh-CN" altLang="en-US" sz="2000" dirty="0"/>
              <a:t>）复杂劳动是简单劳动的倍乘</a:t>
            </a:r>
            <a:endParaRPr lang="en-US" altLang="zh-CN" sz="2000" dirty="0"/>
          </a:p>
          <a:p>
            <a:endParaRPr lang="en-US" altLang="zh-CN" dirty="0"/>
          </a:p>
        </p:txBody>
      </p:sp>
    </p:spTree>
    <p:extLst>
      <p:ext uri="{BB962C8B-B14F-4D97-AF65-F5344CB8AC3E}">
        <p14:creationId xmlns:p14="http://schemas.microsoft.com/office/powerpoint/2010/main" val="88143489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7" y="304741"/>
            <a:ext cx="3389433"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对当代庸俗经济学家的批判</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645334" y="923577"/>
            <a:ext cx="11265004" cy="5755422"/>
          </a:xfrm>
          <a:prstGeom prst="rect">
            <a:avLst/>
          </a:prstGeom>
          <a:noFill/>
        </p:spPr>
        <p:txBody>
          <a:bodyPr wrap="square" rtlCol="0">
            <a:spAutoFit/>
          </a:bodyPr>
          <a:lstStyle/>
          <a:p>
            <a:r>
              <a:rPr lang="en-US" altLang="zh-CN" sz="2000" dirty="0">
                <a:solidFill>
                  <a:srgbClr val="7030A0"/>
                </a:solidFill>
              </a:rPr>
              <a:t>※</a:t>
            </a:r>
            <a:r>
              <a:rPr lang="en-US" altLang="zh-CN" sz="2000" dirty="0"/>
              <a:t> 3</a:t>
            </a:r>
            <a:r>
              <a:rPr lang="zh-CN" altLang="en-US" sz="2000" dirty="0"/>
              <a:t>）企业需要管理，没有资本家运行不下去。</a:t>
            </a:r>
            <a:endParaRPr lang="en-US" altLang="zh-CN" sz="2000" dirty="0"/>
          </a:p>
          <a:p>
            <a:endParaRPr lang="en-US" altLang="zh-CN" sz="2000" dirty="0">
              <a:solidFill>
                <a:srgbClr val="7030A0"/>
              </a:solidFill>
            </a:endParaRPr>
          </a:p>
          <a:p>
            <a:r>
              <a:rPr lang="zh-CN" altLang="en-US" sz="2000" dirty="0"/>
              <a:t>区分企业家作为生产管理所必要的劳动和作为资本家监督工人的劳动。</a:t>
            </a:r>
            <a:endParaRPr lang="en-US" altLang="zh-CN" sz="2000" dirty="0"/>
          </a:p>
          <a:p>
            <a:endParaRPr lang="en-US" altLang="zh-CN" sz="2000" dirty="0"/>
          </a:p>
          <a:p>
            <a:r>
              <a:rPr lang="en-US" altLang="zh-CN" sz="2000" dirty="0">
                <a:solidFill>
                  <a:srgbClr val="7030A0"/>
                </a:solidFill>
              </a:rPr>
              <a:t>※ </a:t>
            </a:r>
            <a:r>
              <a:rPr lang="en-US" altLang="zh-CN" sz="2000" dirty="0"/>
              <a:t>4</a:t>
            </a:r>
            <a:r>
              <a:rPr lang="zh-CN" altLang="en-US" sz="2000" dirty="0"/>
              <a:t>）我家或者开着一家小工厂、或者一个小餐馆，或者有一套房子出租，我的父母也很辛苦，按照马克思的理论，我为什么就成了资本家、剥削者，我感到很委屈所以我不信马克思主义。</a:t>
            </a:r>
            <a:endParaRPr lang="en-US" altLang="zh-CN" sz="2000" dirty="0"/>
          </a:p>
          <a:p>
            <a:endParaRPr lang="en-US" altLang="zh-CN" sz="2000" dirty="0"/>
          </a:p>
          <a:p>
            <a:r>
              <a:rPr lang="zh-CN" altLang="en-US" sz="2000" dirty="0"/>
              <a:t>不管个人在主观上怎样超脱各种关系，他在社会意义上总是这些关系的产物。同其他任何观点比起来，我的观点是更</a:t>
            </a:r>
            <a:r>
              <a:rPr lang="zh-CN" altLang="en-US" sz="2000" b="1" dirty="0">
                <a:solidFill>
                  <a:srgbClr val="FF0000"/>
                </a:solidFill>
              </a:rPr>
              <a:t>不能要个人对这些关系负责的</a:t>
            </a:r>
            <a:r>
              <a:rPr lang="zh-CN" altLang="en-US" sz="2000" dirty="0"/>
              <a:t>。（</a:t>
            </a:r>
            <a:r>
              <a:rPr lang="en-US" altLang="zh-CN" sz="2000" dirty="0"/>
              <a:t>《</a:t>
            </a:r>
            <a:r>
              <a:rPr lang="zh-CN" altLang="en-US" sz="2000" dirty="0"/>
              <a:t>资本论</a:t>
            </a:r>
            <a:r>
              <a:rPr lang="en-US" altLang="zh-CN" sz="2000" dirty="0"/>
              <a:t>》</a:t>
            </a:r>
            <a:r>
              <a:rPr lang="zh-CN" altLang="en-US" sz="2000" dirty="0"/>
              <a:t>第一卷）</a:t>
            </a:r>
            <a:endParaRPr lang="en-US" altLang="zh-CN" sz="2000" dirty="0"/>
          </a:p>
          <a:p>
            <a:r>
              <a:rPr lang="zh-CN" altLang="en-US" sz="2000" dirty="0"/>
              <a:t>小资产所有者亲自参与劳动过程与食利阶层的区别；</a:t>
            </a:r>
            <a:endParaRPr lang="en-US" altLang="zh-CN" sz="2000" dirty="0"/>
          </a:p>
          <a:p>
            <a:r>
              <a:rPr lang="zh-CN" altLang="en-US" sz="2000" dirty="0"/>
              <a:t>在资本主义竞争中，小资产阶级的、小农的生产方式和财产已经或者注定将要被大资本所消灭；</a:t>
            </a:r>
            <a:endParaRPr lang="en-US" altLang="zh-CN" sz="2000" dirty="0"/>
          </a:p>
          <a:p>
            <a:r>
              <a:rPr lang="zh-CN" altLang="en-US" sz="2000" dirty="0"/>
              <a:t>分配方式从属于生产方式，生产方式是历史的、具体的。这将是我们下一讲资本积累与收入分配的主要内容</a:t>
            </a:r>
            <a:r>
              <a:rPr lang="zh-CN" altLang="en-US" dirty="0"/>
              <a:t>。</a:t>
            </a:r>
            <a:endParaRPr lang="en-US" altLang="zh-CN" dirty="0"/>
          </a:p>
          <a:p>
            <a:endParaRPr lang="en-US" altLang="zh-CN" dirty="0"/>
          </a:p>
          <a:p>
            <a:r>
              <a:rPr lang="en-US" altLang="zh-CN" dirty="0">
                <a:solidFill>
                  <a:srgbClr val="7030A0"/>
                </a:solidFill>
              </a:rPr>
              <a:t>※</a:t>
            </a:r>
            <a:r>
              <a:rPr lang="zh-CN" altLang="en-US" dirty="0"/>
              <a:t>其他的混淆包括：</a:t>
            </a:r>
            <a:endParaRPr lang="en-US" altLang="zh-CN" dirty="0"/>
          </a:p>
          <a:p>
            <a:r>
              <a:rPr lang="zh-CN" altLang="en-US" dirty="0"/>
              <a:t>利润对剩余价值的掩盖；放在平均利润率那一讲。</a:t>
            </a:r>
            <a:endParaRPr lang="en-US" altLang="zh-CN" dirty="0"/>
          </a:p>
          <a:p>
            <a:r>
              <a:rPr lang="zh-CN" altLang="en-US" dirty="0"/>
              <a:t>所谓的风险溢价；放到平均利润率那一讲。</a:t>
            </a:r>
            <a:endParaRPr lang="en-US" altLang="zh-CN" dirty="0"/>
          </a:p>
          <a:p>
            <a:r>
              <a:rPr lang="zh-CN" altLang="en-US" dirty="0"/>
              <a:t>利润来自新技术（包括</a:t>
            </a:r>
            <a:r>
              <a:rPr lang="en-US" altLang="zh-CN" dirty="0"/>
              <a:t>AI</a:t>
            </a:r>
            <a:r>
              <a:rPr lang="zh-CN" altLang="en-US" dirty="0"/>
              <a:t>、机器人等）、垄断等等；放到政府与市场以及平均利润率等两讲。</a:t>
            </a:r>
            <a:endParaRPr lang="en-US" altLang="zh-CN" dirty="0"/>
          </a:p>
          <a:p>
            <a:r>
              <a:rPr lang="zh-CN" altLang="en-US" dirty="0"/>
              <a:t>炒股赚钱好像没有直接剥削任何人？放到虚拟资本理论那一讲。</a:t>
            </a:r>
            <a:endParaRPr lang="en-US" altLang="zh-CN" dirty="0"/>
          </a:p>
        </p:txBody>
      </p:sp>
    </p:spTree>
    <p:extLst>
      <p:ext uri="{BB962C8B-B14F-4D97-AF65-F5344CB8AC3E}">
        <p14:creationId xmlns:p14="http://schemas.microsoft.com/office/powerpoint/2010/main" val="330288247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729806" y="391864"/>
            <a:ext cx="3778885" cy="400110"/>
          </a:xfrm>
          <a:prstGeom prst="rect">
            <a:avLst/>
          </a:prstGeom>
          <a:solidFill>
            <a:srgbClr val="7F2C8B"/>
          </a:solidFill>
        </p:spPr>
        <p:txBody>
          <a:bodyPr wrap="square" rtlCol="0">
            <a:spAutoFit/>
          </a:bodyPr>
          <a:lstStyle/>
          <a:p>
            <a:pPr lvl="0" defTabSz="914377">
              <a:defRPr/>
            </a:pPr>
            <a:r>
              <a:rPr lang="zh-CN" altLang="en-US" sz="2000" dirty="0">
                <a:solidFill>
                  <a:schemeClr val="bg1"/>
                </a:solidFill>
                <a:latin typeface="微软雅黑 Light" panose="020B0502040204020203" pitchFamily="34" charset="-122"/>
                <a:ea typeface="微软雅黑 Light" panose="020B0502040204020203" pitchFamily="34" charset="-122"/>
              </a:rPr>
              <a:t>从根本上解决问题：所有制问题</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34498" y="923636"/>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645334" y="923577"/>
            <a:ext cx="11265004" cy="5324535"/>
          </a:xfrm>
          <a:prstGeom prst="rect">
            <a:avLst/>
          </a:prstGeom>
          <a:noFill/>
        </p:spPr>
        <p:txBody>
          <a:bodyPr wrap="square" rtlCol="0">
            <a:spAutoFit/>
          </a:bodyPr>
          <a:lstStyle/>
          <a:p>
            <a:r>
              <a:rPr lang="en-US" altLang="zh-CN" sz="2000" dirty="0">
                <a:solidFill>
                  <a:srgbClr val="7030A0"/>
                </a:solidFill>
              </a:rPr>
              <a:t>※</a:t>
            </a:r>
            <a:r>
              <a:rPr lang="zh-CN" altLang="en-US" sz="2000" dirty="0"/>
              <a:t>法国学者托马斯</a:t>
            </a:r>
            <a:r>
              <a:rPr lang="en-US" altLang="zh-CN" sz="2000" dirty="0"/>
              <a:t>·</a:t>
            </a:r>
            <a:r>
              <a:rPr lang="zh-CN" altLang="en-US" sz="2000" dirty="0"/>
              <a:t>皮凯蒂撰写的</a:t>
            </a:r>
            <a:r>
              <a:rPr lang="en-US" altLang="zh-CN" sz="2000" dirty="0"/>
              <a:t>《21</a:t>
            </a:r>
            <a:r>
              <a:rPr lang="zh-CN" altLang="en-US" sz="2000" dirty="0"/>
              <a:t>世纪资本论</a:t>
            </a:r>
            <a:r>
              <a:rPr lang="en-US" altLang="zh-CN" sz="2000" dirty="0"/>
              <a:t>》</a:t>
            </a:r>
            <a:r>
              <a:rPr lang="zh-CN" altLang="en-US" sz="2000" dirty="0"/>
              <a:t>就在国际学术界引发了广泛讨论。该书用翔实的数据证明，美国等西方国家的不平等程度已经达到或超过了历史最高水平，认为不加制约的资本主义加剧了财富不平等现象，而且将继续恶化下去。作者的分析主要是从分配领域进行的，没有过多涉及更根本的所有制问题，但使用的方法、得出的结论值得深思。</a:t>
            </a:r>
            <a:endParaRPr lang="en-US" altLang="zh-CN" sz="2000" dirty="0"/>
          </a:p>
          <a:p>
            <a:r>
              <a:rPr lang="en-US" altLang="zh-CN" sz="2000" dirty="0"/>
              <a:t>——</a:t>
            </a:r>
            <a:r>
              <a:rPr lang="zh-CN" altLang="en-US" sz="2000" dirty="0"/>
              <a:t>习近平</a:t>
            </a:r>
            <a:r>
              <a:rPr lang="en-US" altLang="zh-CN" sz="2000" dirty="0"/>
              <a:t>《</a:t>
            </a:r>
            <a:r>
              <a:rPr lang="zh-CN" altLang="en-US" sz="2000" dirty="0"/>
              <a:t>在哲学社会科学工作座谈会上的讲话</a:t>
            </a:r>
            <a:r>
              <a:rPr lang="en-US" altLang="zh-CN" sz="2000" dirty="0"/>
              <a:t>》</a:t>
            </a:r>
          </a:p>
          <a:p>
            <a:endParaRPr lang="en-US" altLang="zh-CN" sz="2000" dirty="0"/>
          </a:p>
          <a:p>
            <a:r>
              <a:rPr lang="en-US" altLang="zh-CN" sz="2000" dirty="0">
                <a:solidFill>
                  <a:srgbClr val="7030A0"/>
                </a:solidFill>
              </a:rPr>
              <a:t>※</a:t>
            </a:r>
            <a:r>
              <a:rPr lang="zh-CN" altLang="en-US" sz="2000" dirty="0"/>
              <a:t>从这个意义上说，共产党人可以把自己的理论概括为一句话：消灭私有制。</a:t>
            </a:r>
            <a:endParaRPr lang="en-US" altLang="zh-CN" sz="2000" dirty="0"/>
          </a:p>
          <a:p>
            <a:r>
              <a:rPr lang="en-US" altLang="zh-CN" sz="2000" dirty="0"/>
              <a:t>——</a:t>
            </a:r>
            <a:r>
              <a:rPr lang="zh-CN" altLang="en-US" sz="2000" dirty="0"/>
              <a:t>马克思，恩格斯</a:t>
            </a:r>
            <a:r>
              <a:rPr lang="en-US" altLang="zh-CN" sz="2000" dirty="0"/>
              <a:t>《</a:t>
            </a:r>
            <a:r>
              <a:rPr lang="zh-CN" altLang="en-US" sz="2000" dirty="0"/>
              <a:t>共产党宣言</a:t>
            </a:r>
            <a:r>
              <a:rPr lang="en-US" altLang="zh-CN" sz="2000" dirty="0"/>
              <a:t>》</a:t>
            </a:r>
          </a:p>
          <a:p>
            <a:endParaRPr lang="en-US" altLang="zh-CN" sz="2000" dirty="0"/>
          </a:p>
          <a:p>
            <a:r>
              <a:rPr lang="en-US" altLang="zh-CN" sz="2000" dirty="0">
                <a:solidFill>
                  <a:srgbClr val="7030A0"/>
                </a:solidFill>
              </a:rPr>
              <a:t>※</a:t>
            </a:r>
            <a:r>
              <a:rPr lang="zh-CN" altLang="en-US" sz="2000" dirty="0"/>
              <a:t>在这样一种经济制度里，生产手段归社会本身所有，并且有计划地加以利用。计划经济按社会的需要而调节生产，它应当把工作分配给一切能工作的人，并且应当保障每一个人，无论男女老幼，都能生活。</a:t>
            </a:r>
            <a:endParaRPr lang="en-US" altLang="zh-CN" sz="2000" dirty="0"/>
          </a:p>
          <a:p>
            <a:r>
              <a:rPr lang="zh-CN" altLang="en-US" sz="2000" dirty="0"/>
              <a:t>然而应当记住，计划经济还不就是社会主义。计划经济本身还可能伴随着对个人的完全奴役。社会主义的建成，需要解决这样一些极端困难的社会</a:t>
            </a:r>
            <a:r>
              <a:rPr lang="en-US" altLang="zh-CN" sz="2000" dirty="0"/>
              <a:t>—</a:t>
            </a:r>
            <a:r>
              <a:rPr lang="zh-CN" altLang="en-US" sz="2000" dirty="0"/>
              <a:t>政治问题：鉴于政治权力和经济权力的高度集中，怎样才有可能防止行政人员变成权力无限和傲慢自负呢？怎样能够使个人的权利得到保障，同时对于行政权力能够确保有一种民主的平衡力量呢？</a:t>
            </a:r>
            <a:endParaRPr lang="en-US" altLang="zh-CN" sz="2000" dirty="0"/>
          </a:p>
          <a:p>
            <a:r>
              <a:rPr lang="en-US" altLang="zh-CN" sz="2000" dirty="0"/>
              <a:t>——</a:t>
            </a:r>
            <a:r>
              <a:rPr lang="zh-CN" altLang="en-US" sz="2000" dirty="0"/>
              <a:t>爱因斯坦</a:t>
            </a:r>
            <a:r>
              <a:rPr lang="en-US" altLang="zh-CN" sz="2000" dirty="0"/>
              <a:t>《</a:t>
            </a:r>
            <a:r>
              <a:rPr lang="zh-CN" altLang="en-US" sz="2000" dirty="0"/>
              <a:t>为什么要社会主义</a:t>
            </a:r>
            <a:r>
              <a:rPr lang="en-US" altLang="zh-CN" sz="2000" dirty="0"/>
              <a:t>》</a:t>
            </a:r>
          </a:p>
        </p:txBody>
      </p:sp>
    </p:spTree>
    <p:extLst>
      <p:ext uri="{BB962C8B-B14F-4D97-AF65-F5344CB8AC3E}">
        <p14:creationId xmlns:p14="http://schemas.microsoft.com/office/powerpoint/2010/main" val="307281196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34495" y="304741"/>
            <a:ext cx="1218105" cy="400110"/>
          </a:xfrm>
          <a:prstGeom prst="rect">
            <a:avLst/>
          </a:prstGeom>
          <a:solidFill>
            <a:srgbClr val="7F2C8B"/>
          </a:solid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结束语</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51005" y="865827"/>
            <a:ext cx="5820120" cy="5624946"/>
          </a:xfrm>
          <a:prstGeom prst="rect">
            <a:avLst/>
          </a:prstGeom>
          <a:noFill/>
        </p:spPr>
        <p:txBody>
          <a:bodyPr wrap="square" rtlCol="0">
            <a:spAutoFit/>
          </a:bodyPr>
          <a:lstStyle/>
          <a:p>
            <a:endParaRPr lang="zh-CN" altLang="en-US" dirty="0"/>
          </a:p>
        </p:txBody>
      </p:sp>
      <p:sp>
        <p:nvSpPr>
          <p:cNvPr id="3" name="文本框 2"/>
          <p:cNvSpPr txBox="1"/>
          <p:nvPr/>
        </p:nvSpPr>
        <p:spPr>
          <a:xfrm>
            <a:off x="429639" y="822508"/>
            <a:ext cx="6977002" cy="3785652"/>
          </a:xfrm>
          <a:prstGeom prst="rect">
            <a:avLst/>
          </a:prstGeom>
          <a:noFill/>
        </p:spPr>
        <p:txBody>
          <a:bodyPr wrap="square" rtlCol="0">
            <a:spAutoFit/>
          </a:bodyPr>
          <a:lstStyle/>
          <a:p>
            <a:r>
              <a:rPr lang="en-US" altLang="zh-CN" sz="2000" dirty="0">
                <a:solidFill>
                  <a:srgbClr val="7F2C8B"/>
                </a:solidFill>
              </a:rPr>
              <a:t>※</a:t>
            </a:r>
            <a:r>
              <a:rPr lang="zh-CN" altLang="en-US" sz="2000" dirty="0"/>
              <a:t>鲁迅：愿中国青年都摆脱冷气，只是向上走，不必听自暴自弃者流的话。能做事的做事，能发声的发声。有一分热，发一分光，就令萤火一般，也可以在黑暗里发一点光，不必等候炬火。 </a:t>
            </a:r>
            <a:endParaRPr lang="en-US" altLang="zh-CN" sz="2000" dirty="0"/>
          </a:p>
          <a:p>
            <a:endParaRPr lang="en-US" altLang="zh-CN" sz="2000" dirty="0"/>
          </a:p>
          <a:p>
            <a:r>
              <a:rPr lang="zh-CN" altLang="en-US" sz="2000" dirty="0"/>
              <a:t>此后如竟没有炬火：我便是唯一的光。倘若有了炬火，出了太阳，我们自然心悦诚服的消失。不但毫无不平，而且还要随喜赞美这炬火或太阳；因为他照了人类，连我都在内。</a:t>
            </a:r>
            <a:endParaRPr lang="en-US" altLang="zh-CN" sz="2000" dirty="0"/>
          </a:p>
          <a:p>
            <a:endParaRPr lang="en-US" altLang="zh-CN" sz="2000" dirty="0"/>
          </a:p>
          <a:p>
            <a:endParaRPr lang="en-US" altLang="zh-CN" sz="2000" dirty="0"/>
          </a:p>
          <a:p>
            <a:r>
              <a:rPr lang="en-US" altLang="zh-CN" sz="2000" dirty="0">
                <a:solidFill>
                  <a:srgbClr val="7F2C8B"/>
                </a:solidFill>
              </a:rPr>
              <a:t>※</a:t>
            </a:r>
            <a:r>
              <a:rPr lang="zh-CN" altLang="en-US" sz="2000" dirty="0"/>
              <a:t>我现在</a:t>
            </a:r>
            <a:r>
              <a:rPr lang="en-US" altLang="zh-CN" sz="2000" dirty="0"/>
              <a:t>007</a:t>
            </a:r>
            <a:r>
              <a:rPr lang="zh-CN" altLang="en-US" sz="2000" dirty="0"/>
              <a:t>，为同学们做一块垫脚石，希望同学们将来照亮连我在内的所有人。</a:t>
            </a:r>
            <a:endParaRPr lang="en-US" altLang="zh-CN" sz="2000" dirty="0"/>
          </a:p>
        </p:txBody>
      </p:sp>
      <p:pic>
        <p:nvPicPr>
          <p:cNvPr id="20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16826" y="822508"/>
            <a:ext cx="4543425" cy="4629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86119175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35" name="Freeform 5">
            <a:extLst>
              <a:ext uri="{FF2B5EF4-FFF2-40B4-BE49-F238E27FC236}">
                <a16:creationId xmlns:a16="http://schemas.microsoft.com/office/drawing/2014/main" id="{CEC509F0-2091-44E3-8EC6-23BE32A153BC}"/>
              </a:ext>
            </a:extLst>
          </p:cNvPr>
          <p:cNvSpPr>
            <a:spLocks/>
          </p:cNvSpPr>
          <p:nvPr/>
        </p:nvSpPr>
        <p:spPr bwMode="auto">
          <a:xfrm rot="20305582">
            <a:off x="7413099" y="-1127481"/>
            <a:ext cx="7345429" cy="5201360"/>
          </a:xfrm>
          <a:custGeom>
            <a:avLst/>
            <a:gdLst>
              <a:gd name="T0" fmla="*/ 1505 w 1677"/>
              <a:gd name="T1" fmla="*/ 1142 h 1186"/>
              <a:gd name="T2" fmla="*/ 1306 w 1677"/>
              <a:gd name="T3" fmla="*/ 1127 h 1186"/>
              <a:gd name="T4" fmla="*/ 1085 w 1677"/>
              <a:gd name="T5" fmla="*/ 1086 h 1186"/>
              <a:gd name="T6" fmla="*/ 1024 w 1677"/>
              <a:gd name="T7" fmla="*/ 1083 h 1186"/>
              <a:gd name="T8" fmla="*/ 978 w 1677"/>
              <a:gd name="T9" fmla="*/ 1078 h 1186"/>
              <a:gd name="T10" fmla="*/ 1033 w 1677"/>
              <a:gd name="T11" fmla="*/ 1062 h 1186"/>
              <a:gd name="T12" fmla="*/ 1158 w 1677"/>
              <a:gd name="T13" fmla="*/ 1057 h 1186"/>
              <a:gd name="T14" fmla="*/ 1340 w 1677"/>
              <a:gd name="T15" fmla="*/ 1071 h 1186"/>
              <a:gd name="T16" fmla="*/ 1464 w 1677"/>
              <a:gd name="T17" fmla="*/ 1053 h 1186"/>
              <a:gd name="T18" fmla="*/ 1576 w 1677"/>
              <a:gd name="T19" fmla="*/ 0 h 1186"/>
              <a:gd name="T20" fmla="*/ 1480 w 1677"/>
              <a:gd name="T21" fmla="*/ 26 h 1186"/>
              <a:gd name="T22" fmla="*/ 1323 w 1677"/>
              <a:gd name="T23" fmla="*/ 48 h 1186"/>
              <a:gd name="T24" fmla="*/ 1164 w 1677"/>
              <a:gd name="T25" fmla="*/ 52 h 1186"/>
              <a:gd name="T26" fmla="*/ 1132 w 1677"/>
              <a:gd name="T27" fmla="*/ 52 h 1186"/>
              <a:gd name="T28" fmla="*/ 1307 w 1677"/>
              <a:gd name="T29" fmla="*/ 52 h 1186"/>
              <a:gd name="T30" fmla="*/ 1450 w 1677"/>
              <a:gd name="T31" fmla="*/ 36 h 1186"/>
              <a:gd name="T32" fmla="*/ 1570 w 1677"/>
              <a:gd name="T33" fmla="*/ 8 h 1186"/>
              <a:gd name="T34" fmla="*/ 1403 w 1677"/>
              <a:gd name="T35" fmla="*/ 1046 h 1186"/>
              <a:gd name="T36" fmla="*/ 1300 w 1677"/>
              <a:gd name="T37" fmla="*/ 1048 h 1186"/>
              <a:gd name="T38" fmla="*/ 1112 w 1677"/>
              <a:gd name="T39" fmla="*/ 1032 h 1186"/>
              <a:gd name="T40" fmla="*/ 1024 w 1677"/>
              <a:gd name="T41" fmla="*/ 1040 h 1186"/>
              <a:gd name="T42" fmla="*/ 925 w 1677"/>
              <a:gd name="T43" fmla="*/ 1072 h 1186"/>
              <a:gd name="T44" fmla="*/ 816 w 1677"/>
              <a:gd name="T45" fmla="*/ 1105 h 1186"/>
              <a:gd name="T46" fmla="*/ 661 w 1677"/>
              <a:gd name="T47" fmla="*/ 1042 h 1186"/>
              <a:gd name="T48" fmla="*/ 637 w 1677"/>
              <a:gd name="T49" fmla="*/ 1037 h 1186"/>
              <a:gd name="T50" fmla="*/ 493 w 1677"/>
              <a:gd name="T51" fmla="*/ 1036 h 1186"/>
              <a:gd name="T52" fmla="*/ 333 w 1677"/>
              <a:gd name="T53" fmla="*/ 1051 h 1186"/>
              <a:gd name="T54" fmla="*/ 195 w 1677"/>
              <a:gd name="T55" fmla="*/ 1029 h 1186"/>
              <a:gd name="T56" fmla="*/ 180 w 1677"/>
              <a:gd name="T57" fmla="*/ 27 h 1186"/>
              <a:gd name="T58" fmla="*/ 290 w 1677"/>
              <a:gd name="T59" fmla="*/ 45 h 1186"/>
              <a:gd name="T60" fmla="*/ 449 w 1677"/>
              <a:gd name="T61" fmla="*/ 54 h 1186"/>
              <a:gd name="T62" fmla="*/ 577 w 1677"/>
              <a:gd name="T63" fmla="*/ 50 h 1186"/>
              <a:gd name="T64" fmla="*/ 402 w 1677"/>
              <a:gd name="T65" fmla="*/ 51 h 1186"/>
              <a:gd name="T66" fmla="*/ 259 w 1677"/>
              <a:gd name="T67" fmla="*/ 37 h 1186"/>
              <a:gd name="T68" fmla="*/ 150 w 1677"/>
              <a:gd name="T69" fmla="*/ 15 h 1186"/>
              <a:gd name="T70" fmla="*/ 100 w 1677"/>
              <a:gd name="T71" fmla="*/ 1014 h 1186"/>
              <a:gd name="T72" fmla="*/ 283 w 1677"/>
              <a:gd name="T73" fmla="*/ 1067 h 1186"/>
              <a:gd name="T74" fmla="*/ 426 w 1677"/>
              <a:gd name="T75" fmla="*/ 1065 h 1186"/>
              <a:gd name="T76" fmla="*/ 611 w 1677"/>
              <a:gd name="T77" fmla="*/ 1057 h 1186"/>
              <a:gd name="T78" fmla="*/ 655 w 1677"/>
              <a:gd name="T79" fmla="*/ 1065 h 1186"/>
              <a:gd name="T80" fmla="*/ 680 w 1677"/>
              <a:gd name="T81" fmla="*/ 1084 h 1186"/>
              <a:gd name="T82" fmla="*/ 612 w 1677"/>
              <a:gd name="T83" fmla="*/ 1084 h 1186"/>
              <a:gd name="T84" fmla="*/ 495 w 1677"/>
              <a:gd name="T85" fmla="*/ 1103 h 1186"/>
              <a:gd name="T86" fmla="*/ 271 w 1677"/>
              <a:gd name="T87" fmla="*/ 1140 h 1186"/>
              <a:gd name="T88" fmla="*/ 36 w 1677"/>
              <a:gd name="T89" fmla="*/ 1127 h 1186"/>
              <a:gd name="T90" fmla="*/ 143 w 1677"/>
              <a:gd name="T91" fmla="*/ 1181 h 1186"/>
              <a:gd name="T92" fmla="*/ 326 w 1677"/>
              <a:gd name="T93" fmla="*/ 1181 h 1186"/>
              <a:gd name="T94" fmla="*/ 591 w 1677"/>
              <a:gd name="T95" fmla="*/ 1143 h 1186"/>
              <a:gd name="T96" fmla="*/ 628 w 1677"/>
              <a:gd name="T97" fmla="*/ 1141 h 1186"/>
              <a:gd name="T98" fmla="*/ 698 w 1677"/>
              <a:gd name="T99" fmla="*/ 1147 h 1186"/>
              <a:gd name="T100" fmla="*/ 803 w 1677"/>
              <a:gd name="T101" fmla="*/ 1185 h 1186"/>
              <a:gd name="T102" fmla="*/ 874 w 1677"/>
              <a:gd name="T103" fmla="*/ 1185 h 1186"/>
              <a:gd name="T104" fmla="*/ 979 w 1677"/>
              <a:gd name="T105" fmla="*/ 1147 h 1186"/>
              <a:gd name="T106" fmla="*/ 1049 w 1677"/>
              <a:gd name="T107" fmla="*/ 1141 h 1186"/>
              <a:gd name="T108" fmla="*/ 1080 w 1677"/>
              <a:gd name="T109" fmla="*/ 1142 h 1186"/>
              <a:gd name="T110" fmla="*/ 1299 w 1677"/>
              <a:gd name="T111" fmla="*/ 1176 h 1186"/>
              <a:gd name="T112" fmla="*/ 1508 w 1677"/>
              <a:gd name="T113" fmla="*/ 1183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7" h="1186">
                <a:moveTo>
                  <a:pt x="1676" y="1142"/>
                </a:moveTo>
                <a:cubicBezTo>
                  <a:pt x="1658" y="159"/>
                  <a:pt x="1658" y="159"/>
                  <a:pt x="1658" y="159"/>
                </a:cubicBezTo>
                <a:cubicBezTo>
                  <a:pt x="1641" y="1127"/>
                  <a:pt x="1641" y="1127"/>
                  <a:pt x="1641" y="1127"/>
                </a:cubicBezTo>
                <a:cubicBezTo>
                  <a:pt x="1605" y="1133"/>
                  <a:pt x="1605" y="1133"/>
                  <a:pt x="1605" y="1133"/>
                </a:cubicBezTo>
                <a:cubicBezTo>
                  <a:pt x="1589" y="1135"/>
                  <a:pt x="1572" y="1137"/>
                  <a:pt x="1555" y="1139"/>
                </a:cubicBezTo>
                <a:cubicBezTo>
                  <a:pt x="1530" y="1140"/>
                  <a:pt x="1530" y="1140"/>
                  <a:pt x="1530" y="1140"/>
                </a:cubicBezTo>
                <a:cubicBezTo>
                  <a:pt x="1522" y="1141"/>
                  <a:pt x="1514" y="1142"/>
                  <a:pt x="1505" y="1142"/>
                </a:cubicBezTo>
                <a:cubicBezTo>
                  <a:pt x="1489" y="1142"/>
                  <a:pt x="1472" y="1143"/>
                  <a:pt x="1455" y="1142"/>
                </a:cubicBezTo>
                <a:cubicBezTo>
                  <a:pt x="1447" y="1142"/>
                  <a:pt x="1439" y="1142"/>
                  <a:pt x="1431" y="1141"/>
                </a:cubicBezTo>
                <a:cubicBezTo>
                  <a:pt x="1406" y="1140"/>
                  <a:pt x="1406" y="1140"/>
                  <a:pt x="1406" y="1140"/>
                </a:cubicBezTo>
                <a:cubicBezTo>
                  <a:pt x="1393" y="1139"/>
                  <a:pt x="1393" y="1139"/>
                  <a:pt x="1393" y="1139"/>
                </a:cubicBezTo>
                <a:cubicBezTo>
                  <a:pt x="1381" y="1137"/>
                  <a:pt x="1381" y="1137"/>
                  <a:pt x="1381" y="1137"/>
                </a:cubicBezTo>
                <a:cubicBezTo>
                  <a:pt x="1356" y="1135"/>
                  <a:pt x="1356" y="1135"/>
                  <a:pt x="1356" y="1135"/>
                </a:cubicBezTo>
                <a:cubicBezTo>
                  <a:pt x="1339" y="1132"/>
                  <a:pt x="1323" y="1130"/>
                  <a:pt x="1306" y="1127"/>
                </a:cubicBezTo>
                <a:cubicBezTo>
                  <a:pt x="1290" y="1125"/>
                  <a:pt x="1273" y="1121"/>
                  <a:pt x="1257" y="1118"/>
                </a:cubicBezTo>
                <a:cubicBezTo>
                  <a:pt x="1207" y="1108"/>
                  <a:pt x="1207" y="1108"/>
                  <a:pt x="1207" y="1108"/>
                </a:cubicBezTo>
                <a:cubicBezTo>
                  <a:pt x="1182" y="1103"/>
                  <a:pt x="1182" y="1103"/>
                  <a:pt x="1182" y="1103"/>
                </a:cubicBezTo>
                <a:cubicBezTo>
                  <a:pt x="1174" y="1101"/>
                  <a:pt x="1165" y="1099"/>
                  <a:pt x="1157" y="1097"/>
                </a:cubicBezTo>
                <a:cubicBezTo>
                  <a:pt x="1140" y="1094"/>
                  <a:pt x="1122" y="1091"/>
                  <a:pt x="1105" y="1088"/>
                </a:cubicBezTo>
                <a:cubicBezTo>
                  <a:pt x="1092" y="1087"/>
                  <a:pt x="1092" y="1087"/>
                  <a:pt x="1092" y="1087"/>
                </a:cubicBezTo>
                <a:cubicBezTo>
                  <a:pt x="1085" y="1086"/>
                  <a:pt x="1085" y="1086"/>
                  <a:pt x="1085" y="1086"/>
                </a:cubicBezTo>
                <a:cubicBezTo>
                  <a:pt x="1082" y="1085"/>
                  <a:pt x="1082" y="1085"/>
                  <a:pt x="1082" y="1085"/>
                </a:cubicBezTo>
                <a:cubicBezTo>
                  <a:pt x="1078" y="1085"/>
                  <a:pt x="1078" y="1085"/>
                  <a:pt x="1078" y="1085"/>
                </a:cubicBezTo>
                <a:cubicBezTo>
                  <a:pt x="1065" y="1084"/>
                  <a:pt x="1065" y="1084"/>
                  <a:pt x="1065" y="1084"/>
                </a:cubicBezTo>
                <a:cubicBezTo>
                  <a:pt x="1059" y="1083"/>
                  <a:pt x="1059" y="1083"/>
                  <a:pt x="1059" y="1083"/>
                </a:cubicBezTo>
                <a:cubicBezTo>
                  <a:pt x="1056" y="1083"/>
                  <a:pt x="1054" y="1083"/>
                  <a:pt x="1052" y="1083"/>
                </a:cubicBezTo>
                <a:cubicBezTo>
                  <a:pt x="1038" y="1083"/>
                  <a:pt x="1038" y="1083"/>
                  <a:pt x="1038" y="1083"/>
                </a:cubicBezTo>
                <a:cubicBezTo>
                  <a:pt x="1033" y="1083"/>
                  <a:pt x="1028" y="1083"/>
                  <a:pt x="1024" y="1083"/>
                </a:cubicBezTo>
                <a:cubicBezTo>
                  <a:pt x="1010" y="1083"/>
                  <a:pt x="1010" y="1083"/>
                  <a:pt x="1010" y="1083"/>
                </a:cubicBezTo>
                <a:cubicBezTo>
                  <a:pt x="1003" y="1084"/>
                  <a:pt x="1003" y="1084"/>
                  <a:pt x="1003" y="1084"/>
                </a:cubicBezTo>
                <a:cubicBezTo>
                  <a:pt x="997" y="1084"/>
                  <a:pt x="997" y="1084"/>
                  <a:pt x="997" y="1084"/>
                </a:cubicBezTo>
                <a:cubicBezTo>
                  <a:pt x="983" y="1085"/>
                  <a:pt x="983" y="1085"/>
                  <a:pt x="983" y="1085"/>
                </a:cubicBezTo>
                <a:cubicBezTo>
                  <a:pt x="978" y="1086"/>
                  <a:pt x="974" y="1087"/>
                  <a:pt x="969" y="1087"/>
                </a:cubicBezTo>
                <a:cubicBezTo>
                  <a:pt x="961" y="1088"/>
                  <a:pt x="952" y="1090"/>
                  <a:pt x="943" y="1092"/>
                </a:cubicBezTo>
                <a:cubicBezTo>
                  <a:pt x="955" y="1087"/>
                  <a:pt x="966" y="1082"/>
                  <a:pt x="978" y="1078"/>
                </a:cubicBezTo>
                <a:cubicBezTo>
                  <a:pt x="985" y="1076"/>
                  <a:pt x="993" y="1073"/>
                  <a:pt x="1000" y="1071"/>
                </a:cubicBezTo>
                <a:cubicBezTo>
                  <a:pt x="1011" y="1068"/>
                  <a:pt x="1011" y="1068"/>
                  <a:pt x="1011" y="1068"/>
                </a:cubicBezTo>
                <a:cubicBezTo>
                  <a:pt x="1022" y="1065"/>
                  <a:pt x="1022" y="1065"/>
                  <a:pt x="1022" y="1065"/>
                </a:cubicBezTo>
                <a:cubicBezTo>
                  <a:pt x="1028" y="1063"/>
                  <a:pt x="1028" y="1063"/>
                  <a:pt x="1028" y="1063"/>
                </a:cubicBezTo>
                <a:cubicBezTo>
                  <a:pt x="1029" y="1063"/>
                  <a:pt x="1029" y="1063"/>
                  <a:pt x="1029" y="1063"/>
                </a:cubicBezTo>
                <a:cubicBezTo>
                  <a:pt x="1030" y="1063"/>
                  <a:pt x="1030" y="1063"/>
                  <a:pt x="1030" y="1063"/>
                </a:cubicBezTo>
                <a:cubicBezTo>
                  <a:pt x="1033" y="1062"/>
                  <a:pt x="1033" y="1062"/>
                  <a:pt x="1033" y="1062"/>
                </a:cubicBezTo>
                <a:cubicBezTo>
                  <a:pt x="1044" y="1060"/>
                  <a:pt x="1044" y="1060"/>
                  <a:pt x="1044" y="1060"/>
                </a:cubicBezTo>
                <a:cubicBezTo>
                  <a:pt x="1048" y="1059"/>
                  <a:pt x="1051" y="1059"/>
                  <a:pt x="1055" y="1058"/>
                </a:cubicBezTo>
                <a:cubicBezTo>
                  <a:pt x="1059" y="1058"/>
                  <a:pt x="1063" y="1057"/>
                  <a:pt x="1066" y="1057"/>
                </a:cubicBezTo>
                <a:cubicBezTo>
                  <a:pt x="1082" y="1056"/>
                  <a:pt x="1097" y="1055"/>
                  <a:pt x="1112" y="1055"/>
                </a:cubicBezTo>
                <a:cubicBezTo>
                  <a:pt x="1124" y="1055"/>
                  <a:pt x="1124" y="1055"/>
                  <a:pt x="1124" y="1055"/>
                </a:cubicBezTo>
                <a:cubicBezTo>
                  <a:pt x="1135" y="1055"/>
                  <a:pt x="1135" y="1055"/>
                  <a:pt x="1135" y="1055"/>
                </a:cubicBezTo>
                <a:cubicBezTo>
                  <a:pt x="1143" y="1056"/>
                  <a:pt x="1151" y="1056"/>
                  <a:pt x="1158" y="1057"/>
                </a:cubicBezTo>
                <a:cubicBezTo>
                  <a:pt x="1166" y="1057"/>
                  <a:pt x="1174" y="1058"/>
                  <a:pt x="1181" y="1058"/>
                </a:cubicBezTo>
                <a:cubicBezTo>
                  <a:pt x="1205" y="1061"/>
                  <a:pt x="1205" y="1061"/>
                  <a:pt x="1205" y="1061"/>
                </a:cubicBezTo>
                <a:cubicBezTo>
                  <a:pt x="1251" y="1065"/>
                  <a:pt x="1251" y="1065"/>
                  <a:pt x="1251" y="1065"/>
                </a:cubicBezTo>
                <a:cubicBezTo>
                  <a:pt x="1267" y="1067"/>
                  <a:pt x="1283" y="1068"/>
                  <a:pt x="1299" y="1069"/>
                </a:cubicBezTo>
                <a:cubicBezTo>
                  <a:pt x="1306" y="1070"/>
                  <a:pt x="1315" y="1070"/>
                  <a:pt x="1322" y="1070"/>
                </a:cubicBezTo>
                <a:cubicBezTo>
                  <a:pt x="1326" y="1071"/>
                  <a:pt x="1330" y="1071"/>
                  <a:pt x="1334" y="1071"/>
                </a:cubicBezTo>
                <a:cubicBezTo>
                  <a:pt x="1340" y="1071"/>
                  <a:pt x="1340" y="1071"/>
                  <a:pt x="1340" y="1071"/>
                </a:cubicBezTo>
                <a:cubicBezTo>
                  <a:pt x="1343" y="1071"/>
                  <a:pt x="1343" y="1071"/>
                  <a:pt x="1343" y="1071"/>
                </a:cubicBezTo>
                <a:cubicBezTo>
                  <a:pt x="1344" y="1071"/>
                  <a:pt x="1345" y="1071"/>
                  <a:pt x="1346" y="1071"/>
                </a:cubicBezTo>
                <a:cubicBezTo>
                  <a:pt x="1362" y="1071"/>
                  <a:pt x="1378" y="1070"/>
                  <a:pt x="1394" y="1067"/>
                </a:cubicBezTo>
                <a:cubicBezTo>
                  <a:pt x="1406" y="1066"/>
                  <a:pt x="1406" y="1066"/>
                  <a:pt x="1406" y="1066"/>
                </a:cubicBezTo>
                <a:cubicBezTo>
                  <a:pt x="1418" y="1064"/>
                  <a:pt x="1418" y="1064"/>
                  <a:pt x="1418" y="1064"/>
                </a:cubicBezTo>
                <a:cubicBezTo>
                  <a:pt x="1426" y="1062"/>
                  <a:pt x="1434" y="1061"/>
                  <a:pt x="1441" y="1059"/>
                </a:cubicBezTo>
                <a:cubicBezTo>
                  <a:pt x="1449" y="1057"/>
                  <a:pt x="1457" y="1055"/>
                  <a:pt x="1464" y="1053"/>
                </a:cubicBezTo>
                <a:cubicBezTo>
                  <a:pt x="1472" y="1051"/>
                  <a:pt x="1480" y="1049"/>
                  <a:pt x="1487" y="1047"/>
                </a:cubicBezTo>
                <a:cubicBezTo>
                  <a:pt x="1503" y="1042"/>
                  <a:pt x="1518" y="1037"/>
                  <a:pt x="1532" y="1032"/>
                </a:cubicBezTo>
                <a:cubicBezTo>
                  <a:pt x="1547" y="1026"/>
                  <a:pt x="1562" y="1021"/>
                  <a:pt x="1577" y="1014"/>
                </a:cubicBezTo>
                <a:cubicBezTo>
                  <a:pt x="1582" y="1012"/>
                  <a:pt x="1582" y="1012"/>
                  <a:pt x="1582" y="1012"/>
                </a:cubicBezTo>
                <a:cubicBezTo>
                  <a:pt x="1582" y="1006"/>
                  <a:pt x="1582" y="1006"/>
                  <a:pt x="1582" y="1006"/>
                </a:cubicBezTo>
                <a:cubicBezTo>
                  <a:pt x="1576" y="4"/>
                  <a:pt x="1576" y="4"/>
                  <a:pt x="1576" y="4"/>
                </a:cubicBezTo>
                <a:cubicBezTo>
                  <a:pt x="1576" y="0"/>
                  <a:pt x="1576" y="0"/>
                  <a:pt x="1576" y="0"/>
                </a:cubicBezTo>
                <a:cubicBezTo>
                  <a:pt x="1572" y="1"/>
                  <a:pt x="1572" y="1"/>
                  <a:pt x="1572" y="1"/>
                </a:cubicBezTo>
                <a:cubicBezTo>
                  <a:pt x="1542" y="10"/>
                  <a:pt x="1542" y="10"/>
                  <a:pt x="1542" y="10"/>
                </a:cubicBezTo>
                <a:cubicBezTo>
                  <a:pt x="1537" y="12"/>
                  <a:pt x="1532" y="14"/>
                  <a:pt x="1527" y="15"/>
                </a:cubicBezTo>
                <a:cubicBezTo>
                  <a:pt x="1511" y="19"/>
                  <a:pt x="1511" y="19"/>
                  <a:pt x="1511" y="19"/>
                </a:cubicBezTo>
                <a:cubicBezTo>
                  <a:pt x="1496" y="22"/>
                  <a:pt x="1496" y="22"/>
                  <a:pt x="1496" y="22"/>
                </a:cubicBezTo>
                <a:cubicBezTo>
                  <a:pt x="1488" y="24"/>
                  <a:pt x="1488" y="24"/>
                  <a:pt x="1488" y="24"/>
                </a:cubicBezTo>
                <a:cubicBezTo>
                  <a:pt x="1485" y="25"/>
                  <a:pt x="1483" y="25"/>
                  <a:pt x="1480" y="26"/>
                </a:cubicBezTo>
                <a:cubicBezTo>
                  <a:pt x="1449" y="32"/>
                  <a:pt x="1449" y="32"/>
                  <a:pt x="1449" y="32"/>
                </a:cubicBezTo>
                <a:cubicBezTo>
                  <a:pt x="1444" y="33"/>
                  <a:pt x="1439" y="34"/>
                  <a:pt x="1433" y="35"/>
                </a:cubicBezTo>
                <a:cubicBezTo>
                  <a:pt x="1418" y="37"/>
                  <a:pt x="1418" y="37"/>
                  <a:pt x="1418" y="37"/>
                </a:cubicBezTo>
                <a:cubicBezTo>
                  <a:pt x="1402" y="39"/>
                  <a:pt x="1402" y="39"/>
                  <a:pt x="1402" y="39"/>
                </a:cubicBezTo>
                <a:cubicBezTo>
                  <a:pt x="1397" y="40"/>
                  <a:pt x="1391" y="41"/>
                  <a:pt x="1386" y="41"/>
                </a:cubicBezTo>
                <a:cubicBezTo>
                  <a:pt x="1376" y="43"/>
                  <a:pt x="1365" y="44"/>
                  <a:pt x="1355" y="45"/>
                </a:cubicBezTo>
                <a:cubicBezTo>
                  <a:pt x="1323" y="48"/>
                  <a:pt x="1323" y="48"/>
                  <a:pt x="1323" y="48"/>
                </a:cubicBezTo>
                <a:cubicBezTo>
                  <a:pt x="1318" y="48"/>
                  <a:pt x="1312" y="49"/>
                  <a:pt x="1307" y="49"/>
                </a:cubicBezTo>
                <a:cubicBezTo>
                  <a:pt x="1291" y="50"/>
                  <a:pt x="1291" y="50"/>
                  <a:pt x="1291" y="50"/>
                </a:cubicBezTo>
                <a:cubicBezTo>
                  <a:pt x="1275" y="51"/>
                  <a:pt x="1275" y="51"/>
                  <a:pt x="1275" y="51"/>
                </a:cubicBezTo>
                <a:cubicBezTo>
                  <a:pt x="1259" y="51"/>
                  <a:pt x="1259" y="51"/>
                  <a:pt x="1259" y="51"/>
                </a:cubicBezTo>
                <a:cubicBezTo>
                  <a:pt x="1249" y="52"/>
                  <a:pt x="1238" y="52"/>
                  <a:pt x="1228" y="52"/>
                </a:cubicBezTo>
                <a:cubicBezTo>
                  <a:pt x="1217" y="52"/>
                  <a:pt x="1206" y="53"/>
                  <a:pt x="1196" y="53"/>
                </a:cubicBezTo>
                <a:cubicBezTo>
                  <a:pt x="1185" y="52"/>
                  <a:pt x="1175" y="52"/>
                  <a:pt x="1164" y="52"/>
                </a:cubicBezTo>
                <a:cubicBezTo>
                  <a:pt x="1153" y="52"/>
                  <a:pt x="1143" y="52"/>
                  <a:pt x="1132" y="51"/>
                </a:cubicBezTo>
                <a:cubicBezTo>
                  <a:pt x="1116" y="51"/>
                  <a:pt x="1116" y="51"/>
                  <a:pt x="1116" y="51"/>
                </a:cubicBezTo>
                <a:cubicBezTo>
                  <a:pt x="1100" y="50"/>
                  <a:pt x="1100" y="50"/>
                  <a:pt x="1100" y="50"/>
                </a:cubicBezTo>
                <a:cubicBezTo>
                  <a:pt x="1090" y="49"/>
                  <a:pt x="1079" y="48"/>
                  <a:pt x="1069" y="47"/>
                </a:cubicBezTo>
                <a:cubicBezTo>
                  <a:pt x="1079" y="48"/>
                  <a:pt x="1090" y="49"/>
                  <a:pt x="1100" y="50"/>
                </a:cubicBezTo>
                <a:cubicBezTo>
                  <a:pt x="1116" y="51"/>
                  <a:pt x="1116" y="51"/>
                  <a:pt x="1116" y="51"/>
                </a:cubicBezTo>
                <a:cubicBezTo>
                  <a:pt x="1132" y="52"/>
                  <a:pt x="1132" y="52"/>
                  <a:pt x="1132" y="52"/>
                </a:cubicBezTo>
                <a:cubicBezTo>
                  <a:pt x="1143" y="53"/>
                  <a:pt x="1153" y="53"/>
                  <a:pt x="1164" y="53"/>
                </a:cubicBezTo>
                <a:cubicBezTo>
                  <a:pt x="1175" y="54"/>
                  <a:pt x="1185" y="54"/>
                  <a:pt x="1196" y="54"/>
                </a:cubicBezTo>
                <a:cubicBezTo>
                  <a:pt x="1206" y="54"/>
                  <a:pt x="1217" y="54"/>
                  <a:pt x="1228" y="54"/>
                </a:cubicBezTo>
                <a:cubicBezTo>
                  <a:pt x="1238" y="54"/>
                  <a:pt x="1249" y="54"/>
                  <a:pt x="1260" y="54"/>
                </a:cubicBezTo>
                <a:cubicBezTo>
                  <a:pt x="1275" y="53"/>
                  <a:pt x="1275" y="53"/>
                  <a:pt x="1275" y="53"/>
                </a:cubicBezTo>
                <a:cubicBezTo>
                  <a:pt x="1291" y="53"/>
                  <a:pt x="1291" y="53"/>
                  <a:pt x="1291" y="53"/>
                </a:cubicBezTo>
                <a:cubicBezTo>
                  <a:pt x="1307" y="52"/>
                  <a:pt x="1307" y="52"/>
                  <a:pt x="1307" y="52"/>
                </a:cubicBezTo>
                <a:cubicBezTo>
                  <a:pt x="1313" y="52"/>
                  <a:pt x="1318" y="51"/>
                  <a:pt x="1323" y="51"/>
                </a:cubicBezTo>
                <a:cubicBezTo>
                  <a:pt x="1355" y="48"/>
                  <a:pt x="1355" y="48"/>
                  <a:pt x="1355" y="48"/>
                </a:cubicBezTo>
                <a:cubicBezTo>
                  <a:pt x="1366" y="47"/>
                  <a:pt x="1376" y="46"/>
                  <a:pt x="1387" y="45"/>
                </a:cubicBezTo>
                <a:cubicBezTo>
                  <a:pt x="1392" y="44"/>
                  <a:pt x="1397" y="44"/>
                  <a:pt x="1403" y="43"/>
                </a:cubicBezTo>
                <a:cubicBezTo>
                  <a:pt x="1418" y="41"/>
                  <a:pt x="1418" y="41"/>
                  <a:pt x="1418" y="41"/>
                </a:cubicBezTo>
                <a:cubicBezTo>
                  <a:pt x="1434" y="39"/>
                  <a:pt x="1434" y="39"/>
                  <a:pt x="1434" y="39"/>
                </a:cubicBezTo>
                <a:cubicBezTo>
                  <a:pt x="1439" y="38"/>
                  <a:pt x="1445" y="37"/>
                  <a:pt x="1450" y="36"/>
                </a:cubicBezTo>
                <a:cubicBezTo>
                  <a:pt x="1481" y="30"/>
                  <a:pt x="1481" y="30"/>
                  <a:pt x="1481" y="30"/>
                </a:cubicBezTo>
                <a:cubicBezTo>
                  <a:pt x="1484" y="30"/>
                  <a:pt x="1486" y="30"/>
                  <a:pt x="1489" y="29"/>
                </a:cubicBezTo>
                <a:cubicBezTo>
                  <a:pt x="1497" y="27"/>
                  <a:pt x="1497" y="27"/>
                  <a:pt x="1497" y="27"/>
                </a:cubicBezTo>
                <a:cubicBezTo>
                  <a:pt x="1512" y="24"/>
                  <a:pt x="1512" y="24"/>
                  <a:pt x="1512" y="24"/>
                </a:cubicBezTo>
                <a:cubicBezTo>
                  <a:pt x="1528" y="20"/>
                  <a:pt x="1528" y="20"/>
                  <a:pt x="1528" y="20"/>
                </a:cubicBezTo>
                <a:cubicBezTo>
                  <a:pt x="1533" y="19"/>
                  <a:pt x="1538" y="17"/>
                  <a:pt x="1543" y="16"/>
                </a:cubicBezTo>
                <a:cubicBezTo>
                  <a:pt x="1570" y="8"/>
                  <a:pt x="1570" y="8"/>
                  <a:pt x="1570" y="8"/>
                </a:cubicBezTo>
                <a:cubicBezTo>
                  <a:pt x="1564" y="1000"/>
                  <a:pt x="1564" y="1000"/>
                  <a:pt x="1564" y="1000"/>
                </a:cubicBezTo>
                <a:cubicBezTo>
                  <a:pt x="1552" y="1006"/>
                  <a:pt x="1539" y="1010"/>
                  <a:pt x="1526" y="1015"/>
                </a:cubicBezTo>
                <a:cubicBezTo>
                  <a:pt x="1512" y="1020"/>
                  <a:pt x="1497" y="1025"/>
                  <a:pt x="1482" y="1029"/>
                </a:cubicBezTo>
                <a:cubicBezTo>
                  <a:pt x="1475" y="1031"/>
                  <a:pt x="1467" y="1033"/>
                  <a:pt x="1460" y="1035"/>
                </a:cubicBezTo>
                <a:cubicBezTo>
                  <a:pt x="1452" y="1037"/>
                  <a:pt x="1445" y="1039"/>
                  <a:pt x="1437" y="1040"/>
                </a:cubicBezTo>
                <a:cubicBezTo>
                  <a:pt x="1430" y="1042"/>
                  <a:pt x="1422" y="1043"/>
                  <a:pt x="1415" y="1045"/>
                </a:cubicBezTo>
                <a:cubicBezTo>
                  <a:pt x="1403" y="1046"/>
                  <a:pt x="1403" y="1046"/>
                  <a:pt x="1403" y="1046"/>
                </a:cubicBezTo>
                <a:cubicBezTo>
                  <a:pt x="1392" y="1048"/>
                  <a:pt x="1392" y="1048"/>
                  <a:pt x="1392" y="1048"/>
                </a:cubicBezTo>
                <a:cubicBezTo>
                  <a:pt x="1377" y="1050"/>
                  <a:pt x="1361" y="1051"/>
                  <a:pt x="1346" y="1051"/>
                </a:cubicBezTo>
                <a:cubicBezTo>
                  <a:pt x="1345" y="1051"/>
                  <a:pt x="1344" y="1051"/>
                  <a:pt x="1344" y="1051"/>
                </a:cubicBezTo>
                <a:cubicBezTo>
                  <a:pt x="1341" y="1051"/>
                  <a:pt x="1341" y="1051"/>
                  <a:pt x="1341" y="1051"/>
                </a:cubicBezTo>
                <a:cubicBezTo>
                  <a:pt x="1335" y="1050"/>
                  <a:pt x="1335" y="1050"/>
                  <a:pt x="1335" y="1050"/>
                </a:cubicBezTo>
                <a:cubicBezTo>
                  <a:pt x="1331" y="1050"/>
                  <a:pt x="1327" y="1050"/>
                  <a:pt x="1323" y="1050"/>
                </a:cubicBezTo>
                <a:cubicBezTo>
                  <a:pt x="1315" y="1049"/>
                  <a:pt x="1308" y="1049"/>
                  <a:pt x="1300" y="1048"/>
                </a:cubicBezTo>
                <a:cubicBezTo>
                  <a:pt x="1285" y="1047"/>
                  <a:pt x="1269" y="1046"/>
                  <a:pt x="1254" y="1044"/>
                </a:cubicBezTo>
                <a:cubicBezTo>
                  <a:pt x="1207" y="1039"/>
                  <a:pt x="1207" y="1039"/>
                  <a:pt x="1207" y="1039"/>
                </a:cubicBezTo>
                <a:cubicBezTo>
                  <a:pt x="1184" y="1036"/>
                  <a:pt x="1184" y="1036"/>
                  <a:pt x="1184" y="1036"/>
                </a:cubicBezTo>
                <a:cubicBezTo>
                  <a:pt x="1176" y="1036"/>
                  <a:pt x="1168" y="1035"/>
                  <a:pt x="1160" y="1034"/>
                </a:cubicBezTo>
                <a:cubicBezTo>
                  <a:pt x="1152" y="1034"/>
                  <a:pt x="1144" y="1033"/>
                  <a:pt x="1136" y="1033"/>
                </a:cubicBezTo>
                <a:cubicBezTo>
                  <a:pt x="1124" y="1032"/>
                  <a:pt x="1124" y="1032"/>
                  <a:pt x="1124" y="1032"/>
                </a:cubicBezTo>
                <a:cubicBezTo>
                  <a:pt x="1112" y="1032"/>
                  <a:pt x="1112" y="1032"/>
                  <a:pt x="1112" y="1032"/>
                </a:cubicBezTo>
                <a:cubicBezTo>
                  <a:pt x="1096" y="1032"/>
                  <a:pt x="1080" y="1032"/>
                  <a:pt x="1064" y="1034"/>
                </a:cubicBezTo>
                <a:cubicBezTo>
                  <a:pt x="1060" y="1034"/>
                  <a:pt x="1056" y="1035"/>
                  <a:pt x="1052" y="1035"/>
                </a:cubicBezTo>
                <a:cubicBezTo>
                  <a:pt x="1048" y="1036"/>
                  <a:pt x="1044" y="1036"/>
                  <a:pt x="1040" y="1037"/>
                </a:cubicBezTo>
                <a:cubicBezTo>
                  <a:pt x="1028" y="1039"/>
                  <a:pt x="1028" y="1039"/>
                  <a:pt x="1028" y="1039"/>
                </a:cubicBezTo>
                <a:cubicBezTo>
                  <a:pt x="1025" y="1039"/>
                  <a:pt x="1025" y="1039"/>
                  <a:pt x="1025" y="1039"/>
                </a:cubicBezTo>
                <a:cubicBezTo>
                  <a:pt x="1024" y="1040"/>
                  <a:pt x="1024" y="1040"/>
                  <a:pt x="1024" y="1040"/>
                </a:cubicBezTo>
                <a:cubicBezTo>
                  <a:pt x="1024" y="1040"/>
                  <a:pt x="1024" y="1040"/>
                  <a:pt x="1024" y="1040"/>
                </a:cubicBezTo>
                <a:cubicBezTo>
                  <a:pt x="1023" y="1040"/>
                  <a:pt x="1023" y="1040"/>
                  <a:pt x="1023" y="1040"/>
                </a:cubicBezTo>
                <a:cubicBezTo>
                  <a:pt x="1022" y="1040"/>
                  <a:pt x="1022" y="1040"/>
                  <a:pt x="1022" y="1040"/>
                </a:cubicBezTo>
                <a:cubicBezTo>
                  <a:pt x="1016" y="1042"/>
                  <a:pt x="1016" y="1042"/>
                  <a:pt x="1016" y="1042"/>
                </a:cubicBezTo>
                <a:cubicBezTo>
                  <a:pt x="1005" y="1044"/>
                  <a:pt x="1005" y="1044"/>
                  <a:pt x="1005" y="1044"/>
                </a:cubicBezTo>
                <a:cubicBezTo>
                  <a:pt x="993" y="1048"/>
                  <a:pt x="993" y="1048"/>
                  <a:pt x="993" y="1048"/>
                </a:cubicBezTo>
                <a:cubicBezTo>
                  <a:pt x="985" y="1050"/>
                  <a:pt x="978" y="1052"/>
                  <a:pt x="970" y="1055"/>
                </a:cubicBezTo>
                <a:cubicBezTo>
                  <a:pt x="955" y="1060"/>
                  <a:pt x="940" y="1066"/>
                  <a:pt x="925" y="1072"/>
                </a:cubicBezTo>
                <a:cubicBezTo>
                  <a:pt x="911" y="1079"/>
                  <a:pt x="896" y="1086"/>
                  <a:pt x="882" y="1093"/>
                </a:cubicBezTo>
                <a:cubicBezTo>
                  <a:pt x="872" y="1099"/>
                  <a:pt x="872" y="1099"/>
                  <a:pt x="872" y="1099"/>
                </a:cubicBezTo>
                <a:cubicBezTo>
                  <a:pt x="861" y="1105"/>
                  <a:pt x="861" y="1105"/>
                  <a:pt x="861" y="1105"/>
                </a:cubicBezTo>
                <a:cubicBezTo>
                  <a:pt x="858" y="1107"/>
                  <a:pt x="854" y="1109"/>
                  <a:pt x="851" y="1112"/>
                </a:cubicBezTo>
                <a:cubicBezTo>
                  <a:pt x="839" y="106"/>
                  <a:pt x="839" y="106"/>
                  <a:pt x="839" y="106"/>
                </a:cubicBezTo>
                <a:cubicBezTo>
                  <a:pt x="826" y="1112"/>
                  <a:pt x="826" y="1112"/>
                  <a:pt x="826" y="1112"/>
                </a:cubicBezTo>
                <a:cubicBezTo>
                  <a:pt x="823" y="1109"/>
                  <a:pt x="819" y="1107"/>
                  <a:pt x="816" y="1105"/>
                </a:cubicBezTo>
                <a:cubicBezTo>
                  <a:pt x="805" y="1099"/>
                  <a:pt x="805" y="1099"/>
                  <a:pt x="805" y="1099"/>
                </a:cubicBezTo>
                <a:cubicBezTo>
                  <a:pt x="795" y="1093"/>
                  <a:pt x="795" y="1093"/>
                  <a:pt x="795" y="1093"/>
                </a:cubicBezTo>
                <a:cubicBezTo>
                  <a:pt x="781" y="1086"/>
                  <a:pt x="766" y="1079"/>
                  <a:pt x="752" y="1072"/>
                </a:cubicBezTo>
                <a:cubicBezTo>
                  <a:pt x="737" y="1066"/>
                  <a:pt x="722" y="1060"/>
                  <a:pt x="707" y="1055"/>
                </a:cubicBezTo>
                <a:cubicBezTo>
                  <a:pt x="699" y="1052"/>
                  <a:pt x="692" y="1050"/>
                  <a:pt x="684" y="1048"/>
                </a:cubicBezTo>
                <a:cubicBezTo>
                  <a:pt x="672" y="1044"/>
                  <a:pt x="672" y="1044"/>
                  <a:pt x="672" y="1044"/>
                </a:cubicBezTo>
                <a:cubicBezTo>
                  <a:pt x="661" y="1042"/>
                  <a:pt x="661" y="1042"/>
                  <a:pt x="661" y="1042"/>
                </a:cubicBezTo>
                <a:cubicBezTo>
                  <a:pt x="655" y="1040"/>
                  <a:pt x="655" y="1040"/>
                  <a:pt x="655" y="1040"/>
                </a:cubicBezTo>
                <a:cubicBezTo>
                  <a:pt x="654" y="1040"/>
                  <a:pt x="654" y="1040"/>
                  <a:pt x="654" y="1040"/>
                </a:cubicBezTo>
                <a:cubicBezTo>
                  <a:pt x="653" y="1040"/>
                  <a:pt x="653" y="1040"/>
                  <a:pt x="653" y="1040"/>
                </a:cubicBezTo>
                <a:cubicBezTo>
                  <a:pt x="653" y="1040"/>
                  <a:pt x="653" y="1040"/>
                  <a:pt x="653" y="1040"/>
                </a:cubicBezTo>
                <a:cubicBezTo>
                  <a:pt x="652" y="1039"/>
                  <a:pt x="652" y="1039"/>
                  <a:pt x="652" y="1039"/>
                </a:cubicBezTo>
                <a:cubicBezTo>
                  <a:pt x="649" y="1039"/>
                  <a:pt x="649" y="1039"/>
                  <a:pt x="649" y="1039"/>
                </a:cubicBezTo>
                <a:cubicBezTo>
                  <a:pt x="637" y="1037"/>
                  <a:pt x="637" y="1037"/>
                  <a:pt x="637" y="1037"/>
                </a:cubicBezTo>
                <a:cubicBezTo>
                  <a:pt x="633" y="1036"/>
                  <a:pt x="629" y="1036"/>
                  <a:pt x="625" y="1035"/>
                </a:cubicBezTo>
                <a:cubicBezTo>
                  <a:pt x="621" y="1035"/>
                  <a:pt x="617" y="1034"/>
                  <a:pt x="613" y="1034"/>
                </a:cubicBezTo>
                <a:cubicBezTo>
                  <a:pt x="597" y="1032"/>
                  <a:pt x="581" y="1032"/>
                  <a:pt x="565" y="1032"/>
                </a:cubicBezTo>
                <a:cubicBezTo>
                  <a:pt x="553" y="1032"/>
                  <a:pt x="553" y="1032"/>
                  <a:pt x="553" y="1032"/>
                </a:cubicBezTo>
                <a:cubicBezTo>
                  <a:pt x="541" y="1033"/>
                  <a:pt x="541" y="1033"/>
                  <a:pt x="541" y="1033"/>
                </a:cubicBezTo>
                <a:cubicBezTo>
                  <a:pt x="533" y="1033"/>
                  <a:pt x="525" y="1034"/>
                  <a:pt x="517" y="1034"/>
                </a:cubicBezTo>
                <a:cubicBezTo>
                  <a:pt x="509" y="1035"/>
                  <a:pt x="501" y="1036"/>
                  <a:pt x="493" y="1036"/>
                </a:cubicBezTo>
                <a:cubicBezTo>
                  <a:pt x="470" y="1039"/>
                  <a:pt x="470" y="1039"/>
                  <a:pt x="470" y="1039"/>
                </a:cubicBezTo>
                <a:cubicBezTo>
                  <a:pt x="423" y="1044"/>
                  <a:pt x="423" y="1044"/>
                  <a:pt x="423" y="1044"/>
                </a:cubicBezTo>
                <a:cubicBezTo>
                  <a:pt x="408" y="1046"/>
                  <a:pt x="392" y="1047"/>
                  <a:pt x="377" y="1048"/>
                </a:cubicBezTo>
                <a:cubicBezTo>
                  <a:pt x="369" y="1049"/>
                  <a:pt x="362" y="1049"/>
                  <a:pt x="354" y="1050"/>
                </a:cubicBezTo>
                <a:cubicBezTo>
                  <a:pt x="350" y="1050"/>
                  <a:pt x="346" y="1050"/>
                  <a:pt x="342" y="1050"/>
                </a:cubicBezTo>
                <a:cubicBezTo>
                  <a:pt x="336" y="1051"/>
                  <a:pt x="336" y="1051"/>
                  <a:pt x="336" y="1051"/>
                </a:cubicBezTo>
                <a:cubicBezTo>
                  <a:pt x="333" y="1051"/>
                  <a:pt x="333" y="1051"/>
                  <a:pt x="333" y="1051"/>
                </a:cubicBezTo>
                <a:cubicBezTo>
                  <a:pt x="333" y="1051"/>
                  <a:pt x="332" y="1051"/>
                  <a:pt x="331" y="1051"/>
                </a:cubicBezTo>
                <a:cubicBezTo>
                  <a:pt x="316" y="1051"/>
                  <a:pt x="300" y="1050"/>
                  <a:pt x="285" y="1048"/>
                </a:cubicBezTo>
                <a:cubicBezTo>
                  <a:pt x="274" y="1046"/>
                  <a:pt x="274" y="1046"/>
                  <a:pt x="274" y="1046"/>
                </a:cubicBezTo>
                <a:cubicBezTo>
                  <a:pt x="262" y="1045"/>
                  <a:pt x="262" y="1045"/>
                  <a:pt x="262" y="1045"/>
                </a:cubicBezTo>
                <a:cubicBezTo>
                  <a:pt x="255" y="1043"/>
                  <a:pt x="247" y="1042"/>
                  <a:pt x="240" y="1040"/>
                </a:cubicBezTo>
                <a:cubicBezTo>
                  <a:pt x="232" y="1039"/>
                  <a:pt x="225" y="1037"/>
                  <a:pt x="217" y="1035"/>
                </a:cubicBezTo>
                <a:cubicBezTo>
                  <a:pt x="210" y="1033"/>
                  <a:pt x="202" y="1031"/>
                  <a:pt x="195" y="1029"/>
                </a:cubicBezTo>
                <a:cubicBezTo>
                  <a:pt x="180" y="1025"/>
                  <a:pt x="165" y="1020"/>
                  <a:pt x="151" y="1015"/>
                </a:cubicBezTo>
                <a:cubicBezTo>
                  <a:pt x="138" y="1010"/>
                  <a:pt x="125" y="1006"/>
                  <a:pt x="113" y="1000"/>
                </a:cubicBezTo>
                <a:cubicBezTo>
                  <a:pt x="107" y="8"/>
                  <a:pt x="107" y="8"/>
                  <a:pt x="107" y="8"/>
                </a:cubicBezTo>
                <a:cubicBezTo>
                  <a:pt x="134" y="16"/>
                  <a:pt x="134" y="16"/>
                  <a:pt x="134" y="16"/>
                </a:cubicBezTo>
                <a:cubicBezTo>
                  <a:pt x="139" y="17"/>
                  <a:pt x="144" y="19"/>
                  <a:pt x="149" y="20"/>
                </a:cubicBezTo>
                <a:cubicBezTo>
                  <a:pt x="165" y="24"/>
                  <a:pt x="165" y="24"/>
                  <a:pt x="165" y="24"/>
                </a:cubicBezTo>
                <a:cubicBezTo>
                  <a:pt x="180" y="27"/>
                  <a:pt x="180" y="27"/>
                  <a:pt x="180" y="27"/>
                </a:cubicBezTo>
                <a:cubicBezTo>
                  <a:pt x="188" y="29"/>
                  <a:pt x="188" y="29"/>
                  <a:pt x="188" y="29"/>
                </a:cubicBezTo>
                <a:cubicBezTo>
                  <a:pt x="191" y="30"/>
                  <a:pt x="193" y="30"/>
                  <a:pt x="196" y="30"/>
                </a:cubicBezTo>
                <a:cubicBezTo>
                  <a:pt x="227" y="36"/>
                  <a:pt x="227" y="36"/>
                  <a:pt x="227" y="36"/>
                </a:cubicBezTo>
                <a:cubicBezTo>
                  <a:pt x="232" y="37"/>
                  <a:pt x="238" y="38"/>
                  <a:pt x="243" y="39"/>
                </a:cubicBezTo>
                <a:cubicBezTo>
                  <a:pt x="259" y="41"/>
                  <a:pt x="259" y="41"/>
                  <a:pt x="259" y="41"/>
                </a:cubicBezTo>
                <a:cubicBezTo>
                  <a:pt x="275" y="43"/>
                  <a:pt x="275" y="43"/>
                  <a:pt x="275" y="43"/>
                </a:cubicBezTo>
                <a:cubicBezTo>
                  <a:pt x="280" y="44"/>
                  <a:pt x="285" y="44"/>
                  <a:pt x="290" y="45"/>
                </a:cubicBezTo>
                <a:cubicBezTo>
                  <a:pt x="301" y="46"/>
                  <a:pt x="311" y="47"/>
                  <a:pt x="322" y="48"/>
                </a:cubicBezTo>
                <a:cubicBezTo>
                  <a:pt x="354" y="51"/>
                  <a:pt x="354" y="51"/>
                  <a:pt x="354" y="51"/>
                </a:cubicBezTo>
                <a:cubicBezTo>
                  <a:pt x="359" y="51"/>
                  <a:pt x="364" y="52"/>
                  <a:pt x="370" y="52"/>
                </a:cubicBezTo>
                <a:cubicBezTo>
                  <a:pt x="386" y="53"/>
                  <a:pt x="386" y="53"/>
                  <a:pt x="386" y="53"/>
                </a:cubicBezTo>
                <a:cubicBezTo>
                  <a:pt x="402" y="53"/>
                  <a:pt x="402" y="53"/>
                  <a:pt x="402" y="53"/>
                </a:cubicBezTo>
                <a:cubicBezTo>
                  <a:pt x="417" y="54"/>
                  <a:pt x="417" y="54"/>
                  <a:pt x="417" y="54"/>
                </a:cubicBezTo>
                <a:cubicBezTo>
                  <a:pt x="428" y="54"/>
                  <a:pt x="439" y="54"/>
                  <a:pt x="449" y="54"/>
                </a:cubicBezTo>
                <a:cubicBezTo>
                  <a:pt x="460" y="54"/>
                  <a:pt x="471" y="54"/>
                  <a:pt x="481" y="54"/>
                </a:cubicBezTo>
                <a:cubicBezTo>
                  <a:pt x="492" y="54"/>
                  <a:pt x="502" y="54"/>
                  <a:pt x="513" y="53"/>
                </a:cubicBezTo>
                <a:cubicBezTo>
                  <a:pt x="524" y="53"/>
                  <a:pt x="534" y="53"/>
                  <a:pt x="545" y="52"/>
                </a:cubicBezTo>
                <a:cubicBezTo>
                  <a:pt x="561" y="51"/>
                  <a:pt x="561" y="51"/>
                  <a:pt x="561" y="51"/>
                </a:cubicBezTo>
                <a:cubicBezTo>
                  <a:pt x="577" y="50"/>
                  <a:pt x="577" y="50"/>
                  <a:pt x="577" y="50"/>
                </a:cubicBezTo>
                <a:cubicBezTo>
                  <a:pt x="587" y="49"/>
                  <a:pt x="598" y="48"/>
                  <a:pt x="608" y="47"/>
                </a:cubicBezTo>
                <a:cubicBezTo>
                  <a:pt x="598" y="48"/>
                  <a:pt x="587" y="49"/>
                  <a:pt x="577" y="50"/>
                </a:cubicBezTo>
                <a:cubicBezTo>
                  <a:pt x="561" y="51"/>
                  <a:pt x="561" y="51"/>
                  <a:pt x="561" y="51"/>
                </a:cubicBezTo>
                <a:cubicBezTo>
                  <a:pt x="545" y="51"/>
                  <a:pt x="545" y="51"/>
                  <a:pt x="545" y="51"/>
                </a:cubicBezTo>
                <a:cubicBezTo>
                  <a:pt x="534" y="52"/>
                  <a:pt x="524" y="52"/>
                  <a:pt x="513" y="52"/>
                </a:cubicBezTo>
                <a:cubicBezTo>
                  <a:pt x="502" y="52"/>
                  <a:pt x="492" y="52"/>
                  <a:pt x="481" y="53"/>
                </a:cubicBezTo>
                <a:cubicBezTo>
                  <a:pt x="471" y="53"/>
                  <a:pt x="460" y="52"/>
                  <a:pt x="449" y="52"/>
                </a:cubicBezTo>
                <a:cubicBezTo>
                  <a:pt x="439" y="52"/>
                  <a:pt x="428" y="52"/>
                  <a:pt x="418" y="51"/>
                </a:cubicBezTo>
                <a:cubicBezTo>
                  <a:pt x="402" y="51"/>
                  <a:pt x="402" y="51"/>
                  <a:pt x="402" y="51"/>
                </a:cubicBezTo>
                <a:cubicBezTo>
                  <a:pt x="386" y="50"/>
                  <a:pt x="386" y="50"/>
                  <a:pt x="386" y="50"/>
                </a:cubicBezTo>
                <a:cubicBezTo>
                  <a:pt x="370" y="49"/>
                  <a:pt x="370" y="49"/>
                  <a:pt x="370" y="49"/>
                </a:cubicBezTo>
                <a:cubicBezTo>
                  <a:pt x="365" y="49"/>
                  <a:pt x="359" y="48"/>
                  <a:pt x="354" y="48"/>
                </a:cubicBezTo>
                <a:cubicBezTo>
                  <a:pt x="322" y="45"/>
                  <a:pt x="322" y="45"/>
                  <a:pt x="322" y="45"/>
                </a:cubicBezTo>
                <a:cubicBezTo>
                  <a:pt x="312" y="44"/>
                  <a:pt x="301" y="43"/>
                  <a:pt x="291" y="41"/>
                </a:cubicBezTo>
                <a:cubicBezTo>
                  <a:pt x="286" y="41"/>
                  <a:pt x="280" y="40"/>
                  <a:pt x="275" y="39"/>
                </a:cubicBezTo>
                <a:cubicBezTo>
                  <a:pt x="259" y="37"/>
                  <a:pt x="259" y="37"/>
                  <a:pt x="259" y="37"/>
                </a:cubicBezTo>
                <a:cubicBezTo>
                  <a:pt x="244" y="35"/>
                  <a:pt x="244" y="35"/>
                  <a:pt x="244" y="35"/>
                </a:cubicBezTo>
                <a:cubicBezTo>
                  <a:pt x="238" y="34"/>
                  <a:pt x="233" y="33"/>
                  <a:pt x="228" y="32"/>
                </a:cubicBezTo>
                <a:cubicBezTo>
                  <a:pt x="197" y="26"/>
                  <a:pt x="197" y="26"/>
                  <a:pt x="197" y="26"/>
                </a:cubicBezTo>
                <a:cubicBezTo>
                  <a:pt x="194" y="25"/>
                  <a:pt x="192" y="25"/>
                  <a:pt x="189" y="24"/>
                </a:cubicBezTo>
                <a:cubicBezTo>
                  <a:pt x="181" y="22"/>
                  <a:pt x="181" y="22"/>
                  <a:pt x="181" y="22"/>
                </a:cubicBezTo>
                <a:cubicBezTo>
                  <a:pt x="166" y="19"/>
                  <a:pt x="166" y="19"/>
                  <a:pt x="166" y="19"/>
                </a:cubicBezTo>
                <a:cubicBezTo>
                  <a:pt x="150" y="15"/>
                  <a:pt x="150" y="15"/>
                  <a:pt x="150" y="15"/>
                </a:cubicBezTo>
                <a:cubicBezTo>
                  <a:pt x="145" y="14"/>
                  <a:pt x="140" y="12"/>
                  <a:pt x="135" y="10"/>
                </a:cubicBezTo>
                <a:cubicBezTo>
                  <a:pt x="105" y="1"/>
                  <a:pt x="105" y="1"/>
                  <a:pt x="105" y="1"/>
                </a:cubicBezTo>
                <a:cubicBezTo>
                  <a:pt x="101" y="0"/>
                  <a:pt x="101" y="0"/>
                  <a:pt x="101" y="0"/>
                </a:cubicBezTo>
                <a:cubicBezTo>
                  <a:pt x="101" y="4"/>
                  <a:pt x="101" y="4"/>
                  <a:pt x="101" y="4"/>
                </a:cubicBezTo>
                <a:cubicBezTo>
                  <a:pt x="95" y="1006"/>
                  <a:pt x="95" y="1006"/>
                  <a:pt x="95" y="1006"/>
                </a:cubicBezTo>
                <a:cubicBezTo>
                  <a:pt x="95" y="1012"/>
                  <a:pt x="95" y="1012"/>
                  <a:pt x="95" y="1012"/>
                </a:cubicBezTo>
                <a:cubicBezTo>
                  <a:pt x="100" y="1014"/>
                  <a:pt x="100" y="1014"/>
                  <a:pt x="100" y="1014"/>
                </a:cubicBezTo>
                <a:cubicBezTo>
                  <a:pt x="115" y="1021"/>
                  <a:pt x="130" y="1026"/>
                  <a:pt x="145" y="1032"/>
                </a:cubicBezTo>
                <a:cubicBezTo>
                  <a:pt x="159" y="1037"/>
                  <a:pt x="174" y="1042"/>
                  <a:pt x="190" y="1047"/>
                </a:cubicBezTo>
                <a:cubicBezTo>
                  <a:pt x="197" y="1049"/>
                  <a:pt x="205" y="1051"/>
                  <a:pt x="213" y="1053"/>
                </a:cubicBezTo>
                <a:cubicBezTo>
                  <a:pt x="220" y="1055"/>
                  <a:pt x="228" y="1057"/>
                  <a:pt x="236" y="1059"/>
                </a:cubicBezTo>
                <a:cubicBezTo>
                  <a:pt x="243" y="1061"/>
                  <a:pt x="251" y="1062"/>
                  <a:pt x="259" y="1064"/>
                </a:cubicBezTo>
                <a:cubicBezTo>
                  <a:pt x="271" y="1066"/>
                  <a:pt x="271" y="1066"/>
                  <a:pt x="271" y="1066"/>
                </a:cubicBezTo>
                <a:cubicBezTo>
                  <a:pt x="283" y="1067"/>
                  <a:pt x="283" y="1067"/>
                  <a:pt x="283" y="1067"/>
                </a:cubicBezTo>
                <a:cubicBezTo>
                  <a:pt x="299" y="1070"/>
                  <a:pt x="315" y="1071"/>
                  <a:pt x="331" y="1071"/>
                </a:cubicBezTo>
                <a:cubicBezTo>
                  <a:pt x="332" y="1071"/>
                  <a:pt x="333" y="1071"/>
                  <a:pt x="334" y="1071"/>
                </a:cubicBezTo>
                <a:cubicBezTo>
                  <a:pt x="337" y="1071"/>
                  <a:pt x="337" y="1071"/>
                  <a:pt x="337" y="1071"/>
                </a:cubicBezTo>
                <a:cubicBezTo>
                  <a:pt x="343" y="1071"/>
                  <a:pt x="343" y="1071"/>
                  <a:pt x="343" y="1071"/>
                </a:cubicBezTo>
                <a:cubicBezTo>
                  <a:pt x="355" y="1070"/>
                  <a:pt x="355" y="1070"/>
                  <a:pt x="355" y="1070"/>
                </a:cubicBezTo>
                <a:cubicBezTo>
                  <a:pt x="363" y="1070"/>
                  <a:pt x="371" y="1070"/>
                  <a:pt x="378" y="1069"/>
                </a:cubicBezTo>
                <a:cubicBezTo>
                  <a:pt x="394" y="1068"/>
                  <a:pt x="410" y="1067"/>
                  <a:pt x="426" y="1065"/>
                </a:cubicBezTo>
                <a:cubicBezTo>
                  <a:pt x="472" y="1061"/>
                  <a:pt x="472" y="1061"/>
                  <a:pt x="472" y="1061"/>
                </a:cubicBezTo>
                <a:cubicBezTo>
                  <a:pt x="496" y="1058"/>
                  <a:pt x="496" y="1058"/>
                  <a:pt x="496" y="1058"/>
                </a:cubicBezTo>
                <a:cubicBezTo>
                  <a:pt x="503" y="1058"/>
                  <a:pt x="511" y="1057"/>
                  <a:pt x="519" y="1057"/>
                </a:cubicBezTo>
                <a:cubicBezTo>
                  <a:pt x="526" y="1056"/>
                  <a:pt x="534" y="1056"/>
                  <a:pt x="542" y="1055"/>
                </a:cubicBezTo>
                <a:cubicBezTo>
                  <a:pt x="553" y="1055"/>
                  <a:pt x="553" y="1055"/>
                  <a:pt x="553" y="1055"/>
                </a:cubicBezTo>
                <a:cubicBezTo>
                  <a:pt x="565" y="1055"/>
                  <a:pt x="565" y="1055"/>
                  <a:pt x="565" y="1055"/>
                </a:cubicBezTo>
                <a:cubicBezTo>
                  <a:pt x="580" y="1055"/>
                  <a:pt x="595" y="1056"/>
                  <a:pt x="611" y="1057"/>
                </a:cubicBezTo>
                <a:cubicBezTo>
                  <a:pt x="614" y="1057"/>
                  <a:pt x="618" y="1058"/>
                  <a:pt x="622" y="1058"/>
                </a:cubicBezTo>
                <a:cubicBezTo>
                  <a:pt x="626" y="1059"/>
                  <a:pt x="629" y="1059"/>
                  <a:pt x="633" y="1060"/>
                </a:cubicBezTo>
                <a:cubicBezTo>
                  <a:pt x="644" y="1062"/>
                  <a:pt x="644" y="1062"/>
                  <a:pt x="644" y="1062"/>
                </a:cubicBezTo>
                <a:cubicBezTo>
                  <a:pt x="647" y="1063"/>
                  <a:pt x="647" y="1063"/>
                  <a:pt x="647" y="1063"/>
                </a:cubicBezTo>
                <a:cubicBezTo>
                  <a:pt x="648" y="1063"/>
                  <a:pt x="648" y="1063"/>
                  <a:pt x="648" y="1063"/>
                </a:cubicBezTo>
                <a:cubicBezTo>
                  <a:pt x="649" y="1063"/>
                  <a:pt x="649" y="1063"/>
                  <a:pt x="649" y="1063"/>
                </a:cubicBezTo>
                <a:cubicBezTo>
                  <a:pt x="655" y="1065"/>
                  <a:pt x="655" y="1065"/>
                  <a:pt x="655" y="1065"/>
                </a:cubicBezTo>
                <a:cubicBezTo>
                  <a:pt x="666" y="1068"/>
                  <a:pt x="666" y="1068"/>
                  <a:pt x="666" y="1068"/>
                </a:cubicBezTo>
                <a:cubicBezTo>
                  <a:pt x="677" y="1071"/>
                  <a:pt x="677" y="1071"/>
                  <a:pt x="677" y="1071"/>
                </a:cubicBezTo>
                <a:cubicBezTo>
                  <a:pt x="684" y="1073"/>
                  <a:pt x="692" y="1076"/>
                  <a:pt x="699" y="1078"/>
                </a:cubicBezTo>
                <a:cubicBezTo>
                  <a:pt x="711" y="1082"/>
                  <a:pt x="722" y="1087"/>
                  <a:pt x="734" y="1092"/>
                </a:cubicBezTo>
                <a:cubicBezTo>
                  <a:pt x="725" y="1090"/>
                  <a:pt x="716" y="1088"/>
                  <a:pt x="708" y="1087"/>
                </a:cubicBezTo>
                <a:cubicBezTo>
                  <a:pt x="703" y="1087"/>
                  <a:pt x="699" y="1086"/>
                  <a:pt x="694" y="1085"/>
                </a:cubicBezTo>
                <a:cubicBezTo>
                  <a:pt x="680" y="1084"/>
                  <a:pt x="680" y="1084"/>
                  <a:pt x="680" y="1084"/>
                </a:cubicBezTo>
                <a:cubicBezTo>
                  <a:pt x="674" y="1084"/>
                  <a:pt x="674" y="1084"/>
                  <a:pt x="674" y="1084"/>
                </a:cubicBezTo>
                <a:cubicBezTo>
                  <a:pt x="667" y="1083"/>
                  <a:pt x="667" y="1083"/>
                  <a:pt x="667" y="1083"/>
                </a:cubicBezTo>
                <a:cubicBezTo>
                  <a:pt x="653" y="1083"/>
                  <a:pt x="653" y="1083"/>
                  <a:pt x="653" y="1083"/>
                </a:cubicBezTo>
                <a:cubicBezTo>
                  <a:pt x="649" y="1083"/>
                  <a:pt x="644" y="1083"/>
                  <a:pt x="639" y="1083"/>
                </a:cubicBezTo>
                <a:cubicBezTo>
                  <a:pt x="625" y="1083"/>
                  <a:pt x="625" y="1083"/>
                  <a:pt x="625" y="1083"/>
                </a:cubicBezTo>
                <a:cubicBezTo>
                  <a:pt x="623" y="1083"/>
                  <a:pt x="621" y="1083"/>
                  <a:pt x="618" y="1083"/>
                </a:cubicBezTo>
                <a:cubicBezTo>
                  <a:pt x="612" y="1084"/>
                  <a:pt x="612" y="1084"/>
                  <a:pt x="612" y="1084"/>
                </a:cubicBezTo>
                <a:cubicBezTo>
                  <a:pt x="599" y="1085"/>
                  <a:pt x="599" y="1085"/>
                  <a:pt x="599" y="1085"/>
                </a:cubicBezTo>
                <a:cubicBezTo>
                  <a:pt x="595" y="1085"/>
                  <a:pt x="595" y="1085"/>
                  <a:pt x="595" y="1085"/>
                </a:cubicBezTo>
                <a:cubicBezTo>
                  <a:pt x="592" y="1086"/>
                  <a:pt x="592" y="1086"/>
                  <a:pt x="592" y="1086"/>
                </a:cubicBezTo>
                <a:cubicBezTo>
                  <a:pt x="585" y="1087"/>
                  <a:pt x="585" y="1087"/>
                  <a:pt x="585" y="1087"/>
                </a:cubicBezTo>
                <a:cubicBezTo>
                  <a:pt x="572" y="1088"/>
                  <a:pt x="572" y="1088"/>
                  <a:pt x="572" y="1088"/>
                </a:cubicBezTo>
                <a:cubicBezTo>
                  <a:pt x="555" y="1091"/>
                  <a:pt x="537" y="1094"/>
                  <a:pt x="520" y="1097"/>
                </a:cubicBezTo>
                <a:cubicBezTo>
                  <a:pt x="512" y="1099"/>
                  <a:pt x="503" y="1101"/>
                  <a:pt x="495" y="1103"/>
                </a:cubicBezTo>
                <a:cubicBezTo>
                  <a:pt x="470" y="1108"/>
                  <a:pt x="470" y="1108"/>
                  <a:pt x="470" y="1108"/>
                </a:cubicBezTo>
                <a:cubicBezTo>
                  <a:pt x="420" y="1118"/>
                  <a:pt x="420" y="1118"/>
                  <a:pt x="420" y="1118"/>
                </a:cubicBezTo>
                <a:cubicBezTo>
                  <a:pt x="404" y="1121"/>
                  <a:pt x="387" y="1125"/>
                  <a:pt x="371" y="1127"/>
                </a:cubicBezTo>
                <a:cubicBezTo>
                  <a:pt x="354" y="1130"/>
                  <a:pt x="338" y="1132"/>
                  <a:pt x="321" y="1135"/>
                </a:cubicBezTo>
                <a:cubicBezTo>
                  <a:pt x="296" y="1137"/>
                  <a:pt x="296" y="1137"/>
                  <a:pt x="296" y="1137"/>
                </a:cubicBezTo>
                <a:cubicBezTo>
                  <a:pt x="284" y="1139"/>
                  <a:pt x="284" y="1139"/>
                  <a:pt x="284" y="1139"/>
                </a:cubicBezTo>
                <a:cubicBezTo>
                  <a:pt x="271" y="1140"/>
                  <a:pt x="271" y="1140"/>
                  <a:pt x="271" y="1140"/>
                </a:cubicBezTo>
                <a:cubicBezTo>
                  <a:pt x="246" y="1141"/>
                  <a:pt x="246" y="1141"/>
                  <a:pt x="246" y="1141"/>
                </a:cubicBezTo>
                <a:cubicBezTo>
                  <a:pt x="238" y="1142"/>
                  <a:pt x="230" y="1142"/>
                  <a:pt x="222" y="1142"/>
                </a:cubicBezTo>
                <a:cubicBezTo>
                  <a:pt x="205" y="1143"/>
                  <a:pt x="188" y="1142"/>
                  <a:pt x="172" y="1142"/>
                </a:cubicBezTo>
                <a:cubicBezTo>
                  <a:pt x="163" y="1142"/>
                  <a:pt x="155" y="1141"/>
                  <a:pt x="147" y="1140"/>
                </a:cubicBezTo>
                <a:cubicBezTo>
                  <a:pt x="122" y="1139"/>
                  <a:pt x="122" y="1139"/>
                  <a:pt x="122" y="1139"/>
                </a:cubicBezTo>
                <a:cubicBezTo>
                  <a:pt x="105" y="1137"/>
                  <a:pt x="88" y="1135"/>
                  <a:pt x="72" y="1133"/>
                </a:cubicBezTo>
                <a:cubicBezTo>
                  <a:pt x="36" y="1127"/>
                  <a:pt x="36" y="1127"/>
                  <a:pt x="36" y="1127"/>
                </a:cubicBezTo>
                <a:cubicBezTo>
                  <a:pt x="19" y="159"/>
                  <a:pt x="19" y="159"/>
                  <a:pt x="19" y="159"/>
                </a:cubicBezTo>
                <a:cubicBezTo>
                  <a:pt x="1" y="1142"/>
                  <a:pt x="1" y="1142"/>
                  <a:pt x="1" y="1142"/>
                </a:cubicBezTo>
                <a:cubicBezTo>
                  <a:pt x="0" y="1157"/>
                  <a:pt x="0" y="1157"/>
                  <a:pt x="0" y="1157"/>
                </a:cubicBezTo>
                <a:cubicBezTo>
                  <a:pt x="15" y="1160"/>
                  <a:pt x="15" y="1160"/>
                  <a:pt x="15" y="1160"/>
                </a:cubicBezTo>
                <a:cubicBezTo>
                  <a:pt x="66" y="1170"/>
                  <a:pt x="66" y="1170"/>
                  <a:pt x="66" y="1170"/>
                </a:cubicBezTo>
                <a:cubicBezTo>
                  <a:pt x="83" y="1173"/>
                  <a:pt x="100" y="1176"/>
                  <a:pt x="117" y="1178"/>
                </a:cubicBezTo>
                <a:cubicBezTo>
                  <a:pt x="143" y="1181"/>
                  <a:pt x="143" y="1181"/>
                  <a:pt x="143" y="1181"/>
                </a:cubicBezTo>
                <a:cubicBezTo>
                  <a:pt x="152" y="1181"/>
                  <a:pt x="161" y="1183"/>
                  <a:pt x="169" y="1183"/>
                </a:cubicBezTo>
                <a:cubicBezTo>
                  <a:pt x="187" y="1184"/>
                  <a:pt x="204" y="1185"/>
                  <a:pt x="222" y="1185"/>
                </a:cubicBezTo>
                <a:cubicBezTo>
                  <a:pt x="230" y="1185"/>
                  <a:pt x="239" y="1185"/>
                  <a:pt x="248" y="1185"/>
                </a:cubicBezTo>
                <a:cubicBezTo>
                  <a:pt x="274" y="1185"/>
                  <a:pt x="274" y="1185"/>
                  <a:pt x="274" y="1185"/>
                </a:cubicBezTo>
                <a:cubicBezTo>
                  <a:pt x="287" y="1184"/>
                  <a:pt x="287" y="1184"/>
                  <a:pt x="287" y="1184"/>
                </a:cubicBezTo>
                <a:cubicBezTo>
                  <a:pt x="300" y="1183"/>
                  <a:pt x="300" y="1183"/>
                  <a:pt x="300" y="1183"/>
                </a:cubicBezTo>
                <a:cubicBezTo>
                  <a:pt x="309" y="1183"/>
                  <a:pt x="317" y="1182"/>
                  <a:pt x="326" y="1181"/>
                </a:cubicBezTo>
                <a:cubicBezTo>
                  <a:pt x="343" y="1180"/>
                  <a:pt x="361" y="1178"/>
                  <a:pt x="378" y="1176"/>
                </a:cubicBezTo>
                <a:cubicBezTo>
                  <a:pt x="395" y="1173"/>
                  <a:pt x="412" y="1171"/>
                  <a:pt x="429" y="1168"/>
                </a:cubicBezTo>
                <a:cubicBezTo>
                  <a:pt x="480" y="1159"/>
                  <a:pt x="480" y="1159"/>
                  <a:pt x="480" y="1159"/>
                </a:cubicBezTo>
                <a:cubicBezTo>
                  <a:pt x="505" y="1155"/>
                  <a:pt x="505" y="1155"/>
                  <a:pt x="505" y="1155"/>
                </a:cubicBezTo>
                <a:cubicBezTo>
                  <a:pt x="513" y="1154"/>
                  <a:pt x="522" y="1152"/>
                  <a:pt x="530" y="1151"/>
                </a:cubicBezTo>
                <a:cubicBezTo>
                  <a:pt x="547" y="1148"/>
                  <a:pt x="563" y="1146"/>
                  <a:pt x="579" y="1144"/>
                </a:cubicBezTo>
                <a:cubicBezTo>
                  <a:pt x="591" y="1143"/>
                  <a:pt x="591" y="1143"/>
                  <a:pt x="591" y="1143"/>
                </a:cubicBezTo>
                <a:cubicBezTo>
                  <a:pt x="597" y="1142"/>
                  <a:pt x="597" y="1142"/>
                  <a:pt x="597" y="1142"/>
                </a:cubicBezTo>
                <a:cubicBezTo>
                  <a:pt x="600" y="1142"/>
                  <a:pt x="600" y="1142"/>
                  <a:pt x="600" y="1142"/>
                </a:cubicBezTo>
                <a:cubicBezTo>
                  <a:pt x="601" y="1142"/>
                  <a:pt x="601" y="1142"/>
                  <a:pt x="601" y="1142"/>
                </a:cubicBezTo>
                <a:cubicBezTo>
                  <a:pt x="603" y="1142"/>
                  <a:pt x="603" y="1142"/>
                  <a:pt x="603" y="1142"/>
                </a:cubicBezTo>
                <a:cubicBezTo>
                  <a:pt x="615" y="1141"/>
                  <a:pt x="615" y="1141"/>
                  <a:pt x="615" y="1141"/>
                </a:cubicBezTo>
                <a:cubicBezTo>
                  <a:pt x="622" y="1141"/>
                  <a:pt x="622" y="1141"/>
                  <a:pt x="622" y="1141"/>
                </a:cubicBezTo>
                <a:cubicBezTo>
                  <a:pt x="624" y="1141"/>
                  <a:pt x="626" y="1141"/>
                  <a:pt x="628" y="1141"/>
                </a:cubicBezTo>
                <a:cubicBezTo>
                  <a:pt x="640" y="1141"/>
                  <a:pt x="640" y="1141"/>
                  <a:pt x="640" y="1141"/>
                </a:cubicBezTo>
                <a:cubicBezTo>
                  <a:pt x="643" y="1141"/>
                  <a:pt x="647" y="1141"/>
                  <a:pt x="651" y="1142"/>
                </a:cubicBezTo>
                <a:cubicBezTo>
                  <a:pt x="663" y="1143"/>
                  <a:pt x="663" y="1143"/>
                  <a:pt x="663" y="1143"/>
                </a:cubicBezTo>
                <a:cubicBezTo>
                  <a:pt x="669" y="1143"/>
                  <a:pt x="669" y="1143"/>
                  <a:pt x="669" y="1143"/>
                </a:cubicBezTo>
                <a:cubicBezTo>
                  <a:pt x="675" y="1144"/>
                  <a:pt x="675" y="1144"/>
                  <a:pt x="675" y="1144"/>
                </a:cubicBezTo>
                <a:cubicBezTo>
                  <a:pt x="686" y="1145"/>
                  <a:pt x="686" y="1145"/>
                  <a:pt x="686" y="1145"/>
                </a:cubicBezTo>
                <a:cubicBezTo>
                  <a:pt x="690" y="1146"/>
                  <a:pt x="694" y="1147"/>
                  <a:pt x="698" y="1147"/>
                </a:cubicBezTo>
                <a:cubicBezTo>
                  <a:pt x="706" y="1148"/>
                  <a:pt x="714" y="1150"/>
                  <a:pt x="721" y="1152"/>
                </a:cubicBezTo>
                <a:cubicBezTo>
                  <a:pt x="736" y="1156"/>
                  <a:pt x="751" y="1161"/>
                  <a:pt x="766" y="1166"/>
                </a:cubicBezTo>
                <a:cubicBezTo>
                  <a:pt x="776" y="1171"/>
                  <a:pt x="776" y="1171"/>
                  <a:pt x="776" y="1171"/>
                </a:cubicBezTo>
                <a:cubicBezTo>
                  <a:pt x="780" y="1173"/>
                  <a:pt x="783" y="1174"/>
                  <a:pt x="786" y="1176"/>
                </a:cubicBezTo>
                <a:cubicBezTo>
                  <a:pt x="790" y="1178"/>
                  <a:pt x="793" y="1179"/>
                  <a:pt x="796" y="1181"/>
                </a:cubicBezTo>
                <a:cubicBezTo>
                  <a:pt x="798" y="1182"/>
                  <a:pt x="799" y="1183"/>
                  <a:pt x="801" y="1184"/>
                </a:cubicBezTo>
                <a:cubicBezTo>
                  <a:pt x="801" y="1184"/>
                  <a:pt x="802" y="1185"/>
                  <a:pt x="803" y="1185"/>
                </a:cubicBezTo>
                <a:cubicBezTo>
                  <a:pt x="804" y="1186"/>
                  <a:pt x="804" y="1186"/>
                  <a:pt x="804" y="1186"/>
                </a:cubicBezTo>
                <a:cubicBezTo>
                  <a:pt x="804" y="1186"/>
                  <a:pt x="804" y="1186"/>
                  <a:pt x="804" y="1186"/>
                </a:cubicBezTo>
                <a:cubicBezTo>
                  <a:pt x="804" y="1186"/>
                  <a:pt x="804" y="1186"/>
                  <a:pt x="804" y="1186"/>
                </a:cubicBezTo>
                <a:cubicBezTo>
                  <a:pt x="873" y="1186"/>
                  <a:pt x="873" y="1186"/>
                  <a:pt x="873" y="1186"/>
                </a:cubicBezTo>
                <a:cubicBezTo>
                  <a:pt x="873" y="1186"/>
                  <a:pt x="873" y="1186"/>
                  <a:pt x="873" y="1186"/>
                </a:cubicBezTo>
                <a:cubicBezTo>
                  <a:pt x="873" y="1186"/>
                  <a:pt x="873" y="1186"/>
                  <a:pt x="873" y="1186"/>
                </a:cubicBezTo>
                <a:cubicBezTo>
                  <a:pt x="874" y="1185"/>
                  <a:pt x="874" y="1185"/>
                  <a:pt x="874" y="1185"/>
                </a:cubicBezTo>
                <a:cubicBezTo>
                  <a:pt x="875" y="1185"/>
                  <a:pt x="876" y="1184"/>
                  <a:pt x="876" y="1184"/>
                </a:cubicBezTo>
                <a:cubicBezTo>
                  <a:pt x="878" y="1183"/>
                  <a:pt x="879" y="1182"/>
                  <a:pt x="881" y="1181"/>
                </a:cubicBezTo>
                <a:cubicBezTo>
                  <a:pt x="884" y="1179"/>
                  <a:pt x="887" y="1178"/>
                  <a:pt x="891" y="1176"/>
                </a:cubicBezTo>
                <a:cubicBezTo>
                  <a:pt x="894" y="1174"/>
                  <a:pt x="897" y="1173"/>
                  <a:pt x="901" y="1171"/>
                </a:cubicBezTo>
                <a:cubicBezTo>
                  <a:pt x="911" y="1166"/>
                  <a:pt x="911" y="1166"/>
                  <a:pt x="911" y="1166"/>
                </a:cubicBezTo>
                <a:cubicBezTo>
                  <a:pt x="926" y="1161"/>
                  <a:pt x="941" y="1156"/>
                  <a:pt x="956" y="1152"/>
                </a:cubicBezTo>
                <a:cubicBezTo>
                  <a:pt x="963" y="1150"/>
                  <a:pt x="971" y="1148"/>
                  <a:pt x="979" y="1147"/>
                </a:cubicBezTo>
                <a:cubicBezTo>
                  <a:pt x="983" y="1147"/>
                  <a:pt x="987" y="1146"/>
                  <a:pt x="991" y="1145"/>
                </a:cubicBezTo>
                <a:cubicBezTo>
                  <a:pt x="1002" y="1144"/>
                  <a:pt x="1002" y="1144"/>
                  <a:pt x="1002" y="1144"/>
                </a:cubicBezTo>
                <a:cubicBezTo>
                  <a:pt x="1008" y="1143"/>
                  <a:pt x="1008" y="1143"/>
                  <a:pt x="1008" y="1143"/>
                </a:cubicBezTo>
                <a:cubicBezTo>
                  <a:pt x="1014" y="1143"/>
                  <a:pt x="1014" y="1143"/>
                  <a:pt x="1014" y="1143"/>
                </a:cubicBezTo>
                <a:cubicBezTo>
                  <a:pt x="1026" y="1142"/>
                  <a:pt x="1026" y="1142"/>
                  <a:pt x="1026" y="1142"/>
                </a:cubicBezTo>
                <a:cubicBezTo>
                  <a:pt x="1030" y="1141"/>
                  <a:pt x="1034" y="1141"/>
                  <a:pt x="1038" y="1141"/>
                </a:cubicBezTo>
                <a:cubicBezTo>
                  <a:pt x="1049" y="1141"/>
                  <a:pt x="1049" y="1141"/>
                  <a:pt x="1049" y="1141"/>
                </a:cubicBezTo>
                <a:cubicBezTo>
                  <a:pt x="1051" y="1141"/>
                  <a:pt x="1053" y="1141"/>
                  <a:pt x="1055" y="1141"/>
                </a:cubicBezTo>
                <a:cubicBezTo>
                  <a:pt x="1062" y="1141"/>
                  <a:pt x="1062" y="1141"/>
                  <a:pt x="1062" y="1141"/>
                </a:cubicBezTo>
                <a:cubicBezTo>
                  <a:pt x="1074" y="1142"/>
                  <a:pt x="1074" y="1142"/>
                  <a:pt x="1074" y="1142"/>
                </a:cubicBezTo>
                <a:cubicBezTo>
                  <a:pt x="1076" y="1142"/>
                  <a:pt x="1076" y="1142"/>
                  <a:pt x="1076" y="1142"/>
                </a:cubicBezTo>
                <a:cubicBezTo>
                  <a:pt x="1077" y="1142"/>
                  <a:pt x="1077" y="1142"/>
                  <a:pt x="1077" y="1142"/>
                </a:cubicBezTo>
                <a:cubicBezTo>
                  <a:pt x="1077" y="1142"/>
                  <a:pt x="1077" y="1142"/>
                  <a:pt x="1077" y="1142"/>
                </a:cubicBezTo>
                <a:cubicBezTo>
                  <a:pt x="1080" y="1142"/>
                  <a:pt x="1080" y="1142"/>
                  <a:pt x="1080" y="1142"/>
                </a:cubicBezTo>
                <a:cubicBezTo>
                  <a:pt x="1086" y="1143"/>
                  <a:pt x="1086" y="1143"/>
                  <a:pt x="1086" y="1143"/>
                </a:cubicBezTo>
                <a:cubicBezTo>
                  <a:pt x="1098" y="1144"/>
                  <a:pt x="1098" y="1144"/>
                  <a:pt x="1098" y="1144"/>
                </a:cubicBezTo>
                <a:cubicBezTo>
                  <a:pt x="1114" y="1146"/>
                  <a:pt x="1131" y="1148"/>
                  <a:pt x="1147" y="1151"/>
                </a:cubicBezTo>
                <a:cubicBezTo>
                  <a:pt x="1155" y="1152"/>
                  <a:pt x="1164" y="1154"/>
                  <a:pt x="1172" y="1155"/>
                </a:cubicBezTo>
                <a:cubicBezTo>
                  <a:pt x="1197" y="1159"/>
                  <a:pt x="1197" y="1159"/>
                  <a:pt x="1197" y="1159"/>
                </a:cubicBezTo>
                <a:cubicBezTo>
                  <a:pt x="1248" y="1168"/>
                  <a:pt x="1248" y="1168"/>
                  <a:pt x="1248" y="1168"/>
                </a:cubicBezTo>
                <a:cubicBezTo>
                  <a:pt x="1265" y="1171"/>
                  <a:pt x="1282" y="1173"/>
                  <a:pt x="1299" y="1176"/>
                </a:cubicBezTo>
                <a:cubicBezTo>
                  <a:pt x="1316" y="1178"/>
                  <a:pt x="1334" y="1180"/>
                  <a:pt x="1351" y="1181"/>
                </a:cubicBezTo>
                <a:cubicBezTo>
                  <a:pt x="1360" y="1182"/>
                  <a:pt x="1368" y="1183"/>
                  <a:pt x="1377" y="1183"/>
                </a:cubicBezTo>
                <a:cubicBezTo>
                  <a:pt x="1390" y="1184"/>
                  <a:pt x="1390" y="1184"/>
                  <a:pt x="1390" y="1184"/>
                </a:cubicBezTo>
                <a:cubicBezTo>
                  <a:pt x="1403" y="1185"/>
                  <a:pt x="1403" y="1185"/>
                  <a:pt x="1403" y="1185"/>
                </a:cubicBezTo>
                <a:cubicBezTo>
                  <a:pt x="1429" y="1185"/>
                  <a:pt x="1429" y="1185"/>
                  <a:pt x="1429" y="1185"/>
                </a:cubicBezTo>
                <a:cubicBezTo>
                  <a:pt x="1438" y="1185"/>
                  <a:pt x="1447" y="1185"/>
                  <a:pt x="1455" y="1185"/>
                </a:cubicBezTo>
                <a:cubicBezTo>
                  <a:pt x="1473" y="1185"/>
                  <a:pt x="1490" y="1184"/>
                  <a:pt x="1508" y="1183"/>
                </a:cubicBezTo>
                <a:cubicBezTo>
                  <a:pt x="1516" y="1183"/>
                  <a:pt x="1525" y="1181"/>
                  <a:pt x="1534" y="1181"/>
                </a:cubicBezTo>
                <a:cubicBezTo>
                  <a:pt x="1560" y="1178"/>
                  <a:pt x="1560" y="1178"/>
                  <a:pt x="1560" y="1178"/>
                </a:cubicBezTo>
                <a:cubicBezTo>
                  <a:pt x="1577" y="1176"/>
                  <a:pt x="1594" y="1173"/>
                  <a:pt x="1611" y="1170"/>
                </a:cubicBezTo>
                <a:cubicBezTo>
                  <a:pt x="1662" y="1160"/>
                  <a:pt x="1662" y="1160"/>
                  <a:pt x="1662" y="1160"/>
                </a:cubicBezTo>
                <a:cubicBezTo>
                  <a:pt x="1677" y="1157"/>
                  <a:pt x="1677" y="1157"/>
                  <a:pt x="1677" y="1157"/>
                </a:cubicBezTo>
                <a:lnTo>
                  <a:pt x="1676" y="1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等线" panose="020F0502020204030204"/>
              <a:ea typeface="等线" panose="02010600030101010101" pitchFamily="2" charset="-122"/>
              <a:cs typeface="+mn-cs"/>
            </a:endParaRPr>
          </a:p>
        </p:txBody>
      </p:sp>
      <p:sp>
        <p:nvSpPr>
          <p:cNvPr id="39" name="椭圆 38">
            <a:extLst>
              <a:ext uri="{FF2B5EF4-FFF2-40B4-BE49-F238E27FC236}">
                <a16:creationId xmlns:a16="http://schemas.microsoft.com/office/drawing/2014/main" id="{81FC8C60-9C12-4E6C-BD97-DDF7F923FAAE}"/>
              </a:ext>
            </a:extLst>
          </p:cNvPr>
          <p:cNvSpPr/>
          <p:nvPr/>
        </p:nvSpPr>
        <p:spPr>
          <a:xfrm>
            <a:off x="1407097" y="3429001"/>
            <a:ext cx="878905" cy="8789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1" name="文本框 40">
            <a:extLst>
              <a:ext uri="{FF2B5EF4-FFF2-40B4-BE49-F238E27FC236}">
                <a16:creationId xmlns:a16="http://schemas.microsoft.com/office/drawing/2014/main" id="{9059FA0A-51B5-48CA-AB6C-4F6B4222BEFC}"/>
              </a:ext>
            </a:extLst>
          </p:cNvPr>
          <p:cNvSpPr txBox="1"/>
          <p:nvPr/>
        </p:nvSpPr>
        <p:spPr>
          <a:xfrm>
            <a:off x="1572196" y="3467101"/>
            <a:ext cx="510605" cy="830997"/>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altLang="zh-CN" sz="4800" dirty="0">
                <a:solidFill>
                  <a:srgbClr val="7F2C8B"/>
                </a:solidFill>
                <a:latin typeface="思源宋体 CN Heavy" panose="02020900000000000000" pitchFamily="18" charset="-122"/>
                <a:ea typeface="思源宋体 CN Heavy" panose="02020900000000000000" pitchFamily="18" charset="-122"/>
              </a:rPr>
              <a:t>3</a:t>
            </a:r>
            <a:endParaRPr kumimoji="0" lang="zh-CN" altLang="en-US" sz="4800" b="0" i="0" u="none" strike="noStrike" kern="1200" cap="none" spc="0" normalizeH="0" baseline="0" noProof="0" dirty="0">
              <a:ln>
                <a:noFill/>
              </a:ln>
              <a:solidFill>
                <a:srgbClr val="7F2C8B"/>
              </a:solidFill>
              <a:effectLst/>
              <a:uLnTx/>
              <a:uFillTx/>
              <a:latin typeface="思源宋体 CN Heavy" panose="02020900000000000000" pitchFamily="18" charset="-122"/>
              <a:ea typeface="思源宋体 CN Heavy" panose="02020900000000000000" pitchFamily="18" charset="-122"/>
              <a:cs typeface="+mn-cs"/>
            </a:endParaRPr>
          </a:p>
        </p:txBody>
      </p:sp>
      <p:sp>
        <p:nvSpPr>
          <p:cNvPr id="3" name="文本框 2"/>
          <p:cNvSpPr txBox="1"/>
          <p:nvPr/>
        </p:nvSpPr>
        <p:spPr>
          <a:xfrm>
            <a:off x="1231271" y="4454305"/>
            <a:ext cx="4508626" cy="800219"/>
          </a:xfrm>
          <a:prstGeom prst="rect">
            <a:avLst/>
          </a:prstGeom>
          <a:noFill/>
        </p:spPr>
        <p:txBody>
          <a:bodyPr wrap="square" rtlCol="0">
            <a:spAutoFit/>
          </a:bodyPr>
          <a:lstStyle/>
          <a:p>
            <a:r>
              <a:rPr lang="zh-CN" altLang="en-US" sz="2800" dirty="0">
                <a:solidFill>
                  <a:schemeClr val="bg1"/>
                </a:solidFill>
              </a:rPr>
              <a:t>参考文献</a:t>
            </a:r>
            <a:endParaRPr lang="en-US" altLang="zh-CN" sz="2800" dirty="0">
              <a:solidFill>
                <a:schemeClr val="bg1"/>
              </a:solidFill>
            </a:endParaRPr>
          </a:p>
          <a:p>
            <a:endParaRPr lang="zh-CN" altLang="en-US" dirty="0"/>
          </a:p>
        </p:txBody>
      </p:sp>
      <p:sp>
        <p:nvSpPr>
          <p:cNvPr id="2" name="文本框 1"/>
          <p:cNvSpPr txBox="1"/>
          <p:nvPr/>
        </p:nvSpPr>
        <p:spPr>
          <a:xfrm rot="20346418">
            <a:off x="7649634" y="574339"/>
            <a:ext cx="2985124" cy="461665"/>
          </a:xfrm>
          <a:prstGeom prst="rect">
            <a:avLst/>
          </a:prstGeom>
          <a:noFill/>
        </p:spPr>
        <p:txBody>
          <a:bodyPr wrap="square" rtlCol="0">
            <a:spAutoFit/>
          </a:bodyPr>
          <a:lstStyle/>
          <a:p>
            <a:r>
              <a:rPr lang="zh-CN" altLang="en-US" sz="2400" dirty="0">
                <a:solidFill>
                  <a:schemeClr val="bg1"/>
                </a:solidFill>
              </a:rPr>
              <a:t>站在巨人的肩膀上</a:t>
            </a:r>
          </a:p>
        </p:txBody>
      </p:sp>
      <p:sp>
        <p:nvSpPr>
          <p:cNvPr id="4" name="文本框 3"/>
          <p:cNvSpPr txBox="1"/>
          <p:nvPr/>
        </p:nvSpPr>
        <p:spPr>
          <a:xfrm rot="20326829">
            <a:off x="8196736" y="1256767"/>
            <a:ext cx="2996988" cy="2677656"/>
          </a:xfrm>
          <a:prstGeom prst="rect">
            <a:avLst/>
          </a:prstGeom>
          <a:noFill/>
        </p:spPr>
        <p:txBody>
          <a:bodyPr wrap="square" rtlCol="0">
            <a:spAutoFit/>
          </a:bodyPr>
          <a:lstStyle/>
          <a:p>
            <a:r>
              <a:rPr lang="en-US" altLang="zh-CN" sz="2400" dirty="0">
                <a:solidFill>
                  <a:schemeClr val="bg1"/>
                </a:solidFill>
              </a:rPr>
              <a:t>"If I have seen further it is by standing on the shoulders of Giants.“</a:t>
            </a:r>
          </a:p>
          <a:p>
            <a:endParaRPr lang="en-US" altLang="zh-CN" sz="2400" dirty="0">
              <a:solidFill>
                <a:schemeClr val="bg1"/>
              </a:solidFill>
            </a:endParaRPr>
          </a:p>
          <a:p>
            <a:r>
              <a:rPr lang="en-US" altLang="zh-CN" sz="2400" dirty="0">
                <a:solidFill>
                  <a:schemeClr val="bg1"/>
                </a:solidFill>
              </a:rPr>
              <a:t> by Isaac Newton in 1675</a:t>
            </a:r>
            <a:endParaRPr lang="zh-CN" altLang="en-US" sz="2400" dirty="0">
              <a:solidFill>
                <a:schemeClr val="bg1"/>
              </a:solidFill>
            </a:endParaRPr>
          </a:p>
        </p:txBody>
      </p:sp>
    </p:spTree>
    <p:extLst>
      <p:ext uri="{BB962C8B-B14F-4D97-AF65-F5344CB8AC3E}">
        <p14:creationId xmlns:p14="http://schemas.microsoft.com/office/powerpoint/2010/main" val="331898479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52E7725-3096-4969-8619-BFD45072AD94}"/>
              </a:ext>
            </a:extLst>
          </p:cNvPr>
          <p:cNvSpPr txBox="1"/>
          <p:nvPr/>
        </p:nvSpPr>
        <p:spPr>
          <a:xfrm>
            <a:off x="506934" y="323155"/>
            <a:ext cx="3745469" cy="400110"/>
          </a:xfrm>
          <a:prstGeom prst="rect">
            <a:avLst/>
          </a:prstGeom>
          <a:solidFill>
            <a:schemeClr val="bg1"/>
          </a:solid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zh-CN" altLang="en-US" sz="2000" dirty="0">
                <a:solidFill>
                  <a:srgbClr val="7F2C8B"/>
                </a:solidFill>
              </a:rPr>
              <a:t>参考文献</a:t>
            </a:r>
          </a:p>
        </p:txBody>
      </p:sp>
      <p:grpSp>
        <p:nvGrpSpPr>
          <p:cNvPr id="22" name="组合 21">
            <a:extLst>
              <a:ext uri="{FF2B5EF4-FFF2-40B4-BE49-F238E27FC236}">
                <a16:creationId xmlns:a16="http://schemas.microsoft.com/office/drawing/2014/main" id="{DFC37A35-D357-4CEE-9C28-5EABD3D35C6B}"/>
              </a:ext>
            </a:extLst>
          </p:cNvPr>
          <p:cNvGrpSpPr/>
          <p:nvPr/>
        </p:nvGrpSpPr>
        <p:grpSpPr>
          <a:xfrm>
            <a:off x="10735556" y="314266"/>
            <a:ext cx="1180589" cy="400111"/>
            <a:chOff x="624303" y="901700"/>
            <a:chExt cx="10005598" cy="3390977"/>
          </a:xfrm>
          <a:solidFill>
            <a:srgbClr val="7F2C8B"/>
          </a:solidFill>
        </p:grpSpPr>
        <p:sp>
          <p:nvSpPr>
            <p:cNvPr id="23" name="Freeform 5">
              <a:extLst>
                <a:ext uri="{FF2B5EF4-FFF2-40B4-BE49-F238E27FC236}">
                  <a16:creationId xmlns:a16="http://schemas.microsoft.com/office/drawing/2014/main" id="{0ACD2635-3EA4-461E-AE91-2E7358FA9FA0}"/>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4" name="Freeform 6">
              <a:extLst>
                <a:ext uri="{FF2B5EF4-FFF2-40B4-BE49-F238E27FC236}">
                  <a16:creationId xmlns:a16="http://schemas.microsoft.com/office/drawing/2014/main" id="{70354051-F1E2-4393-ABA2-AEB53FF0D08B}"/>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5" name="Freeform 7">
              <a:extLst>
                <a:ext uri="{FF2B5EF4-FFF2-40B4-BE49-F238E27FC236}">
                  <a16:creationId xmlns:a16="http://schemas.microsoft.com/office/drawing/2014/main" id="{5FFB1BFD-2D76-4EE4-9741-31F528BE757A}"/>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6" name="Freeform 8">
              <a:extLst>
                <a:ext uri="{FF2B5EF4-FFF2-40B4-BE49-F238E27FC236}">
                  <a16:creationId xmlns:a16="http://schemas.microsoft.com/office/drawing/2014/main" id="{1EFFAA81-03B5-4C66-939C-6BBDC7932C18}"/>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7" name="Freeform 9">
              <a:extLst>
                <a:ext uri="{FF2B5EF4-FFF2-40B4-BE49-F238E27FC236}">
                  <a16:creationId xmlns:a16="http://schemas.microsoft.com/office/drawing/2014/main" id="{35B0FA74-D77A-4B32-A41D-5E20B596D21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8" name="Freeform 10">
              <a:extLst>
                <a:ext uri="{FF2B5EF4-FFF2-40B4-BE49-F238E27FC236}">
                  <a16:creationId xmlns:a16="http://schemas.microsoft.com/office/drawing/2014/main" id="{F5FC7059-5FB3-4ADB-BA26-84EF705B3174}"/>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29" name="Freeform 11">
              <a:extLst>
                <a:ext uri="{FF2B5EF4-FFF2-40B4-BE49-F238E27FC236}">
                  <a16:creationId xmlns:a16="http://schemas.microsoft.com/office/drawing/2014/main" id="{937241A3-85EE-47AC-8B4A-B01E8B1B0812}"/>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0" name="Freeform 12">
              <a:extLst>
                <a:ext uri="{FF2B5EF4-FFF2-40B4-BE49-F238E27FC236}">
                  <a16:creationId xmlns:a16="http://schemas.microsoft.com/office/drawing/2014/main" id="{99EA3DC5-4FB4-48DC-9AA6-2E2F76C34725}"/>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1" name="Freeform 13">
              <a:extLst>
                <a:ext uri="{FF2B5EF4-FFF2-40B4-BE49-F238E27FC236}">
                  <a16:creationId xmlns:a16="http://schemas.microsoft.com/office/drawing/2014/main" id="{F7187B32-A15A-480D-849D-33EF28B75687}"/>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2" name="Freeform 14">
              <a:extLst>
                <a:ext uri="{FF2B5EF4-FFF2-40B4-BE49-F238E27FC236}">
                  <a16:creationId xmlns:a16="http://schemas.microsoft.com/office/drawing/2014/main" id="{AA5721AD-3E61-4D99-A2D8-A261E897EBAC}"/>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3" name="Freeform 15">
              <a:extLst>
                <a:ext uri="{FF2B5EF4-FFF2-40B4-BE49-F238E27FC236}">
                  <a16:creationId xmlns:a16="http://schemas.microsoft.com/office/drawing/2014/main" id="{EF703E7A-053E-4111-945E-2E43B9CC9ECE}"/>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4" name="Freeform 16">
              <a:extLst>
                <a:ext uri="{FF2B5EF4-FFF2-40B4-BE49-F238E27FC236}">
                  <a16:creationId xmlns:a16="http://schemas.microsoft.com/office/drawing/2014/main" id="{01BF6BE1-5CCD-4A5F-8AFA-EF1359F1D3F2}"/>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5" name="Freeform 17">
              <a:extLst>
                <a:ext uri="{FF2B5EF4-FFF2-40B4-BE49-F238E27FC236}">
                  <a16:creationId xmlns:a16="http://schemas.microsoft.com/office/drawing/2014/main" id="{295417E9-A0A1-4465-9436-76253B18BAD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18">
              <a:extLst>
                <a:ext uri="{FF2B5EF4-FFF2-40B4-BE49-F238E27FC236}">
                  <a16:creationId xmlns:a16="http://schemas.microsoft.com/office/drawing/2014/main" id="{009C6FB2-A1BB-4F44-87AF-D874D67D737B}"/>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19">
              <a:extLst>
                <a:ext uri="{FF2B5EF4-FFF2-40B4-BE49-F238E27FC236}">
                  <a16:creationId xmlns:a16="http://schemas.microsoft.com/office/drawing/2014/main" id="{65203D5E-987A-4E4E-B0C9-FAC54EDFF054}"/>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20">
              <a:extLst>
                <a:ext uri="{FF2B5EF4-FFF2-40B4-BE49-F238E27FC236}">
                  <a16:creationId xmlns:a16="http://schemas.microsoft.com/office/drawing/2014/main" id="{F0367FE4-2904-433D-8E0F-42933CAA638D}"/>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21">
              <a:extLst>
                <a:ext uri="{FF2B5EF4-FFF2-40B4-BE49-F238E27FC236}">
                  <a16:creationId xmlns:a16="http://schemas.microsoft.com/office/drawing/2014/main" id="{7A0A948A-A7D6-4278-97BF-F101BFD0B366}"/>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22">
              <a:extLst>
                <a:ext uri="{FF2B5EF4-FFF2-40B4-BE49-F238E27FC236}">
                  <a16:creationId xmlns:a16="http://schemas.microsoft.com/office/drawing/2014/main" id="{DC614584-067F-48D2-931A-6CE53105F005}"/>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23">
              <a:extLst>
                <a:ext uri="{FF2B5EF4-FFF2-40B4-BE49-F238E27FC236}">
                  <a16:creationId xmlns:a16="http://schemas.microsoft.com/office/drawing/2014/main" id="{244320B8-5691-4A92-B2D2-5BCE1D98EA00}"/>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24">
              <a:extLst>
                <a:ext uri="{FF2B5EF4-FFF2-40B4-BE49-F238E27FC236}">
                  <a16:creationId xmlns:a16="http://schemas.microsoft.com/office/drawing/2014/main" id="{EF78F9E3-1F79-4E42-AAC8-E4DB818FEE8B}"/>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2" name="文本框 1"/>
          <p:cNvSpPr txBox="1"/>
          <p:nvPr/>
        </p:nvSpPr>
        <p:spPr>
          <a:xfrm>
            <a:off x="520217" y="701021"/>
            <a:ext cx="11417849" cy="2862322"/>
          </a:xfrm>
          <a:prstGeom prst="rect">
            <a:avLst/>
          </a:prstGeom>
          <a:noFill/>
        </p:spPr>
        <p:txBody>
          <a:bodyPr wrap="square" rtlCol="0">
            <a:spAutoFit/>
          </a:bodyPr>
          <a:lstStyle/>
          <a:p>
            <a:pPr marL="342900" indent="-342900">
              <a:buAutoNum type="arabicPeriod"/>
            </a:pPr>
            <a:r>
              <a:rPr lang="en-US" altLang="zh-CN" dirty="0"/>
              <a:t>《</a:t>
            </a:r>
            <a:r>
              <a:rPr lang="zh-CN" altLang="en-US" dirty="0"/>
              <a:t>资本论</a:t>
            </a:r>
            <a:r>
              <a:rPr lang="en-US" altLang="zh-CN" dirty="0"/>
              <a:t>》</a:t>
            </a:r>
            <a:r>
              <a:rPr lang="zh-CN" altLang="en-US" dirty="0"/>
              <a:t>第一卷，第</a:t>
            </a:r>
            <a:r>
              <a:rPr lang="en-US" altLang="zh-CN" dirty="0"/>
              <a:t>1</a:t>
            </a:r>
            <a:r>
              <a:rPr lang="zh-CN" altLang="en-US" dirty="0"/>
              <a:t>章、第</a:t>
            </a:r>
            <a:r>
              <a:rPr lang="en-US" altLang="zh-CN" dirty="0"/>
              <a:t>5</a:t>
            </a:r>
            <a:r>
              <a:rPr lang="zh-CN" altLang="en-US" dirty="0"/>
              <a:t>章、第</a:t>
            </a:r>
            <a:r>
              <a:rPr lang="en-US" altLang="zh-CN" dirty="0"/>
              <a:t>12</a:t>
            </a:r>
            <a:r>
              <a:rPr lang="zh-CN" altLang="en-US" dirty="0"/>
              <a:t>章、第</a:t>
            </a:r>
            <a:r>
              <a:rPr lang="en-US" altLang="zh-CN" dirty="0"/>
              <a:t>13</a:t>
            </a:r>
            <a:r>
              <a:rPr lang="zh-CN" altLang="en-US" dirty="0"/>
              <a:t>章、第</a:t>
            </a:r>
            <a:r>
              <a:rPr lang="en-US" altLang="zh-CN" dirty="0"/>
              <a:t>24</a:t>
            </a:r>
            <a:r>
              <a:rPr lang="zh-CN" altLang="en-US" dirty="0"/>
              <a:t>章</a:t>
            </a:r>
            <a:endParaRPr lang="en-US" altLang="zh-CN" dirty="0"/>
          </a:p>
          <a:p>
            <a:pPr marL="342900" indent="-342900">
              <a:buAutoNum type="arabicPeriod"/>
            </a:pPr>
            <a:r>
              <a:rPr lang="en-US" altLang="zh-CN" dirty="0"/>
              <a:t>《</a:t>
            </a:r>
            <a:r>
              <a:rPr lang="zh-CN" altLang="en-US" dirty="0"/>
              <a:t>资本论</a:t>
            </a:r>
            <a:r>
              <a:rPr lang="en-US" altLang="zh-CN" dirty="0"/>
              <a:t>》</a:t>
            </a:r>
            <a:r>
              <a:rPr lang="zh-CN" altLang="en-US" dirty="0"/>
              <a:t>第三卷，第</a:t>
            </a:r>
            <a:r>
              <a:rPr lang="en-US" altLang="zh-CN" dirty="0"/>
              <a:t>17</a:t>
            </a:r>
            <a:r>
              <a:rPr lang="zh-CN" altLang="en-US" dirty="0"/>
              <a:t>章</a:t>
            </a:r>
            <a:endParaRPr lang="en-US" altLang="zh-CN" dirty="0"/>
          </a:p>
          <a:p>
            <a:pPr marL="342900" indent="-342900">
              <a:buFontTx/>
              <a:buAutoNum type="arabicPeriod"/>
            </a:pPr>
            <a:r>
              <a:rPr lang="en-US" altLang="zh-CN" dirty="0"/>
              <a:t>《</a:t>
            </a:r>
            <a:r>
              <a:rPr lang="zh-CN" altLang="en-US" dirty="0"/>
              <a:t>共产党宣言</a:t>
            </a:r>
            <a:r>
              <a:rPr lang="en-US" altLang="zh-CN" dirty="0"/>
              <a:t>》</a:t>
            </a:r>
          </a:p>
          <a:p>
            <a:pPr marL="342900" indent="-342900">
              <a:buFontTx/>
              <a:buAutoNum type="arabicPeriod"/>
            </a:pPr>
            <a:r>
              <a:rPr lang="en-US" altLang="zh-CN" dirty="0"/>
              <a:t>《</a:t>
            </a:r>
            <a:r>
              <a:rPr lang="zh-CN" altLang="en-US" dirty="0"/>
              <a:t>哥达纲领批判</a:t>
            </a:r>
            <a:r>
              <a:rPr lang="en-US" altLang="zh-CN" dirty="0"/>
              <a:t>》</a:t>
            </a:r>
          </a:p>
          <a:p>
            <a:pPr marL="342900" indent="-342900">
              <a:buFontTx/>
              <a:buAutoNum type="arabicPeriod"/>
            </a:pPr>
            <a:r>
              <a:rPr lang="zh-CN" altLang="en-US" dirty="0"/>
              <a:t>习近平，</a:t>
            </a:r>
            <a:r>
              <a:rPr lang="en-US" altLang="zh-CN" dirty="0"/>
              <a:t>《</a:t>
            </a:r>
            <a:r>
              <a:rPr lang="zh-CN" altLang="en-US" dirty="0"/>
              <a:t>在哲学社会科学工作座谈会上的讲话</a:t>
            </a:r>
            <a:r>
              <a:rPr lang="en-US" altLang="zh-CN" dirty="0"/>
              <a:t>》</a:t>
            </a:r>
          </a:p>
          <a:p>
            <a:pPr marL="342900" indent="-342900">
              <a:buFontTx/>
              <a:buAutoNum type="arabicPeriod"/>
            </a:pPr>
            <a:r>
              <a:rPr lang="zh-CN" altLang="en-US" dirty="0"/>
              <a:t>爱因斯坦，</a:t>
            </a:r>
            <a:r>
              <a:rPr lang="en-US" altLang="zh-CN" dirty="0"/>
              <a:t>《</a:t>
            </a:r>
            <a:r>
              <a:rPr lang="zh-CN" altLang="en-US" dirty="0"/>
              <a:t>为什么要社会主义</a:t>
            </a:r>
            <a:r>
              <a:rPr lang="en-US" altLang="zh-CN" dirty="0"/>
              <a:t>》</a:t>
            </a:r>
            <a:r>
              <a:rPr lang="zh-CN" altLang="en-US" dirty="0"/>
              <a:t>（</a:t>
            </a:r>
            <a:r>
              <a:rPr lang="en-US" altLang="zh-CN" dirty="0"/>
              <a:t>《</a:t>
            </a:r>
            <a:r>
              <a:rPr lang="zh-CN" altLang="en-US" dirty="0"/>
              <a:t>每月评论</a:t>
            </a:r>
            <a:r>
              <a:rPr lang="en-US" altLang="zh-CN" dirty="0"/>
              <a:t>》1949</a:t>
            </a:r>
            <a:r>
              <a:rPr lang="zh-CN" altLang="en-US" dirty="0"/>
              <a:t>年</a:t>
            </a:r>
            <a:r>
              <a:rPr lang="en-US" altLang="zh-CN" dirty="0"/>
              <a:t>5</a:t>
            </a:r>
            <a:r>
              <a:rPr lang="zh-CN" altLang="en-US" dirty="0"/>
              <a:t>月</a:t>
            </a:r>
            <a:r>
              <a:rPr lang="en-US" altLang="zh-CN" dirty="0"/>
              <a:t>1</a:t>
            </a:r>
            <a:r>
              <a:rPr lang="zh-CN" altLang="en-US" dirty="0"/>
              <a:t>日创刊号）</a:t>
            </a:r>
            <a:endParaRPr lang="en-US" altLang="zh-CN" dirty="0"/>
          </a:p>
          <a:p>
            <a:endParaRPr lang="en-US" altLang="zh-CN" dirty="0"/>
          </a:p>
          <a:p>
            <a:pPr marL="342900" indent="-342900">
              <a:buFontTx/>
              <a:buAutoNum type="arabicPeriod"/>
            </a:pPr>
            <a:endParaRPr lang="en-US" altLang="zh-CN" dirty="0"/>
          </a:p>
          <a:p>
            <a:pPr marL="342900" indent="-342900">
              <a:buAutoNum type="arabicPeriod"/>
            </a:pPr>
            <a:endParaRPr lang="en-US" altLang="zh-CN" dirty="0"/>
          </a:p>
          <a:p>
            <a:pPr marL="342900" indent="-342900">
              <a:buAutoNum type="arabicPeriod"/>
            </a:pPr>
            <a:endParaRPr lang="en-US" altLang="zh-CN" dirty="0"/>
          </a:p>
        </p:txBody>
      </p:sp>
    </p:spTree>
    <p:extLst>
      <p:ext uri="{BB962C8B-B14F-4D97-AF65-F5344CB8AC3E}">
        <p14:creationId xmlns:p14="http://schemas.microsoft.com/office/powerpoint/2010/main" val="420779102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7F2C8B"/>
        </a:solidFill>
        <a:effectLst/>
      </p:bgPr>
    </p:bg>
    <p:spTree>
      <p:nvGrpSpPr>
        <p:cNvPr id="1" name=""/>
        <p:cNvGrpSpPr/>
        <p:nvPr/>
      </p:nvGrpSpPr>
      <p:grpSpPr>
        <a:xfrm>
          <a:off x="0" y="0"/>
          <a:ext cx="0" cy="0"/>
          <a:chOff x="0" y="0"/>
          <a:chExt cx="0" cy="0"/>
        </a:xfrm>
      </p:grpSpPr>
      <p:sp>
        <p:nvSpPr>
          <p:cNvPr id="6" name="五边形 5">
            <a:extLst>
              <a:ext uri="{FF2B5EF4-FFF2-40B4-BE49-F238E27FC236}">
                <a16:creationId xmlns:a16="http://schemas.microsoft.com/office/drawing/2014/main" id="{C1D47CEC-DBE9-4FEE-8BFB-0BB8C017CB01}"/>
              </a:ext>
            </a:extLst>
          </p:cNvPr>
          <p:cNvSpPr/>
          <p:nvPr/>
        </p:nvSpPr>
        <p:spPr>
          <a:xfrm>
            <a:off x="-15870" y="5314526"/>
            <a:ext cx="12212891" cy="1591957"/>
          </a:xfrm>
          <a:custGeom>
            <a:avLst/>
            <a:gdLst>
              <a:gd name="connsiteX0" fmla="*/ 4 w 3514725"/>
              <a:gd name="connsiteY0" fmla="*/ 462054 h 1209675"/>
              <a:gd name="connsiteX1" fmla="*/ 1757363 w 3514725"/>
              <a:gd name="connsiteY1" fmla="*/ 0 h 1209675"/>
              <a:gd name="connsiteX2" fmla="*/ 3514721 w 3514725"/>
              <a:gd name="connsiteY2" fmla="*/ 462054 h 1209675"/>
              <a:gd name="connsiteX3" fmla="*/ 2843470 w 3514725"/>
              <a:gd name="connsiteY3" fmla="*/ 1209672 h 1209675"/>
              <a:gd name="connsiteX4" fmla="*/ 671255 w 3514725"/>
              <a:gd name="connsiteY4" fmla="*/ 1209672 h 1209675"/>
              <a:gd name="connsiteX5" fmla="*/ 4 w 3514725"/>
              <a:gd name="connsiteY5" fmla="*/ 462054 h 1209675"/>
              <a:gd name="connsiteX0" fmla="*/ 0 w 3767134"/>
              <a:gd name="connsiteY0" fmla="*/ 328704 h 1076322"/>
              <a:gd name="connsiteX1" fmla="*/ 3767134 w 3767134"/>
              <a:gd name="connsiteY1" fmla="*/ 0 h 1076322"/>
              <a:gd name="connsiteX2" fmla="*/ 3514717 w 3767134"/>
              <a:gd name="connsiteY2" fmla="*/ 328704 h 1076322"/>
              <a:gd name="connsiteX3" fmla="*/ 2843466 w 3767134"/>
              <a:gd name="connsiteY3" fmla="*/ 1076322 h 1076322"/>
              <a:gd name="connsiteX4" fmla="*/ 671251 w 3767134"/>
              <a:gd name="connsiteY4" fmla="*/ 1076322 h 1076322"/>
              <a:gd name="connsiteX5" fmla="*/ 0 w 3767134"/>
              <a:gd name="connsiteY5" fmla="*/ 328704 h 1076322"/>
              <a:gd name="connsiteX0" fmla="*/ 0 w 9368091"/>
              <a:gd name="connsiteY0" fmla="*/ 328704 h 1504947"/>
              <a:gd name="connsiteX1" fmla="*/ 3767134 w 9368091"/>
              <a:gd name="connsiteY1" fmla="*/ 0 h 1504947"/>
              <a:gd name="connsiteX2" fmla="*/ 3514717 w 9368091"/>
              <a:gd name="connsiteY2" fmla="*/ 328704 h 1504947"/>
              <a:gd name="connsiteX3" fmla="*/ 9368091 w 9368091"/>
              <a:gd name="connsiteY3" fmla="*/ 1504947 h 1504947"/>
              <a:gd name="connsiteX4" fmla="*/ 671251 w 9368091"/>
              <a:gd name="connsiteY4" fmla="*/ 1076322 h 1504947"/>
              <a:gd name="connsiteX5" fmla="*/ 0 w 9368091"/>
              <a:gd name="connsiteY5" fmla="*/ 328704 h 1504947"/>
              <a:gd name="connsiteX0" fmla="*/ 0 w 9368091"/>
              <a:gd name="connsiteY0" fmla="*/ 657225 h 1833468"/>
              <a:gd name="connsiteX1" fmla="*/ 3767134 w 9368091"/>
              <a:gd name="connsiteY1" fmla="*/ 328521 h 1833468"/>
              <a:gd name="connsiteX2" fmla="*/ 9363067 w 9368091"/>
              <a:gd name="connsiteY2" fmla="*/ 0 h 1833468"/>
              <a:gd name="connsiteX3" fmla="*/ 9368091 w 9368091"/>
              <a:gd name="connsiteY3" fmla="*/ 1833468 h 1833468"/>
              <a:gd name="connsiteX4" fmla="*/ 671251 w 9368091"/>
              <a:gd name="connsiteY4" fmla="*/ 1404843 h 1833468"/>
              <a:gd name="connsiteX5" fmla="*/ 0 w 9368091"/>
              <a:gd name="connsiteY5" fmla="*/ 657225 h 1833468"/>
              <a:gd name="connsiteX0" fmla="*/ 0 w 11349291"/>
              <a:gd name="connsiteY0" fmla="*/ 0 h 1852518"/>
              <a:gd name="connsiteX1" fmla="*/ 5748334 w 11349291"/>
              <a:gd name="connsiteY1" fmla="*/ 347571 h 1852518"/>
              <a:gd name="connsiteX2" fmla="*/ 11344267 w 11349291"/>
              <a:gd name="connsiteY2" fmla="*/ 19050 h 1852518"/>
              <a:gd name="connsiteX3" fmla="*/ 11349291 w 11349291"/>
              <a:gd name="connsiteY3" fmla="*/ 1852518 h 1852518"/>
              <a:gd name="connsiteX4" fmla="*/ 2652451 w 11349291"/>
              <a:gd name="connsiteY4" fmla="*/ 1423893 h 1852518"/>
              <a:gd name="connsiteX5" fmla="*/ 0 w 11349291"/>
              <a:gd name="connsiteY5" fmla="*/ 0 h 1852518"/>
              <a:gd name="connsiteX0" fmla="*/ 24074 w 11373365"/>
              <a:gd name="connsiteY0" fmla="*/ 0 h 1890618"/>
              <a:gd name="connsiteX1" fmla="*/ 5772408 w 11373365"/>
              <a:gd name="connsiteY1" fmla="*/ 347571 h 1890618"/>
              <a:gd name="connsiteX2" fmla="*/ 11368341 w 11373365"/>
              <a:gd name="connsiteY2" fmla="*/ 19050 h 1890618"/>
              <a:gd name="connsiteX3" fmla="*/ 11373365 w 11373365"/>
              <a:gd name="connsiteY3" fmla="*/ 1852518 h 1890618"/>
              <a:gd name="connsiteX4" fmla="*/ 0 w 11373365"/>
              <a:gd name="connsiteY4" fmla="*/ 1890618 h 1890618"/>
              <a:gd name="connsiteX5" fmla="*/ 24074 w 11373365"/>
              <a:gd name="connsiteY5" fmla="*/ 0 h 1890618"/>
              <a:gd name="connsiteX0" fmla="*/ 24074 w 11787446"/>
              <a:gd name="connsiteY0" fmla="*/ 0 h 1890618"/>
              <a:gd name="connsiteX1" fmla="*/ 5772408 w 11787446"/>
              <a:gd name="connsiteY1" fmla="*/ 347571 h 1890618"/>
              <a:gd name="connsiteX2" fmla="*/ 11787441 w 11787446"/>
              <a:gd name="connsiteY2" fmla="*/ 47625 h 1890618"/>
              <a:gd name="connsiteX3" fmla="*/ 11373365 w 11787446"/>
              <a:gd name="connsiteY3" fmla="*/ 1852518 h 1890618"/>
              <a:gd name="connsiteX4" fmla="*/ 0 w 11787446"/>
              <a:gd name="connsiteY4" fmla="*/ 1890618 h 1890618"/>
              <a:gd name="connsiteX5" fmla="*/ 24074 w 11787446"/>
              <a:gd name="connsiteY5" fmla="*/ 0 h 1890618"/>
              <a:gd name="connsiteX0" fmla="*/ 24074 w 11859140"/>
              <a:gd name="connsiteY0" fmla="*/ 0 h 1890618"/>
              <a:gd name="connsiteX1" fmla="*/ 5772408 w 11859140"/>
              <a:gd name="connsiteY1" fmla="*/ 347571 h 1890618"/>
              <a:gd name="connsiteX2" fmla="*/ 11787441 w 11859140"/>
              <a:gd name="connsiteY2" fmla="*/ 47625 h 1890618"/>
              <a:gd name="connsiteX3" fmla="*/ 11859140 w 11859140"/>
              <a:gd name="connsiteY3" fmla="*/ 1852518 h 1890618"/>
              <a:gd name="connsiteX4" fmla="*/ 0 w 11859140"/>
              <a:gd name="connsiteY4" fmla="*/ 1890618 h 1890618"/>
              <a:gd name="connsiteX5" fmla="*/ 24074 w 11859140"/>
              <a:gd name="connsiteY5" fmla="*/ 0 h 1890618"/>
              <a:gd name="connsiteX0" fmla="*/ 24074 w 11892272"/>
              <a:gd name="connsiteY0" fmla="*/ 0 h 1890618"/>
              <a:gd name="connsiteX1" fmla="*/ 5772408 w 11892272"/>
              <a:gd name="connsiteY1" fmla="*/ 347571 h 1890618"/>
              <a:gd name="connsiteX2" fmla="*/ 11892216 w 11892272"/>
              <a:gd name="connsiteY2" fmla="*/ 47625 h 1890618"/>
              <a:gd name="connsiteX3" fmla="*/ 11859140 w 11892272"/>
              <a:gd name="connsiteY3" fmla="*/ 1852518 h 1890618"/>
              <a:gd name="connsiteX4" fmla="*/ 0 w 11892272"/>
              <a:gd name="connsiteY4" fmla="*/ 1890618 h 1890618"/>
              <a:gd name="connsiteX5" fmla="*/ 24074 w 11892272"/>
              <a:gd name="connsiteY5" fmla="*/ 0 h 1890618"/>
              <a:gd name="connsiteX0" fmla="*/ 24074 w 11897240"/>
              <a:gd name="connsiteY0" fmla="*/ 0 h 1890618"/>
              <a:gd name="connsiteX1" fmla="*/ 5772408 w 11897240"/>
              <a:gd name="connsiteY1" fmla="*/ 347571 h 1890618"/>
              <a:gd name="connsiteX2" fmla="*/ 11892216 w 11897240"/>
              <a:gd name="connsiteY2" fmla="*/ 47625 h 1890618"/>
              <a:gd name="connsiteX3" fmla="*/ 11897240 w 11897240"/>
              <a:gd name="connsiteY3" fmla="*/ 1862043 h 1890618"/>
              <a:gd name="connsiteX4" fmla="*/ 0 w 11897240"/>
              <a:gd name="connsiteY4" fmla="*/ 1890618 h 1890618"/>
              <a:gd name="connsiteX5" fmla="*/ 24074 w 11897240"/>
              <a:gd name="connsiteY5" fmla="*/ 0 h 1890618"/>
              <a:gd name="connsiteX0" fmla="*/ 0 w 12187491"/>
              <a:gd name="connsiteY0" fmla="*/ 0 h 1881093"/>
              <a:gd name="connsiteX1" fmla="*/ 6062659 w 12187491"/>
              <a:gd name="connsiteY1" fmla="*/ 338046 h 1881093"/>
              <a:gd name="connsiteX2" fmla="*/ 12182467 w 12187491"/>
              <a:gd name="connsiteY2" fmla="*/ 38100 h 1881093"/>
              <a:gd name="connsiteX3" fmla="*/ 12187491 w 12187491"/>
              <a:gd name="connsiteY3" fmla="*/ 1852518 h 1881093"/>
              <a:gd name="connsiteX4" fmla="*/ 290251 w 12187491"/>
              <a:gd name="connsiteY4" fmla="*/ 1881093 h 1881093"/>
              <a:gd name="connsiteX5" fmla="*/ 0 w 12187491"/>
              <a:gd name="connsiteY5" fmla="*/ 0 h 1881093"/>
              <a:gd name="connsiteX0" fmla="*/ 24074 w 12211565"/>
              <a:gd name="connsiteY0" fmla="*/ 0 h 1900143"/>
              <a:gd name="connsiteX1" fmla="*/ 6086733 w 12211565"/>
              <a:gd name="connsiteY1" fmla="*/ 33804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81983 w 12211565"/>
              <a:gd name="connsiteY1" fmla="*/ 1166721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24074 w 12211565"/>
              <a:gd name="connsiteY0" fmla="*/ 0 h 1900143"/>
              <a:gd name="connsiteX1" fmla="*/ 6134358 w 12211565"/>
              <a:gd name="connsiteY1" fmla="*/ 471396 h 1900143"/>
              <a:gd name="connsiteX2" fmla="*/ 12206541 w 12211565"/>
              <a:gd name="connsiteY2" fmla="*/ 38100 h 1900143"/>
              <a:gd name="connsiteX3" fmla="*/ 12211565 w 12211565"/>
              <a:gd name="connsiteY3" fmla="*/ 1852518 h 1900143"/>
              <a:gd name="connsiteX4" fmla="*/ 0 w 12211565"/>
              <a:gd name="connsiteY4" fmla="*/ 1900143 h 1900143"/>
              <a:gd name="connsiteX5" fmla="*/ 24074 w 12211565"/>
              <a:gd name="connsiteY5" fmla="*/ 0 h 1900143"/>
              <a:gd name="connsiteX0" fmla="*/ 0 w 12212891"/>
              <a:gd name="connsiteY0" fmla="*/ 0 h 1931715"/>
              <a:gd name="connsiteX1" fmla="*/ 6135684 w 12212891"/>
              <a:gd name="connsiteY1" fmla="*/ 502968 h 1931715"/>
              <a:gd name="connsiteX2" fmla="*/ 12207867 w 12212891"/>
              <a:gd name="connsiteY2" fmla="*/ 69672 h 1931715"/>
              <a:gd name="connsiteX3" fmla="*/ 12212891 w 12212891"/>
              <a:gd name="connsiteY3" fmla="*/ 1884090 h 1931715"/>
              <a:gd name="connsiteX4" fmla="*/ 1326 w 12212891"/>
              <a:gd name="connsiteY4" fmla="*/ 1931715 h 1931715"/>
              <a:gd name="connsiteX5" fmla="*/ 0 w 12212891"/>
              <a:gd name="connsiteY5" fmla="*/ 0 h 1931715"/>
              <a:gd name="connsiteX0" fmla="*/ 0 w 12212891"/>
              <a:gd name="connsiteY0" fmla="*/ 0 h 1978807"/>
              <a:gd name="connsiteX1" fmla="*/ 6135684 w 12212891"/>
              <a:gd name="connsiteY1" fmla="*/ 502968 h 1978807"/>
              <a:gd name="connsiteX2" fmla="*/ 12207867 w 12212891"/>
              <a:gd name="connsiteY2" fmla="*/ 69672 h 1978807"/>
              <a:gd name="connsiteX3" fmla="*/ 12212891 w 12212891"/>
              <a:gd name="connsiteY3" fmla="*/ 1978807 h 1978807"/>
              <a:gd name="connsiteX4" fmla="*/ 1326 w 12212891"/>
              <a:gd name="connsiteY4" fmla="*/ 1931715 h 1978807"/>
              <a:gd name="connsiteX5" fmla="*/ 0 w 12212891"/>
              <a:gd name="connsiteY5" fmla="*/ 0 h 1978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2891" h="1978807">
                <a:moveTo>
                  <a:pt x="0" y="0"/>
                </a:moveTo>
                <a:cubicBezTo>
                  <a:pt x="2036761" y="157132"/>
                  <a:pt x="5470523" y="-216139"/>
                  <a:pt x="6135684" y="502968"/>
                </a:cubicBezTo>
                <a:cubicBezTo>
                  <a:pt x="6578595" y="-270114"/>
                  <a:pt x="10183806" y="214104"/>
                  <a:pt x="12207867" y="69672"/>
                </a:cubicBezTo>
                <a:cubicBezTo>
                  <a:pt x="12209542" y="680828"/>
                  <a:pt x="12211216" y="1367651"/>
                  <a:pt x="12212891" y="1978807"/>
                </a:cubicBezTo>
                <a:lnTo>
                  <a:pt x="1326" y="1931715"/>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grpSp>
        <p:nvGrpSpPr>
          <p:cNvPr id="10" name="组合 9">
            <a:extLst>
              <a:ext uri="{FF2B5EF4-FFF2-40B4-BE49-F238E27FC236}">
                <a16:creationId xmlns:a16="http://schemas.microsoft.com/office/drawing/2014/main" id="{B4A7B579-EFD6-4336-81C5-A3BC1EF96974}"/>
              </a:ext>
            </a:extLst>
          </p:cNvPr>
          <p:cNvGrpSpPr/>
          <p:nvPr/>
        </p:nvGrpSpPr>
        <p:grpSpPr>
          <a:xfrm>
            <a:off x="-14544" y="5055308"/>
            <a:ext cx="12221088" cy="518435"/>
            <a:chOff x="-14544" y="4884668"/>
            <a:chExt cx="12221088" cy="586767"/>
          </a:xfrm>
          <a:solidFill>
            <a:schemeClr val="bg1"/>
          </a:solidFill>
        </p:grpSpPr>
        <p:sp>
          <p:nvSpPr>
            <p:cNvPr id="9" name="矩形 8">
              <a:extLst>
                <a:ext uri="{FF2B5EF4-FFF2-40B4-BE49-F238E27FC236}">
                  <a16:creationId xmlns:a16="http://schemas.microsoft.com/office/drawing/2014/main" id="{33BD8383-C15C-4617-842A-25BBA0B06761}"/>
                </a:ext>
              </a:extLst>
            </p:cNvPr>
            <p:cNvSpPr/>
            <p:nvPr/>
          </p:nvSpPr>
          <p:spPr>
            <a:xfrm>
              <a:off x="-14544" y="4884668"/>
              <a:ext cx="6148644" cy="586767"/>
            </a:xfrm>
            <a:custGeom>
              <a:avLst/>
              <a:gdLst>
                <a:gd name="connsiteX0" fmla="*/ 0 w 6110544"/>
                <a:gd name="connsiteY0" fmla="*/ 0 h 112035"/>
                <a:gd name="connsiteX1" fmla="*/ 6110544 w 6110544"/>
                <a:gd name="connsiteY1" fmla="*/ 0 h 112035"/>
                <a:gd name="connsiteX2" fmla="*/ 6110544 w 6110544"/>
                <a:gd name="connsiteY2" fmla="*/ 112035 h 112035"/>
                <a:gd name="connsiteX3" fmla="*/ 0 w 6110544"/>
                <a:gd name="connsiteY3" fmla="*/ 112035 h 112035"/>
                <a:gd name="connsiteX4" fmla="*/ 0 w 6110544"/>
                <a:gd name="connsiteY4" fmla="*/ 0 h 112035"/>
                <a:gd name="connsiteX0" fmla="*/ 0 w 6123244"/>
                <a:gd name="connsiteY0" fmla="*/ 0 h 594635"/>
                <a:gd name="connsiteX1" fmla="*/ 6110544 w 6123244"/>
                <a:gd name="connsiteY1" fmla="*/ 0 h 594635"/>
                <a:gd name="connsiteX2" fmla="*/ 6123244 w 6123244"/>
                <a:gd name="connsiteY2" fmla="*/ 594635 h 594635"/>
                <a:gd name="connsiteX3" fmla="*/ 0 w 6123244"/>
                <a:gd name="connsiteY3" fmla="*/ 112035 h 594635"/>
                <a:gd name="connsiteX4" fmla="*/ 0 w 61232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586767"/>
                <a:gd name="connsiteX1" fmla="*/ 6148644 w 6148644"/>
                <a:gd name="connsiteY1" fmla="*/ 436632 h 586767"/>
                <a:gd name="connsiteX2" fmla="*/ 6123244 w 6148644"/>
                <a:gd name="connsiteY2" fmla="*/ 586767 h 586767"/>
                <a:gd name="connsiteX3" fmla="*/ 0 w 6148644"/>
                <a:gd name="connsiteY3" fmla="*/ 154967 h 586767"/>
                <a:gd name="connsiteX4" fmla="*/ 0 w 6148644"/>
                <a:gd name="connsiteY4" fmla="*/ 42932 h 58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8644" h="586767">
                  <a:moveTo>
                    <a:pt x="0" y="42932"/>
                  </a:moveTo>
                  <a:cubicBezTo>
                    <a:pt x="2049548" y="174165"/>
                    <a:pt x="4340396" y="-329601"/>
                    <a:pt x="6148644" y="436632"/>
                  </a:cubicBezTo>
                  <a:lnTo>
                    <a:pt x="6123244" y="586767"/>
                  </a:lnTo>
                  <a:cubicBezTo>
                    <a:pt x="4399663" y="-272600"/>
                    <a:pt x="2041081" y="315834"/>
                    <a:pt x="0" y="154967"/>
                  </a:cubicBezTo>
                  <a:lnTo>
                    <a:pt x="0" y="4293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11" name="矩形 8">
              <a:extLst>
                <a:ext uri="{FF2B5EF4-FFF2-40B4-BE49-F238E27FC236}">
                  <a16:creationId xmlns:a16="http://schemas.microsoft.com/office/drawing/2014/main" id="{D1BC5F80-6D78-4082-99B6-0F1C9175A321}"/>
                </a:ext>
              </a:extLst>
            </p:cNvPr>
            <p:cNvSpPr/>
            <p:nvPr/>
          </p:nvSpPr>
          <p:spPr>
            <a:xfrm flipH="1">
              <a:off x="6057900" y="4884668"/>
              <a:ext cx="6148644" cy="586767"/>
            </a:xfrm>
            <a:custGeom>
              <a:avLst/>
              <a:gdLst>
                <a:gd name="connsiteX0" fmla="*/ 0 w 6110544"/>
                <a:gd name="connsiteY0" fmla="*/ 0 h 112035"/>
                <a:gd name="connsiteX1" fmla="*/ 6110544 w 6110544"/>
                <a:gd name="connsiteY1" fmla="*/ 0 h 112035"/>
                <a:gd name="connsiteX2" fmla="*/ 6110544 w 6110544"/>
                <a:gd name="connsiteY2" fmla="*/ 112035 h 112035"/>
                <a:gd name="connsiteX3" fmla="*/ 0 w 6110544"/>
                <a:gd name="connsiteY3" fmla="*/ 112035 h 112035"/>
                <a:gd name="connsiteX4" fmla="*/ 0 w 6110544"/>
                <a:gd name="connsiteY4" fmla="*/ 0 h 112035"/>
                <a:gd name="connsiteX0" fmla="*/ 0 w 6123244"/>
                <a:gd name="connsiteY0" fmla="*/ 0 h 594635"/>
                <a:gd name="connsiteX1" fmla="*/ 6110544 w 6123244"/>
                <a:gd name="connsiteY1" fmla="*/ 0 h 594635"/>
                <a:gd name="connsiteX2" fmla="*/ 6123244 w 6123244"/>
                <a:gd name="connsiteY2" fmla="*/ 594635 h 594635"/>
                <a:gd name="connsiteX3" fmla="*/ 0 w 6123244"/>
                <a:gd name="connsiteY3" fmla="*/ 112035 h 594635"/>
                <a:gd name="connsiteX4" fmla="*/ 0 w 61232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0 h 594635"/>
                <a:gd name="connsiteX1" fmla="*/ 6148644 w 6148644"/>
                <a:gd name="connsiteY1" fmla="*/ 393700 h 594635"/>
                <a:gd name="connsiteX2" fmla="*/ 6123244 w 6148644"/>
                <a:gd name="connsiteY2" fmla="*/ 594635 h 594635"/>
                <a:gd name="connsiteX3" fmla="*/ 0 w 6148644"/>
                <a:gd name="connsiteY3" fmla="*/ 112035 h 594635"/>
                <a:gd name="connsiteX4" fmla="*/ 0 w 6148644"/>
                <a:gd name="connsiteY4" fmla="*/ 0 h 594635"/>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637567"/>
                <a:gd name="connsiteX1" fmla="*/ 6148644 w 6148644"/>
                <a:gd name="connsiteY1" fmla="*/ 436632 h 637567"/>
                <a:gd name="connsiteX2" fmla="*/ 6123244 w 6148644"/>
                <a:gd name="connsiteY2" fmla="*/ 637567 h 637567"/>
                <a:gd name="connsiteX3" fmla="*/ 0 w 6148644"/>
                <a:gd name="connsiteY3" fmla="*/ 154967 h 637567"/>
                <a:gd name="connsiteX4" fmla="*/ 0 w 6148644"/>
                <a:gd name="connsiteY4" fmla="*/ 42932 h 637567"/>
                <a:gd name="connsiteX0" fmla="*/ 0 w 6148644"/>
                <a:gd name="connsiteY0" fmla="*/ 42932 h 586767"/>
                <a:gd name="connsiteX1" fmla="*/ 6148644 w 6148644"/>
                <a:gd name="connsiteY1" fmla="*/ 436632 h 586767"/>
                <a:gd name="connsiteX2" fmla="*/ 6123244 w 6148644"/>
                <a:gd name="connsiteY2" fmla="*/ 586767 h 586767"/>
                <a:gd name="connsiteX3" fmla="*/ 0 w 6148644"/>
                <a:gd name="connsiteY3" fmla="*/ 154967 h 586767"/>
                <a:gd name="connsiteX4" fmla="*/ 0 w 6148644"/>
                <a:gd name="connsiteY4" fmla="*/ 42932 h 58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8644" h="586767">
                  <a:moveTo>
                    <a:pt x="0" y="42932"/>
                  </a:moveTo>
                  <a:cubicBezTo>
                    <a:pt x="2049548" y="174165"/>
                    <a:pt x="4340396" y="-329601"/>
                    <a:pt x="6148644" y="436632"/>
                  </a:cubicBezTo>
                  <a:lnTo>
                    <a:pt x="6123244" y="586767"/>
                  </a:lnTo>
                  <a:cubicBezTo>
                    <a:pt x="4399663" y="-272600"/>
                    <a:pt x="2041081" y="315834"/>
                    <a:pt x="0" y="154967"/>
                  </a:cubicBezTo>
                  <a:lnTo>
                    <a:pt x="0" y="4293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等线" panose="020F0502020204030204"/>
                <a:ea typeface="等线" panose="02010600030101010101" pitchFamily="2" charset="-122"/>
                <a:cs typeface="+mn-cs"/>
              </a:endParaRPr>
            </a:p>
          </p:txBody>
        </p:sp>
      </p:grpSp>
      <p:grpSp>
        <p:nvGrpSpPr>
          <p:cNvPr id="12" name="组合 11">
            <a:extLst>
              <a:ext uri="{FF2B5EF4-FFF2-40B4-BE49-F238E27FC236}">
                <a16:creationId xmlns:a16="http://schemas.microsoft.com/office/drawing/2014/main" id="{76556DD8-C38E-4628-8165-E7FCA252E261}"/>
              </a:ext>
            </a:extLst>
          </p:cNvPr>
          <p:cNvGrpSpPr/>
          <p:nvPr/>
        </p:nvGrpSpPr>
        <p:grpSpPr>
          <a:xfrm>
            <a:off x="5112792" y="5970261"/>
            <a:ext cx="1812253" cy="614187"/>
            <a:chOff x="624303" y="901700"/>
            <a:chExt cx="10005598" cy="3390977"/>
          </a:xfrm>
          <a:solidFill>
            <a:srgbClr val="7F2C8B"/>
          </a:solidFill>
        </p:grpSpPr>
        <p:sp>
          <p:nvSpPr>
            <p:cNvPr id="35" name="Freeform 5">
              <a:extLst>
                <a:ext uri="{FF2B5EF4-FFF2-40B4-BE49-F238E27FC236}">
                  <a16:creationId xmlns:a16="http://schemas.microsoft.com/office/drawing/2014/main" id="{079C18FB-9569-454F-9DB6-91579112C437}"/>
                </a:ext>
              </a:extLst>
            </p:cNvPr>
            <p:cNvSpPr>
              <a:spLocks noEditPoints="1"/>
            </p:cNvSpPr>
            <p:nvPr/>
          </p:nvSpPr>
          <p:spPr bwMode="auto">
            <a:xfrm>
              <a:off x="624303" y="901700"/>
              <a:ext cx="3381135" cy="3390977"/>
            </a:xfrm>
            <a:custGeom>
              <a:avLst/>
              <a:gdLst>
                <a:gd name="T0" fmla="*/ 743 w 795"/>
                <a:gd name="T1" fmla="*/ 555 h 794"/>
                <a:gd name="T2" fmla="*/ 700 w 795"/>
                <a:gd name="T3" fmla="*/ 141 h 794"/>
                <a:gd name="T4" fmla="*/ 677 w 795"/>
                <a:gd name="T5" fmla="*/ 400 h 794"/>
                <a:gd name="T6" fmla="*/ 629 w 795"/>
                <a:gd name="T7" fmla="*/ 566 h 794"/>
                <a:gd name="T8" fmla="*/ 611 w 795"/>
                <a:gd name="T9" fmla="*/ 685 h 794"/>
                <a:gd name="T10" fmla="*/ 603 w 795"/>
                <a:gd name="T11" fmla="*/ 683 h 794"/>
                <a:gd name="T12" fmla="*/ 589 w 795"/>
                <a:gd name="T13" fmla="*/ 745 h 794"/>
                <a:gd name="T14" fmla="*/ 575 w 795"/>
                <a:gd name="T15" fmla="*/ 158 h 794"/>
                <a:gd name="T16" fmla="*/ 568 w 795"/>
                <a:gd name="T17" fmla="*/ 555 h 794"/>
                <a:gd name="T18" fmla="*/ 559 w 795"/>
                <a:gd name="T19" fmla="*/ 535 h 794"/>
                <a:gd name="T20" fmla="*/ 539 w 795"/>
                <a:gd name="T21" fmla="*/ 405 h 794"/>
                <a:gd name="T22" fmla="*/ 534 w 795"/>
                <a:gd name="T23" fmla="*/ 302 h 794"/>
                <a:gd name="T24" fmla="*/ 522 w 795"/>
                <a:gd name="T25" fmla="*/ 774 h 794"/>
                <a:gd name="T26" fmla="*/ 509 w 795"/>
                <a:gd name="T27" fmla="*/ 132 h 794"/>
                <a:gd name="T28" fmla="*/ 499 w 795"/>
                <a:gd name="T29" fmla="*/ 668 h 794"/>
                <a:gd name="T30" fmla="*/ 496 w 795"/>
                <a:gd name="T31" fmla="*/ 319 h 794"/>
                <a:gd name="T32" fmla="*/ 491 w 795"/>
                <a:gd name="T33" fmla="*/ 598 h 794"/>
                <a:gd name="T34" fmla="*/ 486 w 795"/>
                <a:gd name="T35" fmla="*/ 329 h 794"/>
                <a:gd name="T36" fmla="*/ 485 w 795"/>
                <a:gd name="T37" fmla="*/ 738 h 794"/>
                <a:gd name="T38" fmla="*/ 484 w 795"/>
                <a:gd name="T39" fmla="*/ 344 h 794"/>
                <a:gd name="T40" fmla="*/ 475 w 795"/>
                <a:gd name="T41" fmla="*/ 626 h 794"/>
                <a:gd name="T42" fmla="*/ 468 w 795"/>
                <a:gd name="T43" fmla="*/ 218 h 794"/>
                <a:gd name="T44" fmla="*/ 468 w 795"/>
                <a:gd name="T45" fmla="*/ 622 h 794"/>
                <a:gd name="T46" fmla="*/ 456 w 795"/>
                <a:gd name="T47" fmla="*/ 224 h 794"/>
                <a:gd name="T48" fmla="*/ 456 w 795"/>
                <a:gd name="T49" fmla="*/ 561 h 794"/>
                <a:gd name="T50" fmla="*/ 445 w 795"/>
                <a:gd name="T51" fmla="*/ 168 h 794"/>
                <a:gd name="T52" fmla="*/ 439 w 795"/>
                <a:gd name="T53" fmla="*/ 617 h 794"/>
                <a:gd name="T54" fmla="*/ 427 w 795"/>
                <a:gd name="T55" fmla="*/ 500 h 794"/>
                <a:gd name="T56" fmla="*/ 417 w 795"/>
                <a:gd name="T57" fmla="*/ 712 h 794"/>
                <a:gd name="T58" fmla="*/ 403 w 795"/>
                <a:gd name="T59" fmla="*/ 568 h 794"/>
                <a:gd name="T60" fmla="*/ 402 w 795"/>
                <a:gd name="T61" fmla="*/ 192 h 794"/>
                <a:gd name="T62" fmla="*/ 402 w 795"/>
                <a:gd name="T63" fmla="*/ 492 h 794"/>
                <a:gd name="T64" fmla="*/ 400 w 795"/>
                <a:gd name="T65" fmla="*/ 589 h 794"/>
                <a:gd name="T66" fmla="*/ 391 w 795"/>
                <a:gd name="T67" fmla="*/ 193 h 794"/>
                <a:gd name="T68" fmla="*/ 379 w 795"/>
                <a:gd name="T69" fmla="*/ 296 h 794"/>
                <a:gd name="T70" fmla="*/ 373 w 795"/>
                <a:gd name="T71" fmla="*/ 672 h 794"/>
                <a:gd name="T72" fmla="*/ 370 w 795"/>
                <a:gd name="T73" fmla="*/ 610 h 794"/>
                <a:gd name="T74" fmla="*/ 360 w 795"/>
                <a:gd name="T75" fmla="*/ 378 h 794"/>
                <a:gd name="T76" fmla="*/ 349 w 795"/>
                <a:gd name="T77" fmla="*/ 305 h 794"/>
                <a:gd name="T78" fmla="*/ 328 w 795"/>
                <a:gd name="T79" fmla="*/ 14 h 794"/>
                <a:gd name="T80" fmla="*/ 321 w 795"/>
                <a:gd name="T81" fmla="*/ 335 h 794"/>
                <a:gd name="T82" fmla="*/ 311 w 795"/>
                <a:gd name="T83" fmla="*/ 11 h 794"/>
                <a:gd name="T84" fmla="*/ 311 w 795"/>
                <a:gd name="T85" fmla="*/ 498 h 794"/>
                <a:gd name="T86" fmla="*/ 307 w 795"/>
                <a:gd name="T87" fmla="*/ 352 h 794"/>
                <a:gd name="T88" fmla="*/ 302 w 795"/>
                <a:gd name="T89" fmla="*/ 81 h 794"/>
                <a:gd name="T90" fmla="*/ 301 w 795"/>
                <a:gd name="T91" fmla="*/ 481 h 794"/>
                <a:gd name="T92" fmla="*/ 295 w 795"/>
                <a:gd name="T93" fmla="*/ 187 h 794"/>
                <a:gd name="T94" fmla="*/ 293 w 795"/>
                <a:gd name="T95" fmla="*/ 616 h 794"/>
                <a:gd name="T96" fmla="*/ 290 w 795"/>
                <a:gd name="T97" fmla="*/ 469 h 794"/>
                <a:gd name="T98" fmla="*/ 280 w 795"/>
                <a:gd name="T99" fmla="*/ 302 h 794"/>
                <a:gd name="T100" fmla="*/ 280 w 795"/>
                <a:gd name="T101" fmla="*/ 663 h 794"/>
                <a:gd name="T102" fmla="*/ 262 w 795"/>
                <a:gd name="T103" fmla="*/ 355 h 794"/>
                <a:gd name="T104" fmla="*/ 248 w 795"/>
                <a:gd name="T105" fmla="*/ 64 h 794"/>
                <a:gd name="T106" fmla="*/ 239 w 795"/>
                <a:gd name="T107" fmla="*/ 540 h 794"/>
                <a:gd name="T108" fmla="*/ 230 w 795"/>
                <a:gd name="T109" fmla="*/ 706 h 794"/>
                <a:gd name="T110" fmla="*/ 209 w 795"/>
                <a:gd name="T111" fmla="*/ 631 h 794"/>
                <a:gd name="T112" fmla="*/ 205 w 795"/>
                <a:gd name="T113" fmla="*/ 612 h 794"/>
                <a:gd name="T114" fmla="*/ 189 w 795"/>
                <a:gd name="T115" fmla="*/ 61 h 794"/>
                <a:gd name="T116" fmla="*/ 187 w 795"/>
                <a:gd name="T117" fmla="*/ 578 h 794"/>
                <a:gd name="T118" fmla="*/ 173 w 795"/>
                <a:gd name="T119" fmla="*/ 601 h 794"/>
                <a:gd name="T120" fmla="*/ 148 w 795"/>
                <a:gd name="T121" fmla="*/ 177 h 794"/>
                <a:gd name="T122" fmla="*/ 103 w 795"/>
                <a:gd name="T123" fmla="*/ 182 h 794"/>
                <a:gd name="T124" fmla="*/ 68 w 795"/>
                <a:gd name="T125" fmla="*/ 62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5" h="794">
                  <a:moveTo>
                    <a:pt x="770" y="265"/>
                  </a:moveTo>
                  <a:cubicBezTo>
                    <a:pt x="774" y="277"/>
                    <a:pt x="779" y="289"/>
                    <a:pt x="783" y="302"/>
                  </a:cubicBezTo>
                  <a:cubicBezTo>
                    <a:pt x="783" y="304"/>
                    <a:pt x="783" y="306"/>
                    <a:pt x="783" y="308"/>
                  </a:cubicBezTo>
                  <a:cubicBezTo>
                    <a:pt x="789" y="331"/>
                    <a:pt x="795" y="357"/>
                    <a:pt x="792" y="380"/>
                  </a:cubicBezTo>
                  <a:cubicBezTo>
                    <a:pt x="795" y="400"/>
                    <a:pt x="792" y="420"/>
                    <a:pt x="792" y="439"/>
                  </a:cubicBezTo>
                  <a:cubicBezTo>
                    <a:pt x="787" y="453"/>
                    <a:pt x="790" y="467"/>
                    <a:pt x="784" y="480"/>
                  </a:cubicBezTo>
                  <a:cubicBezTo>
                    <a:pt x="781" y="498"/>
                    <a:pt x="775" y="512"/>
                    <a:pt x="772" y="529"/>
                  </a:cubicBezTo>
                  <a:cubicBezTo>
                    <a:pt x="771" y="530"/>
                    <a:pt x="771" y="532"/>
                    <a:pt x="770" y="534"/>
                  </a:cubicBezTo>
                  <a:cubicBezTo>
                    <a:pt x="770" y="505"/>
                    <a:pt x="770" y="505"/>
                    <a:pt x="770" y="505"/>
                  </a:cubicBezTo>
                  <a:cubicBezTo>
                    <a:pt x="773" y="502"/>
                    <a:pt x="774" y="496"/>
                    <a:pt x="774" y="489"/>
                  </a:cubicBezTo>
                  <a:cubicBezTo>
                    <a:pt x="772" y="490"/>
                    <a:pt x="771" y="490"/>
                    <a:pt x="770" y="491"/>
                  </a:cubicBezTo>
                  <a:cubicBezTo>
                    <a:pt x="770" y="480"/>
                    <a:pt x="770" y="480"/>
                    <a:pt x="770" y="480"/>
                  </a:cubicBezTo>
                  <a:cubicBezTo>
                    <a:pt x="777" y="476"/>
                    <a:pt x="780" y="470"/>
                    <a:pt x="780" y="456"/>
                  </a:cubicBezTo>
                  <a:cubicBezTo>
                    <a:pt x="776" y="457"/>
                    <a:pt x="773" y="459"/>
                    <a:pt x="770" y="460"/>
                  </a:cubicBezTo>
                  <a:cubicBezTo>
                    <a:pt x="770" y="451"/>
                    <a:pt x="770" y="451"/>
                    <a:pt x="770" y="451"/>
                  </a:cubicBezTo>
                  <a:cubicBezTo>
                    <a:pt x="780" y="446"/>
                    <a:pt x="785" y="441"/>
                    <a:pt x="785" y="423"/>
                  </a:cubicBezTo>
                  <a:cubicBezTo>
                    <a:pt x="780" y="423"/>
                    <a:pt x="775" y="426"/>
                    <a:pt x="770" y="429"/>
                  </a:cubicBezTo>
                  <a:cubicBezTo>
                    <a:pt x="770" y="420"/>
                    <a:pt x="770" y="420"/>
                    <a:pt x="770" y="420"/>
                  </a:cubicBezTo>
                  <a:cubicBezTo>
                    <a:pt x="783" y="414"/>
                    <a:pt x="786" y="410"/>
                    <a:pt x="785" y="389"/>
                  </a:cubicBezTo>
                  <a:cubicBezTo>
                    <a:pt x="781" y="390"/>
                    <a:pt x="775" y="393"/>
                    <a:pt x="770" y="397"/>
                  </a:cubicBezTo>
                  <a:cubicBezTo>
                    <a:pt x="770" y="388"/>
                    <a:pt x="770" y="388"/>
                    <a:pt x="770" y="388"/>
                  </a:cubicBezTo>
                  <a:cubicBezTo>
                    <a:pt x="781" y="380"/>
                    <a:pt x="787" y="374"/>
                    <a:pt x="783" y="355"/>
                  </a:cubicBezTo>
                  <a:cubicBezTo>
                    <a:pt x="779" y="357"/>
                    <a:pt x="774" y="360"/>
                    <a:pt x="770" y="363"/>
                  </a:cubicBezTo>
                  <a:cubicBezTo>
                    <a:pt x="770" y="354"/>
                    <a:pt x="770" y="354"/>
                    <a:pt x="770" y="354"/>
                  </a:cubicBezTo>
                  <a:cubicBezTo>
                    <a:pt x="777" y="348"/>
                    <a:pt x="780" y="342"/>
                    <a:pt x="780" y="327"/>
                  </a:cubicBezTo>
                  <a:cubicBezTo>
                    <a:pt x="779" y="325"/>
                    <a:pt x="778" y="323"/>
                    <a:pt x="777" y="321"/>
                  </a:cubicBezTo>
                  <a:cubicBezTo>
                    <a:pt x="775" y="323"/>
                    <a:pt x="772" y="325"/>
                    <a:pt x="770" y="327"/>
                  </a:cubicBezTo>
                  <a:cubicBezTo>
                    <a:pt x="770" y="314"/>
                    <a:pt x="770" y="314"/>
                    <a:pt x="770" y="314"/>
                  </a:cubicBezTo>
                  <a:cubicBezTo>
                    <a:pt x="774" y="308"/>
                    <a:pt x="774" y="300"/>
                    <a:pt x="770" y="288"/>
                  </a:cubicBezTo>
                  <a:lnTo>
                    <a:pt x="770" y="265"/>
                  </a:lnTo>
                  <a:close/>
                  <a:moveTo>
                    <a:pt x="755" y="228"/>
                  </a:moveTo>
                  <a:cubicBezTo>
                    <a:pt x="760" y="240"/>
                    <a:pt x="765" y="252"/>
                    <a:pt x="770" y="265"/>
                  </a:cubicBezTo>
                  <a:cubicBezTo>
                    <a:pt x="770" y="288"/>
                    <a:pt x="770" y="288"/>
                    <a:pt x="770" y="288"/>
                  </a:cubicBezTo>
                  <a:cubicBezTo>
                    <a:pt x="770" y="287"/>
                    <a:pt x="770" y="287"/>
                    <a:pt x="770" y="287"/>
                  </a:cubicBezTo>
                  <a:cubicBezTo>
                    <a:pt x="768" y="290"/>
                    <a:pt x="768" y="290"/>
                    <a:pt x="755" y="303"/>
                  </a:cubicBezTo>
                  <a:cubicBezTo>
                    <a:pt x="755" y="290"/>
                    <a:pt x="755" y="290"/>
                    <a:pt x="755" y="290"/>
                  </a:cubicBezTo>
                  <a:cubicBezTo>
                    <a:pt x="764" y="281"/>
                    <a:pt x="767" y="274"/>
                    <a:pt x="759" y="256"/>
                  </a:cubicBezTo>
                  <a:cubicBezTo>
                    <a:pt x="757" y="258"/>
                    <a:pt x="756" y="260"/>
                    <a:pt x="755" y="261"/>
                  </a:cubicBezTo>
                  <a:cubicBezTo>
                    <a:pt x="755" y="228"/>
                    <a:pt x="755" y="228"/>
                    <a:pt x="755" y="228"/>
                  </a:cubicBezTo>
                  <a:close/>
                  <a:moveTo>
                    <a:pt x="770" y="534"/>
                  </a:moveTo>
                  <a:cubicBezTo>
                    <a:pt x="765" y="545"/>
                    <a:pt x="760" y="556"/>
                    <a:pt x="755" y="567"/>
                  </a:cubicBezTo>
                  <a:cubicBezTo>
                    <a:pt x="755" y="540"/>
                    <a:pt x="755" y="540"/>
                    <a:pt x="755" y="540"/>
                  </a:cubicBezTo>
                  <a:cubicBezTo>
                    <a:pt x="759" y="537"/>
                    <a:pt x="762" y="531"/>
                    <a:pt x="766" y="522"/>
                  </a:cubicBezTo>
                  <a:cubicBezTo>
                    <a:pt x="762" y="522"/>
                    <a:pt x="759" y="523"/>
                    <a:pt x="755" y="524"/>
                  </a:cubicBezTo>
                  <a:cubicBezTo>
                    <a:pt x="755" y="514"/>
                    <a:pt x="755" y="514"/>
                    <a:pt x="755" y="514"/>
                  </a:cubicBezTo>
                  <a:cubicBezTo>
                    <a:pt x="761" y="513"/>
                    <a:pt x="766" y="510"/>
                    <a:pt x="770" y="505"/>
                  </a:cubicBezTo>
                  <a:cubicBezTo>
                    <a:pt x="770" y="534"/>
                    <a:pt x="770" y="534"/>
                    <a:pt x="770" y="534"/>
                  </a:cubicBezTo>
                  <a:close/>
                  <a:moveTo>
                    <a:pt x="770" y="314"/>
                  </a:moveTo>
                  <a:cubicBezTo>
                    <a:pt x="770" y="327"/>
                    <a:pt x="770" y="327"/>
                    <a:pt x="770" y="327"/>
                  </a:cubicBezTo>
                  <a:cubicBezTo>
                    <a:pt x="763" y="333"/>
                    <a:pt x="757" y="338"/>
                    <a:pt x="755" y="344"/>
                  </a:cubicBezTo>
                  <a:cubicBezTo>
                    <a:pt x="755" y="329"/>
                    <a:pt x="755" y="329"/>
                    <a:pt x="755" y="329"/>
                  </a:cubicBezTo>
                  <a:cubicBezTo>
                    <a:pt x="762" y="324"/>
                    <a:pt x="767" y="319"/>
                    <a:pt x="770" y="314"/>
                  </a:cubicBezTo>
                  <a:close/>
                  <a:moveTo>
                    <a:pt x="770" y="354"/>
                  </a:moveTo>
                  <a:cubicBezTo>
                    <a:pt x="770" y="363"/>
                    <a:pt x="770" y="363"/>
                    <a:pt x="770" y="363"/>
                  </a:cubicBezTo>
                  <a:cubicBezTo>
                    <a:pt x="764" y="368"/>
                    <a:pt x="758" y="374"/>
                    <a:pt x="755" y="380"/>
                  </a:cubicBezTo>
                  <a:cubicBezTo>
                    <a:pt x="755" y="386"/>
                    <a:pt x="756" y="391"/>
                    <a:pt x="756" y="396"/>
                  </a:cubicBezTo>
                  <a:cubicBezTo>
                    <a:pt x="761" y="393"/>
                    <a:pt x="766" y="390"/>
                    <a:pt x="770" y="388"/>
                  </a:cubicBezTo>
                  <a:cubicBezTo>
                    <a:pt x="770" y="397"/>
                    <a:pt x="770" y="397"/>
                    <a:pt x="770" y="397"/>
                  </a:cubicBezTo>
                  <a:cubicBezTo>
                    <a:pt x="764" y="401"/>
                    <a:pt x="758" y="406"/>
                    <a:pt x="755" y="412"/>
                  </a:cubicBezTo>
                  <a:cubicBezTo>
                    <a:pt x="755" y="416"/>
                    <a:pt x="755" y="420"/>
                    <a:pt x="755" y="424"/>
                  </a:cubicBezTo>
                  <a:cubicBezTo>
                    <a:pt x="755" y="364"/>
                    <a:pt x="755" y="364"/>
                    <a:pt x="755" y="364"/>
                  </a:cubicBezTo>
                  <a:cubicBezTo>
                    <a:pt x="761" y="360"/>
                    <a:pt x="766" y="357"/>
                    <a:pt x="770" y="354"/>
                  </a:cubicBezTo>
                  <a:close/>
                  <a:moveTo>
                    <a:pt x="770" y="420"/>
                  </a:moveTo>
                  <a:cubicBezTo>
                    <a:pt x="766" y="422"/>
                    <a:pt x="761" y="424"/>
                    <a:pt x="755" y="427"/>
                  </a:cubicBezTo>
                  <a:cubicBezTo>
                    <a:pt x="755" y="440"/>
                    <a:pt x="755" y="440"/>
                    <a:pt x="755" y="440"/>
                  </a:cubicBezTo>
                  <a:cubicBezTo>
                    <a:pt x="755" y="439"/>
                    <a:pt x="755" y="438"/>
                    <a:pt x="756" y="438"/>
                  </a:cubicBezTo>
                  <a:cubicBezTo>
                    <a:pt x="760" y="435"/>
                    <a:pt x="765" y="432"/>
                    <a:pt x="770" y="429"/>
                  </a:cubicBezTo>
                  <a:cubicBezTo>
                    <a:pt x="770" y="420"/>
                    <a:pt x="770" y="420"/>
                    <a:pt x="770" y="420"/>
                  </a:cubicBezTo>
                  <a:close/>
                  <a:moveTo>
                    <a:pt x="770" y="451"/>
                  </a:moveTo>
                  <a:cubicBezTo>
                    <a:pt x="770" y="460"/>
                    <a:pt x="770" y="460"/>
                    <a:pt x="770" y="460"/>
                  </a:cubicBezTo>
                  <a:cubicBezTo>
                    <a:pt x="764" y="463"/>
                    <a:pt x="759" y="464"/>
                    <a:pt x="755" y="467"/>
                  </a:cubicBezTo>
                  <a:cubicBezTo>
                    <a:pt x="755" y="457"/>
                    <a:pt x="755" y="457"/>
                    <a:pt x="755" y="457"/>
                  </a:cubicBezTo>
                  <a:cubicBezTo>
                    <a:pt x="761" y="454"/>
                    <a:pt x="766" y="453"/>
                    <a:pt x="770" y="451"/>
                  </a:cubicBezTo>
                  <a:close/>
                  <a:moveTo>
                    <a:pt x="770" y="480"/>
                  </a:moveTo>
                  <a:cubicBezTo>
                    <a:pt x="770" y="491"/>
                    <a:pt x="770" y="491"/>
                    <a:pt x="770" y="491"/>
                  </a:cubicBezTo>
                  <a:cubicBezTo>
                    <a:pt x="764" y="494"/>
                    <a:pt x="759" y="495"/>
                    <a:pt x="755" y="497"/>
                  </a:cubicBezTo>
                  <a:cubicBezTo>
                    <a:pt x="755" y="486"/>
                    <a:pt x="755" y="486"/>
                    <a:pt x="755" y="486"/>
                  </a:cubicBezTo>
                  <a:cubicBezTo>
                    <a:pt x="761" y="484"/>
                    <a:pt x="766" y="483"/>
                    <a:pt x="770" y="480"/>
                  </a:cubicBezTo>
                  <a:close/>
                  <a:moveTo>
                    <a:pt x="749" y="214"/>
                  </a:moveTo>
                  <a:cubicBezTo>
                    <a:pt x="751" y="219"/>
                    <a:pt x="753" y="224"/>
                    <a:pt x="755" y="228"/>
                  </a:cubicBezTo>
                  <a:cubicBezTo>
                    <a:pt x="755" y="261"/>
                    <a:pt x="755" y="261"/>
                    <a:pt x="755" y="261"/>
                  </a:cubicBezTo>
                  <a:cubicBezTo>
                    <a:pt x="753" y="264"/>
                    <a:pt x="752" y="266"/>
                    <a:pt x="749" y="269"/>
                  </a:cubicBezTo>
                  <a:cubicBezTo>
                    <a:pt x="749" y="253"/>
                    <a:pt x="749" y="253"/>
                    <a:pt x="749" y="253"/>
                  </a:cubicBezTo>
                  <a:cubicBezTo>
                    <a:pt x="753" y="246"/>
                    <a:pt x="755" y="238"/>
                    <a:pt x="749" y="230"/>
                  </a:cubicBezTo>
                  <a:cubicBezTo>
                    <a:pt x="749" y="214"/>
                    <a:pt x="749" y="214"/>
                    <a:pt x="749" y="214"/>
                  </a:cubicBezTo>
                  <a:close/>
                  <a:moveTo>
                    <a:pt x="755" y="567"/>
                  </a:moveTo>
                  <a:cubicBezTo>
                    <a:pt x="753" y="571"/>
                    <a:pt x="751" y="575"/>
                    <a:pt x="749" y="580"/>
                  </a:cubicBezTo>
                  <a:cubicBezTo>
                    <a:pt x="749" y="564"/>
                    <a:pt x="749" y="564"/>
                    <a:pt x="749" y="564"/>
                  </a:cubicBezTo>
                  <a:cubicBezTo>
                    <a:pt x="750" y="561"/>
                    <a:pt x="751" y="558"/>
                    <a:pt x="753" y="553"/>
                  </a:cubicBezTo>
                  <a:cubicBezTo>
                    <a:pt x="749" y="554"/>
                    <a:pt x="749" y="554"/>
                    <a:pt x="749" y="554"/>
                  </a:cubicBezTo>
                  <a:cubicBezTo>
                    <a:pt x="749" y="544"/>
                    <a:pt x="749" y="544"/>
                    <a:pt x="749" y="544"/>
                  </a:cubicBezTo>
                  <a:cubicBezTo>
                    <a:pt x="751" y="543"/>
                    <a:pt x="753" y="542"/>
                    <a:pt x="755" y="540"/>
                  </a:cubicBezTo>
                  <a:cubicBezTo>
                    <a:pt x="755" y="567"/>
                    <a:pt x="755" y="567"/>
                    <a:pt x="755" y="567"/>
                  </a:cubicBezTo>
                  <a:close/>
                  <a:moveTo>
                    <a:pt x="755" y="290"/>
                  </a:moveTo>
                  <a:cubicBezTo>
                    <a:pt x="755" y="303"/>
                    <a:pt x="755" y="303"/>
                    <a:pt x="755" y="303"/>
                  </a:cubicBezTo>
                  <a:cubicBezTo>
                    <a:pt x="753" y="305"/>
                    <a:pt x="753" y="305"/>
                    <a:pt x="753" y="305"/>
                  </a:cubicBezTo>
                  <a:cubicBezTo>
                    <a:pt x="751" y="308"/>
                    <a:pt x="749" y="311"/>
                    <a:pt x="749" y="314"/>
                  </a:cubicBezTo>
                  <a:cubicBezTo>
                    <a:pt x="749" y="297"/>
                    <a:pt x="749" y="297"/>
                    <a:pt x="749" y="297"/>
                  </a:cubicBezTo>
                  <a:cubicBezTo>
                    <a:pt x="751" y="294"/>
                    <a:pt x="753" y="292"/>
                    <a:pt x="755" y="290"/>
                  </a:cubicBezTo>
                  <a:close/>
                  <a:moveTo>
                    <a:pt x="755" y="329"/>
                  </a:moveTo>
                  <a:cubicBezTo>
                    <a:pt x="755" y="344"/>
                    <a:pt x="755" y="344"/>
                    <a:pt x="755" y="344"/>
                  </a:cubicBezTo>
                  <a:cubicBezTo>
                    <a:pt x="753" y="349"/>
                    <a:pt x="753" y="355"/>
                    <a:pt x="755" y="364"/>
                  </a:cubicBezTo>
                  <a:cubicBezTo>
                    <a:pt x="755" y="364"/>
                    <a:pt x="755" y="364"/>
                    <a:pt x="755" y="364"/>
                  </a:cubicBezTo>
                  <a:cubicBezTo>
                    <a:pt x="755" y="424"/>
                    <a:pt x="755" y="424"/>
                    <a:pt x="755" y="424"/>
                  </a:cubicBezTo>
                  <a:cubicBezTo>
                    <a:pt x="755" y="427"/>
                    <a:pt x="755" y="427"/>
                    <a:pt x="755" y="427"/>
                  </a:cubicBezTo>
                  <a:cubicBezTo>
                    <a:pt x="755" y="427"/>
                    <a:pt x="755" y="427"/>
                    <a:pt x="755" y="427"/>
                  </a:cubicBezTo>
                  <a:cubicBezTo>
                    <a:pt x="755" y="440"/>
                    <a:pt x="755" y="440"/>
                    <a:pt x="755" y="440"/>
                  </a:cubicBezTo>
                  <a:cubicBezTo>
                    <a:pt x="753" y="446"/>
                    <a:pt x="752" y="451"/>
                    <a:pt x="751" y="458"/>
                  </a:cubicBezTo>
                  <a:cubicBezTo>
                    <a:pt x="753" y="458"/>
                    <a:pt x="754" y="457"/>
                    <a:pt x="755" y="457"/>
                  </a:cubicBezTo>
                  <a:cubicBezTo>
                    <a:pt x="755" y="467"/>
                    <a:pt x="755" y="467"/>
                    <a:pt x="755" y="467"/>
                  </a:cubicBezTo>
                  <a:cubicBezTo>
                    <a:pt x="752" y="469"/>
                    <a:pt x="750" y="471"/>
                    <a:pt x="749" y="475"/>
                  </a:cubicBezTo>
                  <a:cubicBezTo>
                    <a:pt x="749" y="408"/>
                    <a:pt x="749" y="408"/>
                    <a:pt x="749" y="408"/>
                  </a:cubicBezTo>
                  <a:cubicBezTo>
                    <a:pt x="749" y="407"/>
                    <a:pt x="749" y="406"/>
                    <a:pt x="750" y="405"/>
                  </a:cubicBezTo>
                  <a:cubicBezTo>
                    <a:pt x="749" y="400"/>
                    <a:pt x="749" y="395"/>
                    <a:pt x="749" y="390"/>
                  </a:cubicBezTo>
                  <a:cubicBezTo>
                    <a:pt x="749" y="328"/>
                    <a:pt x="749" y="328"/>
                    <a:pt x="749" y="328"/>
                  </a:cubicBezTo>
                  <a:cubicBezTo>
                    <a:pt x="749" y="330"/>
                    <a:pt x="749" y="331"/>
                    <a:pt x="750" y="333"/>
                  </a:cubicBezTo>
                  <a:cubicBezTo>
                    <a:pt x="752" y="332"/>
                    <a:pt x="753" y="331"/>
                    <a:pt x="755" y="329"/>
                  </a:cubicBezTo>
                  <a:close/>
                  <a:moveTo>
                    <a:pt x="755" y="486"/>
                  </a:moveTo>
                  <a:cubicBezTo>
                    <a:pt x="755" y="497"/>
                    <a:pt x="755" y="497"/>
                    <a:pt x="755" y="497"/>
                  </a:cubicBezTo>
                  <a:cubicBezTo>
                    <a:pt x="753" y="497"/>
                    <a:pt x="751" y="498"/>
                    <a:pt x="749" y="498"/>
                  </a:cubicBezTo>
                  <a:cubicBezTo>
                    <a:pt x="749" y="488"/>
                    <a:pt x="749" y="488"/>
                    <a:pt x="749" y="488"/>
                  </a:cubicBezTo>
                  <a:cubicBezTo>
                    <a:pt x="751" y="487"/>
                    <a:pt x="753" y="486"/>
                    <a:pt x="755" y="486"/>
                  </a:cubicBezTo>
                  <a:close/>
                  <a:moveTo>
                    <a:pt x="755" y="514"/>
                  </a:moveTo>
                  <a:cubicBezTo>
                    <a:pt x="755" y="524"/>
                    <a:pt x="755" y="524"/>
                    <a:pt x="755" y="524"/>
                  </a:cubicBezTo>
                  <a:cubicBezTo>
                    <a:pt x="753" y="524"/>
                    <a:pt x="751" y="524"/>
                    <a:pt x="749" y="525"/>
                  </a:cubicBezTo>
                  <a:cubicBezTo>
                    <a:pt x="749" y="516"/>
                    <a:pt x="749" y="516"/>
                    <a:pt x="749" y="516"/>
                  </a:cubicBezTo>
                  <a:cubicBezTo>
                    <a:pt x="751" y="516"/>
                    <a:pt x="753" y="515"/>
                    <a:pt x="755" y="514"/>
                  </a:cubicBezTo>
                  <a:close/>
                  <a:moveTo>
                    <a:pt x="747" y="211"/>
                  </a:moveTo>
                  <a:cubicBezTo>
                    <a:pt x="747" y="212"/>
                    <a:pt x="748" y="213"/>
                    <a:pt x="749" y="214"/>
                  </a:cubicBezTo>
                  <a:cubicBezTo>
                    <a:pt x="749" y="230"/>
                    <a:pt x="749" y="230"/>
                    <a:pt x="749" y="230"/>
                  </a:cubicBezTo>
                  <a:cubicBezTo>
                    <a:pt x="748" y="229"/>
                    <a:pt x="747" y="228"/>
                    <a:pt x="747" y="227"/>
                  </a:cubicBezTo>
                  <a:cubicBezTo>
                    <a:pt x="747" y="211"/>
                    <a:pt x="747" y="211"/>
                    <a:pt x="747" y="211"/>
                  </a:cubicBezTo>
                  <a:close/>
                  <a:moveTo>
                    <a:pt x="749" y="580"/>
                  </a:moveTo>
                  <a:cubicBezTo>
                    <a:pt x="747" y="584"/>
                    <a:pt x="747" y="584"/>
                    <a:pt x="747" y="584"/>
                  </a:cubicBezTo>
                  <a:cubicBezTo>
                    <a:pt x="747" y="567"/>
                    <a:pt x="747" y="567"/>
                    <a:pt x="747" y="567"/>
                  </a:cubicBezTo>
                  <a:cubicBezTo>
                    <a:pt x="747" y="566"/>
                    <a:pt x="748" y="565"/>
                    <a:pt x="749" y="564"/>
                  </a:cubicBezTo>
                  <a:cubicBezTo>
                    <a:pt x="749" y="580"/>
                    <a:pt x="749" y="580"/>
                    <a:pt x="749" y="580"/>
                  </a:cubicBezTo>
                  <a:close/>
                  <a:moveTo>
                    <a:pt x="749" y="253"/>
                  </a:moveTo>
                  <a:cubicBezTo>
                    <a:pt x="749" y="269"/>
                    <a:pt x="749" y="269"/>
                    <a:pt x="749" y="269"/>
                  </a:cubicBezTo>
                  <a:cubicBezTo>
                    <a:pt x="747" y="271"/>
                    <a:pt x="747" y="271"/>
                    <a:pt x="747" y="271"/>
                  </a:cubicBezTo>
                  <a:cubicBezTo>
                    <a:pt x="747" y="255"/>
                    <a:pt x="747" y="255"/>
                    <a:pt x="747" y="255"/>
                  </a:cubicBezTo>
                  <a:cubicBezTo>
                    <a:pt x="747" y="255"/>
                    <a:pt x="748" y="254"/>
                    <a:pt x="749" y="253"/>
                  </a:cubicBezTo>
                  <a:close/>
                  <a:moveTo>
                    <a:pt x="749" y="297"/>
                  </a:moveTo>
                  <a:cubicBezTo>
                    <a:pt x="749" y="314"/>
                    <a:pt x="749" y="314"/>
                    <a:pt x="749" y="314"/>
                  </a:cubicBezTo>
                  <a:cubicBezTo>
                    <a:pt x="747" y="318"/>
                    <a:pt x="747" y="322"/>
                    <a:pt x="749" y="328"/>
                  </a:cubicBezTo>
                  <a:cubicBezTo>
                    <a:pt x="749" y="390"/>
                    <a:pt x="749" y="390"/>
                    <a:pt x="749" y="390"/>
                  </a:cubicBezTo>
                  <a:cubicBezTo>
                    <a:pt x="748" y="382"/>
                    <a:pt x="748" y="374"/>
                    <a:pt x="747" y="366"/>
                  </a:cubicBezTo>
                  <a:cubicBezTo>
                    <a:pt x="747" y="298"/>
                    <a:pt x="747" y="298"/>
                    <a:pt x="747" y="298"/>
                  </a:cubicBezTo>
                  <a:cubicBezTo>
                    <a:pt x="747" y="298"/>
                    <a:pt x="748" y="297"/>
                    <a:pt x="749" y="297"/>
                  </a:cubicBezTo>
                  <a:close/>
                  <a:moveTo>
                    <a:pt x="749" y="408"/>
                  </a:moveTo>
                  <a:cubicBezTo>
                    <a:pt x="749" y="475"/>
                    <a:pt x="749" y="475"/>
                    <a:pt x="749" y="475"/>
                  </a:cubicBezTo>
                  <a:cubicBezTo>
                    <a:pt x="748" y="476"/>
                    <a:pt x="747" y="477"/>
                    <a:pt x="747" y="478"/>
                  </a:cubicBezTo>
                  <a:cubicBezTo>
                    <a:pt x="747" y="437"/>
                    <a:pt x="747" y="437"/>
                    <a:pt x="747" y="437"/>
                  </a:cubicBezTo>
                  <a:cubicBezTo>
                    <a:pt x="747" y="436"/>
                    <a:pt x="748" y="435"/>
                    <a:pt x="748" y="435"/>
                  </a:cubicBezTo>
                  <a:cubicBezTo>
                    <a:pt x="747" y="425"/>
                    <a:pt x="747" y="417"/>
                    <a:pt x="749" y="408"/>
                  </a:cubicBezTo>
                  <a:close/>
                  <a:moveTo>
                    <a:pt x="749" y="488"/>
                  </a:moveTo>
                  <a:cubicBezTo>
                    <a:pt x="749" y="498"/>
                    <a:pt x="749" y="498"/>
                    <a:pt x="749" y="498"/>
                  </a:cubicBezTo>
                  <a:cubicBezTo>
                    <a:pt x="748" y="499"/>
                    <a:pt x="747" y="499"/>
                    <a:pt x="747" y="499"/>
                  </a:cubicBezTo>
                  <a:cubicBezTo>
                    <a:pt x="747" y="488"/>
                    <a:pt x="747" y="488"/>
                    <a:pt x="747" y="488"/>
                  </a:cubicBezTo>
                  <a:cubicBezTo>
                    <a:pt x="749" y="488"/>
                    <a:pt x="749" y="488"/>
                    <a:pt x="749" y="488"/>
                  </a:cubicBezTo>
                  <a:close/>
                  <a:moveTo>
                    <a:pt x="749" y="516"/>
                  </a:moveTo>
                  <a:cubicBezTo>
                    <a:pt x="749" y="525"/>
                    <a:pt x="749" y="525"/>
                    <a:pt x="749" y="525"/>
                  </a:cubicBezTo>
                  <a:cubicBezTo>
                    <a:pt x="748" y="525"/>
                    <a:pt x="747" y="525"/>
                    <a:pt x="747" y="525"/>
                  </a:cubicBezTo>
                  <a:cubicBezTo>
                    <a:pt x="747" y="516"/>
                    <a:pt x="747" y="516"/>
                    <a:pt x="747" y="516"/>
                  </a:cubicBezTo>
                  <a:cubicBezTo>
                    <a:pt x="747" y="516"/>
                    <a:pt x="748" y="516"/>
                    <a:pt x="749" y="516"/>
                  </a:cubicBezTo>
                  <a:close/>
                  <a:moveTo>
                    <a:pt x="749" y="544"/>
                  </a:moveTo>
                  <a:cubicBezTo>
                    <a:pt x="749" y="554"/>
                    <a:pt x="749" y="554"/>
                    <a:pt x="749" y="554"/>
                  </a:cubicBezTo>
                  <a:cubicBezTo>
                    <a:pt x="747" y="554"/>
                    <a:pt x="747" y="554"/>
                    <a:pt x="747" y="554"/>
                  </a:cubicBezTo>
                  <a:cubicBezTo>
                    <a:pt x="747" y="545"/>
                    <a:pt x="747" y="545"/>
                    <a:pt x="747" y="545"/>
                  </a:cubicBezTo>
                  <a:cubicBezTo>
                    <a:pt x="747" y="544"/>
                    <a:pt x="748" y="544"/>
                    <a:pt x="749" y="544"/>
                  </a:cubicBezTo>
                  <a:close/>
                  <a:moveTo>
                    <a:pt x="743" y="202"/>
                  </a:moveTo>
                  <a:cubicBezTo>
                    <a:pt x="744" y="205"/>
                    <a:pt x="746" y="208"/>
                    <a:pt x="747" y="211"/>
                  </a:cubicBezTo>
                  <a:cubicBezTo>
                    <a:pt x="747" y="227"/>
                    <a:pt x="747" y="227"/>
                    <a:pt x="747" y="227"/>
                  </a:cubicBezTo>
                  <a:cubicBezTo>
                    <a:pt x="746" y="227"/>
                    <a:pt x="746" y="226"/>
                    <a:pt x="745" y="225"/>
                  </a:cubicBezTo>
                  <a:cubicBezTo>
                    <a:pt x="744" y="226"/>
                    <a:pt x="744" y="227"/>
                    <a:pt x="743" y="228"/>
                  </a:cubicBezTo>
                  <a:cubicBezTo>
                    <a:pt x="743" y="202"/>
                    <a:pt x="743" y="202"/>
                    <a:pt x="743" y="202"/>
                  </a:cubicBezTo>
                  <a:close/>
                  <a:moveTo>
                    <a:pt x="747" y="584"/>
                  </a:moveTo>
                  <a:cubicBezTo>
                    <a:pt x="746" y="586"/>
                    <a:pt x="744" y="589"/>
                    <a:pt x="743" y="592"/>
                  </a:cubicBezTo>
                  <a:cubicBezTo>
                    <a:pt x="743" y="571"/>
                    <a:pt x="743" y="571"/>
                    <a:pt x="743" y="571"/>
                  </a:cubicBezTo>
                  <a:cubicBezTo>
                    <a:pt x="744" y="569"/>
                    <a:pt x="746" y="568"/>
                    <a:pt x="747" y="567"/>
                  </a:cubicBezTo>
                  <a:cubicBezTo>
                    <a:pt x="747" y="584"/>
                    <a:pt x="747" y="584"/>
                    <a:pt x="747" y="584"/>
                  </a:cubicBezTo>
                  <a:close/>
                  <a:moveTo>
                    <a:pt x="747" y="255"/>
                  </a:moveTo>
                  <a:cubicBezTo>
                    <a:pt x="747" y="271"/>
                    <a:pt x="747" y="271"/>
                    <a:pt x="747" y="271"/>
                  </a:cubicBezTo>
                  <a:cubicBezTo>
                    <a:pt x="744" y="274"/>
                    <a:pt x="744" y="274"/>
                    <a:pt x="744" y="274"/>
                  </a:cubicBezTo>
                  <a:cubicBezTo>
                    <a:pt x="743" y="275"/>
                    <a:pt x="743" y="276"/>
                    <a:pt x="743" y="276"/>
                  </a:cubicBezTo>
                  <a:cubicBezTo>
                    <a:pt x="743" y="261"/>
                    <a:pt x="743" y="261"/>
                    <a:pt x="743" y="261"/>
                  </a:cubicBezTo>
                  <a:cubicBezTo>
                    <a:pt x="744" y="259"/>
                    <a:pt x="746" y="258"/>
                    <a:pt x="747" y="255"/>
                  </a:cubicBezTo>
                  <a:close/>
                  <a:moveTo>
                    <a:pt x="747" y="298"/>
                  </a:moveTo>
                  <a:cubicBezTo>
                    <a:pt x="747" y="366"/>
                    <a:pt x="747" y="366"/>
                    <a:pt x="747" y="366"/>
                  </a:cubicBezTo>
                  <a:cubicBezTo>
                    <a:pt x="747" y="362"/>
                    <a:pt x="746" y="359"/>
                    <a:pt x="745" y="356"/>
                  </a:cubicBezTo>
                  <a:cubicBezTo>
                    <a:pt x="745" y="350"/>
                    <a:pt x="745" y="345"/>
                    <a:pt x="745" y="339"/>
                  </a:cubicBezTo>
                  <a:cubicBezTo>
                    <a:pt x="744" y="337"/>
                    <a:pt x="743" y="336"/>
                    <a:pt x="743" y="334"/>
                  </a:cubicBezTo>
                  <a:cubicBezTo>
                    <a:pt x="743" y="302"/>
                    <a:pt x="743" y="302"/>
                    <a:pt x="743" y="302"/>
                  </a:cubicBezTo>
                  <a:cubicBezTo>
                    <a:pt x="743" y="303"/>
                    <a:pt x="743" y="303"/>
                    <a:pt x="743" y="303"/>
                  </a:cubicBezTo>
                  <a:cubicBezTo>
                    <a:pt x="745" y="301"/>
                    <a:pt x="746" y="300"/>
                    <a:pt x="747" y="298"/>
                  </a:cubicBezTo>
                  <a:close/>
                  <a:moveTo>
                    <a:pt x="747" y="437"/>
                  </a:moveTo>
                  <a:cubicBezTo>
                    <a:pt x="747" y="478"/>
                    <a:pt x="747" y="478"/>
                    <a:pt x="747" y="478"/>
                  </a:cubicBezTo>
                  <a:cubicBezTo>
                    <a:pt x="746" y="481"/>
                    <a:pt x="745" y="484"/>
                    <a:pt x="744" y="489"/>
                  </a:cubicBezTo>
                  <a:cubicBezTo>
                    <a:pt x="745" y="488"/>
                    <a:pt x="746" y="488"/>
                    <a:pt x="747" y="488"/>
                  </a:cubicBezTo>
                  <a:cubicBezTo>
                    <a:pt x="747" y="499"/>
                    <a:pt x="747" y="499"/>
                    <a:pt x="747" y="499"/>
                  </a:cubicBezTo>
                  <a:cubicBezTo>
                    <a:pt x="745" y="500"/>
                    <a:pt x="744" y="500"/>
                    <a:pt x="743" y="502"/>
                  </a:cubicBezTo>
                  <a:cubicBezTo>
                    <a:pt x="743" y="467"/>
                    <a:pt x="743" y="467"/>
                    <a:pt x="743" y="467"/>
                  </a:cubicBezTo>
                  <a:cubicBezTo>
                    <a:pt x="743" y="466"/>
                    <a:pt x="743" y="466"/>
                    <a:pt x="744" y="465"/>
                  </a:cubicBezTo>
                  <a:cubicBezTo>
                    <a:pt x="744" y="456"/>
                    <a:pt x="743" y="446"/>
                    <a:pt x="747" y="437"/>
                  </a:cubicBezTo>
                  <a:close/>
                  <a:moveTo>
                    <a:pt x="747" y="516"/>
                  </a:moveTo>
                  <a:cubicBezTo>
                    <a:pt x="747" y="525"/>
                    <a:pt x="747" y="525"/>
                    <a:pt x="747" y="525"/>
                  </a:cubicBezTo>
                  <a:cubicBezTo>
                    <a:pt x="745" y="526"/>
                    <a:pt x="744" y="526"/>
                    <a:pt x="743" y="526"/>
                  </a:cubicBezTo>
                  <a:cubicBezTo>
                    <a:pt x="743" y="517"/>
                    <a:pt x="743" y="517"/>
                    <a:pt x="743" y="517"/>
                  </a:cubicBezTo>
                  <a:cubicBezTo>
                    <a:pt x="744" y="517"/>
                    <a:pt x="746" y="517"/>
                    <a:pt x="747" y="516"/>
                  </a:cubicBezTo>
                  <a:close/>
                  <a:moveTo>
                    <a:pt x="747" y="545"/>
                  </a:moveTo>
                  <a:cubicBezTo>
                    <a:pt x="747" y="554"/>
                    <a:pt x="747" y="554"/>
                    <a:pt x="747" y="554"/>
                  </a:cubicBezTo>
                  <a:cubicBezTo>
                    <a:pt x="743" y="555"/>
                    <a:pt x="743" y="555"/>
                    <a:pt x="743" y="555"/>
                  </a:cubicBezTo>
                  <a:cubicBezTo>
                    <a:pt x="743" y="546"/>
                    <a:pt x="743" y="546"/>
                    <a:pt x="743" y="546"/>
                  </a:cubicBezTo>
                  <a:cubicBezTo>
                    <a:pt x="744" y="545"/>
                    <a:pt x="746" y="545"/>
                    <a:pt x="747" y="545"/>
                  </a:cubicBezTo>
                  <a:close/>
                  <a:moveTo>
                    <a:pt x="731" y="184"/>
                  </a:moveTo>
                  <a:cubicBezTo>
                    <a:pt x="734" y="188"/>
                    <a:pt x="737" y="192"/>
                    <a:pt x="740" y="197"/>
                  </a:cubicBezTo>
                  <a:cubicBezTo>
                    <a:pt x="741" y="199"/>
                    <a:pt x="742" y="200"/>
                    <a:pt x="743" y="202"/>
                  </a:cubicBezTo>
                  <a:cubicBezTo>
                    <a:pt x="743" y="228"/>
                    <a:pt x="743" y="228"/>
                    <a:pt x="743" y="228"/>
                  </a:cubicBezTo>
                  <a:cubicBezTo>
                    <a:pt x="739" y="234"/>
                    <a:pt x="734" y="241"/>
                    <a:pt x="731" y="248"/>
                  </a:cubicBezTo>
                  <a:cubicBezTo>
                    <a:pt x="731" y="231"/>
                    <a:pt x="731" y="231"/>
                    <a:pt x="731" y="231"/>
                  </a:cubicBezTo>
                  <a:cubicBezTo>
                    <a:pt x="737" y="220"/>
                    <a:pt x="739" y="211"/>
                    <a:pt x="731" y="198"/>
                  </a:cubicBezTo>
                  <a:cubicBezTo>
                    <a:pt x="731" y="184"/>
                    <a:pt x="731" y="184"/>
                    <a:pt x="731" y="184"/>
                  </a:cubicBezTo>
                  <a:close/>
                  <a:moveTo>
                    <a:pt x="743" y="592"/>
                  </a:moveTo>
                  <a:cubicBezTo>
                    <a:pt x="742" y="594"/>
                    <a:pt x="741" y="596"/>
                    <a:pt x="740" y="598"/>
                  </a:cubicBezTo>
                  <a:cubicBezTo>
                    <a:pt x="736" y="602"/>
                    <a:pt x="734" y="606"/>
                    <a:pt x="731" y="611"/>
                  </a:cubicBezTo>
                  <a:cubicBezTo>
                    <a:pt x="731" y="596"/>
                    <a:pt x="731" y="596"/>
                    <a:pt x="731" y="596"/>
                  </a:cubicBezTo>
                  <a:cubicBezTo>
                    <a:pt x="733" y="594"/>
                    <a:pt x="735" y="590"/>
                    <a:pt x="738" y="585"/>
                  </a:cubicBezTo>
                  <a:cubicBezTo>
                    <a:pt x="736" y="585"/>
                    <a:pt x="733" y="585"/>
                    <a:pt x="731" y="585"/>
                  </a:cubicBezTo>
                  <a:cubicBezTo>
                    <a:pt x="731" y="575"/>
                    <a:pt x="731" y="575"/>
                    <a:pt x="731" y="575"/>
                  </a:cubicBezTo>
                  <a:cubicBezTo>
                    <a:pt x="735" y="574"/>
                    <a:pt x="739" y="573"/>
                    <a:pt x="743" y="571"/>
                  </a:cubicBezTo>
                  <a:cubicBezTo>
                    <a:pt x="743" y="592"/>
                    <a:pt x="743" y="592"/>
                    <a:pt x="743" y="592"/>
                  </a:cubicBezTo>
                  <a:close/>
                  <a:moveTo>
                    <a:pt x="743" y="261"/>
                  </a:moveTo>
                  <a:cubicBezTo>
                    <a:pt x="743" y="276"/>
                    <a:pt x="743" y="276"/>
                    <a:pt x="743" y="276"/>
                  </a:cubicBezTo>
                  <a:cubicBezTo>
                    <a:pt x="738" y="287"/>
                    <a:pt x="739" y="290"/>
                    <a:pt x="743" y="302"/>
                  </a:cubicBezTo>
                  <a:cubicBezTo>
                    <a:pt x="743" y="334"/>
                    <a:pt x="743" y="334"/>
                    <a:pt x="743" y="334"/>
                  </a:cubicBezTo>
                  <a:cubicBezTo>
                    <a:pt x="740" y="326"/>
                    <a:pt x="739" y="319"/>
                    <a:pt x="739" y="310"/>
                  </a:cubicBezTo>
                  <a:cubicBezTo>
                    <a:pt x="734" y="302"/>
                    <a:pt x="731" y="293"/>
                    <a:pt x="731" y="284"/>
                  </a:cubicBezTo>
                  <a:cubicBezTo>
                    <a:pt x="731" y="266"/>
                    <a:pt x="731" y="266"/>
                    <a:pt x="731" y="266"/>
                  </a:cubicBezTo>
                  <a:cubicBezTo>
                    <a:pt x="732" y="268"/>
                    <a:pt x="732" y="270"/>
                    <a:pt x="734" y="273"/>
                  </a:cubicBezTo>
                  <a:cubicBezTo>
                    <a:pt x="736" y="269"/>
                    <a:pt x="740" y="265"/>
                    <a:pt x="743" y="261"/>
                  </a:cubicBezTo>
                  <a:close/>
                  <a:moveTo>
                    <a:pt x="743" y="467"/>
                  </a:moveTo>
                  <a:cubicBezTo>
                    <a:pt x="743" y="502"/>
                    <a:pt x="743" y="502"/>
                    <a:pt x="743" y="502"/>
                  </a:cubicBezTo>
                  <a:cubicBezTo>
                    <a:pt x="740" y="504"/>
                    <a:pt x="738" y="509"/>
                    <a:pt x="736" y="518"/>
                  </a:cubicBezTo>
                  <a:cubicBezTo>
                    <a:pt x="738" y="518"/>
                    <a:pt x="740" y="517"/>
                    <a:pt x="743" y="517"/>
                  </a:cubicBezTo>
                  <a:cubicBezTo>
                    <a:pt x="743" y="526"/>
                    <a:pt x="743" y="526"/>
                    <a:pt x="743" y="526"/>
                  </a:cubicBezTo>
                  <a:cubicBezTo>
                    <a:pt x="738" y="528"/>
                    <a:pt x="734" y="529"/>
                    <a:pt x="731" y="531"/>
                  </a:cubicBezTo>
                  <a:cubicBezTo>
                    <a:pt x="731" y="506"/>
                    <a:pt x="731" y="506"/>
                    <a:pt x="731" y="506"/>
                  </a:cubicBezTo>
                  <a:cubicBezTo>
                    <a:pt x="732" y="503"/>
                    <a:pt x="734" y="499"/>
                    <a:pt x="737" y="495"/>
                  </a:cubicBezTo>
                  <a:cubicBezTo>
                    <a:pt x="738" y="483"/>
                    <a:pt x="738" y="477"/>
                    <a:pt x="743" y="467"/>
                  </a:cubicBezTo>
                  <a:close/>
                  <a:moveTo>
                    <a:pt x="743" y="546"/>
                  </a:moveTo>
                  <a:cubicBezTo>
                    <a:pt x="743" y="555"/>
                    <a:pt x="743" y="555"/>
                    <a:pt x="743" y="555"/>
                  </a:cubicBezTo>
                  <a:cubicBezTo>
                    <a:pt x="737" y="555"/>
                    <a:pt x="734" y="556"/>
                    <a:pt x="731" y="556"/>
                  </a:cubicBezTo>
                  <a:cubicBezTo>
                    <a:pt x="731" y="547"/>
                    <a:pt x="731" y="547"/>
                    <a:pt x="731" y="547"/>
                  </a:cubicBezTo>
                  <a:cubicBezTo>
                    <a:pt x="735" y="547"/>
                    <a:pt x="739" y="546"/>
                    <a:pt x="743" y="546"/>
                  </a:cubicBezTo>
                  <a:close/>
                  <a:moveTo>
                    <a:pt x="718" y="165"/>
                  </a:moveTo>
                  <a:cubicBezTo>
                    <a:pt x="723" y="171"/>
                    <a:pt x="726" y="177"/>
                    <a:pt x="731" y="184"/>
                  </a:cubicBezTo>
                  <a:cubicBezTo>
                    <a:pt x="731" y="198"/>
                    <a:pt x="731" y="198"/>
                    <a:pt x="731" y="198"/>
                  </a:cubicBezTo>
                  <a:cubicBezTo>
                    <a:pt x="730" y="197"/>
                    <a:pt x="729" y="196"/>
                    <a:pt x="728" y="194"/>
                  </a:cubicBezTo>
                  <a:cubicBezTo>
                    <a:pt x="724" y="203"/>
                    <a:pt x="720" y="209"/>
                    <a:pt x="718" y="215"/>
                  </a:cubicBezTo>
                  <a:cubicBezTo>
                    <a:pt x="718" y="195"/>
                    <a:pt x="718" y="195"/>
                    <a:pt x="718" y="195"/>
                  </a:cubicBezTo>
                  <a:cubicBezTo>
                    <a:pt x="721" y="188"/>
                    <a:pt x="721" y="181"/>
                    <a:pt x="718" y="175"/>
                  </a:cubicBezTo>
                  <a:cubicBezTo>
                    <a:pt x="718" y="165"/>
                    <a:pt x="718" y="165"/>
                    <a:pt x="718" y="165"/>
                  </a:cubicBezTo>
                  <a:close/>
                  <a:moveTo>
                    <a:pt x="731" y="611"/>
                  </a:moveTo>
                  <a:cubicBezTo>
                    <a:pt x="726" y="617"/>
                    <a:pt x="723" y="624"/>
                    <a:pt x="718" y="630"/>
                  </a:cubicBezTo>
                  <a:cubicBezTo>
                    <a:pt x="718" y="617"/>
                    <a:pt x="718" y="617"/>
                    <a:pt x="718" y="617"/>
                  </a:cubicBezTo>
                  <a:cubicBezTo>
                    <a:pt x="719" y="616"/>
                    <a:pt x="719" y="615"/>
                    <a:pt x="720" y="613"/>
                  </a:cubicBezTo>
                  <a:cubicBezTo>
                    <a:pt x="719" y="613"/>
                    <a:pt x="719" y="613"/>
                    <a:pt x="718" y="613"/>
                  </a:cubicBezTo>
                  <a:cubicBezTo>
                    <a:pt x="718" y="603"/>
                    <a:pt x="718" y="603"/>
                    <a:pt x="718" y="603"/>
                  </a:cubicBezTo>
                  <a:cubicBezTo>
                    <a:pt x="724" y="602"/>
                    <a:pt x="728" y="600"/>
                    <a:pt x="731" y="596"/>
                  </a:cubicBezTo>
                  <a:cubicBezTo>
                    <a:pt x="731" y="611"/>
                    <a:pt x="731" y="611"/>
                    <a:pt x="731" y="611"/>
                  </a:cubicBezTo>
                  <a:close/>
                  <a:moveTo>
                    <a:pt x="731" y="231"/>
                  </a:moveTo>
                  <a:cubicBezTo>
                    <a:pt x="731" y="248"/>
                    <a:pt x="731" y="248"/>
                    <a:pt x="731" y="248"/>
                  </a:cubicBezTo>
                  <a:cubicBezTo>
                    <a:pt x="730" y="249"/>
                    <a:pt x="729" y="251"/>
                    <a:pt x="728" y="252"/>
                  </a:cubicBezTo>
                  <a:cubicBezTo>
                    <a:pt x="728" y="258"/>
                    <a:pt x="729" y="262"/>
                    <a:pt x="731" y="266"/>
                  </a:cubicBezTo>
                  <a:cubicBezTo>
                    <a:pt x="731" y="284"/>
                    <a:pt x="731" y="284"/>
                    <a:pt x="731" y="284"/>
                  </a:cubicBezTo>
                  <a:cubicBezTo>
                    <a:pt x="731" y="283"/>
                    <a:pt x="731" y="283"/>
                    <a:pt x="731" y="282"/>
                  </a:cubicBezTo>
                  <a:cubicBezTo>
                    <a:pt x="725" y="271"/>
                    <a:pt x="721" y="264"/>
                    <a:pt x="719" y="252"/>
                  </a:cubicBezTo>
                  <a:cubicBezTo>
                    <a:pt x="719" y="252"/>
                    <a:pt x="718" y="251"/>
                    <a:pt x="718" y="251"/>
                  </a:cubicBezTo>
                  <a:cubicBezTo>
                    <a:pt x="718" y="237"/>
                    <a:pt x="718" y="237"/>
                    <a:pt x="718" y="237"/>
                  </a:cubicBezTo>
                  <a:cubicBezTo>
                    <a:pt x="719" y="239"/>
                    <a:pt x="719" y="241"/>
                    <a:pt x="721" y="243"/>
                  </a:cubicBezTo>
                  <a:cubicBezTo>
                    <a:pt x="721" y="243"/>
                    <a:pt x="722" y="243"/>
                    <a:pt x="723" y="243"/>
                  </a:cubicBezTo>
                  <a:cubicBezTo>
                    <a:pt x="726" y="238"/>
                    <a:pt x="729" y="235"/>
                    <a:pt x="731" y="231"/>
                  </a:cubicBezTo>
                  <a:close/>
                  <a:moveTo>
                    <a:pt x="731" y="506"/>
                  </a:moveTo>
                  <a:cubicBezTo>
                    <a:pt x="731" y="531"/>
                    <a:pt x="731" y="531"/>
                    <a:pt x="731" y="531"/>
                  </a:cubicBezTo>
                  <a:cubicBezTo>
                    <a:pt x="730" y="532"/>
                    <a:pt x="730" y="532"/>
                    <a:pt x="730" y="532"/>
                  </a:cubicBezTo>
                  <a:cubicBezTo>
                    <a:pt x="727" y="537"/>
                    <a:pt x="725" y="542"/>
                    <a:pt x="723" y="548"/>
                  </a:cubicBezTo>
                  <a:cubicBezTo>
                    <a:pt x="726" y="547"/>
                    <a:pt x="728" y="547"/>
                    <a:pt x="731" y="547"/>
                  </a:cubicBezTo>
                  <a:cubicBezTo>
                    <a:pt x="731" y="556"/>
                    <a:pt x="731" y="556"/>
                    <a:pt x="731" y="556"/>
                  </a:cubicBezTo>
                  <a:cubicBezTo>
                    <a:pt x="727" y="557"/>
                    <a:pt x="724" y="558"/>
                    <a:pt x="719" y="559"/>
                  </a:cubicBezTo>
                  <a:cubicBezTo>
                    <a:pt x="719" y="560"/>
                    <a:pt x="718" y="560"/>
                    <a:pt x="718" y="561"/>
                  </a:cubicBezTo>
                  <a:cubicBezTo>
                    <a:pt x="718" y="541"/>
                    <a:pt x="718" y="541"/>
                    <a:pt x="718" y="541"/>
                  </a:cubicBezTo>
                  <a:cubicBezTo>
                    <a:pt x="720" y="535"/>
                    <a:pt x="722" y="529"/>
                    <a:pt x="727" y="524"/>
                  </a:cubicBezTo>
                  <a:cubicBezTo>
                    <a:pt x="728" y="517"/>
                    <a:pt x="729" y="512"/>
                    <a:pt x="731" y="506"/>
                  </a:cubicBezTo>
                  <a:close/>
                  <a:moveTo>
                    <a:pt x="731" y="575"/>
                  </a:moveTo>
                  <a:cubicBezTo>
                    <a:pt x="731" y="585"/>
                    <a:pt x="731" y="585"/>
                    <a:pt x="731" y="585"/>
                  </a:cubicBezTo>
                  <a:cubicBezTo>
                    <a:pt x="726" y="584"/>
                    <a:pt x="722" y="584"/>
                    <a:pt x="718" y="585"/>
                  </a:cubicBezTo>
                  <a:cubicBezTo>
                    <a:pt x="718" y="576"/>
                    <a:pt x="718" y="576"/>
                    <a:pt x="718" y="576"/>
                  </a:cubicBezTo>
                  <a:cubicBezTo>
                    <a:pt x="722" y="575"/>
                    <a:pt x="727" y="575"/>
                    <a:pt x="731" y="575"/>
                  </a:cubicBezTo>
                  <a:close/>
                  <a:moveTo>
                    <a:pt x="710" y="156"/>
                  </a:moveTo>
                  <a:cubicBezTo>
                    <a:pt x="713" y="159"/>
                    <a:pt x="715" y="162"/>
                    <a:pt x="718" y="165"/>
                  </a:cubicBezTo>
                  <a:cubicBezTo>
                    <a:pt x="718" y="175"/>
                    <a:pt x="718" y="175"/>
                    <a:pt x="718" y="175"/>
                  </a:cubicBezTo>
                  <a:cubicBezTo>
                    <a:pt x="716" y="172"/>
                    <a:pt x="713" y="170"/>
                    <a:pt x="710" y="168"/>
                  </a:cubicBezTo>
                  <a:cubicBezTo>
                    <a:pt x="710" y="156"/>
                    <a:pt x="710" y="156"/>
                    <a:pt x="710" y="156"/>
                  </a:cubicBezTo>
                  <a:close/>
                  <a:moveTo>
                    <a:pt x="718" y="630"/>
                  </a:moveTo>
                  <a:cubicBezTo>
                    <a:pt x="716" y="632"/>
                    <a:pt x="714" y="635"/>
                    <a:pt x="712" y="637"/>
                  </a:cubicBezTo>
                  <a:cubicBezTo>
                    <a:pt x="710" y="640"/>
                    <a:pt x="710" y="640"/>
                    <a:pt x="710" y="640"/>
                  </a:cubicBezTo>
                  <a:cubicBezTo>
                    <a:pt x="710" y="627"/>
                    <a:pt x="710" y="627"/>
                    <a:pt x="710" y="627"/>
                  </a:cubicBezTo>
                  <a:cubicBezTo>
                    <a:pt x="713" y="625"/>
                    <a:pt x="715" y="622"/>
                    <a:pt x="718" y="617"/>
                  </a:cubicBezTo>
                  <a:cubicBezTo>
                    <a:pt x="718" y="630"/>
                    <a:pt x="718" y="630"/>
                    <a:pt x="718" y="630"/>
                  </a:cubicBezTo>
                  <a:close/>
                  <a:moveTo>
                    <a:pt x="718" y="195"/>
                  </a:moveTo>
                  <a:cubicBezTo>
                    <a:pt x="718" y="215"/>
                    <a:pt x="718" y="215"/>
                    <a:pt x="718" y="215"/>
                  </a:cubicBezTo>
                  <a:cubicBezTo>
                    <a:pt x="715" y="222"/>
                    <a:pt x="714" y="228"/>
                    <a:pt x="718" y="237"/>
                  </a:cubicBezTo>
                  <a:cubicBezTo>
                    <a:pt x="718" y="251"/>
                    <a:pt x="718" y="251"/>
                    <a:pt x="718" y="251"/>
                  </a:cubicBezTo>
                  <a:cubicBezTo>
                    <a:pt x="715" y="246"/>
                    <a:pt x="712" y="241"/>
                    <a:pt x="710" y="236"/>
                  </a:cubicBezTo>
                  <a:cubicBezTo>
                    <a:pt x="710" y="211"/>
                    <a:pt x="710" y="211"/>
                    <a:pt x="710" y="211"/>
                  </a:cubicBezTo>
                  <a:cubicBezTo>
                    <a:pt x="713" y="206"/>
                    <a:pt x="716" y="200"/>
                    <a:pt x="718" y="195"/>
                  </a:cubicBezTo>
                  <a:close/>
                  <a:moveTo>
                    <a:pt x="718" y="541"/>
                  </a:moveTo>
                  <a:cubicBezTo>
                    <a:pt x="718" y="561"/>
                    <a:pt x="718" y="561"/>
                    <a:pt x="718" y="561"/>
                  </a:cubicBezTo>
                  <a:cubicBezTo>
                    <a:pt x="714" y="565"/>
                    <a:pt x="712" y="569"/>
                    <a:pt x="710" y="574"/>
                  </a:cubicBezTo>
                  <a:cubicBezTo>
                    <a:pt x="710" y="558"/>
                    <a:pt x="710" y="558"/>
                    <a:pt x="710" y="558"/>
                  </a:cubicBezTo>
                  <a:cubicBezTo>
                    <a:pt x="711" y="557"/>
                    <a:pt x="712" y="555"/>
                    <a:pt x="713" y="553"/>
                  </a:cubicBezTo>
                  <a:cubicBezTo>
                    <a:pt x="715" y="549"/>
                    <a:pt x="716" y="545"/>
                    <a:pt x="718" y="541"/>
                  </a:cubicBezTo>
                  <a:close/>
                  <a:moveTo>
                    <a:pt x="718" y="576"/>
                  </a:moveTo>
                  <a:cubicBezTo>
                    <a:pt x="718" y="585"/>
                    <a:pt x="718" y="585"/>
                    <a:pt x="718" y="585"/>
                  </a:cubicBezTo>
                  <a:cubicBezTo>
                    <a:pt x="715" y="585"/>
                    <a:pt x="712" y="585"/>
                    <a:pt x="710" y="586"/>
                  </a:cubicBezTo>
                  <a:cubicBezTo>
                    <a:pt x="710" y="576"/>
                    <a:pt x="710" y="576"/>
                    <a:pt x="710" y="576"/>
                  </a:cubicBezTo>
                  <a:cubicBezTo>
                    <a:pt x="712" y="576"/>
                    <a:pt x="715" y="576"/>
                    <a:pt x="718" y="576"/>
                  </a:cubicBezTo>
                  <a:close/>
                  <a:moveTo>
                    <a:pt x="718" y="603"/>
                  </a:moveTo>
                  <a:cubicBezTo>
                    <a:pt x="718" y="613"/>
                    <a:pt x="718" y="613"/>
                    <a:pt x="718" y="613"/>
                  </a:cubicBezTo>
                  <a:cubicBezTo>
                    <a:pt x="715" y="613"/>
                    <a:pt x="713" y="612"/>
                    <a:pt x="710" y="612"/>
                  </a:cubicBezTo>
                  <a:cubicBezTo>
                    <a:pt x="710" y="604"/>
                    <a:pt x="710" y="604"/>
                    <a:pt x="710" y="604"/>
                  </a:cubicBezTo>
                  <a:cubicBezTo>
                    <a:pt x="713" y="604"/>
                    <a:pt x="715" y="603"/>
                    <a:pt x="718" y="603"/>
                  </a:cubicBezTo>
                  <a:close/>
                  <a:moveTo>
                    <a:pt x="710" y="450"/>
                  </a:moveTo>
                  <a:cubicBezTo>
                    <a:pt x="710" y="448"/>
                    <a:pt x="710" y="448"/>
                    <a:pt x="710" y="448"/>
                  </a:cubicBezTo>
                  <a:cubicBezTo>
                    <a:pt x="710" y="448"/>
                    <a:pt x="710" y="448"/>
                    <a:pt x="710" y="448"/>
                  </a:cubicBezTo>
                  <a:cubicBezTo>
                    <a:pt x="710" y="450"/>
                    <a:pt x="710" y="450"/>
                    <a:pt x="710" y="450"/>
                  </a:cubicBezTo>
                  <a:close/>
                  <a:moveTo>
                    <a:pt x="710" y="436"/>
                  </a:moveTo>
                  <a:cubicBezTo>
                    <a:pt x="710" y="411"/>
                    <a:pt x="710" y="411"/>
                    <a:pt x="710" y="411"/>
                  </a:cubicBezTo>
                  <a:cubicBezTo>
                    <a:pt x="715" y="416"/>
                    <a:pt x="715" y="425"/>
                    <a:pt x="711" y="437"/>
                  </a:cubicBezTo>
                  <a:cubicBezTo>
                    <a:pt x="711" y="436"/>
                    <a:pt x="710" y="436"/>
                    <a:pt x="710" y="436"/>
                  </a:cubicBezTo>
                  <a:close/>
                  <a:moveTo>
                    <a:pt x="710" y="400"/>
                  </a:moveTo>
                  <a:cubicBezTo>
                    <a:pt x="710" y="389"/>
                    <a:pt x="710" y="389"/>
                    <a:pt x="710" y="389"/>
                  </a:cubicBezTo>
                  <a:cubicBezTo>
                    <a:pt x="713" y="389"/>
                    <a:pt x="713" y="389"/>
                    <a:pt x="713" y="389"/>
                  </a:cubicBezTo>
                  <a:cubicBezTo>
                    <a:pt x="713" y="393"/>
                    <a:pt x="713" y="396"/>
                    <a:pt x="713" y="400"/>
                  </a:cubicBezTo>
                  <a:cubicBezTo>
                    <a:pt x="710" y="400"/>
                    <a:pt x="710" y="400"/>
                    <a:pt x="710" y="400"/>
                  </a:cubicBezTo>
                  <a:close/>
                  <a:moveTo>
                    <a:pt x="710" y="369"/>
                  </a:moveTo>
                  <a:cubicBezTo>
                    <a:pt x="710" y="358"/>
                    <a:pt x="710" y="358"/>
                    <a:pt x="710" y="358"/>
                  </a:cubicBezTo>
                  <a:cubicBezTo>
                    <a:pt x="710" y="358"/>
                    <a:pt x="710" y="358"/>
                    <a:pt x="710" y="358"/>
                  </a:cubicBezTo>
                  <a:cubicBezTo>
                    <a:pt x="711" y="361"/>
                    <a:pt x="711" y="365"/>
                    <a:pt x="711" y="369"/>
                  </a:cubicBezTo>
                  <a:lnTo>
                    <a:pt x="710" y="369"/>
                  </a:lnTo>
                  <a:close/>
                  <a:moveTo>
                    <a:pt x="700" y="141"/>
                  </a:moveTo>
                  <a:cubicBezTo>
                    <a:pt x="703" y="145"/>
                    <a:pt x="706" y="150"/>
                    <a:pt x="709" y="156"/>
                  </a:cubicBezTo>
                  <a:cubicBezTo>
                    <a:pt x="710" y="156"/>
                    <a:pt x="710" y="156"/>
                    <a:pt x="710" y="156"/>
                  </a:cubicBezTo>
                  <a:cubicBezTo>
                    <a:pt x="710" y="168"/>
                    <a:pt x="710" y="168"/>
                    <a:pt x="710" y="168"/>
                  </a:cubicBezTo>
                  <a:cubicBezTo>
                    <a:pt x="709" y="168"/>
                    <a:pt x="709" y="168"/>
                    <a:pt x="709" y="167"/>
                  </a:cubicBezTo>
                  <a:cubicBezTo>
                    <a:pt x="709" y="171"/>
                    <a:pt x="709" y="171"/>
                    <a:pt x="700" y="192"/>
                  </a:cubicBezTo>
                  <a:cubicBezTo>
                    <a:pt x="700" y="169"/>
                    <a:pt x="700" y="169"/>
                    <a:pt x="700" y="169"/>
                  </a:cubicBezTo>
                  <a:cubicBezTo>
                    <a:pt x="700" y="167"/>
                    <a:pt x="700" y="167"/>
                    <a:pt x="700" y="167"/>
                  </a:cubicBezTo>
                  <a:cubicBezTo>
                    <a:pt x="700" y="162"/>
                    <a:pt x="700" y="159"/>
                    <a:pt x="700" y="156"/>
                  </a:cubicBezTo>
                  <a:cubicBezTo>
                    <a:pt x="700" y="141"/>
                    <a:pt x="700" y="141"/>
                    <a:pt x="700" y="141"/>
                  </a:cubicBezTo>
                  <a:close/>
                  <a:moveTo>
                    <a:pt x="710" y="640"/>
                  </a:moveTo>
                  <a:cubicBezTo>
                    <a:pt x="706" y="645"/>
                    <a:pt x="703" y="649"/>
                    <a:pt x="700" y="654"/>
                  </a:cubicBezTo>
                  <a:cubicBezTo>
                    <a:pt x="700" y="643"/>
                    <a:pt x="700" y="643"/>
                    <a:pt x="700" y="643"/>
                  </a:cubicBezTo>
                  <a:cubicBezTo>
                    <a:pt x="701" y="641"/>
                    <a:pt x="701" y="641"/>
                    <a:pt x="701" y="641"/>
                  </a:cubicBezTo>
                  <a:cubicBezTo>
                    <a:pt x="700" y="641"/>
                    <a:pt x="700" y="641"/>
                    <a:pt x="700" y="641"/>
                  </a:cubicBezTo>
                  <a:cubicBezTo>
                    <a:pt x="700" y="630"/>
                    <a:pt x="700" y="630"/>
                    <a:pt x="700" y="630"/>
                  </a:cubicBezTo>
                  <a:cubicBezTo>
                    <a:pt x="704" y="630"/>
                    <a:pt x="707" y="629"/>
                    <a:pt x="710" y="627"/>
                  </a:cubicBezTo>
                  <a:cubicBezTo>
                    <a:pt x="710" y="640"/>
                    <a:pt x="710" y="640"/>
                    <a:pt x="710" y="640"/>
                  </a:cubicBezTo>
                  <a:close/>
                  <a:moveTo>
                    <a:pt x="710" y="211"/>
                  </a:moveTo>
                  <a:cubicBezTo>
                    <a:pt x="710" y="236"/>
                    <a:pt x="710" y="236"/>
                    <a:pt x="710" y="236"/>
                  </a:cubicBezTo>
                  <a:cubicBezTo>
                    <a:pt x="707" y="230"/>
                    <a:pt x="704" y="225"/>
                    <a:pt x="700" y="219"/>
                  </a:cubicBezTo>
                  <a:cubicBezTo>
                    <a:pt x="700" y="201"/>
                    <a:pt x="700" y="201"/>
                    <a:pt x="700" y="201"/>
                  </a:cubicBezTo>
                  <a:cubicBezTo>
                    <a:pt x="700" y="206"/>
                    <a:pt x="702" y="209"/>
                    <a:pt x="707" y="216"/>
                  </a:cubicBezTo>
                  <a:cubicBezTo>
                    <a:pt x="707" y="214"/>
                    <a:pt x="709" y="213"/>
                    <a:pt x="710" y="211"/>
                  </a:cubicBezTo>
                  <a:close/>
                  <a:moveTo>
                    <a:pt x="710" y="358"/>
                  </a:moveTo>
                  <a:cubicBezTo>
                    <a:pt x="710" y="369"/>
                    <a:pt x="710" y="369"/>
                    <a:pt x="710" y="369"/>
                  </a:cubicBezTo>
                  <a:cubicBezTo>
                    <a:pt x="706" y="369"/>
                    <a:pt x="703" y="370"/>
                    <a:pt x="700" y="370"/>
                  </a:cubicBezTo>
                  <a:cubicBezTo>
                    <a:pt x="700" y="358"/>
                    <a:pt x="700" y="358"/>
                    <a:pt x="700" y="358"/>
                  </a:cubicBezTo>
                  <a:cubicBezTo>
                    <a:pt x="704" y="357"/>
                    <a:pt x="706" y="358"/>
                    <a:pt x="710" y="358"/>
                  </a:cubicBezTo>
                  <a:close/>
                  <a:moveTo>
                    <a:pt x="710" y="389"/>
                  </a:moveTo>
                  <a:cubicBezTo>
                    <a:pt x="710" y="400"/>
                    <a:pt x="710" y="400"/>
                    <a:pt x="710" y="400"/>
                  </a:cubicBezTo>
                  <a:cubicBezTo>
                    <a:pt x="700" y="400"/>
                    <a:pt x="700" y="400"/>
                    <a:pt x="700" y="400"/>
                  </a:cubicBezTo>
                  <a:cubicBezTo>
                    <a:pt x="700" y="389"/>
                    <a:pt x="700" y="389"/>
                    <a:pt x="700" y="389"/>
                  </a:cubicBezTo>
                  <a:cubicBezTo>
                    <a:pt x="710" y="389"/>
                    <a:pt x="710" y="389"/>
                    <a:pt x="710" y="389"/>
                  </a:cubicBezTo>
                  <a:close/>
                  <a:moveTo>
                    <a:pt x="710" y="411"/>
                  </a:moveTo>
                  <a:cubicBezTo>
                    <a:pt x="710" y="436"/>
                    <a:pt x="710" y="436"/>
                    <a:pt x="710" y="436"/>
                  </a:cubicBezTo>
                  <a:cubicBezTo>
                    <a:pt x="707" y="436"/>
                    <a:pt x="704" y="436"/>
                    <a:pt x="702" y="436"/>
                  </a:cubicBezTo>
                  <a:cubicBezTo>
                    <a:pt x="704" y="429"/>
                    <a:pt x="703" y="425"/>
                    <a:pt x="703" y="418"/>
                  </a:cubicBezTo>
                  <a:cubicBezTo>
                    <a:pt x="700" y="418"/>
                    <a:pt x="700" y="418"/>
                    <a:pt x="700" y="418"/>
                  </a:cubicBezTo>
                  <a:cubicBezTo>
                    <a:pt x="700" y="407"/>
                    <a:pt x="700" y="407"/>
                    <a:pt x="700" y="407"/>
                  </a:cubicBezTo>
                  <a:cubicBezTo>
                    <a:pt x="704" y="407"/>
                    <a:pt x="707" y="408"/>
                    <a:pt x="710" y="411"/>
                  </a:cubicBezTo>
                  <a:close/>
                  <a:moveTo>
                    <a:pt x="710" y="448"/>
                  </a:moveTo>
                  <a:cubicBezTo>
                    <a:pt x="710" y="450"/>
                    <a:pt x="710" y="450"/>
                    <a:pt x="710" y="450"/>
                  </a:cubicBezTo>
                  <a:cubicBezTo>
                    <a:pt x="709" y="453"/>
                    <a:pt x="708" y="456"/>
                    <a:pt x="708" y="459"/>
                  </a:cubicBezTo>
                  <a:cubicBezTo>
                    <a:pt x="700" y="460"/>
                    <a:pt x="700" y="460"/>
                    <a:pt x="700" y="460"/>
                  </a:cubicBezTo>
                  <a:cubicBezTo>
                    <a:pt x="700" y="448"/>
                    <a:pt x="700" y="448"/>
                    <a:pt x="700" y="448"/>
                  </a:cubicBezTo>
                  <a:cubicBezTo>
                    <a:pt x="702" y="448"/>
                    <a:pt x="705" y="448"/>
                    <a:pt x="710" y="448"/>
                  </a:cubicBezTo>
                  <a:close/>
                  <a:moveTo>
                    <a:pt x="710" y="558"/>
                  </a:moveTo>
                  <a:cubicBezTo>
                    <a:pt x="710" y="574"/>
                    <a:pt x="710" y="574"/>
                    <a:pt x="710" y="574"/>
                  </a:cubicBezTo>
                  <a:cubicBezTo>
                    <a:pt x="709" y="576"/>
                    <a:pt x="709" y="576"/>
                    <a:pt x="709" y="576"/>
                  </a:cubicBezTo>
                  <a:cubicBezTo>
                    <a:pt x="710" y="576"/>
                    <a:pt x="710" y="576"/>
                    <a:pt x="710" y="576"/>
                  </a:cubicBezTo>
                  <a:cubicBezTo>
                    <a:pt x="710" y="586"/>
                    <a:pt x="710" y="586"/>
                    <a:pt x="710" y="586"/>
                  </a:cubicBezTo>
                  <a:cubicBezTo>
                    <a:pt x="706" y="586"/>
                    <a:pt x="703" y="587"/>
                    <a:pt x="700" y="589"/>
                  </a:cubicBezTo>
                  <a:cubicBezTo>
                    <a:pt x="700" y="580"/>
                    <a:pt x="700" y="580"/>
                    <a:pt x="700" y="580"/>
                  </a:cubicBezTo>
                  <a:cubicBezTo>
                    <a:pt x="700" y="579"/>
                    <a:pt x="700" y="579"/>
                    <a:pt x="700" y="579"/>
                  </a:cubicBezTo>
                  <a:cubicBezTo>
                    <a:pt x="702" y="571"/>
                    <a:pt x="705" y="565"/>
                    <a:pt x="710" y="558"/>
                  </a:cubicBezTo>
                  <a:close/>
                  <a:moveTo>
                    <a:pt x="710" y="604"/>
                  </a:moveTo>
                  <a:cubicBezTo>
                    <a:pt x="710" y="612"/>
                    <a:pt x="710" y="612"/>
                    <a:pt x="710" y="612"/>
                  </a:cubicBezTo>
                  <a:cubicBezTo>
                    <a:pt x="706" y="612"/>
                    <a:pt x="703" y="611"/>
                    <a:pt x="700" y="611"/>
                  </a:cubicBezTo>
                  <a:cubicBezTo>
                    <a:pt x="700" y="603"/>
                    <a:pt x="700" y="603"/>
                    <a:pt x="700" y="603"/>
                  </a:cubicBezTo>
                  <a:cubicBezTo>
                    <a:pt x="702" y="603"/>
                    <a:pt x="704" y="603"/>
                    <a:pt x="709" y="604"/>
                  </a:cubicBezTo>
                  <a:cubicBezTo>
                    <a:pt x="710" y="604"/>
                    <a:pt x="710" y="604"/>
                    <a:pt x="710" y="604"/>
                  </a:cubicBezTo>
                  <a:close/>
                  <a:moveTo>
                    <a:pt x="700" y="482"/>
                  </a:moveTo>
                  <a:cubicBezTo>
                    <a:pt x="700" y="469"/>
                    <a:pt x="700" y="469"/>
                    <a:pt x="700" y="469"/>
                  </a:cubicBezTo>
                  <a:cubicBezTo>
                    <a:pt x="701" y="469"/>
                    <a:pt x="702" y="469"/>
                    <a:pt x="704" y="470"/>
                  </a:cubicBezTo>
                  <a:cubicBezTo>
                    <a:pt x="703" y="474"/>
                    <a:pt x="703" y="478"/>
                    <a:pt x="702" y="482"/>
                  </a:cubicBezTo>
                  <a:cubicBezTo>
                    <a:pt x="701" y="482"/>
                    <a:pt x="700" y="482"/>
                    <a:pt x="700" y="482"/>
                  </a:cubicBezTo>
                  <a:close/>
                  <a:moveTo>
                    <a:pt x="700" y="325"/>
                  </a:moveTo>
                  <a:cubicBezTo>
                    <a:pt x="700" y="313"/>
                    <a:pt x="700" y="313"/>
                    <a:pt x="700" y="313"/>
                  </a:cubicBezTo>
                  <a:cubicBezTo>
                    <a:pt x="700" y="313"/>
                    <a:pt x="701" y="312"/>
                    <a:pt x="702" y="312"/>
                  </a:cubicBezTo>
                  <a:cubicBezTo>
                    <a:pt x="703" y="316"/>
                    <a:pt x="703" y="320"/>
                    <a:pt x="704" y="324"/>
                  </a:cubicBezTo>
                  <a:lnTo>
                    <a:pt x="700" y="325"/>
                  </a:lnTo>
                  <a:close/>
                  <a:moveTo>
                    <a:pt x="697" y="138"/>
                  </a:moveTo>
                  <a:cubicBezTo>
                    <a:pt x="698" y="139"/>
                    <a:pt x="699" y="140"/>
                    <a:pt x="700" y="141"/>
                  </a:cubicBezTo>
                  <a:cubicBezTo>
                    <a:pt x="700" y="156"/>
                    <a:pt x="700" y="156"/>
                    <a:pt x="700" y="156"/>
                  </a:cubicBezTo>
                  <a:cubicBezTo>
                    <a:pt x="699" y="153"/>
                    <a:pt x="698" y="151"/>
                    <a:pt x="697" y="149"/>
                  </a:cubicBezTo>
                  <a:cubicBezTo>
                    <a:pt x="697" y="138"/>
                    <a:pt x="697" y="138"/>
                    <a:pt x="697" y="138"/>
                  </a:cubicBezTo>
                  <a:close/>
                  <a:moveTo>
                    <a:pt x="700" y="654"/>
                  </a:moveTo>
                  <a:cubicBezTo>
                    <a:pt x="697" y="657"/>
                    <a:pt x="697" y="657"/>
                    <a:pt x="697" y="657"/>
                  </a:cubicBezTo>
                  <a:cubicBezTo>
                    <a:pt x="697" y="646"/>
                    <a:pt x="697" y="646"/>
                    <a:pt x="697" y="646"/>
                  </a:cubicBezTo>
                  <a:cubicBezTo>
                    <a:pt x="698" y="645"/>
                    <a:pt x="699" y="644"/>
                    <a:pt x="700" y="643"/>
                  </a:cubicBezTo>
                  <a:cubicBezTo>
                    <a:pt x="700" y="654"/>
                    <a:pt x="700" y="654"/>
                    <a:pt x="700" y="654"/>
                  </a:cubicBezTo>
                  <a:close/>
                  <a:moveTo>
                    <a:pt x="700" y="169"/>
                  </a:moveTo>
                  <a:cubicBezTo>
                    <a:pt x="700" y="192"/>
                    <a:pt x="700" y="192"/>
                    <a:pt x="700" y="192"/>
                  </a:cubicBezTo>
                  <a:cubicBezTo>
                    <a:pt x="699" y="193"/>
                    <a:pt x="699" y="193"/>
                    <a:pt x="699" y="193"/>
                  </a:cubicBezTo>
                  <a:cubicBezTo>
                    <a:pt x="699" y="197"/>
                    <a:pt x="699" y="199"/>
                    <a:pt x="700" y="201"/>
                  </a:cubicBezTo>
                  <a:cubicBezTo>
                    <a:pt x="700" y="219"/>
                    <a:pt x="700" y="219"/>
                    <a:pt x="700" y="219"/>
                  </a:cubicBezTo>
                  <a:cubicBezTo>
                    <a:pt x="699" y="218"/>
                    <a:pt x="698" y="217"/>
                    <a:pt x="697" y="215"/>
                  </a:cubicBezTo>
                  <a:cubicBezTo>
                    <a:pt x="697" y="174"/>
                    <a:pt x="697" y="174"/>
                    <a:pt x="697" y="174"/>
                  </a:cubicBezTo>
                  <a:cubicBezTo>
                    <a:pt x="700" y="169"/>
                    <a:pt x="700" y="169"/>
                    <a:pt x="700" y="169"/>
                  </a:cubicBezTo>
                  <a:close/>
                  <a:moveTo>
                    <a:pt x="700" y="313"/>
                  </a:moveTo>
                  <a:cubicBezTo>
                    <a:pt x="700" y="325"/>
                    <a:pt x="700" y="325"/>
                    <a:pt x="700" y="325"/>
                  </a:cubicBezTo>
                  <a:cubicBezTo>
                    <a:pt x="697" y="326"/>
                    <a:pt x="697" y="326"/>
                    <a:pt x="697" y="326"/>
                  </a:cubicBezTo>
                  <a:cubicBezTo>
                    <a:pt x="697" y="313"/>
                    <a:pt x="697" y="313"/>
                    <a:pt x="697" y="313"/>
                  </a:cubicBezTo>
                  <a:cubicBezTo>
                    <a:pt x="698" y="313"/>
                    <a:pt x="699" y="313"/>
                    <a:pt x="700" y="313"/>
                  </a:cubicBezTo>
                  <a:close/>
                  <a:moveTo>
                    <a:pt x="700" y="358"/>
                  </a:moveTo>
                  <a:cubicBezTo>
                    <a:pt x="700" y="370"/>
                    <a:pt x="700" y="370"/>
                    <a:pt x="700" y="370"/>
                  </a:cubicBezTo>
                  <a:cubicBezTo>
                    <a:pt x="697" y="370"/>
                    <a:pt x="697" y="370"/>
                    <a:pt x="697" y="370"/>
                  </a:cubicBezTo>
                  <a:cubicBezTo>
                    <a:pt x="697" y="358"/>
                    <a:pt x="697" y="358"/>
                    <a:pt x="697" y="358"/>
                  </a:cubicBezTo>
                  <a:cubicBezTo>
                    <a:pt x="698" y="358"/>
                    <a:pt x="699" y="358"/>
                    <a:pt x="700" y="358"/>
                  </a:cubicBezTo>
                  <a:close/>
                  <a:moveTo>
                    <a:pt x="700" y="389"/>
                  </a:moveTo>
                  <a:cubicBezTo>
                    <a:pt x="700" y="400"/>
                    <a:pt x="700" y="400"/>
                    <a:pt x="700" y="400"/>
                  </a:cubicBezTo>
                  <a:cubicBezTo>
                    <a:pt x="697" y="400"/>
                    <a:pt x="697" y="400"/>
                    <a:pt x="697" y="400"/>
                  </a:cubicBezTo>
                  <a:cubicBezTo>
                    <a:pt x="697" y="389"/>
                    <a:pt x="697" y="389"/>
                    <a:pt x="697" y="389"/>
                  </a:cubicBezTo>
                  <a:cubicBezTo>
                    <a:pt x="700" y="389"/>
                    <a:pt x="700" y="389"/>
                    <a:pt x="700" y="389"/>
                  </a:cubicBezTo>
                  <a:close/>
                  <a:moveTo>
                    <a:pt x="700" y="407"/>
                  </a:moveTo>
                  <a:cubicBezTo>
                    <a:pt x="700" y="418"/>
                    <a:pt x="700" y="418"/>
                    <a:pt x="700" y="418"/>
                  </a:cubicBezTo>
                  <a:cubicBezTo>
                    <a:pt x="698" y="418"/>
                    <a:pt x="698" y="418"/>
                    <a:pt x="698" y="418"/>
                  </a:cubicBezTo>
                  <a:cubicBezTo>
                    <a:pt x="698" y="420"/>
                    <a:pt x="697" y="421"/>
                    <a:pt x="697" y="422"/>
                  </a:cubicBezTo>
                  <a:cubicBezTo>
                    <a:pt x="697" y="407"/>
                    <a:pt x="697" y="407"/>
                    <a:pt x="697" y="407"/>
                  </a:cubicBezTo>
                  <a:cubicBezTo>
                    <a:pt x="698" y="407"/>
                    <a:pt x="699" y="407"/>
                    <a:pt x="700" y="407"/>
                  </a:cubicBezTo>
                  <a:close/>
                  <a:moveTo>
                    <a:pt x="700" y="448"/>
                  </a:moveTo>
                  <a:cubicBezTo>
                    <a:pt x="700" y="460"/>
                    <a:pt x="700" y="460"/>
                    <a:pt x="700" y="460"/>
                  </a:cubicBezTo>
                  <a:cubicBezTo>
                    <a:pt x="697" y="461"/>
                    <a:pt x="697" y="461"/>
                    <a:pt x="697" y="461"/>
                  </a:cubicBezTo>
                  <a:cubicBezTo>
                    <a:pt x="697" y="449"/>
                    <a:pt x="697" y="449"/>
                    <a:pt x="697" y="449"/>
                  </a:cubicBezTo>
                  <a:cubicBezTo>
                    <a:pt x="698" y="449"/>
                    <a:pt x="699" y="448"/>
                    <a:pt x="700" y="448"/>
                  </a:cubicBezTo>
                  <a:close/>
                  <a:moveTo>
                    <a:pt x="700" y="469"/>
                  </a:moveTo>
                  <a:cubicBezTo>
                    <a:pt x="700" y="482"/>
                    <a:pt x="700" y="482"/>
                    <a:pt x="700" y="482"/>
                  </a:cubicBezTo>
                  <a:cubicBezTo>
                    <a:pt x="697" y="481"/>
                    <a:pt x="697" y="481"/>
                    <a:pt x="697" y="481"/>
                  </a:cubicBezTo>
                  <a:cubicBezTo>
                    <a:pt x="697" y="468"/>
                    <a:pt x="697" y="468"/>
                    <a:pt x="697" y="468"/>
                  </a:cubicBezTo>
                  <a:cubicBezTo>
                    <a:pt x="698" y="468"/>
                    <a:pt x="698" y="469"/>
                    <a:pt x="700" y="469"/>
                  </a:cubicBezTo>
                  <a:close/>
                  <a:moveTo>
                    <a:pt x="700" y="580"/>
                  </a:moveTo>
                  <a:cubicBezTo>
                    <a:pt x="700" y="589"/>
                    <a:pt x="700" y="589"/>
                    <a:pt x="700" y="589"/>
                  </a:cubicBezTo>
                  <a:cubicBezTo>
                    <a:pt x="699" y="590"/>
                    <a:pt x="698" y="591"/>
                    <a:pt x="697" y="594"/>
                  </a:cubicBezTo>
                  <a:cubicBezTo>
                    <a:pt x="697" y="582"/>
                    <a:pt x="697" y="582"/>
                    <a:pt x="697" y="582"/>
                  </a:cubicBezTo>
                  <a:cubicBezTo>
                    <a:pt x="698" y="581"/>
                    <a:pt x="699" y="580"/>
                    <a:pt x="700" y="580"/>
                  </a:cubicBezTo>
                  <a:close/>
                  <a:moveTo>
                    <a:pt x="700" y="603"/>
                  </a:moveTo>
                  <a:cubicBezTo>
                    <a:pt x="700" y="611"/>
                    <a:pt x="700" y="611"/>
                    <a:pt x="700" y="611"/>
                  </a:cubicBezTo>
                  <a:cubicBezTo>
                    <a:pt x="699" y="611"/>
                    <a:pt x="698" y="611"/>
                    <a:pt x="697" y="611"/>
                  </a:cubicBezTo>
                  <a:cubicBezTo>
                    <a:pt x="697" y="603"/>
                    <a:pt x="697" y="603"/>
                    <a:pt x="697" y="603"/>
                  </a:cubicBezTo>
                  <a:cubicBezTo>
                    <a:pt x="698" y="603"/>
                    <a:pt x="698" y="603"/>
                    <a:pt x="700" y="603"/>
                  </a:cubicBezTo>
                  <a:close/>
                  <a:moveTo>
                    <a:pt x="700" y="630"/>
                  </a:moveTo>
                  <a:cubicBezTo>
                    <a:pt x="700" y="641"/>
                    <a:pt x="700" y="641"/>
                    <a:pt x="700" y="641"/>
                  </a:cubicBezTo>
                  <a:cubicBezTo>
                    <a:pt x="699" y="641"/>
                    <a:pt x="698" y="641"/>
                    <a:pt x="697" y="640"/>
                  </a:cubicBezTo>
                  <a:cubicBezTo>
                    <a:pt x="697" y="631"/>
                    <a:pt x="697" y="631"/>
                    <a:pt x="697" y="631"/>
                  </a:cubicBezTo>
                  <a:cubicBezTo>
                    <a:pt x="698" y="630"/>
                    <a:pt x="699" y="630"/>
                    <a:pt x="700" y="630"/>
                  </a:cubicBezTo>
                  <a:close/>
                  <a:moveTo>
                    <a:pt x="697" y="496"/>
                  </a:moveTo>
                  <a:cubicBezTo>
                    <a:pt x="697" y="492"/>
                    <a:pt x="697" y="492"/>
                    <a:pt x="697" y="492"/>
                  </a:cubicBezTo>
                  <a:cubicBezTo>
                    <a:pt x="698" y="492"/>
                    <a:pt x="698" y="492"/>
                    <a:pt x="698" y="492"/>
                  </a:cubicBezTo>
                  <a:lnTo>
                    <a:pt x="697" y="496"/>
                  </a:lnTo>
                  <a:close/>
                  <a:moveTo>
                    <a:pt x="677" y="118"/>
                  </a:moveTo>
                  <a:cubicBezTo>
                    <a:pt x="681" y="122"/>
                    <a:pt x="685" y="125"/>
                    <a:pt x="688" y="130"/>
                  </a:cubicBezTo>
                  <a:cubicBezTo>
                    <a:pt x="691" y="133"/>
                    <a:pt x="694" y="136"/>
                    <a:pt x="697" y="138"/>
                  </a:cubicBezTo>
                  <a:cubicBezTo>
                    <a:pt x="697" y="149"/>
                    <a:pt x="697" y="149"/>
                    <a:pt x="697" y="149"/>
                  </a:cubicBezTo>
                  <a:cubicBezTo>
                    <a:pt x="695" y="146"/>
                    <a:pt x="692" y="143"/>
                    <a:pt x="688" y="140"/>
                  </a:cubicBezTo>
                  <a:cubicBezTo>
                    <a:pt x="681" y="163"/>
                    <a:pt x="675" y="172"/>
                    <a:pt x="689" y="190"/>
                  </a:cubicBezTo>
                  <a:cubicBezTo>
                    <a:pt x="690" y="189"/>
                    <a:pt x="691" y="189"/>
                    <a:pt x="697" y="174"/>
                  </a:cubicBezTo>
                  <a:cubicBezTo>
                    <a:pt x="697" y="215"/>
                    <a:pt x="697" y="215"/>
                    <a:pt x="697" y="215"/>
                  </a:cubicBezTo>
                  <a:cubicBezTo>
                    <a:pt x="696" y="214"/>
                    <a:pt x="695" y="213"/>
                    <a:pt x="694" y="212"/>
                  </a:cubicBezTo>
                  <a:cubicBezTo>
                    <a:pt x="692" y="208"/>
                    <a:pt x="691" y="203"/>
                    <a:pt x="689" y="199"/>
                  </a:cubicBezTo>
                  <a:cubicBezTo>
                    <a:pt x="684" y="194"/>
                    <a:pt x="681" y="190"/>
                    <a:pt x="677" y="186"/>
                  </a:cubicBezTo>
                  <a:cubicBezTo>
                    <a:pt x="677" y="146"/>
                    <a:pt x="677" y="146"/>
                    <a:pt x="677" y="146"/>
                  </a:cubicBezTo>
                  <a:cubicBezTo>
                    <a:pt x="679" y="140"/>
                    <a:pt x="679" y="135"/>
                    <a:pt x="677" y="130"/>
                  </a:cubicBezTo>
                  <a:cubicBezTo>
                    <a:pt x="677" y="118"/>
                    <a:pt x="677" y="118"/>
                    <a:pt x="677" y="118"/>
                  </a:cubicBezTo>
                  <a:close/>
                  <a:moveTo>
                    <a:pt x="697" y="657"/>
                  </a:moveTo>
                  <a:cubicBezTo>
                    <a:pt x="696" y="659"/>
                    <a:pt x="696" y="659"/>
                    <a:pt x="696" y="659"/>
                  </a:cubicBezTo>
                  <a:cubicBezTo>
                    <a:pt x="688" y="664"/>
                    <a:pt x="683" y="671"/>
                    <a:pt x="677" y="678"/>
                  </a:cubicBezTo>
                  <a:cubicBezTo>
                    <a:pt x="677" y="667"/>
                    <a:pt x="677" y="667"/>
                    <a:pt x="677" y="667"/>
                  </a:cubicBezTo>
                  <a:cubicBezTo>
                    <a:pt x="677" y="667"/>
                    <a:pt x="678" y="666"/>
                    <a:pt x="678" y="666"/>
                  </a:cubicBezTo>
                  <a:cubicBezTo>
                    <a:pt x="677" y="666"/>
                    <a:pt x="677" y="666"/>
                    <a:pt x="677" y="666"/>
                  </a:cubicBezTo>
                  <a:cubicBezTo>
                    <a:pt x="677" y="657"/>
                    <a:pt x="677" y="657"/>
                    <a:pt x="677" y="657"/>
                  </a:cubicBezTo>
                  <a:cubicBezTo>
                    <a:pt x="688" y="654"/>
                    <a:pt x="691" y="653"/>
                    <a:pt x="697" y="646"/>
                  </a:cubicBezTo>
                  <a:cubicBezTo>
                    <a:pt x="697" y="657"/>
                    <a:pt x="697" y="657"/>
                    <a:pt x="697" y="657"/>
                  </a:cubicBezTo>
                  <a:close/>
                  <a:moveTo>
                    <a:pt x="697" y="313"/>
                  </a:moveTo>
                  <a:cubicBezTo>
                    <a:pt x="697" y="326"/>
                    <a:pt x="697" y="326"/>
                    <a:pt x="697" y="326"/>
                  </a:cubicBezTo>
                  <a:cubicBezTo>
                    <a:pt x="689" y="328"/>
                    <a:pt x="689" y="328"/>
                    <a:pt x="689" y="328"/>
                  </a:cubicBezTo>
                  <a:cubicBezTo>
                    <a:pt x="685" y="332"/>
                    <a:pt x="681" y="335"/>
                    <a:pt x="677" y="339"/>
                  </a:cubicBezTo>
                  <a:cubicBezTo>
                    <a:pt x="677" y="325"/>
                    <a:pt x="677" y="325"/>
                    <a:pt x="677" y="325"/>
                  </a:cubicBezTo>
                  <a:cubicBezTo>
                    <a:pt x="677" y="325"/>
                    <a:pt x="677" y="325"/>
                    <a:pt x="677" y="325"/>
                  </a:cubicBezTo>
                  <a:cubicBezTo>
                    <a:pt x="677" y="325"/>
                    <a:pt x="677" y="325"/>
                    <a:pt x="677" y="325"/>
                  </a:cubicBezTo>
                  <a:cubicBezTo>
                    <a:pt x="677" y="313"/>
                    <a:pt x="677" y="313"/>
                    <a:pt x="677" y="313"/>
                  </a:cubicBezTo>
                  <a:cubicBezTo>
                    <a:pt x="683" y="315"/>
                    <a:pt x="690" y="315"/>
                    <a:pt x="697" y="313"/>
                  </a:cubicBezTo>
                  <a:close/>
                  <a:moveTo>
                    <a:pt x="697" y="358"/>
                  </a:moveTo>
                  <a:cubicBezTo>
                    <a:pt x="697" y="370"/>
                    <a:pt x="697" y="370"/>
                    <a:pt x="697" y="370"/>
                  </a:cubicBezTo>
                  <a:cubicBezTo>
                    <a:pt x="691" y="371"/>
                    <a:pt x="685" y="372"/>
                    <a:pt x="679" y="372"/>
                  </a:cubicBezTo>
                  <a:cubicBezTo>
                    <a:pt x="679" y="375"/>
                    <a:pt x="680" y="378"/>
                    <a:pt x="680" y="382"/>
                  </a:cubicBezTo>
                  <a:cubicBezTo>
                    <a:pt x="679" y="382"/>
                    <a:pt x="678" y="382"/>
                    <a:pt x="677" y="382"/>
                  </a:cubicBezTo>
                  <a:cubicBezTo>
                    <a:pt x="677" y="350"/>
                    <a:pt x="677" y="350"/>
                    <a:pt x="677" y="350"/>
                  </a:cubicBezTo>
                  <a:cubicBezTo>
                    <a:pt x="677" y="350"/>
                    <a:pt x="677" y="350"/>
                    <a:pt x="677" y="350"/>
                  </a:cubicBezTo>
                  <a:cubicBezTo>
                    <a:pt x="678" y="358"/>
                    <a:pt x="678" y="358"/>
                    <a:pt x="679" y="360"/>
                  </a:cubicBezTo>
                  <a:cubicBezTo>
                    <a:pt x="688" y="359"/>
                    <a:pt x="693" y="359"/>
                    <a:pt x="697" y="358"/>
                  </a:cubicBezTo>
                  <a:close/>
                  <a:moveTo>
                    <a:pt x="697" y="389"/>
                  </a:moveTo>
                  <a:cubicBezTo>
                    <a:pt x="697" y="400"/>
                    <a:pt x="697" y="400"/>
                    <a:pt x="697" y="400"/>
                  </a:cubicBezTo>
                  <a:cubicBezTo>
                    <a:pt x="677" y="400"/>
                    <a:pt x="677" y="400"/>
                    <a:pt x="677" y="400"/>
                  </a:cubicBezTo>
                  <a:cubicBezTo>
                    <a:pt x="677" y="389"/>
                    <a:pt x="677" y="389"/>
                    <a:pt x="677" y="389"/>
                  </a:cubicBezTo>
                  <a:cubicBezTo>
                    <a:pt x="697" y="389"/>
                    <a:pt x="697" y="389"/>
                    <a:pt x="697" y="389"/>
                  </a:cubicBezTo>
                  <a:close/>
                  <a:moveTo>
                    <a:pt x="697" y="407"/>
                  </a:moveTo>
                  <a:cubicBezTo>
                    <a:pt x="697" y="422"/>
                    <a:pt x="697" y="422"/>
                    <a:pt x="697" y="422"/>
                  </a:cubicBezTo>
                  <a:cubicBezTo>
                    <a:pt x="694" y="431"/>
                    <a:pt x="692" y="435"/>
                    <a:pt x="682" y="438"/>
                  </a:cubicBezTo>
                  <a:cubicBezTo>
                    <a:pt x="680" y="437"/>
                    <a:pt x="679" y="436"/>
                    <a:pt x="677" y="435"/>
                  </a:cubicBezTo>
                  <a:cubicBezTo>
                    <a:pt x="677" y="409"/>
                    <a:pt x="677" y="409"/>
                    <a:pt x="677" y="409"/>
                  </a:cubicBezTo>
                  <a:cubicBezTo>
                    <a:pt x="678" y="409"/>
                    <a:pt x="679" y="409"/>
                    <a:pt x="680" y="410"/>
                  </a:cubicBezTo>
                  <a:cubicBezTo>
                    <a:pt x="679" y="415"/>
                    <a:pt x="679" y="419"/>
                    <a:pt x="679" y="425"/>
                  </a:cubicBezTo>
                  <a:cubicBezTo>
                    <a:pt x="681" y="425"/>
                    <a:pt x="683" y="425"/>
                    <a:pt x="684" y="425"/>
                  </a:cubicBezTo>
                  <a:cubicBezTo>
                    <a:pt x="686" y="420"/>
                    <a:pt x="688" y="414"/>
                    <a:pt x="690" y="409"/>
                  </a:cubicBezTo>
                  <a:cubicBezTo>
                    <a:pt x="693" y="408"/>
                    <a:pt x="695" y="407"/>
                    <a:pt x="697" y="407"/>
                  </a:cubicBezTo>
                  <a:close/>
                  <a:moveTo>
                    <a:pt x="697" y="449"/>
                  </a:moveTo>
                  <a:cubicBezTo>
                    <a:pt x="697" y="461"/>
                    <a:pt x="697" y="461"/>
                    <a:pt x="697" y="461"/>
                  </a:cubicBezTo>
                  <a:cubicBezTo>
                    <a:pt x="691" y="461"/>
                    <a:pt x="691" y="461"/>
                    <a:pt x="691" y="461"/>
                  </a:cubicBezTo>
                  <a:cubicBezTo>
                    <a:pt x="690" y="463"/>
                    <a:pt x="690" y="464"/>
                    <a:pt x="689" y="465"/>
                  </a:cubicBezTo>
                  <a:cubicBezTo>
                    <a:pt x="693" y="467"/>
                    <a:pt x="695" y="467"/>
                    <a:pt x="697" y="468"/>
                  </a:cubicBezTo>
                  <a:cubicBezTo>
                    <a:pt x="697" y="481"/>
                    <a:pt x="697" y="481"/>
                    <a:pt x="697" y="481"/>
                  </a:cubicBezTo>
                  <a:cubicBezTo>
                    <a:pt x="688" y="479"/>
                    <a:pt x="682" y="477"/>
                    <a:pt x="677" y="476"/>
                  </a:cubicBezTo>
                  <a:cubicBezTo>
                    <a:pt x="677" y="464"/>
                    <a:pt x="677" y="464"/>
                    <a:pt x="677" y="464"/>
                  </a:cubicBezTo>
                  <a:cubicBezTo>
                    <a:pt x="677" y="464"/>
                    <a:pt x="677" y="464"/>
                    <a:pt x="677" y="464"/>
                  </a:cubicBezTo>
                  <a:cubicBezTo>
                    <a:pt x="679" y="464"/>
                    <a:pt x="680" y="464"/>
                    <a:pt x="682" y="464"/>
                  </a:cubicBezTo>
                  <a:cubicBezTo>
                    <a:pt x="682" y="461"/>
                    <a:pt x="682" y="458"/>
                    <a:pt x="682" y="454"/>
                  </a:cubicBezTo>
                  <a:cubicBezTo>
                    <a:pt x="680" y="454"/>
                    <a:pt x="679" y="454"/>
                    <a:pt x="677" y="454"/>
                  </a:cubicBezTo>
                  <a:cubicBezTo>
                    <a:pt x="677" y="442"/>
                    <a:pt x="677" y="442"/>
                    <a:pt x="677" y="442"/>
                  </a:cubicBezTo>
                  <a:cubicBezTo>
                    <a:pt x="679" y="443"/>
                    <a:pt x="681" y="443"/>
                    <a:pt x="684" y="444"/>
                  </a:cubicBezTo>
                  <a:cubicBezTo>
                    <a:pt x="686" y="446"/>
                    <a:pt x="687" y="448"/>
                    <a:pt x="689" y="451"/>
                  </a:cubicBezTo>
                  <a:cubicBezTo>
                    <a:pt x="692" y="450"/>
                    <a:pt x="695" y="449"/>
                    <a:pt x="697" y="449"/>
                  </a:cubicBezTo>
                  <a:close/>
                  <a:moveTo>
                    <a:pt x="697" y="492"/>
                  </a:moveTo>
                  <a:cubicBezTo>
                    <a:pt x="697" y="496"/>
                    <a:pt x="697" y="496"/>
                    <a:pt x="697" y="496"/>
                  </a:cubicBezTo>
                  <a:cubicBezTo>
                    <a:pt x="694" y="504"/>
                    <a:pt x="692" y="512"/>
                    <a:pt x="689" y="520"/>
                  </a:cubicBezTo>
                  <a:cubicBezTo>
                    <a:pt x="688" y="520"/>
                    <a:pt x="687" y="520"/>
                    <a:pt x="685" y="520"/>
                  </a:cubicBezTo>
                  <a:cubicBezTo>
                    <a:pt x="683" y="520"/>
                    <a:pt x="681" y="518"/>
                    <a:pt x="677" y="517"/>
                  </a:cubicBezTo>
                  <a:cubicBezTo>
                    <a:pt x="677" y="503"/>
                    <a:pt x="677" y="503"/>
                    <a:pt x="677" y="503"/>
                  </a:cubicBezTo>
                  <a:cubicBezTo>
                    <a:pt x="679" y="504"/>
                    <a:pt x="681" y="505"/>
                    <a:pt x="684" y="506"/>
                  </a:cubicBezTo>
                  <a:cubicBezTo>
                    <a:pt x="686" y="500"/>
                    <a:pt x="688" y="495"/>
                    <a:pt x="690" y="490"/>
                  </a:cubicBezTo>
                  <a:cubicBezTo>
                    <a:pt x="692" y="490"/>
                    <a:pt x="695" y="491"/>
                    <a:pt x="697" y="492"/>
                  </a:cubicBezTo>
                  <a:close/>
                  <a:moveTo>
                    <a:pt x="697" y="582"/>
                  </a:moveTo>
                  <a:cubicBezTo>
                    <a:pt x="697" y="594"/>
                    <a:pt x="697" y="594"/>
                    <a:pt x="697" y="594"/>
                  </a:cubicBezTo>
                  <a:cubicBezTo>
                    <a:pt x="696" y="596"/>
                    <a:pt x="694" y="598"/>
                    <a:pt x="692" y="603"/>
                  </a:cubicBezTo>
                  <a:cubicBezTo>
                    <a:pt x="694" y="603"/>
                    <a:pt x="696" y="603"/>
                    <a:pt x="697" y="603"/>
                  </a:cubicBezTo>
                  <a:cubicBezTo>
                    <a:pt x="697" y="611"/>
                    <a:pt x="697" y="611"/>
                    <a:pt x="697" y="611"/>
                  </a:cubicBezTo>
                  <a:cubicBezTo>
                    <a:pt x="692" y="611"/>
                    <a:pt x="687" y="612"/>
                    <a:pt x="683" y="614"/>
                  </a:cubicBezTo>
                  <a:cubicBezTo>
                    <a:pt x="680" y="618"/>
                    <a:pt x="679" y="620"/>
                    <a:pt x="677" y="622"/>
                  </a:cubicBezTo>
                  <a:cubicBezTo>
                    <a:pt x="677" y="610"/>
                    <a:pt x="677" y="610"/>
                    <a:pt x="677" y="610"/>
                  </a:cubicBezTo>
                  <a:cubicBezTo>
                    <a:pt x="679" y="608"/>
                    <a:pt x="681" y="606"/>
                    <a:pt x="684" y="604"/>
                  </a:cubicBezTo>
                  <a:cubicBezTo>
                    <a:pt x="688" y="594"/>
                    <a:pt x="690" y="588"/>
                    <a:pt x="697" y="582"/>
                  </a:cubicBezTo>
                  <a:close/>
                  <a:moveTo>
                    <a:pt x="697" y="631"/>
                  </a:moveTo>
                  <a:cubicBezTo>
                    <a:pt x="697" y="640"/>
                    <a:pt x="697" y="640"/>
                    <a:pt x="697" y="640"/>
                  </a:cubicBezTo>
                  <a:cubicBezTo>
                    <a:pt x="690" y="639"/>
                    <a:pt x="683" y="637"/>
                    <a:pt x="677" y="637"/>
                  </a:cubicBezTo>
                  <a:cubicBezTo>
                    <a:pt x="677" y="628"/>
                    <a:pt x="677" y="628"/>
                    <a:pt x="677" y="628"/>
                  </a:cubicBezTo>
                  <a:cubicBezTo>
                    <a:pt x="687" y="629"/>
                    <a:pt x="687" y="630"/>
                    <a:pt x="692" y="631"/>
                  </a:cubicBezTo>
                  <a:cubicBezTo>
                    <a:pt x="694" y="631"/>
                    <a:pt x="696" y="631"/>
                    <a:pt x="697" y="631"/>
                  </a:cubicBezTo>
                  <a:close/>
                  <a:moveTo>
                    <a:pt x="677" y="542"/>
                  </a:moveTo>
                  <a:cubicBezTo>
                    <a:pt x="677" y="540"/>
                    <a:pt x="677" y="540"/>
                    <a:pt x="677" y="540"/>
                  </a:cubicBezTo>
                  <a:cubicBezTo>
                    <a:pt x="678" y="541"/>
                    <a:pt x="678" y="541"/>
                    <a:pt x="678" y="541"/>
                  </a:cubicBezTo>
                  <a:cubicBezTo>
                    <a:pt x="677" y="542"/>
                    <a:pt x="677" y="542"/>
                    <a:pt x="677" y="542"/>
                  </a:cubicBezTo>
                  <a:close/>
                  <a:moveTo>
                    <a:pt x="677" y="501"/>
                  </a:moveTo>
                  <a:cubicBezTo>
                    <a:pt x="679" y="496"/>
                    <a:pt x="680" y="492"/>
                    <a:pt x="682" y="487"/>
                  </a:cubicBezTo>
                  <a:cubicBezTo>
                    <a:pt x="680" y="487"/>
                    <a:pt x="679" y="486"/>
                    <a:pt x="677" y="486"/>
                  </a:cubicBezTo>
                  <a:lnTo>
                    <a:pt x="677" y="501"/>
                  </a:lnTo>
                  <a:close/>
                  <a:moveTo>
                    <a:pt x="654" y="95"/>
                  </a:moveTo>
                  <a:cubicBezTo>
                    <a:pt x="656" y="97"/>
                    <a:pt x="658" y="99"/>
                    <a:pt x="660" y="100"/>
                  </a:cubicBezTo>
                  <a:cubicBezTo>
                    <a:pt x="664" y="107"/>
                    <a:pt x="671" y="112"/>
                    <a:pt x="677" y="118"/>
                  </a:cubicBezTo>
                  <a:cubicBezTo>
                    <a:pt x="677" y="130"/>
                    <a:pt x="677" y="130"/>
                    <a:pt x="677" y="130"/>
                  </a:cubicBezTo>
                  <a:cubicBezTo>
                    <a:pt x="675" y="126"/>
                    <a:pt x="672" y="121"/>
                    <a:pt x="665" y="116"/>
                  </a:cubicBezTo>
                  <a:cubicBezTo>
                    <a:pt x="663" y="123"/>
                    <a:pt x="662" y="130"/>
                    <a:pt x="660" y="137"/>
                  </a:cubicBezTo>
                  <a:cubicBezTo>
                    <a:pt x="658" y="153"/>
                    <a:pt x="660" y="154"/>
                    <a:pt x="670" y="165"/>
                  </a:cubicBezTo>
                  <a:cubicBezTo>
                    <a:pt x="673" y="158"/>
                    <a:pt x="676" y="151"/>
                    <a:pt x="677" y="146"/>
                  </a:cubicBezTo>
                  <a:cubicBezTo>
                    <a:pt x="677" y="186"/>
                    <a:pt x="677" y="186"/>
                    <a:pt x="677" y="186"/>
                  </a:cubicBezTo>
                  <a:cubicBezTo>
                    <a:pt x="674" y="182"/>
                    <a:pt x="672" y="178"/>
                    <a:pt x="669" y="173"/>
                  </a:cubicBezTo>
                  <a:cubicBezTo>
                    <a:pt x="662" y="168"/>
                    <a:pt x="657" y="163"/>
                    <a:pt x="654" y="156"/>
                  </a:cubicBezTo>
                  <a:cubicBezTo>
                    <a:pt x="654" y="124"/>
                    <a:pt x="654" y="124"/>
                    <a:pt x="654" y="124"/>
                  </a:cubicBezTo>
                  <a:cubicBezTo>
                    <a:pt x="655" y="118"/>
                    <a:pt x="656" y="111"/>
                    <a:pt x="654" y="106"/>
                  </a:cubicBezTo>
                  <a:cubicBezTo>
                    <a:pt x="654" y="95"/>
                    <a:pt x="654" y="95"/>
                    <a:pt x="654" y="95"/>
                  </a:cubicBezTo>
                  <a:close/>
                  <a:moveTo>
                    <a:pt x="677" y="678"/>
                  </a:moveTo>
                  <a:cubicBezTo>
                    <a:pt x="674" y="681"/>
                    <a:pt x="670" y="685"/>
                    <a:pt x="664" y="687"/>
                  </a:cubicBezTo>
                  <a:cubicBezTo>
                    <a:pt x="662" y="691"/>
                    <a:pt x="662" y="691"/>
                    <a:pt x="654" y="701"/>
                  </a:cubicBezTo>
                  <a:cubicBezTo>
                    <a:pt x="654" y="690"/>
                    <a:pt x="654" y="690"/>
                    <a:pt x="654" y="690"/>
                  </a:cubicBezTo>
                  <a:cubicBezTo>
                    <a:pt x="654" y="689"/>
                    <a:pt x="654" y="689"/>
                    <a:pt x="654" y="689"/>
                  </a:cubicBezTo>
                  <a:cubicBezTo>
                    <a:pt x="654" y="689"/>
                    <a:pt x="654" y="689"/>
                    <a:pt x="654" y="689"/>
                  </a:cubicBezTo>
                  <a:cubicBezTo>
                    <a:pt x="654" y="680"/>
                    <a:pt x="654" y="680"/>
                    <a:pt x="654" y="680"/>
                  </a:cubicBezTo>
                  <a:cubicBezTo>
                    <a:pt x="655" y="681"/>
                    <a:pt x="655" y="681"/>
                    <a:pt x="655" y="681"/>
                  </a:cubicBezTo>
                  <a:cubicBezTo>
                    <a:pt x="666" y="678"/>
                    <a:pt x="670" y="676"/>
                    <a:pt x="677" y="667"/>
                  </a:cubicBezTo>
                  <a:cubicBezTo>
                    <a:pt x="677" y="678"/>
                    <a:pt x="677" y="678"/>
                    <a:pt x="677" y="678"/>
                  </a:cubicBezTo>
                  <a:close/>
                  <a:moveTo>
                    <a:pt x="677" y="313"/>
                  </a:moveTo>
                  <a:cubicBezTo>
                    <a:pt x="677" y="325"/>
                    <a:pt x="677" y="325"/>
                    <a:pt x="677" y="325"/>
                  </a:cubicBezTo>
                  <a:cubicBezTo>
                    <a:pt x="671" y="323"/>
                    <a:pt x="665" y="322"/>
                    <a:pt x="660" y="320"/>
                  </a:cubicBezTo>
                  <a:cubicBezTo>
                    <a:pt x="659" y="316"/>
                    <a:pt x="658" y="313"/>
                    <a:pt x="657" y="308"/>
                  </a:cubicBezTo>
                  <a:cubicBezTo>
                    <a:pt x="665" y="311"/>
                    <a:pt x="671" y="313"/>
                    <a:pt x="677" y="313"/>
                  </a:cubicBezTo>
                  <a:close/>
                  <a:moveTo>
                    <a:pt x="677" y="325"/>
                  </a:moveTo>
                  <a:cubicBezTo>
                    <a:pt x="677" y="339"/>
                    <a:pt x="677" y="339"/>
                    <a:pt x="677" y="339"/>
                  </a:cubicBezTo>
                  <a:cubicBezTo>
                    <a:pt x="674" y="342"/>
                    <a:pt x="670" y="345"/>
                    <a:pt x="666" y="349"/>
                  </a:cubicBezTo>
                  <a:cubicBezTo>
                    <a:pt x="666" y="344"/>
                    <a:pt x="665" y="340"/>
                    <a:pt x="665" y="336"/>
                  </a:cubicBezTo>
                  <a:cubicBezTo>
                    <a:pt x="669" y="332"/>
                    <a:pt x="673" y="328"/>
                    <a:pt x="677" y="325"/>
                  </a:cubicBezTo>
                  <a:close/>
                  <a:moveTo>
                    <a:pt x="677" y="350"/>
                  </a:moveTo>
                  <a:cubicBezTo>
                    <a:pt x="677" y="382"/>
                    <a:pt x="677" y="382"/>
                    <a:pt x="677" y="382"/>
                  </a:cubicBezTo>
                  <a:cubicBezTo>
                    <a:pt x="675" y="382"/>
                    <a:pt x="673" y="382"/>
                    <a:pt x="671" y="383"/>
                  </a:cubicBezTo>
                  <a:cubicBezTo>
                    <a:pt x="670" y="372"/>
                    <a:pt x="669" y="361"/>
                    <a:pt x="668" y="351"/>
                  </a:cubicBezTo>
                  <a:cubicBezTo>
                    <a:pt x="671" y="351"/>
                    <a:pt x="674" y="350"/>
                    <a:pt x="677" y="350"/>
                  </a:cubicBezTo>
                  <a:close/>
                  <a:moveTo>
                    <a:pt x="677" y="389"/>
                  </a:moveTo>
                  <a:cubicBezTo>
                    <a:pt x="677" y="400"/>
                    <a:pt x="677" y="400"/>
                    <a:pt x="677" y="400"/>
                  </a:cubicBezTo>
                  <a:cubicBezTo>
                    <a:pt x="671" y="400"/>
                    <a:pt x="671" y="400"/>
                    <a:pt x="671" y="400"/>
                  </a:cubicBezTo>
                  <a:cubicBezTo>
                    <a:pt x="671" y="397"/>
                    <a:pt x="671" y="393"/>
                    <a:pt x="671" y="389"/>
                  </a:cubicBezTo>
                  <a:cubicBezTo>
                    <a:pt x="677" y="389"/>
                    <a:pt x="677" y="389"/>
                    <a:pt x="677" y="389"/>
                  </a:cubicBezTo>
                  <a:close/>
                  <a:moveTo>
                    <a:pt x="677" y="409"/>
                  </a:moveTo>
                  <a:cubicBezTo>
                    <a:pt x="677" y="435"/>
                    <a:pt x="677" y="435"/>
                    <a:pt x="677" y="435"/>
                  </a:cubicBezTo>
                  <a:cubicBezTo>
                    <a:pt x="668" y="430"/>
                    <a:pt x="671" y="422"/>
                    <a:pt x="670" y="409"/>
                  </a:cubicBezTo>
                  <a:cubicBezTo>
                    <a:pt x="673" y="409"/>
                    <a:pt x="675" y="409"/>
                    <a:pt x="677" y="409"/>
                  </a:cubicBezTo>
                  <a:close/>
                  <a:moveTo>
                    <a:pt x="677" y="442"/>
                  </a:moveTo>
                  <a:cubicBezTo>
                    <a:pt x="677" y="454"/>
                    <a:pt x="677" y="454"/>
                    <a:pt x="677" y="454"/>
                  </a:cubicBezTo>
                  <a:cubicBezTo>
                    <a:pt x="676" y="454"/>
                    <a:pt x="676" y="454"/>
                    <a:pt x="676" y="454"/>
                  </a:cubicBezTo>
                  <a:cubicBezTo>
                    <a:pt x="674" y="456"/>
                    <a:pt x="674" y="456"/>
                    <a:pt x="673" y="463"/>
                  </a:cubicBezTo>
                  <a:cubicBezTo>
                    <a:pt x="674" y="463"/>
                    <a:pt x="676" y="463"/>
                    <a:pt x="677" y="464"/>
                  </a:cubicBezTo>
                  <a:cubicBezTo>
                    <a:pt x="677" y="476"/>
                    <a:pt x="677" y="476"/>
                    <a:pt x="677" y="476"/>
                  </a:cubicBezTo>
                  <a:cubicBezTo>
                    <a:pt x="664" y="473"/>
                    <a:pt x="663" y="472"/>
                    <a:pt x="661" y="471"/>
                  </a:cubicBezTo>
                  <a:cubicBezTo>
                    <a:pt x="664" y="460"/>
                    <a:pt x="665" y="442"/>
                    <a:pt x="677" y="442"/>
                  </a:cubicBezTo>
                  <a:close/>
                  <a:moveTo>
                    <a:pt x="677" y="486"/>
                  </a:moveTo>
                  <a:cubicBezTo>
                    <a:pt x="677" y="501"/>
                    <a:pt x="677" y="501"/>
                    <a:pt x="677" y="501"/>
                  </a:cubicBezTo>
                  <a:cubicBezTo>
                    <a:pt x="676" y="503"/>
                    <a:pt x="676" y="503"/>
                    <a:pt x="676" y="503"/>
                  </a:cubicBezTo>
                  <a:cubicBezTo>
                    <a:pt x="677" y="503"/>
                    <a:pt x="677" y="503"/>
                    <a:pt x="677" y="503"/>
                  </a:cubicBezTo>
                  <a:cubicBezTo>
                    <a:pt x="677" y="517"/>
                    <a:pt x="677" y="517"/>
                    <a:pt x="677" y="517"/>
                  </a:cubicBezTo>
                  <a:cubicBezTo>
                    <a:pt x="669" y="514"/>
                    <a:pt x="659" y="510"/>
                    <a:pt x="654" y="507"/>
                  </a:cubicBezTo>
                  <a:cubicBezTo>
                    <a:pt x="654" y="494"/>
                    <a:pt x="654" y="494"/>
                    <a:pt x="654" y="494"/>
                  </a:cubicBezTo>
                  <a:cubicBezTo>
                    <a:pt x="659" y="479"/>
                    <a:pt x="659" y="479"/>
                    <a:pt x="660" y="478"/>
                  </a:cubicBezTo>
                  <a:cubicBezTo>
                    <a:pt x="666" y="481"/>
                    <a:pt x="666" y="481"/>
                    <a:pt x="667" y="482"/>
                  </a:cubicBezTo>
                  <a:cubicBezTo>
                    <a:pt x="666" y="488"/>
                    <a:pt x="664" y="493"/>
                    <a:pt x="662" y="498"/>
                  </a:cubicBezTo>
                  <a:cubicBezTo>
                    <a:pt x="664" y="499"/>
                    <a:pt x="666" y="500"/>
                    <a:pt x="669" y="500"/>
                  </a:cubicBezTo>
                  <a:cubicBezTo>
                    <a:pt x="671" y="495"/>
                    <a:pt x="672" y="490"/>
                    <a:pt x="674" y="485"/>
                  </a:cubicBezTo>
                  <a:cubicBezTo>
                    <a:pt x="677" y="486"/>
                    <a:pt x="677" y="486"/>
                    <a:pt x="677" y="486"/>
                  </a:cubicBezTo>
                  <a:close/>
                  <a:moveTo>
                    <a:pt x="677" y="540"/>
                  </a:moveTo>
                  <a:cubicBezTo>
                    <a:pt x="669" y="532"/>
                    <a:pt x="661" y="523"/>
                    <a:pt x="654" y="514"/>
                  </a:cubicBezTo>
                  <a:cubicBezTo>
                    <a:pt x="654" y="531"/>
                    <a:pt x="654" y="531"/>
                    <a:pt x="654" y="531"/>
                  </a:cubicBezTo>
                  <a:cubicBezTo>
                    <a:pt x="657" y="534"/>
                    <a:pt x="661" y="537"/>
                    <a:pt x="664" y="541"/>
                  </a:cubicBezTo>
                  <a:cubicBezTo>
                    <a:pt x="661" y="540"/>
                    <a:pt x="657" y="539"/>
                    <a:pt x="654" y="539"/>
                  </a:cubicBezTo>
                  <a:cubicBezTo>
                    <a:pt x="654" y="551"/>
                    <a:pt x="654" y="551"/>
                    <a:pt x="654" y="551"/>
                  </a:cubicBezTo>
                  <a:cubicBezTo>
                    <a:pt x="658" y="552"/>
                    <a:pt x="661" y="552"/>
                    <a:pt x="665" y="553"/>
                  </a:cubicBezTo>
                  <a:cubicBezTo>
                    <a:pt x="668" y="553"/>
                    <a:pt x="670" y="553"/>
                    <a:pt x="673" y="553"/>
                  </a:cubicBezTo>
                  <a:cubicBezTo>
                    <a:pt x="674" y="550"/>
                    <a:pt x="676" y="546"/>
                    <a:pt x="677" y="542"/>
                  </a:cubicBezTo>
                  <a:cubicBezTo>
                    <a:pt x="677" y="540"/>
                    <a:pt x="677" y="540"/>
                    <a:pt x="677" y="540"/>
                  </a:cubicBezTo>
                  <a:close/>
                  <a:moveTo>
                    <a:pt x="677" y="610"/>
                  </a:moveTo>
                  <a:cubicBezTo>
                    <a:pt x="677" y="622"/>
                    <a:pt x="677" y="622"/>
                    <a:pt x="677" y="622"/>
                  </a:cubicBezTo>
                  <a:cubicBezTo>
                    <a:pt x="676" y="623"/>
                    <a:pt x="675" y="625"/>
                    <a:pt x="674" y="628"/>
                  </a:cubicBezTo>
                  <a:cubicBezTo>
                    <a:pt x="677" y="628"/>
                    <a:pt x="677" y="628"/>
                    <a:pt x="677" y="628"/>
                  </a:cubicBezTo>
                  <a:cubicBezTo>
                    <a:pt x="677" y="637"/>
                    <a:pt x="677" y="637"/>
                    <a:pt x="677" y="637"/>
                  </a:cubicBezTo>
                  <a:cubicBezTo>
                    <a:pt x="668" y="637"/>
                    <a:pt x="660" y="639"/>
                    <a:pt x="654" y="649"/>
                  </a:cubicBezTo>
                  <a:cubicBezTo>
                    <a:pt x="654" y="637"/>
                    <a:pt x="654" y="637"/>
                    <a:pt x="654" y="637"/>
                  </a:cubicBezTo>
                  <a:cubicBezTo>
                    <a:pt x="657" y="633"/>
                    <a:pt x="661" y="630"/>
                    <a:pt x="665" y="628"/>
                  </a:cubicBezTo>
                  <a:cubicBezTo>
                    <a:pt x="669" y="620"/>
                    <a:pt x="672" y="615"/>
                    <a:pt x="677" y="610"/>
                  </a:cubicBezTo>
                  <a:close/>
                  <a:moveTo>
                    <a:pt x="677" y="657"/>
                  </a:moveTo>
                  <a:cubicBezTo>
                    <a:pt x="677" y="666"/>
                    <a:pt x="677" y="666"/>
                    <a:pt x="677" y="666"/>
                  </a:cubicBezTo>
                  <a:cubicBezTo>
                    <a:pt x="667" y="663"/>
                    <a:pt x="660" y="661"/>
                    <a:pt x="654" y="660"/>
                  </a:cubicBezTo>
                  <a:cubicBezTo>
                    <a:pt x="654" y="651"/>
                    <a:pt x="654" y="651"/>
                    <a:pt x="654" y="651"/>
                  </a:cubicBezTo>
                  <a:cubicBezTo>
                    <a:pt x="663" y="653"/>
                    <a:pt x="663" y="653"/>
                    <a:pt x="676" y="657"/>
                  </a:cubicBezTo>
                  <a:cubicBezTo>
                    <a:pt x="677" y="657"/>
                    <a:pt x="677" y="657"/>
                    <a:pt x="677" y="657"/>
                  </a:cubicBezTo>
                  <a:close/>
                  <a:moveTo>
                    <a:pt x="654" y="581"/>
                  </a:moveTo>
                  <a:cubicBezTo>
                    <a:pt x="654" y="568"/>
                    <a:pt x="654" y="568"/>
                    <a:pt x="654" y="568"/>
                  </a:cubicBezTo>
                  <a:cubicBezTo>
                    <a:pt x="656" y="569"/>
                    <a:pt x="658" y="571"/>
                    <a:pt x="661" y="573"/>
                  </a:cubicBezTo>
                  <a:cubicBezTo>
                    <a:pt x="658" y="575"/>
                    <a:pt x="656" y="578"/>
                    <a:pt x="654" y="581"/>
                  </a:cubicBezTo>
                  <a:close/>
                  <a:moveTo>
                    <a:pt x="654" y="270"/>
                  </a:moveTo>
                  <a:cubicBezTo>
                    <a:pt x="654" y="263"/>
                    <a:pt x="654" y="263"/>
                    <a:pt x="654" y="263"/>
                  </a:cubicBezTo>
                  <a:cubicBezTo>
                    <a:pt x="655" y="259"/>
                    <a:pt x="660" y="255"/>
                    <a:pt x="668" y="261"/>
                  </a:cubicBezTo>
                  <a:cubicBezTo>
                    <a:pt x="668" y="264"/>
                    <a:pt x="668" y="267"/>
                    <a:pt x="668" y="270"/>
                  </a:cubicBezTo>
                  <a:cubicBezTo>
                    <a:pt x="665" y="273"/>
                    <a:pt x="662" y="273"/>
                    <a:pt x="657" y="273"/>
                  </a:cubicBezTo>
                  <a:cubicBezTo>
                    <a:pt x="655" y="272"/>
                    <a:pt x="654" y="271"/>
                    <a:pt x="654" y="270"/>
                  </a:cubicBezTo>
                  <a:close/>
                  <a:moveTo>
                    <a:pt x="629" y="76"/>
                  </a:moveTo>
                  <a:cubicBezTo>
                    <a:pt x="637" y="82"/>
                    <a:pt x="645" y="88"/>
                    <a:pt x="654" y="95"/>
                  </a:cubicBezTo>
                  <a:cubicBezTo>
                    <a:pt x="654" y="106"/>
                    <a:pt x="654" y="106"/>
                    <a:pt x="654" y="106"/>
                  </a:cubicBezTo>
                  <a:cubicBezTo>
                    <a:pt x="652" y="101"/>
                    <a:pt x="647" y="97"/>
                    <a:pt x="639" y="94"/>
                  </a:cubicBezTo>
                  <a:cubicBezTo>
                    <a:pt x="637" y="107"/>
                    <a:pt x="633" y="122"/>
                    <a:pt x="639" y="134"/>
                  </a:cubicBezTo>
                  <a:cubicBezTo>
                    <a:pt x="646" y="139"/>
                    <a:pt x="646" y="139"/>
                    <a:pt x="648" y="141"/>
                  </a:cubicBezTo>
                  <a:cubicBezTo>
                    <a:pt x="648" y="141"/>
                    <a:pt x="649" y="141"/>
                    <a:pt x="650" y="141"/>
                  </a:cubicBezTo>
                  <a:cubicBezTo>
                    <a:pt x="651" y="136"/>
                    <a:pt x="652" y="130"/>
                    <a:pt x="654" y="124"/>
                  </a:cubicBezTo>
                  <a:cubicBezTo>
                    <a:pt x="654" y="156"/>
                    <a:pt x="654" y="156"/>
                    <a:pt x="654" y="156"/>
                  </a:cubicBezTo>
                  <a:cubicBezTo>
                    <a:pt x="653" y="155"/>
                    <a:pt x="652" y="153"/>
                    <a:pt x="651" y="151"/>
                  </a:cubicBezTo>
                  <a:cubicBezTo>
                    <a:pt x="643" y="148"/>
                    <a:pt x="630" y="139"/>
                    <a:pt x="629" y="130"/>
                  </a:cubicBezTo>
                  <a:cubicBezTo>
                    <a:pt x="629" y="106"/>
                    <a:pt x="629" y="106"/>
                    <a:pt x="629" y="106"/>
                  </a:cubicBezTo>
                  <a:cubicBezTo>
                    <a:pt x="629" y="103"/>
                    <a:pt x="629" y="103"/>
                    <a:pt x="629" y="103"/>
                  </a:cubicBezTo>
                  <a:cubicBezTo>
                    <a:pt x="629" y="99"/>
                    <a:pt x="629" y="95"/>
                    <a:pt x="629" y="92"/>
                  </a:cubicBezTo>
                  <a:cubicBezTo>
                    <a:pt x="629" y="76"/>
                    <a:pt x="629" y="76"/>
                    <a:pt x="629" y="76"/>
                  </a:cubicBezTo>
                  <a:close/>
                  <a:moveTo>
                    <a:pt x="654" y="701"/>
                  </a:moveTo>
                  <a:cubicBezTo>
                    <a:pt x="652" y="702"/>
                    <a:pt x="652" y="702"/>
                    <a:pt x="652" y="702"/>
                  </a:cubicBezTo>
                  <a:cubicBezTo>
                    <a:pt x="644" y="707"/>
                    <a:pt x="637" y="713"/>
                    <a:pt x="629" y="719"/>
                  </a:cubicBezTo>
                  <a:cubicBezTo>
                    <a:pt x="629" y="702"/>
                    <a:pt x="629" y="702"/>
                    <a:pt x="629" y="702"/>
                  </a:cubicBezTo>
                  <a:cubicBezTo>
                    <a:pt x="640" y="701"/>
                    <a:pt x="646" y="700"/>
                    <a:pt x="654" y="690"/>
                  </a:cubicBezTo>
                  <a:cubicBezTo>
                    <a:pt x="654" y="701"/>
                    <a:pt x="654" y="701"/>
                    <a:pt x="654" y="701"/>
                  </a:cubicBezTo>
                  <a:close/>
                  <a:moveTo>
                    <a:pt x="654" y="263"/>
                  </a:moveTo>
                  <a:cubicBezTo>
                    <a:pt x="654" y="270"/>
                    <a:pt x="654" y="270"/>
                    <a:pt x="654" y="270"/>
                  </a:cubicBezTo>
                  <a:cubicBezTo>
                    <a:pt x="653" y="268"/>
                    <a:pt x="653" y="265"/>
                    <a:pt x="654" y="263"/>
                  </a:cubicBezTo>
                  <a:close/>
                  <a:moveTo>
                    <a:pt x="654" y="494"/>
                  </a:moveTo>
                  <a:cubicBezTo>
                    <a:pt x="654" y="507"/>
                    <a:pt x="654" y="507"/>
                    <a:pt x="654" y="507"/>
                  </a:cubicBezTo>
                  <a:cubicBezTo>
                    <a:pt x="651" y="506"/>
                    <a:pt x="649" y="506"/>
                    <a:pt x="649" y="505"/>
                  </a:cubicBezTo>
                  <a:cubicBezTo>
                    <a:pt x="651" y="501"/>
                    <a:pt x="652" y="497"/>
                    <a:pt x="654" y="494"/>
                  </a:cubicBezTo>
                  <a:close/>
                  <a:moveTo>
                    <a:pt x="654" y="514"/>
                  </a:moveTo>
                  <a:cubicBezTo>
                    <a:pt x="654" y="531"/>
                    <a:pt x="654" y="531"/>
                    <a:pt x="654" y="531"/>
                  </a:cubicBezTo>
                  <a:cubicBezTo>
                    <a:pt x="650" y="527"/>
                    <a:pt x="646" y="523"/>
                    <a:pt x="642" y="520"/>
                  </a:cubicBezTo>
                  <a:cubicBezTo>
                    <a:pt x="644" y="516"/>
                    <a:pt x="646" y="512"/>
                    <a:pt x="648" y="509"/>
                  </a:cubicBezTo>
                  <a:cubicBezTo>
                    <a:pt x="654" y="514"/>
                    <a:pt x="654" y="514"/>
                    <a:pt x="654" y="514"/>
                  </a:cubicBezTo>
                  <a:close/>
                  <a:moveTo>
                    <a:pt x="654" y="539"/>
                  </a:moveTo>
                  <a:cubicBezTo>
                    <a:pt x="654" y="551"/>
                    <a:pt x="654" y="551"/>
                    <a:pt x="654" y="551"/>
                  </a:cubicBezTo>
                  <a:cubicBezTo>
                    <a:pt x="645" y="549"/>
                    <a:pt x="637" y="547"/>
                    <a:pt x="629" y="546"/>
                  </a:cubicBezTo>
                  <a:cubicBezTo>
                    <a:pt x="629" y="544"/>
                    <a:pt x="629" y="544"/>
                    <a:pt x="629" y="544"/>
                  </a:cubicBezTo>
                  <a:cubicBezTo>
                    <a:pt x="631" y="541"/>
                    <a:pt x="632" y="538"/>
                    <a:pt x="635" y="535"/>
                  </a:cubicBezTo>
                  <a:cubicBezTo>
                    <a:pt x="641" y="536"/>
                    <a:pt x="647" y="537"/>
                    <a:pt x="654" y="539"/>
                  </a:cubicBezTo>
                  <a:close/>
                  <a:moveTo>
                    <a:pt x="654" y="568"/>
                  </a:moveTo>
                  <a:cubicBezTo>
                    <a:pt x="645" y="562"/>
                    <a:pt x="637" y="556"/>
                    <a:pt x="629" y="550"/>
                  </a:cubicBezTo>
                  <a:cubicBezTo>
                    <a:pt x="629" y="566"/>
                    <a:pt x="629" y="566"/>
                    <a:pt x="629" y="566"/>
                  </a:cubicBezTo>
                  <a:cubicBezTo>
                    <a:pt x="637" y="571"/>
                    <a:pt x="645" y="576"/>
                    <a:pt x="652" y="582"/>
                  </a:cubicBezTo>
                  <a:cubicBezTo>
                    <a:pt x="654" y="581"/>
                    <a:pt x="654" y="581"/>
                    <a:pt x="654" y="581"/>
                  </a:cubicBezTo>
                  <a:cubicBezTo>
                    <a:pt x="654" y="568"/>
                    <a:pt x="654" y="568"/>
                    <a:pt x="654" y="568"/>
                  </a:cubicBezTo>
                  <a:close/>
                  <a:moveTo>
                    <a:pt x="654" y="637"/>
                  </a:moveTo>
                  <a:cubicBezTo>
                    <a:pt x="654" y="649"/>
                    <a:pt x="654" y="649"/>
                    <a:pt x="654" y="649"/>
                  </a:cubicBezTo>
                  <a:cubicBezTo>
                    <a:pt x="653" y="650"/>
                    <a:pt x="653" y="651"/>
                    <a:pt x="652" y="651"/>
                  </a:cubicBezTo>
                  <a:cubicBezTo>
                    <a:pt x="654" y="651"/>
                    <a:pt x="654" y="651"/>
                    <a:pt x="654" y="651"/>
                  </a:cubicBezTo>
                  <a:cubicBezTo>
                    <a:pt x="654" y="660"/>
                    <a:pt x="654" y="660"/>
                    <a:pt x="654" y="660"/>
                  </a:cubicBezTo>
                  <a:cubicBezTo>
                    <a:pt x="645" y="659"/>
                    <a:pt x="639" y="662"/>
                    <a:pt x="629" y="672"/>
                  </a:cubicBezTo>
                  <a:cubicBezTo>
                    <a:pt x="629" y="661"/>
                    <a:pt x="629" y="661"/>
                    <a:pt x="629" y="661"/>
                  </a:cubicBezTo>
                  <a:cubicBezTo>
                    <a:pt x="633" y="656"/>
                    <a:pt x="639" y="653"/>
                    <a:pt x="645" y="649"/>
                  </a:cubicBezTo>
                  <a:cubicBezTo>
                    <a:pt x="647" y="644"/>
                    <a:pt x="650" y="640"/>
                    <a:pt x="654" y="637"/>
                  </a:cubicBezTo>
                  <a:close/>
                  <a:moveTo>
                    <a:pt x="654" y="680"/>
                  </a:moveTo>
                  <a:cubicBezTo>
                    <a:pt x="645" y="677"/>
                    <a:pt x="637" y="674"/>
                    <a:pt x="629" y="672"/>
                  </a:cubicBezTo>
                  <a:cubicBezTo>
                    <a:pt x="629" y="681"/>
                    <a:pt x="629" y="681"/>
                    <a:pt x="629" y="681"/>
                  </a:cubicBezTo>
                  <a:cubicBezTo>
                    <a:pt x="637" y="684"/>
                    <a:pt x="645" y="687"/>
                    <a:pt x="654" y="689"/>
                  </a:cubicBezTo>
                  <a:cubicBezTo>
                    <a:pt x="654" y="680"/>
                    <a:pt x="654" y="680"/>
                    <a:pt x="654" y="680"/>
                  </a:cubicBezTo>
                  <a:close/>
                  <a:moveTo>
                    <a:pt x="629" y="600"/>
                  </a:moveTo>
                  <a:cubicBezTo>
                    <a:pt x="629" y="575"/>
                    <a:pt x="629" y="575"/>
                    <a:pt x="629" y="575"/>
                  </a:cubicBezTo>
                  <a:cubicBezTo>
                    <a:pt x="635" y="581"/>
                    <a:pt x="641" y="586"/>
                    <a:pt x="646" y="592"/>
                  </a:cubicBezTo>
                  <a:cubicBezTo>
                    <a:pt x="643" y="596"/>
                    <a:pt x="640" y="599"/>
                    <a:pt x="637" y="603"/>
                  </a:cubicBezTo>
                  <a:cubicBezTo>
                    <a:pt x="629" y="600"/>
                    <a:pt x="629" y="600"/>
                    <a:pt x="629" y="600"/>
                  </a:cubicBezTo>
                  <a:close/>
                  <a:moveTo>
                    <a:pt x="629" y="457"/>
                  </a:moveTo>
                  <a:cubicBezTo>
                    <a:pt x="629" y="362"/>
                    <a:pt x="629" y="362"/>
                    <a:pt x="629" y="362"/>
                  </a:cubicBezTo>
                  <a:cubicBezTo>
                    <a:pt x="635" y="393"/>
                    <a:pt x="638" y="427"/>
                    <a:pt x="629" y="457"/>
                  </a:cubicBezTo>
                  <a:close/>
                  <a:moveTo>
                    <a:pt x="629" y="215"/>
                  </a:moveTo>
                  <a:cubicBezTo>
                    <a:pt x="629" y="162"/>
                    <a:pt x="629" y="162"/>
                    <a:pt x="629" y="162"/>
                  </a:cubicBezTo>
                  <a:cubicBezTo>
                    <a:pt x="631" y="162"/>
                    <a:pt x="633" y="162"/>
                    <a:pt x="636" y="162"/>
                  </a:cubicBezTo>
                  <a:cubicBezTo>
                    <a:pt x="638" y="174"/>
                    <a:pt x="642" y="177"/>
                    <a:pt x="650" y="185"/>
                  </a:cubicBezTo>
                  <a:cubicBezTo>
                    <a:pt x="650" y="187"/>
                    <a:pt x="650" y="188"/>
                    <a:pt x="650" y="190"/>
                  </a:cubicBezTo>
                  <a:cubicBezTo>
                    <a:pt x="648" y="192"/>
                    <a:pt x="648" y="192"/>
                    <a:pt x="642" y="192"/>
                  </a:cubicBezTo>
                  <a:cubicBezTo>
                    <a:pt x="641" y="191"/>
                    <a:pt x="641" y="190"/>
                    <a:pt x="640" y="190"/>
                  </a:cubicBezTo>
                  <a:cubicBezTo>
                    <a:pt x="640" y="192"/>
                    <a:pt x="639" y="195"/>
                    <a:pt x="639" y="197"/>
                  </a:cubicBezTo>
                  <a:cubicBezTo>
                    <a:pt x="636" y="198"/>
                    <a:pt x="634" y="198"/>
                    <a:pt x="632" y="199"/>
                  </a:cubicBezTo>
                  <a:cubicBezTo>
                    <a:pt x="637" y="205"/>
                    <a:pt x="640" y="210"/>
                    <a:pt x="648" y="213"/>
                  </a:cubicBezTo>
                  <a:cubicBezTo>
                    <a:pt x="648" y="218"/>
                    <a:pt x="648" y="220"/>
                    <a:pt x="646" y="224"/>
                  </a:cubicBezTo>
                  <a:cubicBezTo>
                    <a:pt x="641" y="224"/>
                    <a:pt x="639" y="224"/>
                    <a:pt x="635" y="222"/>
                  </a:cubicBezTo>
                  <a:cubicBezTo>
                    <a:pt x="632" y="219"/>
                    <a:pt x="630" y="217"/>
                    <a:pt x="629" y="215"/>
                  </a:cubicBezTo>
                  <a:close/>
                  <a:moveTo>
                    <a:pt x="616" y="67"/>
                  </a:moveTo>
                  <a:cubicBezTo>
                    <a:pt x="620" y="70"/>
                    <a:pt x="625" y="73"/>
                    <a:pt x="629" y="76"/>
                  </a:cubicBezTo>
                  <a:cubicBezTo>
                    <a:pt x="629" y="92"/>
                    <a:pt x="629" y="92"/>
                    <a:pt x="629" y="92"/>
                  </a:cubicBezTo>
                  <a:cubicBezTo>
                    <a:pt x="628" y="85"/>
                    <a:pt x="624" y="81"/>
                    <a:pt x="616" y="76"/>
                  </a:cubicBezTo>
                  <a:cubicBezTo>
                    <a:pt x="616" y="67"/>
                    <a:pt x="616" y="67"/>
                    <a:pt x="616" y="67"/>
                  </a:cubicBezTo>
                  <a:close/>
                  <a:moveTo>
                    <a:pt x="629" y="719"/>
                  </a:moveTo>
                  <a:cubicBezTo>
                    <a:pt x="625" y="722"/>
                    <a:pt x="620" y="725"/>
                    <a:pt x="616" y="728"/>
                  </a:cubicBezTo>
                  <a:cubicBezTo>
                    <a:pt x="616" y="719"/>
                    <a:pt x="616" y="719"/>
                    <a:pt x="616" y="719"/>
                  </a:cubicBezTo>
                  <a:cubicBezTo>
                    <a:pt x="620" y="717"/>
                    <a:pt x="623" y="715"/>
                    <a:pt x="628" y="711"/>
                  </a:cubicBezTo>
                  <a:cubicBezTo>
                    <a:pt x="624" y="709"/>
                    <a:pt x="620" y="707"/>
                    <a:pt x="616" y="705"/>
                  </a:cubicBezTo>
                  <a:cubicBezTo>
                    <a:pt x="616" y="696"/>
                    <a:pt x="616" y="696"/>
                    <a:pt x="616" y="696"/>
                  </a:cubicBezTo>
                  <a:cubicBezTo>
                    <a:pt x="620" y="698"/>
                    <a:pt x="624" y="700"/>
                    <a:pt x="628" y="702"/>
                  </a:cubicBezTo>
                  <a:cubicBezTo>
                    <a:pt x="629" y="702"/>
                    <a:pt x="629" y="702"/>
                    <a:pt x="629" y="702"/>
                  </a:cubicBezTo>
                  <a:cubicBezTo>
                    <a:pt x="629" y="719"/>
                    <a:pt x="629" y="719"/>
                    <a:pt x="629" y="719"/>
                  </a:cubicBezTo>
                  <a:close/>
                  <a:moveTo>
                    <a:pt x="629" y="106"/>
                  </a:moveTo>
                  <a:cubicBezTo>
                    <a:pt x="629" y="130"/>
                    <a:pt x="629" y="130"/>
                    <a:pt x="629" y="130"/>
                  </a:cubicBezTo>
                  <a:cubicBezTo>
                    <a:pt x="624" y="127"/>
                    <a:pt x="620" y="125"/>
                    <a:pt x="616" y="122"/>
                  </a:cubicBezTo>
                  <a:cubicBezTo>
                    <a:pt x="616" y="114"/>
                    <a:pt x="616" y="114"/>
                    <a:pt x="616" y="114"/>
                  </a:cubicBezTo>
                  <a:cubicBezTo>
                    <a:pt x="618" y="115"/>
                    <a:pt x="620" y="117"/>
                    <a:pt x="624" y="120"/>
                  </a:cubicBezTo>
                  <a:cubicBezTo>
                    <a:pt x="625" y="120"/>
                    <a:pt x="626" y="120"/>
                    <a:pt x="626" y="120"/>
                  </a:cubicBezTo>
                  <a:cubicBezTo>
                    <a:pt x="627" y="116"/>
                    <a:pt x="628" y="111"/>
                    <a:pt x="629" y="106"/>
                  </a:cubicBezTo>
                  <a:close/>
                  <a:moveTo>
                    <a:pt x="629" y="162"/>
                  </a:moveTo>
                  <a:cubicBezTo>
                    <a:pt x="629" y="215"/>
                    <a:pt x="629" y="215"/>
                    <a:pt x="629" y="215"/>
                  </a:cubicBezTo>
                  <a:cubicBezTo>
                    <a:pt x="623" y="208"/>
                    <a:pt x="619" y="210"/>
                    <a:pt x="616" y="214"/>
                  </a:cubicBezTo>
                  <a:cubicBezTo>
                    <a:pt x="616" y="198"/>
                    <a:pt x="616" y="198"/>
                    <a:pt x="616" y="198"/>
                  </a:cubicBezTo>
                  <a:cubicBezTo>
                    <a:pt x="616" y="198"/>
                    <a:pt x="616" y="198"/>
                    <a:pt x="616" y="198"/>
                  </a:cubicBezTo>
                  <a:cubicBezTo>
                    <a:pt x="616" y="198"/>
                    <a:pt x="616" y="197"/>
                    <a:pt x="616" y="196"/>
                  </a:cubicBezTo>
                  <a:cubicBezTo>
                    <a:pt x="616" y="171"/>
                    <a:pt x="616" y="171"/>
                    <a:pt x="616" y="171"/>
                  </a:cubicBezTo>
                  <a:cubicBezTo>
                    <a:pt x="617" y="172"/>
                    <a:pt x="617" y="173"/>
                    <a:pt x="618" y="173"/>
                  </a:cubicBezTo>
                  <a:cubicBezTo>
                    <a:pt x="620" y="173"/>
                    <a:pt x="621" y="173"/>
                    <a:pt x="622" y="173"/>
                  </a:cubicBezTo>
                  <a:cubicBezTo>
                    <a:pt x="622" y="172"/>
                    <a:pt x="621" y="171"/>
                    <a:pt x="621" y="171"/>
                  </a:cubicBezTo>
                  <a:cubicBezTo>
                    <a:pt x="619" y="170"/>
                    <a:pt x="618" y="169"/>
                    <a:pt x="616" y="168"/>
                  </a:cubicBezTo>
                  <a:cubicBezTo>
                    <a:pt x="616" y="154"/>
                    <a:pt x="616" y="154"/>
                    <a:pt x="616" y="154"/>
                  </a:cubicBezTo>
                  <a:cubicBezTo>
                    <a:pt x="617" y="154"/>
                    <a:pt x="618" y="154"/>
                    <a:pt x="620" y="154"/>
                  </a:cubicBezTo>
                  <a:cubicBezTo>
                    <a:pt x="623" y="160"/>
                    <a:pt x="625" y="162"/>
                    <a:pt x="629" y="162"/>
                  </a:cubicBezTo>
                  <a:close/>
                  <a:moveTo>
                    <a:pt x="629" y="362"/>
                  </a:moveTo>
                  <a:cubicBezTo>
                    <a:pt x="629" y="457"/>
                    <a:pt x="629" y="457"/>
                    <a:pt x="629" y="457"/>
                  </a:cubicBezTo>
                  <a:cubicBezTo>
                    <a:pt x="627" y="461"/>
                    <a:pt x="626" y="466"/>
                    <a:pt x="624" y="470"/>
                  </a:cubicBezTo>
                  <a:cubicBezTo>
                    <a:pt x="622" y="477"/>
                    <a:pt x="619" y="484"/>
                    <a:pt x="616" y="493"/>
                  </a:cubicBezTo>
                  <a:cubicBezTo>
                    <a:pt x="616" y="469"/>
                    <a:pt x="616" y="469"/>
                    <a:pt x="616" y="469"/>
                  </a:cubicBezTo>
                  <a:cubicBezTo>
                    <a:pt x="619" y="467"/>
                    <a:pt x="621" y="463"/>
                    <a:pt x="621" y="457"/>
                  </a:cubicBezTo>
                  <a:cubicBezTo>
                    <a:pt x="619" y="458"/>
                    <a:pt x="618" y="458"/>
                    <a:pt x="616" y="459"/>
                  </a:cubicBezTo>
                  <a:cubicBezTo>
                    <a:pt x="616" y="453"/>
                    <a:pt x="616" y="453"/>
                    <a:pt x="616" y="453"/>
                  </a:cubicBezTo>
                  <a:cubicBezTo>
                    <a:pt x="622" y="451"/>
                    <a:pt x="626" y="447"/>
                    <a:pt x="626" y="437"/>
                  </a:cubicBezTo>
                  <a:cubicBezTo>
                    <a:pt x="622" y="439"/>
                    <a:pt x="619" y="440"/>
                    <a:pt x="616" y="441"/>
                  </a:cubicBezTo>
                  <a:cubicBezTo>
                    <a:pt x="616" y="435"/>
                    <a:pt x="616" y="435"/>
                    <a:pt x="616" y="435"/>
                  </a:cubicBezTo>
                  <a:cubicBezTo>
                    <a:pt x="624" y="432"/>
                    <a:pt x="628" y="429"/>
                    <a:pt x="628" y="417"/>
                  </a:cubicBezTo>
                  <a:cubicBezTo>
                    <a:pt x="623" y="420"/>
                    <a:pt x="619" y="421"/>
                    <a:pt x="616" y="423"/>
                  </a:cubicBezTo>
                  <a:cubicBezTo>
                    <a:pt x="616" y="417"/>
                    <a:pt x="616" y="417"/>
                    <a:pt x="616" y="417"/>
                  </a:cubicBezTo>
                  <a:cubicBezTo>
                    <a:pt x="626" y="411"/>
                    <a:pt x="628" y="411"/>
                    <a:pt x="628" y="397"/>
                  </a:cubicBezTo>
                  <a:cubicBezTo>
                    <a:pt x="624" y="400"/>
                    <a:pt x="620" y="403"/>
                    <a:pt x="616" y="406"/>
                  </a:cubicBezTo>
                  <a:cubicBezTo>
                    <a:pt x="616" y="398"/>
                    <a:pt x="616" y="398"/>
                    <a:pt x="616" y="398"/>
                  </a:cubicBezTo>
                  <a:cubicBezTo>
                    <a:pt x="624" y="393"/>
                    <a:pt x="632" y="387"/>
                    <a:pt x="627" y="377"/>
                  </a:cubicBezTo>
                  <a:cubicBezTo>
                    <a:pt x="622" y="381"/>
                    <a:pt x="618" y="383"/>
                    <a:pt x="616" y="385"/>
                  </a:cubicBezTo>
                  <a:cubicBezTo>
                    <a:pt x="616" y="378"/>
                    <a:pt x="616" y="378"/>
                    <a:pt x="616" y="378"/>
                  </a:cubicBezTo>
                  <a:cubicBezTo>
                    <a:pt x="623" y="373"/>
                    <a:pt x="628" y="368"/>
                    <a:pt x="624" y="358"/>
                  </a:cubicBezTo>
                  <a:cubicBezTo>
                    <a:pt x="621" y="359"/>
                    <a:pt x="618" y="361"/>
                    <a:pt x="616" y="363"/>
                  </a:cubicBezTo>
                  <a:cubicBezTo>
                    <a:pt x="616" y="357"/>
                    <a:pt x="616" y="357"/>
                    <a:pt x="616" y="357"/>
                  </a:cubicBezTo>
                  <a:cubicBezTo>
                    <a:pt x="622" y="352"/>
                    <a:pt x="624" y="347"/>
                    <a:pt x="619" y="337"/>
                  </a:cubicBezTo>
                  <a:cubicBezTo>
                    <a:pt x="618" y="338"/>
                    <a:pt x="617" y="339"/>
                    <a:pt x="616" y="340"/>
                  </a:cubicBezTo>
                  <a:cubicBezTo>
                    <a:pt x="616" y="312"/>
                    <a:pt x="616" y="312"/>
                    <a:pt x="616" y="312"/>
                  </a:cubicBezTo>
                  <a:cubicBezTo>
                    <a:pt x="617" y="314"/>
                    <a:pt x="618" y="316"/>
                    <a:pt x="620" y="320"/>
                  </a:cubicBezTo>
                  <a:cubicBezTo>
                    <a:pt x="623" y="333"/>
                    <a:pt x="626" y="347"/>
                    <a:pt x="629" y="362"/>
                  </a:cubicBezTo>
                  <a:close/>
                  <a:moveTo>
                    <a:pt x="629" y="544"/>
                  </a:moveTo>
                  <a:cubicBezTo>
                    <a:pt x="629" y="546"/>
                    <a:pt x="629" y="546"/>
                    <a:pt x="629" y="546"/>
                  </a:cubicBezTo>
                  <a:cubicBezTo>
                    <a:pt x="628" y="546"/>
                    <a:pt x="628" y="546"/>
                    <a:pt x="628" y="546"/>
                  </a:cubicBezTo>
                  <a:cubicBezTo>
                    <a:pt x="629" y="544"/>
                    <a:pt x="629" y="544"/>
                    <a:pt x="629" y="544"/>
                  </a:cubicBezTo>
                  <a:close/>
                  <a:moveTo>
                    <a:pt x="629" y="550"/>
                  </a:moveTo>
                  <a:cubicBezTo>
                    <a:pt x="629" y="566"/>
                    <a:pt x="629" y="566"/>
                    <a:pt x="629" y="566"/>
                  </a:cubicBezTo>
                  <a:cubicBezTo>
                    <a:pt x="626" y="564"/>
                    <a:pt x="623" y="561"/>
                    <a:pt x="620" y="559"/>
                  </a:cubicBezTo>
                  <a:cubicBezTo>
                    <a:pt x="622" y="554"/>
                    <a:pt x="622" y="551"/>
                    <a:pt x="628" y="549"/>
                  </a:cubicBezTo>
                  <a:cubicBezTo>
                    <a:pt x="629" y="550"/>
                    <a:pt x="629" y="550"/>
                    <a:pt x="629" y="550"/>
                  </a:cubicBezTo>
                  <a:close/>
                  <a:moveTo>
                    <a:pt x="629" y="575"/>
                  </a:moveTo>
                  <a:cubicBezTo>
                    <a:pt x="625" y="572"/>
                    <a:pt x="620" y="568"/>
                    <a:pt x="616" y="565"/>
                  </a:cubicBezTo>
                  <a:cubicBezTo>
                    <a:pt x="616" y="578"/>
                    <a:pt x="616" y="578"/>
                    <a:pt x="616" y="578"/>
                  </a:cubicBezTo>
                  <a:cubicBezTo>
                    <a:pt x="620" y="582"/>
                    <a:pt x="623" y="585"/>
                    <a:pt x="626" y="588"/>
                  </a:cubicBezTo>
                  <a:cubicBezTo>
                    <a:pt x="624" y="588"/>
                    <a:pt x="620" y="587"/>
                    <a:pt x="616" y="586"/>
                  </a:cubicBezTo>
                  <a:cubicBezTo>
                    <a:pt x="616" y="596"/>
                    <a:pt x="616" y="596"/>
                    <a:pt x="616" y="596"/>
                  </a:cubicBezTo>
                  <a:cubicBezTo>
                    <a:pt x="619" y="597"/>
                    <a:pt x="622" y="598"/>
                    <a:pt x="629" y="600"/>
                  </a:cubicBezTo>
                  <a:cubicBezTo>
                    <a:pt x="629" y="575"/>
                    <a:pt x="629" y="575"/>
                    <a:pt x="629" y="575"/>
                  </a:cubicBezTo>
                  <a:close/>
                  <a:moveTo>
                    <a:pt x="629" y="661"/>
                  </a:moveTo>
                  <a:cubicBezTo>
                    <a:pt x="629" y="672"/>
                    <a:pt x="629" y="672"/>
                    <a:pt x="629" y="672"/>
                  </a:cubicBezTo>
                  <a:cubicBezTo>
                    <a:pt x="629" y="681"/>
                    <a:pt x="629" y="681"/>
                    <a:pt x="629" y="681"/>
                  </a:cubicBezTo>
                  <a:cubicBezTo>
                    <a:pt x="628" y="681"/>
                    <a:pt x="628" y="681"/>
                    <a:pt x="628" y="681"/>
                  </a:cubicBezTo>
                  <a:cubicBezTo>
                    <a:pt x="622" y="681"/>
                    <a:pt x="619" y="681"/>
                    <a:pt x="616" y="682"/>
                  </a:cubicBezTo>
                  <a:cubicBezTo>
                    <a:pt x="616" y="674"/>
                    <a:pt x="616" y="674"/>
                    <a:pt x="616" y="674"/>
                  </a:cubicBezTo>
                  <a:cubicBezTo>
                    <a:pt x="617" y="673"/>
                    <a:pt x="619" y="673"/>
                    <a:pt x="621" y="672"/>
                  </a:cubicBezTo>
                  <a:cubicBezTo>
                    <a:pt x="623" y="668"/>
                    <a:pt x="626" y="664"/>
                    <a:pt x="629" y="661"/>
                  </a:cubicBezTo>
                  <a:close/>
                  <a:moveTo>
                    <a:pt x="616" y="616"/>
                  </a:moveTo>
                  <a:cubicBezTo>
                    <a:pt x="616" y="601"/>
                    <a:pt x="616" y="601"/>
                    <a:pt x="616" y="601"/>
                  </a:cubicBezTo>
                  <a:cubicBezTo>
                    <a:pt x="620" y="605"/>
                    <a:pt x="624" y="608"/>
                    <a:pt x="629" y="612"/>
                  </a:cubicBezTo>
                  <a:cubicBezTo>
                    <a:pt x="626" y="615"/>
                    <a:pt x="623" y="618"/>
                    <a:pt x="621" y="620"/>
                  </a:cubicBezTo>
                  <a:lnTo>
                    <a:pt x="616" y="616"/>
                  </a:lnTo>
                  <a:close/>
                  <a:moveTo>
                    <a:pt x="611" y="64"/>
                  </a:moveTo>
                  <a:cubicBezTo>
                    <a:pt x="613" y="65"/>
                    <a:pt x="614" y="66"/>
                    <a:pt x="616" y="67"/>
                  </a:cubicBezTo>
                  <a:cubicBezTo>
                    <a:pt x="616" y="76"/>
                    <a:pt x="616" y="76"/>
                    <a:pt x="616" y="76"/>
                  </a:cubicBezTo>
                  <a:cubicBezTo>
                    <a:pt x="615" y="75"/>
                    <a:pt x="613" y="74"/>
                    <a:pt x="612" y="73"/>
                  </a:cubicBezTo>
                  <a:cubicBezTo>
                    <a:pt x="612" y="85"/>
                    <a:pt x="612" y="97"/>
                    <a:pt x="612" y="109"/>
                  </a:cubicBezTo>
                  <a:cubicBezTo>
                    <a:pt x="614" y="111"/>
                    <a:pt x="615" y="112"/>
                    <a:pt x="616" y="114"/>
                  </a:cubicBezTo>
                  <a:cubicBezTo>
                    <a:pt x="616" y="122"/>
                    <a:pt x="616" y="122"/>
                    <a:pt x="616" y="122"/>
                  </a:cubicBezTo>
                  <a:cubicBezTo>
                    <a:pt x="614" y="121"/>
                    <a:pt x="613" y="120"/>
                    <a:pt x="611" y="118"/>
                  </a:cubicBezTo>
                  <a:cubicBezTo>
                    <a:pt x="611" y="64"/>
                    <a:pt x="611" y="64"/>
                    <a:pt x="611" y="64"/>
                  </a:cubicBezTo>
                  <a:close/>
                  <a:moveTo>
                    <a:pt x="616" y="728"/>
                  </a:moveTo>
                  <a:cubicBezTo>
                    <a:pt x="614" y="728"/>
                    <a:pt x="613" y="729"/>
                    <a:pt x="611" y="730"/>
                  </a:cubicBezTo>
                  <a:cubicBezTo>
                    <a:pt x="611" y="720"/>
                    <a:pt x="611" y="720"/>
                    <a:pt x="611" y="720"/>
                  </a:cubicBezTo>
                  <a:cubicBezTo>
                    <a:pt x="613" y="720"/>
                    <a:pt x="614" y="719"/>
                    <a:pt x="616" y="719"/>
                  </a:cubicBezTo>
                  <a:cubicBezTo>
                    <a:pt x="616" y="728"/>
                    <a:pt x="616" y="728"/>
                    <a:pt x="616" y="728"/>
                  </a:cubicBezTo>
                  <a:close/>
                  <a:moveTo>
                    <a:pt x="616" y="154"/>
                  </a:moveTo>
                  <a:cubicBezTo>
                    <a:pt x="616" y="168"/>
                    <a:pt x="616" y="168"/>
                    <a:pt x="616" y="168"/>
                  </a:cubicBezTo>
                  <a:cubicBezTo>
                    <a:pt x="615" y="167"/>
                    <a:pt x="613" y="167"/>
                    <a:pt x="612" y="166"/>
                  </a:cubicBezTo>
                  <a:cubicBezTo>
                    <a:pt x="613" y="169"/>
                    <a:pt x="613" y="169"/>
                    <a:pt x="616" y="171"/>
                  </a:cubicBezTo>
                  <a:cubicBezTo>
                    <a:pt x="616" y="196"/>
                    <a:pt x="616" y="196"/>
                    <a:pt x="616" y="196"/>
                  </a:cubicBezTo>
                  <a:cubicBezTo>
                    <a:pt x="615" y="194"/>
                    <a:pt x="613" y="192"/>
                    <a:pt x="611" y="190"/>
                  </a:cubicBezTo>
                  <a:cubicBezTo>
                    <a:pt x="611" y="153"/>
                    <a:pt x="611" y="153"/>
                    <a:pt x="611" y="153"/>
                  </a:cubicBezTo>
                  <a:cubicBezTo>
                    <a:pt x="613" y="154"/>
                    <a:pt x="614" y="154"/>
                    <a:pt x="616" y="154"/>
                  </a:cubicBezTo>
                  <a:close/>
                  <a:moveTo>
                    <a:pt x="616" y="198"/>
                  </a:moveTo>
                  <a:cubicBezTo>
                    <a:pt x="616" y="214"/>
                    <a:pt x="616" y="214"/>
                    <a:pt x="616" y="214"/>
                  </a:cubicBezTo>
                  <a:cubicBezTo>
                    <a:pt x="614" y="217"/>
                    <a:pt x="613" y="219"/>
                    <a:pt x="611" y="222"/>
                  </a:cubicBezTo>
                  <a:cubicBezTo>
                    <a:pt x="611" y="196"/>
                    <a:pt x="611" y="196"/>
                    <a:pt x="611" y="196"/>
                  </a:cubicBezTo>
                  <a:cubicBezTo>
                    <a:pt x="611" y="197"/>
                    <a:pt x="612" y="198"/>
                    <a:pt x="612" y="199"/>
                  </a:cubicBezTo>
                  <a:cubicBezTo>
                    <a:pt x="613" y="199"/>
                    <a:pt x="615" y="198"/>
                    <a:pt x="616" y="198"/>
                  </a:cubicBezTo>
                  <a:close/>
                  <a:moveTo>
                    <a:pt x="616" y="312"/>
                  </a:moveTo>
                  <a:cubicBezTo>
                    <a:pt x="616" y="340"/>
                    <a:pt x="616" y="340"/>
                    <a:pt x="616" y="340"/>
                  </a:cubicBezTo>
                  <a:cubicBezTo>
                    <a:pt x="614" y="342"/>
                    <a:pt x="613" y="344"/>
                    <a:pt x="611" y="346"/>
                  </a:cubicBezTo>
                  <a:cubicBezTo>
                    <a:pt x="611" y="338"/>
                    <a:pt x="611" y="338"/>
                    <a:pt x="611" y="338"/>
                  </a:cubicBezTo>
                  <a:cubicBezTo>
                    <a:pt x="616" y="333"/>
                    <a:pt x="616" y="325"/>
                    <a:pt x="613" y="317"/>
                  </a:cubicBezTo>
                  <a:cubicBezTo>
                    <a:pt x="612" y="318"/>
                    <a:pt x="612" y="319"/>
                    <a:pt x="611" y="320"/>
                  </a:cubicBezTo>
                  <a:cubicBezTo>
                    <a:pt x="611" y="300"/>
                    <a:pt x="611" y="300"/>
                    <a:pt x="611" y="300"/>
                  </a:cubicBezTo>
                  <a:cubicBezTo>
                    <a:pt x="613" y="303"/>
                    <a:pt x="613" y="303"/>
                    <a:pt x="613" y="303"/>
                  </a:cubicBezTo>
                  <a:cubicBezTo>
                    <a:pt x="614" y="307"/>
                    <a:pt x="615" y="309"/>
                    <a:pt x="616" y="312"/>
                  </a:cubicBezTo>
                  <a:close/>
                  <a:moveTo>
                    <a:pt x="616" y="357"/>
                  </a:moveTo>
                  <a:cubicBezTo>
                    <a:pt x="616" y="363"/>
                    <a:pt x="616" y="363"/>
                    <a:pt x="616" y="363"/>
                  </a:cubicBezTo>
                  <a:cubicBezTo>
                    <a:pt x="613" y="366"/>
                    <a:pt x="612" y="368"/>
                    <a:pt x="611" y="372"/>
                  </a:cubicBezTo>
                  <a:cubicBezTo>
                    <a:pt x="611" y="360"/>
                    <a:pt x="611" y="360"/>
                    <a:pt x="611" y="360"/>
                  </a:cubicBezTo>
                  <a:cubicBezTo>
                    <a:pt x="613" y="359"/>
                    <a:pt x="614" y="358"/>
                    <a:pt x="616" y="357"/>
                  </a:cubicBezTo>
                  <a:close/>
                  <a:moveTo>
                    <a:pt x="616" y="378"/>
                  </a:moveTo>
                  <a:cubicBezTo>
                    <a:pt x="616" y="385"/>
                    <a:pt x="616" y="385"/>
                    <a:pt x="616" y="385"/>
                  </a:cubicBezTo>
                  <a:cubicBezTo>
                    <a:pt x="613" y="388"/>
                    <a:pt x="612" y="392"/>
                    <a:pt x="611" y="400"/>
                  </a:cubicBezTo>
                  <a:cubicBezTo>
                    <a:pt x="613" y="399"/>
                    <a:pt x="614" y="399"/>
                    <a:pt x="616" y="398"/>
                  </a:cubicBezTo>
                  <a:cubicBezTo>
                    <a:pt x="616" y="406"/>
                    <a:pt x="616" y="406"/>
                    <a:pt x="616" y="406"/>
                  </a:cubicBezTo>
                  <a:cubicBezTo>
                    <a:pt x="615" y="407"/>
                    <a:pt x="613" y="408"/>
                    <a:pt x="612" y="409"/>
                  </a:cubicBezTo>
                  <a:cubicBezTo>
                    <a:pt x="611" y="412"/>
                    <a:pt x="611" y="416"/>
                    <a:pt x="611" y="419"/>
                  </a:cubicBezTo>
                  <a:cubicBezTo>
                    <a:pt x="613" y="418"/>
                    <a:pt x="615" y="417"/>
                    <a:pt x="616" y="417"/>
                  </a:cubicBezTo>
                  <a:cubicBezTo>
                    <a:pt x="616" y="423"/>
                    <a:pt x="616" y="423"/>
                    <a:pt x="616" y="423"/>
                  </a:cubicBezTo>
                  <a:cubicBezTo>
                    <a:pt x="614" y="425"/>
                    <a:pt x="612" y="426"/>
                    <a:pt x="611" y="429"/>
                  </a:cubicBezTo>
                  <a:cubicBezTo>
                    <a:pt x="611" y="381"/>
                    <a:pt x="611" y="381"/>
                    <a:pt x="611" y="381"/>
                  </a:cubicBezTo>
                  <a:cubicBezTo>
                    <a:pt x="613" y="380"/>
                    <a:pt x="614" y="379"/>
                    <a:pt x="616" y="378"/>
                  </a:cubicBezTo>
                  <a:close/>
                  <a:moveTo>
                    <a:pt x="616" y="435"/>
                  </a:moveTo>
                  <a:cubicBezTo>
                    <a:pt x="616" y="441"/>
                    <a:pt x="616" y="441"/>
                    <a:pt x="616" y="441"/>
                  </a:cubicBezTo>
                  <a:cubicBezTo>
                    <a:pt x="614" y="442"/>
                    <a:pt x="612" y="443"/>
                    <a:pt x="611" y="444"/>
                  </a:cubicBezTo>
                  <a:cubicBezTo>
                    <a:pt x="611" y="436"/>
                    <a:pt x="611" y="436"/>
                    <a:pt x="611" y="436"/>
                  </a:cubicBezTo>
                  <a:cubicBezTo>
                    <a:pt x="613" y="436"/>
                    <a:pt x="614" y="435"/>
                    <a:pt x="616" y="435"/>
                  </a:cubicBezTo>
                  <a:close/>
                  <a:moveTo>
                    <a:pt x="616" y="453"/>
                  </a:moveTo>
                  <a:cubicBezTo>
                    <a:pt x="616" y="459"/>
                    <a:pt x="616" y="459"/>
                    <a:pt x="616" y="459"/>
                  </a:cubicBezTo>
                  <a:cubicBezTo>
                    <a:pt x="614" y="459"/>
                    <a:pt x="613" y="460"/>
                    <a:pt x="611" y="460"/>
                  </a:cubicBezTo>
                  <a:cubicBezTo>
                    <a:pt x="611" y="454"/>
                    <a:pt x="611" y="454"/>
                    <a:pt x="611" y="454"/>
                  </a:cubicBezTo>
                  <a:cubicBezTo>
                    <a:pt x="613" y="454"/>
                    <a:pt x="614" y="453"/>
                    <a:pt x="616" y="453"/>
                  </a:cubicBezTo>
                  <a:close/>
                  <a:moveTo>
                    <a:pt x="616" y="469"/>
                  </a:moveTo>
                  <a:cubicBezTo>
                    <a:pt x="616" y="493"/>
                    <a:pt x="616" y="493"/>
                    <a:pt x="616" y="493"/>
                  </a:cubicBezTo>
                  <a:cubicBezTo>
                    <a:pt x="614" y="497"/>
                    <a:pt x="613" y="500"/>
                    <a:pt x="611" y="504"/>
                  </a:cubicBezTo>
                  <a:cubicBezTo>
                    <a:pt x="611" y="487"/>
                    <a:pt x="611" y="487"/>
                    <a:pt x="611" y="487"/>
                  </a:cubicBezTo>
                  <a:cubicBezTo>
                    <a:pt x="613" y="485"/>
                    <a:pt x="614" y="482"/>
                    <a:pt x="616" y="477"/>
                  </a:cubicBezTo>
                  <a:cubicBezTo>
                    <a:pt x="614" y="477"/>
                    <a:pt x="613" y="478"/>
                    <a:pt x="611" y="478"/>
                  </a:cubicBezTo>
                  <a:cubicBezTo>
                    <a:pt x="611" y="471"/>
                    <a:pt x="611" y="471"/>
                    <a:pt x="611" y="471"/>
                  </a:cubicBezTo>
                  <a:cubicBezTo>
                    <a:pt x="613" y="471"/>
                    <a:pt x="615" y="470"/>
                    <a:pt x="616" y="469"/>
                  </a:cubicBezTo>
                  <a:close/>
                  <a:moveTo>
                    <a:pt x="616" y="565"/>
                  </a:moveTo>
                  <a:cubicBezTo>
                    <a:pt x="616" y="578"/>
                    <a:pt x="616" y="578"/>
                    <a:pt x="616" y="578"/>
                  </a:cubicBezTo>
                  <a:cubicBezTo>
                    <a:pt x="611" y="574"/>
                    <a:pt x="611" y="574"/>
                    <a:pt x="611" y="574"/>
                  </a:cubicBezTo>
                  <a:cubicBezTo>
                    <a:pt x="611" y="569"/>
                    <a:pt x="611" y="569"/>
                    <a:pt x="611" y="569"/>
                  </a:cubicBezTo>
                  <a:cubicBezTo>
                    <a:pt x="613" y="567"/>
                    <a:pt x="614" y="566"/>
                    <a:pt x="616" y="564"/>
                  </a:cubicBezTo>
                  <a:cubicBezTo>
                    <a:pt x="616" y="565"/>
                    <a:pt x="616" y="565"/>
                    <a:pt x="616" y="565"/>
                  </a:cubicBezTo>
                  <a:close/>
                  <a:moveTo>
                    <a:pt x="616" y="586"/>
                  </a:moveTo>
                  <a:cubicBezTo>
                    <a:pt x="616" y="596"/>
                    <a:pt x="616" y="596"/>
                    <a:pt x="616" y="596"/>
                  </a:cubicBezTo>
                  <a:cubicBezTo>
                    <a:pt x="613" y="596"/>
                    <a:pt x="612" y="595"/>
                    <a:pt x="611" y="595"/>
                  </a:cubicBezTo>
                  <a:cubicBezTo>
                    <a:pt x="611" y="585"/>
                    <a:pt x="611" y="585"/>
                    <a:pt x="611" y="585"/>
                  </a:cubicBezTo>
                  <a:cubicBezTo>
                    <a:pt x="613" y="585"/>
                    <a:pt x="614" y="586"/>
                    <a:pt x="616" y="586"/>
                  </a:cubicBezTo>
                  <a:close/>
                  <a:moveTo>
                    <a:pt x="616" y="601"/>
                  </a:moveTo>
                  <a:cubicBezTo>
                    <a:pt x="616" y="616"/>
                    <a:pt x="616" y="616"/>
                    <a:pt x="616" y="616"/>
                  </a:cubicBezTo>
                  <a:cubicBezTo>
                    <a:pt x="614" y="614"/>
                    <a:pt x="612" y="613"/>
                    <a:pt x="611" y="611"/>
                  </a:cubicBezTo>
                  <a:cubicBezTo>
                    <a:pt x="611" y="597"/>
                    <a:pt x="611" y="597"/>
                    <a:pt x="611" y="597"/>
                  </a:cubicBezTo>
                  <a:cubicBezTo>
                    <a:pt x="613" y="598"/>
                    <a:pt x="614" y="600"/>
                    <a:pt x="616" y="601"/>
                  </a:cubicBezTo>
                  <a:close/>
                  <a:moveTo>
                    <a:pt x="616" y="674"/>
                  </a:moveTo>
                  <a:cubicBezTo>
                    <a:pt x="616" y="682"/>
                    <a:pt x="616" y="682"/>
                    <a:pt x="616" y="682"/>
                  </a:cubicBezTo>
                  <a:cubicBezTo>
                    <a:pt x="614" y="683"/>
                    <a:pt x="613" y="684"/>
                    <a:pt x="611" y="685"/>
                  </a:cubicBezTo>
                  <a:cubicBezTo>
                    <a:pt x="611" y="676"/>
                    <a:pt x="611" y="676"/>
                    <a:pt x="611" y="676"/>
                  </a:cubicBezTo>
                  <a:cubicBezTo>
                    <a:pt x="613" y="675"/>
                    <a:pt x="614" y="675"/>
                    <a:pt x="616" y="674"/>
                  </a:cubicBezTo>
                  <a:close/>
                  <a:moveTo>
                    <a:pt x="616" y="696"/>
                  </a:moveTo>
                  <a:cubicBezTo>
                    <a:pt x="616" y="705"/>
                    <a:pt x="616" y="705"/>
                    <a:pt x="616" y="705"/>
                  </a:cubicBezTo>
                  <a:cubicBezTo>
                    <a:pt x="614" y="704"/>
                    <a:pt x="613" y="704"/>
                    <a:pt x="611" y="703"/>
                  </a:cubicBezTo>
                  <a:cubicBezTo>
                    <a:pt x="611" y="694"/>
                    <a:pt x="611" y="694"/>
                    <a:pt x="611" y="694"/>
                  </a:cubicBezTo>
                  <a:lnTo>
                    <a:pt x="616" y="696"/>
                  </a:lnTo>
                  <a:close/>
                  <a:moveTo>
                    <a:pt x="605" y="60"/>
                  </a:moveTo>
                  <a:cubicBezTo>
                    <a:pt x="607" y="61"/>
                    <a:pt x="609" y="62"/>
                    <a:pt x="611" y="64"/>
                  </a:cubicBezTo>
                  <a:cubicBezTo>
                    <a:pt x="611" y="118"/>
                    <a:pt x="611" y="118"/>
                    <a:pt x="611" y="118"/>
                  </a:cubicBezTo>
                  <a:cubicBezTo>
                    <a:pt x="609" y="117"/>
                    <a:pt x="607" y="115"/>
                    <a:pt x="605" y="113"/>
                  </a:cubicBezTo>
                  <a:cubicBezTo>
                    <a:pt x="605" y="60"/>
                    <a:pt x="605" y="60"/>
                    <a:pt x="605" y="60"/>
                  </a:cubicBezTo>
                  <a:close/>
                  <a:moveTo>
                    <a:pt x="611" y="730"/>
                  </a:moveTo>
                  <a:cubicBezTo>
                    <a:pt x="610" y="730"/>
                    <a:pt x="610" y="730"/>
                    <a:pt x="610" y="730"/>
                  </a:cubicBezTo>
                  <a:cubicBezTo>
                    <a:pt x="609" y="732"/>
                    <a:pt x="607" y="733"/>
                    <a:pt x="605" y="734"/>
                  </a:cubicBezTo>
                  <a:cubicBezTo>
                    <a:pt x="605" y="721"/>
                    <a:pt x="605" y="721"/>
                    <a:pt x="605" y="721"/>
                  </a:cubicBezTo>
                  <a:cubicBezTo>
                    <a:pt x="607" y="721"/>
                    <a:pt x="609" y="721"/>
                    <a:pt x="611" y="720"/>
                  </a:cubicBezTo>
                  <a:cubicBezTo>
                    <a:pt x="611" y="730"/>
                    <a:pt x="611" y="730"/>
                    <a:pt x="611" y="730"/>
                  </a:cubicBezTo>
                  <a:close/>
                  <a:moveTo>
                    <a:pt x="611" y="153"/>
                  </a:moveTo>
                  <a:cubicBezTo>
                    <a:pt x="611" y="190"/>
                    <a:pt x="611" y="190"/>
                    <a:pt x="611" y="190"/>
                  </a:cubicBezTo>
                  <a:cubicBezTo>
                    <a:pt x="609" y="189"/>
                    <a:pt x="607" y="187"/>
                    <a:pt x="605" y="186"/>
                  </a:cubicBezTo>
                  <a:cubicBezTo>
                    <a:pt x="605" y="164"/>
                    <a:pt x="605" y="164"/>
                    <a:pt x="605" y="164"/>
                  </a:cubicBezTo>
                  <a:cubicBezTo>
                    <a:pt x="607" y="163"/>
                    <a:pt x="608" y="162"/>
                    <a:pt x="610" y="162"/>
                  </a:cubicBezTo>
                  <a:cubicBezTo>
                    <a:pt x="610" y="159"/>
                    <a:pt x="610" y="156"/>
                    <a:pt x="610" y="153"/>
                  </a:cubicBezTo>
                  <a:cubicBezTo>
                    <a:pt x="611" y="153"/>
                    <a:pt x="611" y="153"/>
                    <a:pt x="611" y="153"/>
                  </a:cubicBezTo>
                  <a:close/>
                  <a:moveTo>
                    <a:pt x="611" y="196"/>
                  </a:moveTo>
                  <a:cubicBezTo>
                    <a:pt x="611" y="222"/>
                    <a:pt x="611" y="222"/>
                    <a:pt x="611" y="222"/>
                  </a:cubicBezTo>
                  <a:cubicBezTo>
                    <a:pt x="609" y="225"/>
                    <a:pt x="607" y="228"/>
                    <a:pt x="605" y="230"/>
                  </a:cubicBezTo>
                  <a:cubicBezTo>
                    <a:pt x="605" y="213"/>
                    <a:pt x="605" y="213"/>
                    <a:pt x="605" y="213"/>
                  </a:cubicBezTo>
                  <a:cubicBezTo>
                    <a:pt x="606" y="212"/>
                    <a:pt x="607" y="211"/>
                    <a:pt x="608" y="211"/>
                  </a:cubicBezTo>
                  <a:cubicBezTo>
                    <a:pt x="608" y="206"/>
                    <a:pt x="608" y="206"/>
                    <a:pt x="607" y="205"/>
                  </a:cubicBezTo>
                  <a:cubicBezTo>
                    <a:pt x="605" y="205"/>
                    <a:pt x="605" y="205"/>
                    <a:pt x="605" y="205"/>
                  </a:cubicBezTo>
                  <a:cubicBezTo>
                    <a:pt x="605" y="192"/>
                    <a:pt x="605" y="192"/>
                    <a:pt x="605" y="192"/>
                  </a:cubicBezTo>
                  <a:cubicBezTo>
                    <a:pt x="608" y="193"/>
                    <a:pt x="610" y="194"/>
                    <a:pt x="611" y="196"/>
                  </a:cubicBezTo>
                  <a:close/>
                  <a:moveTo>
                    <a:pt x="611" y="300"/>
                  </a:moveTo>
                  <a:cubicBezTo>
                    <a:pt x="611" y="320"/>
                    <a:pt x="611" y="320"/>
                    <a:pt x="611" y="320"/>
                  </a:cubicBezTo>
                  <a:cubicBezTo>
                    <a:pt x="609" y="323"/>
                    <a:pt x="607" y="325"/>
                    <a:pt x="605" y="327"/>
                  </a:cubicBezTo>
                  <a:cubicBezTo>
                    <a:pt x="605" y="317"/>
                    <a:pt x="605" y="317"/>
                    <a:pt x="605" y="317"/>
                  </a:cubicBezTo>
                  <a:cubicBezTo>
                    <a:pt x="608" y="312"/>
                    <a:pt x="610" y="308"/>
                    <a:pt x="605" y="300"/>
                  </a:cubicBezTo>
                  <a:cubicBezTo>
                    <a:pt x="605" y="289"/>
                    <a:pt x="605" y="289"/>
                    <a:pt x="605" y="289"/>
                  </a:cubicBezTo>
                  <a:cubicBezTo>
                    <a:pt x="606" y="292"/>
                    <a:pt x="608" y="294"/>
                    <a:pt x="611" y="300"/>
                  </a:cubicBezTo>
                  <a:close/>
                  <a:moveTo>
                    <a:pt x="611" y="338"/>
                  </a:moveTo>
                  <a:cubicBezTo>
                    <a:pt x="611" y="346"/>
                    <a:pt x="611" y="346"/>
                    <a:pt x="611" y="346"/>
                  </a:cubicBezTo>
                  <a:cubicBezTo>
                    <a:pt x="610" y="348"/>
                    <a:pt x="608" y="349"/>
                    <a:pt x="607" y="351"/>
                  </a:cubicBezTo>
                  <a:cubicBezTo>
                    <a:pt x="607" y="355"/>
                    <a:pt x="607" y="359"/>
                    <a:pt x="608" y="363"/>
                  </a:cubicBezTo>
                  <a:cubicBezTo>
                    <a:pt x="609" y="362"/>
                    <a:pt x="610" y="361"/>
                    <a:pt x="611" y="360"/>
                  </a:cubicBezTo>
                  <a:cubicBezTo>
                    <a:pt x="611" y="372"/>
                    <a:pt x="611" y="372"/>
                    <a:pt x="611" y="372"/>
                  </a:cubicBezTo>
                  <a:cubicBezTo>
                    <a:pt x="610" y="375"/>
                    <a:pt x="610" y="378"/>
                    <a:pt x="610" y="382"/>
                  </a:cubicBezTo>
                  <a:cubicBezTo>
                    <a:pt x="611" y="381"/>
                    <a:pt x="611" y="381"/>
                    <a:pt x="611" y="381"/>
                  </a:cubicBezTo>
                  <a:cubicBezTo>
                    <a:pt x="611" y="429"/>
                    <a:pt x="611" y="429"/>
                    <a:pt x="611" y="429"/>
                  </a:cubicBezTo>
                  <a:cubicBezTo>
                    <a:pt x="610" y="431"/>
                    <a:pt x="609" y="433"/>
                    <a:pt x="609" y="437"/>
                  </a:cubicBezTo>
                  <a:cubicBezTo>
                    <a:pt x="610" y="437"/>
                    <a:pt x="610" y="436"/>
                    <a:pt x="611" y="436"/>
                  </a:cubicBezTo>
                  <a:cubicBezTo>
                    <a:pt x="611" y="444"/>
                    <a:pt x="611" y="444"/>
                    <a:pt x="611" y="444"/>
                  </a:cubicBezTo>
                  <a:cubicBezTo>
                    <a:pt x="608" y="446"/>
                    <a:pt x="606" y="449"/>
                    <a:pt x="605" y="455"/>
                  </a:cubicBezTo>
                  <a:cubicBezTo>
                    <a:pt x="605" y="421"/>
                    <a:pt x="605" y="421"/>
                    <a:pt x="605" y="421"/>
                  </a:cubicBezTo>
                  <a:cubicBezTo>
                    <a:pt x="605" y="419"/>
                    <a:pt x="605" y="417"/>
                    <a:pt x="605" y="415"/>
                  </a:cubicBezTo>
                  <a:cubicBezTo>
                    <a:pt x="605" y="410"/>
                    <a:pt x="605" y="410"/>
                    <a:pt x="605" y="410"/>
                  </a:cubicBezTo>
                  <a:cubicBezTo>
                    <a:pt x="607" y="410"/>
                    <a:pt x="607" y="410"/>
                    <a:pt x="607" y="410"/>
                  </a:cubicBezTo>
                  <a:cubicBezTo>
                    <a:pt x="607" y="404"/>
                    <a:pt x="606" y="399"/>
                    <a:pt x="605" y="393"/>
                  </a:cubicBezTo>
                  <a:cubicBezTo>
                    <a:pt x="605" y="389"/>
                    <a:pt x="605" y="389"/>
                    <a:pt x="605" y="389"/>
                  </a:cubicBezTo>
                  <a:cubicBezTo>
                    <a:pt x="605" y="389"/>
                    <a:pt x="605" y="389"/>
                    <a:pt x="605" y="389"/>
                  </a:cubicBezTo>
                  <a:cubicBezTo>
                    <a:pt x="606" y="389"/>
                    <a:pt x="607" y="388"/>
                    <a:pt x="607" y="387"/>
                  </a:cubicBezTo>
                  <a:cubicBezTo>
                    <a:pt x="606" y="385"/>
                    <a:pt x="606" y="382"/>
                    <a:pt x="605" y="380"/>
                  </a:cubicBezTo>
                  <a:cubicBezTo>
                    <a:pt x="605" y="343"/>
                    <a:pt x="605" y="343"/>
                    <a:pt x="605" y="343"/>
                  </a:cubicBezTo>
                  <a:cubicBezTo>
                    <a:pt x="608" y="342"/>
                    <a:pt x="609" y="340"/>
                    <a:pt x="611" y="338"/>
                  </a:cubicBezTo>
                  <a:close/>
                  <a:moveTo>
                    <a:pt x="611" y="454"/>
                  </a:moveTo>
                  <a:cubicBezTo>
                    <a:pt x="609" y="455"/>
                    <a:pt x="607" y="455"/>
                    <a:pt x="605" y="456"/>
                  </a:cubicBezTo>
                  <a:cubicBezTo>
                    <a:pt x="605" y="462"/>
                    <a:pt x="605" y="462"/>
                    <a:pt x="605" y="462"/>
                  </a:cubicBezTo>
                  <a:cubicBezTo>
                    <a:pt x="607" y="461"/>
                    <a:pt x="609" y="461"/>
                    <a:pt x="611" y="460"/>
                  </a:cubicBezTo>
                  <a:cubicBezTo>
                    <a:pt x="611" y="454"/>
                    <a:pt x="611" y="454"/>
                    <a:pt x="611" y="454"/>
                  </a:cubicBezTo>
                  <a:close/>
                  <a:moveTo>
                    <a:pt x="611" y="471"/>
                  </a:moveTo>
                  <a:cubicBezTo>
                    <a:pt x="611" y="478"/>
                    <a:pt x="611" y="478"/>
                    <a:pt x="611" y="478"/>
                  </a:cubicBezTo>
                  <a:cubicBezTo>
                    <a:pt x="609" y="478"/>
                    <a:pt x="607" y="478"/>
                    <a:pt x="605" y="479"/>
                  </a:cubicBezTo>
                  <a:cubicBezTo>
                    <a:pt x="605" y="473"/>
                    <a:pt x="605" y="473"/>
                    <a:pt x="605" y="473"/>
                  </a:cubicBezTo>
                  <a:cubicBezTo>
                    <a:pt x="607" y="472"/>
                    <a:pt x="609" y="472"/>
                    <a:pt x="611" y="471"/>
                  </a:cubicBezTo>
                  <a:close/>
                  <a:moveTo>
                    <a:pt x="611" y="487"/>
                  </a:moveTo>
                  <a:cubicBezTo>
                    <a:pt x="611" y="504"/>
                    <a:pt x="611" y="504"/>
                    <a:pt x="611" y="504"/>
                  </a:cubicBezTo>
                  <a:cubicBezTo>
                    <a:pt x="609" y="508"/>
                    <a:pt x="607" y="512"/>
                    <a:pt x="605" y="516"/>
                  </a:cubicBezTo>
                  <a:cubicBezTo>
                    <a:pt x="605" y="503"/>
                    <a:pt x="605" y="503"/>
                    <a:pt x="605" y="503"/>
                  </a:cubicBezTo>
                  <a:cubicBezTo>
                    <a:pt x="607" y="501"/>
                    <a:pt x="608" y="499"/>
                    <a:pt x="609" y="496"/>
                  </a:cubicBezTo>
                  <a:cubicBezTo>
                    <a:pt x="608" y="496"/>
                    <a:pt x="607" y="496"/>
                    <a:pt x="605" y="496"/>
                  </a:cubicBezTo>
                  <a:cubicBezTo>
                    <a:pt x="605" y="490"/>
                    <a:pt x="605" y="490"/>
                    <a:pt x="605" y="490"/>
                  </a:cubicBezTo>
                  <a:cubicBezTo>
                    <a:pt x="608" y="489"/>
                    <a:pt x="609" y="488"/>
                    <a:pt x="611" y="487"/>
                  </a:cubicBezTo>
                  <a:close/>
                  <a:moveTo>
                    <a:pt x="611" y="569"/>
                  </a:moveTo>
                  <a:cubicBezTo>
                    <a:pt x="611" y="574"/>
                    <a:pt x="611" y="574"/>
                    <a:pt x="611" y="574"/>
                  </a:cubicBezTo>
                  <a:cubicBezTo>
                    <a:pt x="609" y="572"/>
                    <a:pt x="609" y="572"/>
                    <a:pt x="609" y="572"/>
                  </a:cubicBezTo>
                  <a:cubicBezTo>
                    <a:pt x="611" y="569"/>
                    <a:pt x="611" y="569"/>
                    <a:pt x="611" y="569"/>
                  </a:cubicBezTo>
                  <a:close/>
                  <a:moveTo>
                    <a:pt x="611" y="585"/>
                  </a:moveTo>
                  <a:cubicBezTo>
                    <a:pt x="611" y="595"/>
                    <a:pt x="611" y="595"/>
                    <a:pt x="611" y="595"/>
                  </a:cubicBezTo>
                  <a:cubicBezTo>
                    <a:pt x="610" y="595"/>
                    <a:pt x="610" y="595"/>
                    <a:pt x="609" y="595"/>
                  </a:cubicBezTo>
                  <a:cubicBezTo>
                    <a:pt x="611" y="597"/>
                    <a:pt x="611" y="597"/>
                    <a:pt x="611" y="597"/>
                  </a:cubicBezTo>
                  <a:cubicBezTo>
                    <a:pt x="611" y="611"/>
                    <a:pt x="611" y="611"/>
                    <a:pt x="611" y="611"/>
                  </a:cubicBezTo>
                  <a:cubicBezTo>
                    <a:pt x="609" y="609"/>
                    <a:pt x="607" y="608"/>
                    <a:pt x="605" y="606"/>
                  </a:cubicBezTo>
                  <a:cubicBezTo>
                    <a:pt x="605" y="584"/>
                    <a:pt x="605" y="584"/>
                    <a:pt x="605" y="584"/>
                  </a:cubicBezTo>
                  <a:cubicBezTo>
                    <a:pt x="607" y="584"/>
                    <a:pt x="609" y="584"/>
                    <a:pt x="611" y="585"/>
                  </a:cubicBezTo>
                  <a:close/>
                  <a:moveTo>
                    <a:pt x="611" y="676"/>
                  </a:moveTo>
                  <a:cubicBezTo>
                    <a:pt x="611" y="685"/>
                    <a:pt x="611" y="685"/>
                    <a:pt x="611" y="685"/>
                  </a:cubicBezTo>
                  <a:cubicBezTo>
                    <a:pt x="609" y="686"/>
                    <a:pt x="607" y="687"/>
                    <a:pt x="605" y="690"/>
                  </a:cubicBezTo>
                  <a:cubicBezTo>
                    <a:pt x="605" y="681"/>
                    <a:pt x="605" y="681"/>
                    <a:pt x="605" y="681"/>
                  </a:cubicBezTo>
                  <a:cubicBezTo>
                    <a:pt x="607" y="679"/>
                    <a:pt x="609" y="677"/>
                    <a:pt x="611" y="676"/>
                  </a:cubicBezTo>
                  <a:close/>
                  <a:moveTo>
                    <a:pt x="611" y="694"/>
                  </a:moveTo>
                  <a:cubicBezTo>
                    <a:pt x="611" y="703"/>
                    <a:pt x="611" y="703"/>
                    <a:pt x="611" y="703"/>
                  </a:cubicBezTo>
                  <a:cubicBezTo>
                    <a:pt x="609" y="702"/>
                    <a:pt x="607" y="702"/>
                    <a:pt x="605" y="701"/>
                  </a:cubicBezTo>
                  <a:cubicBezTo>
                    <a:pt x="605" y="691"/>
                    <a:pt x="605" y="691"/>
                    <a:pt x="605" y="691"/>
                  </a:cubicBezTo>
                  <a:cubicBezTo>
                    <a:pt x="611" y="694"/>
                    <a:pt x="611" y="694"/>
                    <a:pt x="611" y="694"/>
                  </a:cubicBezTo>
                  <a:close/>
                  <a:moveTo>
                    <a:pt x="605" y="632"/>
                  </a:moveTo>
                  <a:cubicBezTo>
                    <a:pt x="605" y="623"/>
                    <a:pt x="605" y="623"/>
                    <a:pt x="605" y="623"/>
                  </a:cubicBezTo>
                  <a:cubicBezTo>
                    <a:pt x="606" y="626"/>
                    <a:pt x="606" y="629"/>
                    <a:pt x="605" y="632"/>
                  </a:cubicBezTo>
                  <a:close/>
                  <a:moveTo>
                    <a:pt x="603" y="58"/>
                  </a:moveTo>
                  <a:cubicBezTo>
                    <a:pt x="605" y="60"/>
                    <a:pt x="605" y="60"/>
                    <a:pt x="605" y="60"/>
                  </a:cubicBezTo>
                  <a:cubicBezTo>
                    <a:pt x="605" y="113"/>
                    <a:pt x="605" y="113"/>
                    <a:pt x="605" y="113"/>
                  </a:cubicBezTo>
                  <a:cubicBezTo>
                    <a:pt x="605" y="112"/>
                    <a:pt x="604" y="111"/>
                    <a:pt x="603" y="110"/>
                  </a:cubicBezTo>
                  <a:cubicBezTo>
                    <a:pt x="603" y="110"/>
                    <a:pt x="603" y="110"/>
                    <a:pt x="603" y="110"/>
                  </a:cubicBezTo>
                  <a:cubicBezTo>
                    <a:pt x="603" y="58"/>
                    <a:pt x="603" y="58"/>
                    <a:pt x="603" y="58"/>
                  </a:cubicBezTo>
                  <a:close/>
                  <a:moveTo>
                    <a:pt x="605" y="734"/>
                  </a:moveTo>
                  <a:cubicBezTo>
                    <a:pt x="605" y="735"/>
                    <a:pt x="604" y="735"/>
                    <a:pt x="603" y="736"/>
                  </a:cubicBezTo>
                  <a:cubicBezTo>
                    <a:pt x="603" y="721"/>
                    <a:pt x="603" y="721"/>
                    <a:pt x="603" y="721"/>
                  </a:cubicBezTo>
                  <a:cubicBezTo>
                    <a:pt x="604" y="722"/>
                    <a:pt x="604" y="722"/>
                    <a:pt x="604" y="722"/>
                  </a:cubicBezTo>
                  <a:cubicBezTo>
                    <a:pt x="605" y="721"/>
                    <a:pt x="605" y="721"/>
                    <a:pt x="605" y="721"/>
                  </a:cubicBezTo>
                  <a:cubicBezTo>
                    <a:pt x="605" y="734"/>
                    <a:pt x="605" y="734"/>
                    <a:pt x="605" y="734"/>
                  </a:cubicBezTo>
                  <a:close/>
                  <a:moveTo>
                    <a:pt x="605" y="164"/>
                  </a:moveTo>
                  <a:cubicBezTo>
                    <a:pt x="605" y="186"/>
                    <a:pt x="605" y="186"/>
                    <a:pt x="605" y="186"/>
                  </a:cubicBezTo>
                  <a:cubicBezTo>
                    <a:pt x="605" y="186"/>
                    <a:pt x="604" y="186"/>
                    <a:pt x="603" y="185"/>
                  </a:cubicBezTo>
                  <a:cubicBezTo>
                    <a:pt x="603" y="174"/>
                    <a:pt x="603" y="174"/>
                    <a:pt x="603" y="174"/>
                  </a:cubicBezTo>
                  <a:cubicBezTo>
                    <a:pt x="603" y="174"/>
                    <a:pt x="603" y="174"/>
                    <a:pt x="603" y="174"/>
                  </a:cubicBezTo>
                  <a:cubicBezTo>
                    <a:pt x="603" y="173"/>
                    <a:pt x="603" y="171"/>
                    <a:pt x="603" y="170"/>
                  </a:cubicBezTo>
                  <a:cubicBezTo>
                    <a:pt x="603" y="164"/>
                    <a:pt x="603" y="164"/>
                    <a:pt x="603" y="164"/>
                  </a:cubicBezTo>
                  <a:cubicBezTo>
                    <a:pt x="604" y="164"/>
                    <a:pt x="605" y="164"/>
                    <a:pt x="605" y="164"/>
                  </a:cubicBezTo>
                  <a:close/>
                  <a:moveTo>
                    <a:pt x="605" y="192"/>
                  </a:moveTo>
                  <a:cubicBezTo>
                    <a:pt x="605" y="205"/>
                    <a:pt x="605" y="205"/>
                    <a:pt x="605" y="205"/>
                  </a:cubicBezTo>
                  <a:cubicBezTo>
                    <a:pt x="603" y="205"/>
                    <a:pt x="603" y="205"/>
                    <a:pt x="603" y="205"/>
                  </a:cubicBezTo>
                  <a:cubicBezTo>
                    <a:pt x="603" y="190"/>
                    <a:pt x="603" y="190"/>
                    <a:pt x="603" y="190"/>
                  </a:cubicBezTo>
                  <a:cubicBezTo>
                    <a:pt x="604" y="191"/>
                    <a:pt x="605" y="191"/>
                    <a:pt x="605" y="192"/>
                  </a:cubicBezTo>
                  <a:close/>
                  <a:moveTo>
                    <a:pt x="605" y="213"/>
                  </a:moveTo>
                  <a:cubicBezTo>
                    <a:pt x="605" y="230"/>
                    <a:pt x="605" y="230"/>
                    <a:pt x="605" y="230"/>
                  </a:cubicBezTo>
                  <a:cubicBezTo>
                    <a:pt x="605" y="231"/>
                    <a:pt x="604" y="232"/>
                    <a:pt x="603" y="233"/>
                  </a:cubicBezTo>
                  <a:cubicBezTo>
                    <a:pt x="603" y="212"/>
                    <a:pt x="603" y="212"/>
                    <a:pt x="603" y="212"/>
                  </a:cubicBezTo>
                  <a:cubicBezTo>
                    <a:pt x="603" y="212"/>
                    <a:pt x="604" y="213"/>
                    <a:pt x="604" y="213"/>
                  </a:cubicBezTo>
                  <a:cubicBezTo>
                    <a:pt x="605" y="213"/>
                    <a:pt x="605" y="213"/>
                    <a:pt x="605" y="213"/>
                  </a:cubicBezTo>
                  <a:close/>
                  <a:moveTo>
                    <a:pt x="605" y="289"/>
                  </a:moveTo>
                  <a:cubicBezTo>
                    <a:pt x="605" y="300"/>
                    <a:pt x="605" y="300"/>
                    <a:pt x="605" y="300"/>
                  </a:cubicBezTo>
                  <a:cubicBezTo>
                    <a:pt x="605" y="300"/>
                    <a:pt x="605" y="300"/>
                    <a:pt x="605" y="299"/>
                  </a:cubicBezTo>
                  <a:cubicBezTo>
                    <a:pt x="604" y="300"/>
                    <a:pt x="603" y="301"/>
                    <a:pt x="603" y="302"/>
                  </a:cubicBezTo>
                  <a:cubicBezTo>
                    <a:pt x="603" y="283"/>
                    <a:pt x="603" y="283"/>
                    <a:pt x="603" y="283"/>
                  </a:cubicBezTo>
                  <a:cubicBezTo>
                    <a:pt x="603" y="284"/>
                    <a:pt x="603" y="284"/>
                    <a:pt x="603" y="284"/>
                  </a:cubicBezTo>
                  <a:cubicBezTo>
                    <a:pt x="604" y="286"/>
                    <a:pt x="605" y="288"/>
                    <a:pt x="605" y="289"/>
                  </a:cubicBezTo>
                  <a:close/>
                  <a:moveTo>
                    <a:pt x="605" y="317"/>
                  </a:moveTo>
                  <a:cubicBezTo>
                    <a:pt x="605" y="327"/>
                    <a:pt x="605" y="327"/>
                    <a:pt x="605" y="327"/>
                  </a:cubicBezTo>
                  <a:cubicBezTo>
                    <a:pt x="605" y="329"/>
                    <a:pt x="604" y="330"/>
                    <a:pt x="603" y="331"/>
                  </a:cubicBezTo>
                  <a:cubicBezTo>
                    <a:pt x="603" y="320"/>
                    <a:pt x="603" y="320"/>
                    <a:pt x="603" y="320"/>
                  </a:cubicBezTo>
                  <a:cubicBezTo>
                    <a:pt x="604" y="319"/>
                    <a:pt x="605" y="318"/>
                    <a:pt x="605" y="317"/>
                  </a:cubicBezTo>
                  <a:close/>
                  <a:moveTo>
                    <a:pt x="605" y="343"/>
                  </a:moveTo>
                  <a:cubicBezTo>
                    <a:pt x="605" y="380"/>
                    <a:pt x="605" y="380"/>
                    <a:pt x="605" y="380"/>
                  </a:cubicBezTo>
                  <a:cubicBezTo>
                    <a:pt x="604" y="375"/>
                    <a:pt x="604" y="370"/>
                    <a:pt x="603" y="365"/>
                  </a:cubicBezTo>
                  <a:cubicBezTo>
                    <a:pt x="603" y="343"/>
                    <a:pt x="603" y="343"/>
                    <a:pt x="603" y="343"/>
                  </a:cubicBezTo>
                  <a:cubicBezTo>
                    <a:pt x="603" y="344"/>
                    <a:pt x="603" y="344"/>
                    <a:pt x="603" y="344"/>
                  </a:cubicBezTo>
                  <a:cubicBezTo>
                    <a:pt x="604" y="344"/>
                    <a:pt x="605" y="343"/>
                    <a:pt x="605" y="343"/>
                  </a:cubicBezTo>
                  <a:close/>
                  <a:moveTo>
                    <a:pt x="605" y="389"/>
                  </a:moveTo>
                  <a:cubicBezTo>
                    <a:pt x="605" y="393"/>
                    <a:pt x="605" y="393"/>
                    <a:pt x="605" y="393"/>
                  </a:cubicBezTo>
                  <a:cubicBezTo>
                    <a:pt x="605" y="393"/>
                    <a:pt x="605" y="393"/>
                    <a:pt x="605" y="393"/>
                  </a:cubicBezTo>
                  <a:cubicBezTo>
                    <a:pt x="603" y="393"/>
                    <a:pt x="603" y="393"/>
                    <a:pt x="603" y="393"/>
                  </a:cubicBezTo>
                  <a:cubicBezTo>
                    <a:pt x="603" y="389"/>
                    <a:pt x="603" y="389"/>
                    <a:pt x="603" y="389"/>
                  </a:cubicBezTo>
                  <a:cubicBezTo>
                    <a:pt x="605" y="389"/>
                    <a:pt x="605" y="389"/>
                    <a:pt x="605" y="389"/>
                  </a:cubicBezTo>
                  <a:close/>
                  <a:moveTo>
                    <a:pt x="605" y="410"/>
                  </a:moveTo>
                  <a:cubicBezTo>
                    <a:pt x="605" y="415"/>
                    <a:pt x="605" y="415"/>
                    <a:pt x="605" y="415"/>
                  </a:cubicBezTo>
                  <a:cubicBezTo>
                    <a:pt x="605" y="414"/>
                    <a:pt x="605" y="414"/>
                    <a:pt x="605" y="414"/>
                  </a:cubicBezTo>
                  <a:cubicBezTo>
                    <a:pt x="603" y="414"/>
                    <a:pt x="603" y="414"/>
                    <a:pt x="603" y="414"/>
                  </a:cubicBezTo>
                  <a:cubicBezTo>
                    <a:pt x="603" y="410"/>
                    <a:pt x="603" y="410"/>
                    <a:pt x="603" y="410"/>
                  </a:cubicBezTo>
                  <a:cubicBezTo>
                    <a:pt x="603" y="410"/>
                    <a:pt x="603" y="410"/>
                    <a:pt x="603" y="410"/>
                  </a:cubicBezTo>
                  <a:cubicBezTo>
                    <a:pt x="605" y="410"/>
                    <a:pt x="605" y="410"/>
                    <a:pt x="605" y="410"/>
                  </a:cubicBezTo>
                  <a:close/>
                  <a:moveTo>
                    <a:pt x="605" y="421"/>
                  </a:moveTo>
                  <a:cubicBezTo>
                    <a:pt x="605" y="455"/>
                    <a:pt x="605" y="455"/>
                    <a:pt x="605" y="455"/>
                  </a:cubicBezTo>
                  <a:cubicBezTo>
                    <a:pt x="605" y="456"/>
                    <a:pt x="605" y="456"/>
                    <a:pt x="605" y="456"/>
                  </a:cubicBezTo>
                  <a:cubicBezTo>
                    <a:pt x="605" y="456"/>
                    <a:pt x="605" y="456"/>
                    <a:pt x="605" y="456"/>
                  </a:cubicBezTo>
                  <a:cubicBezTo>
                    <a:pt x="605" y="462"/>
                    <a:pt x="605" y="462"/>
                    <a:pt x="605" y="462"/>
                  </a:cubicBezTo>
                  <a:cubicBezTo>
                    <a:pt x="603" y="463"/>
                    <a:pt x="603" y="463"/>
                    <a:pt x="603" y="463"/>
                  </a:cubicBezTo>
                  <a:cubicBezTo>
                    <a:pt x="603" y="463"/>
                    <a:pt x="603" y="463"/>
                    <a:pt x="603" y="463"/>
                  </a:cubicBezTo>
                  <a:cubicBezTo>
                    <a:pt x="603" y="440"/>
                    <a:pt x="603" y="440"/>
                    <a:pt x="603" y="440"/>
                  </a:cubicBezTo>
                  <a:cubicBezTo>
                    <a:pt x="604" y="434"/>
                    <a:pt x="605" y="428"/>
                    <a:pt x="605" y="421"/>
                  </a:cubicBezTo>
                  <a:close/>
                  <a:moveTo>
                    <a:pt x="605" y="473"/>
                  </a:moveTo>
                  <a:cubicBezTo>
                    <a:pt x="605" y="479"/>
                    <a:pt x="605" y="479"/>
                    <a:pt x="605" y="479"/>
                  </a:cubicBezTo>
                  <a:cubicBezTo>
                    <a:pt x="605" y="479"/>
                    <a:pt x="604" y="479"/>
                    <a:pt x="603" y="479"/>
                  </a:cubicBezTo>
                  <a:cubicBezTo>
                    <a:pt x="603" y="473"/>
                    <a:pt x="603" y="473"/>
                    <a:pt x="603" y="473"/>
                  </a:cubicBezTo>
                  <a:cubicBezTo>
                    <a:pt x="604" y="473"/>
                    <a:pt x="605" y="473"/>
                    <a:pt x="605" y="473"/>
                  </a:cubicBezTo>
                  <a:close/>
                  <a:moveTo>
                    <a:pt x="605" y="490"/>
                  </a:moveTo>
                  <a:cubicBezTo>
                    <a:pt x="605" y="496"/>
                    <a:pt x="605" y="496"/>
                    <a:pt x="605" y="496"/>
                  </a:cubicBezTo>
                  <a:cubicBezTo>
                    <a:pt x="605" y="496"/>
                    <a:pt x="604" y="496"/>
                    <a:pt x="603" y="496"/>
                  </a:cubicBezTo>
                  <a:cubicBezTo>
                    <a:pt x="603" y="490"/>
                    <a:pt x="603" y="490"/>
                    <a:pt x="603" y="490"/>
                  </a:cubicBezTo>
                  <a:cubicBezTo>
                    <a:pt x="604" y="490"/>
                    <a:pt x="605" y="490"/>
                    <a:pt x="605" y="490"/>
                  </a:cubicBezTo>
                  <a:close/>
                  <a:moveTo>
                    <a:pt x="605" y="503"/>
                  </a:moveTo>
                  <a:cubicBezTo>
                    <a:pt x="605" y="516"/>
                    <a:pt x="605" y="516"/>
                    <a:pt x="605" y="516"/>
                  </a:cubicBezTo>
                  <a:cubicBezTo>
                    <a:pt x="605" y="517"/>
                    <a:pt x="604" y="519"/>
                    <a:pt x="603" y="520"/>
                  </a:cubicBezTo>
                  <a:cubicBezTo>
                    <a:pt x="603" y="505"/>
                    <a:pt x="603" y="505"/>
                    <a:pt x="603" y="505"/>
                  </a:cubicBezTo>
                  <a:cubicBezTo>
                    <a:pt x="604" y="505"/>
                    <a:pt x="605" y="504"/>
                    <a:pt x="605" y="503"/>
                  </a:cubicBezTo>
                  <a:close/>
                  <a:moveTo>
                    <a:pt x="605" y="584"/>
                  </a:moveTo>
                  <a:cubicBezTo>
                    <a:pt x="605" y="606"/>
                    <a:pt x="605" y="606"/>
                    <a:pt x="605" y="606"/>
                  </a:cubicBezTo>
                  <a:cubicBezTo>
                    <a:pt x="605" y="605"/>
                    <a:pt x="604" y="605"/>
                    <a:pt x="603" y="604"/>
                  </a:cubicBezTo>
                  <a:cubicBezTo>
                    <a:pt x="603" y="583"/>
                    <a:pt x="603" y="583"/>
                    <a:pt x="603" y="583"/>
                  </a:cubicBezTo>
                  <a:cubicBezTo>
                    <a:pt x="604" y="583"/>
                    <a:pt x="605" y="583"/>
                    <a:pt x="605" y="584"/>
                  </a:cubicBezTo>
                  <a:close/>
                  <a:moveTo>
                    <a:pt x="605" y="623"/>
                  </a:moveTo>
                  <a:cubicBezTo>
                    <a:pt x="605" y="632"/>
                    <a:pt x="605" y="632"/>
                    <a:pt x="605" y="632"/>
                  </a:cubicBezTo>
                  <a:cubicBezTo>
                    <a:pt x="605" y="634"/>
                    <a:pt x="604" y="635"/>
                    <a:pt x="603" y="637"/>
                  </a:cubicBezTo>
                  <a:cubicBezTo>
                    <a:pt x="603" y="637"/>
                    <a:pt x="603" y="637"/>
                    <a:pt x="603" y="637"/>
                  </a:cubicBezTo>
                  <a:cubicBezTo>
                    <a:pt x="603" y="618"/>
                    <a:pt x="603" y="618"/>
                    <a:pt x="603" y="618"/>
                  </a:cubicBezTo>
                  <a:cubicBezTo>
                    <a:pt x="604" y="620"/>
                    <a:pt x="605" y="621"/>
                    <a:pt x="605" y="623"/>
                  </a:cubicBezTo>
                  <a:close/>
                  <a:moveTo>
                    <a:pt x="605" y="681"/>
                  </a:moveTo>
                  <a:cubicBezTo>
                    <a:pt x="605" y="690"/>
                    <a:pt x="605" y="690"/>
                    <a:pt x="605" y="690"/>
                  </a:cubicBezTo>
                  <a:cubicBezTo>
                    <a:pt x="604" y="690"/>
                    <a:pt x="604" y="690"/>
                    <a:pt x="604" y="690"/>
                  </a:cubicBezTo>
                  <a:cubicBezTo>
                    <a:pt x="605" y="691"/>
                    <a:pt x="605" y="691"/>
                    <a:pt x="605" y="691"/>
                  </a:cubicBezTo>
                  <a:cubicBezTo>
                    <a:pt x="605" y="701"/>
                    <a:pt x="605" y="701"/>
                    <a:pt x="605" y="701"/>
                  </a:cubicBezTo>
                  <a:cubicBezTo>
                    <a:pt x="605" y="701"/>
                    <a:pt x="604" y="701"/>
                    <a:pt x="603" y="700"/>
                  </a:cubicBezTo>
                  <a:cubicBezTo>
                    <a:pt x="603" y="683"/>
                    <a:pt x="603" y="683"/>
                    <a:pt x="603" y="683"/>
                  </a:cubicBezTo>
                  <a:cubicBezTo>
                    <a:pt x="604" y="682"/>
                    <a:pt x="605" y="681"/>
                    <a:pt x="605" y="681"/>
                  </a:cubicBezTo>
                  <a:close/>
                  <a:moveTo>
                    <a:pt x="598" y="54"/>
                  </a:moveTo>
                  <a:cubicBezTo>
                    <a:pt x="603" y="58"/>
                    <a:pt x="603" y="58"/>
                    <a:pt x="603" y="58"/>
                  </a:cubicBezTo>
                  <a:cubicBezTo>
                    <a:pt x="603" y="110"/>
                    <a:pt x="603" y="110"/>
                    <a:pt x="603" y="110"/>
                  </a:cubicBezTo>
                  <a:cubicBezTo>
                    <a:pt x="601" y="109"/>
                    <a:pt x="599" y="109"/>
                    <a:pt x="598" y="108"/>
                  </a:cubicBezTo>
                  <a:cubicBezTo>
                    <a:pt x="598" y="101"/>
                    <a:pt x="598" y="101"/>
                    <a:pt x="598" y="101"/>
                  </a:cubicBezTo>
                  <a:cubicBezTo>
                    <a:pt x="598" y="101"/>
                    <a:pt x="599" y="101"/>
                    <a:pt x="599" y="101"/>
                  </a:cubicBezTo>
                  <a:cubicBezTo>
                    <a:pt x="600" y="101"/>
                    <a:pt x="601" y="101"/>
                    <a:pt x="602" y="101"/>
                  </a:cubicBezTo>
                  <a:cubicBezTo>
                    <a:pt x="602" y="92"/>
                    <a:pt x="602" y="83"/>
                    <a:pt x="603" y="73"/>
                  </a:cubicBezTo>
                  <a:cubicBezTo>
                    <a:pt x="601" y="70"/>
                    <a:pt x="599" y="67"/>
                    <a:pt x="598" y="65"/>
                  </a:cubicBezTo>
                  <a:cubicBezTo>
                    <a:pt x="598" y="54"/>
                    <a:pt x="598" y="54"/>
                    <a:pt x="598" y="54"/>
                  </a:cubicBezTo>
                  <a:close/>
                  <a:moveTo>
                    <a:pt x="603" y="736"/>
                  </a:moveTo>
                  <a:cubicBezTo>
                    <a:pt x="601" y="737"/>
                    <a:pt x="599" y="738"/>
                    <a:pt x="598" y="740"/>
                  </a:cubicBezTo>
                  <a:cubicBezTo>
                    <a:pt x="598" y="731"/>
                    <a:pt x="598" y="731"/>
                    <a:pt x="598" y="731"/>
                  </a:cubicBezTo>
                  <a:cubicBezTo>
                    <a:pt x="598" y="730"/>
                    <a:pt x="599" y="730"/>
                    <a:pt x="599" y="729"/>
                  </a:cubicBezTo>
                  <a:cubicBezTo>
                    <a:pt x="598" y="728"/>
                    <a:pt x="598" y="728"/>
                    <a:pt x="598" y="728"/>
                  </a:cubicBezTo>
                  <a:cubicBezTo>
                    <a:pt x="598" y="719"/>
                    <a:pt x="598" y="719"/>
                    <a:pt x="598" y="719"/>
                  </a:cubicBezTo>
                  <a:cubicBezTo>
                    <a:pt x="599" y="719"/>
                    <a:pt x="601" y="720"/>
                    <a:pt x="603" y="721"/>
                  </a:cubicBezTo>
                  <a:cubicBezTo>
                    <a:pt x="603" y="736"/>
                    <a:pt x="603" y="736"/>
                    <a:pt x="603" y="736"/>
                  </a:cubicBezTo>
                  <a:close/>
                  <a:moveTo>
                    <a:pt x="603" y="164"/>
                  </a:moveTo>
                  <a:cubicBezTo>
                    <a:pt x="603" y="170"/>
                    <a:pt x="603" y="170"/>
                    <a:pt x="603" y="170"/>
                  </a:cubicBezTo>
                  <a:cubicBezTo>
                    <a:pt x="603" y="168"/>
                    <a:pt x="603" y="167"/>
                    <a:pt x="603" y="165"/>
                  </a:cubicBezTo>
                  <a:cubicBezTo>
                    <a:pt x="603" y="164"/>
                    <a:pt x="603" y="164"/>
                    <a:pt x="603" y="164"/>
                  </a:cubicBezTo>
                  <a:close/>
                  <a:moveTo>
                    <a:pt x="603" y="174"/>
                  </a:moveTo>
                  <a:cubicBezTo>
                    <a:pt x="603" y="185"/>
                    <a:pt x="603" y="185"/>
                    <a:pt x="603" y="185"/>
                  </a:cubicBezTo>
                  <a:cubicBezTo>
                    <a:pt x="603" y="185"/>
                    <a:pt x="602" y="185"/>
                    <a:pt x="602" y="185"/>
                  </a:cubicBezTo>
                  <a:cubicBezTo>
                    <a:pt x="602" y="187"/>
                    <a:pt x="602" y="188"/>
                    <a:pt x="603" y="190"/>
                  </a:cubicBezTo>
                  <a:cubicBezTo>
                    <a:pt x="603" y="190"/>
                    <a:pt x="603" y="190"/>
                    <a:pt x="603" y="190"/>
                  </a:cubicBezTo>
                  <a:cubicBezTo>
                    <a:pt x="603" y="205"/>
                    <a:pt x="603" y="205"/>
                    <a:pt x="603" y="205"/>
                  </a:cubicBezTo>
                  <a:cubicBezTo>
                    <a:pt x="601" y="205"/>
                    <a:pt x="601" y="205"/>
                    <a:pt x="601" y="205"/>
                  </a:cubicBezTo>
                  <a:cubicBezTo>
                    <a:pt x="601" y="209"/>
                    <a:pt x="601" y="210"/>
                    <a:pt x="603" y="212"/>
                  </a:cubicBezTo>
                  <a:cubicBezTo>
                    <a:pt x="603" y="233"/>
                    <a:pt x="603" y="233"/>
                    <a:pt x="603" y="233"/>
                  </a:cubicBezTo>
                  <a:cubicBezTo>
                    <a:pt x="601" y="234"/>
                    <a:pt x="600" y="235"/>
                    <a:pt x="598" y="236"/>
                  </a:cubicBezTo>
                  <a:cubicBezTo>
                    <a:pt x="598" y="170"/>
                    <a:pt x="598" y="170"/>
                    <a:pt x="598" y="170"/>
                  </a:cubicBezTo>
                  <a:cubicBezTo>
                    <a:pt x="600" y="171"/>
                    <a:pt x="601" y="173"/>
                    <a:pt x="603" y="174"/>
                  </a:cubicBezTo>
                  <a:close/>
                  <a:moveTo>
                    <a:pt x="603" y="283"/>
                  </a:moveTo>
                  <a:cubicBezTo>
                    <a:pt x="603" y="302"/>
                    <a:pt x="603" y="302"/>
                    <a:pt x="603" y="302"/>
                  </a:cubicBezTo>
                  <a:cubicBezTo>
                    <a:pt x="601" y="305"/>
                    <a:pt x="599" y="308"/>
                    <a:pt x="598" y="311"/>
                  </a:cubicBezTo>
                  <a:cubicBezTo>
                    <a:pt x="598" y="300"/>
                    <a:pt x="598" y="300"/>
                    <a:pt x="598" y="300"/>
                  </a:cubicBezTo>
                  <a:cubicBezTo>
                    <a:pt x="600" y="296"/>
                    <a:pt x="600" y="292"/>
                    <a:pt x="598" y="286"/>
                  </a:cubicBezTo>
                  <a:cubicBezTo>
                    <a:pt x="598" y="277"/>
                    <a:pt x="598" y="277"/>
                    <a:pt x="598" y="277"/>
                  </a:cubicBezTo>
                  <a:cubicBezTo>
                    <a:pt x="599" y="279"/>
                    <a:pt x="601" y="281"/>
                    <a:pt x="603" y="283"/>
                  </a:cubicBezTo>
                  <a:close/>
                  <a:moveTo>
                    <a:pt x="603" y="320"/>
                  </a:moveTo>
                  <a:cubicBezTo>
                    <a:pt x="603" y="331"/>
                    <a:pt x="603" y="331"/>
                    <a:pt x="603" y="331"/>
                  </a:cubicBezTo>
                  <a:cubicBezTo>
                    <a:pt x="603" y="332"/>
                    <a:pt x="603" y="332"/>
                    <a:pt x="603" y="332"/>
                  </a:cubicBezTo>
                  <a:cubicBezTo>
                    <a:pt x="603" y="336"/>
                    <a:pt x="603" y="340"/>
                    <a:pt x="603" y="343"/>
                  </a:cubicBezTo>
                  <a:cubicBezTo>
                    <a:pt x="603" y="365"/>
                    <a:pt x="603" y="365"/>
                    <a:pt x="603" y="365"/>
                  </a:cubicBezTo>
                  <a:cubicBezTo>
                    <a:pt x="602" y="357"/>
                    <a:pt x="601" y="350"/>
                    <a:pt x="598" y="343"/>
                  </a:cubicBezTo>
                  <a:cubicBezTo>
                    <a:pt x="598" y="342"/>
                    <a:pt x="598" y="342"/>
                    <a:pt x="598" y="342"/>
                  </a:cubicBezTo>
                  <a:cubicBezTo>
                    <a:pt x="598" y="326"/>
                    <a:pt x="598" y="326"/>
                    <a:pt x="598" y="326"/>
                  </a:cubicBezTo>
                  <a:cubicBezTo>
                    <a:pt x="599" y="326"/>
                    <a:pt x="599" y="326"/>
                    <a:pt x="599" y="326"/>
                  </a:cubicBezTo>
                  <a:cubicBezTo>
                    <a:pt x="601" y="324"/>
                    <a:pt x="602" y="322"/>
                    <a:pt x="603" y="320"/>
                  </a:cubicBezTo>
                  <a:close/>
                  <a:moveTo>
                    <a:pt x="603" y="389"/>
                  </a:moveTo>
                  <a:cubicBezTo>
                    <a:pt x="603" y="393"/>
                    <a:pt x="603" y="393"/>
                    <a:pt x="603" y="393"/>
                  </a:cubicBezTo>
                  <a:cubicBezTo>
                    <a:pt x="599" y="393"/>
                    <a:pt x="599" y="393"/>
                    <a:pt x="599" y="393"/>
                  </a:cubicBezTo>
                  <a:cubicBezTo>
                    <a:pt x="603" y="410"/>
                    <a:pt x="603" y="410"/>
                    <a:pt x="603" y="410"/>
                  </a:cubicBezTo>
                  <a:cubicBezTo>
                    <a:pt x="603" y="414"/>
                    <a:pt x="603" y="414"/>
                    <a:pt x="603" y="414"/>
                  </a:cubicBezTo>
                  <a:cubicBezTo>
                    <a:pt x="598" y="414"/>
                    <a:pt x="598" y="414"/>
                    <a:pt x="598" y="414"/>
                  </a:cubicBezTo>
                  <a:cubicBezTo>
                    <a:pt x="598" y="410"/>
                    <a:pt x="598" y="410"/>
                    <a:pt x="598" y="410"/>
                  </a:cubicBezTo>
                  <a:cubicBezTo>
                    <a:pt x="598" y="410"/>
                    <a:pt x="599" y="410"/>
                    <a:pt x="599" y="410"/>
                  </a:cubicBezTo>
                  <a:cubicBezTo>
                    <a:pt x="599" y="408"/>
                    <a:pt x="598" y="405"/>
                    <a:pt x="598" y="403"/>
                  </a:cubicBezTo>
                  <a:cubicBezTo>
                    <a:pt x="598" y="389"/>
                    <a:pt x="598" y="389"/>
                    <a:pt x="598" y="389"/>
                  </a:cubicBezTo>
                  <a:cubicBezTo>
                    <a:pt x="603" y="389"/>
                    <a:pt x="603" y="389"/>
                    <a:pt x="603" y="389"/>
                  </a:cubicBezTo>
                  <a:close/>
                  <a:moveTo>
                    <a:pt x="603" y="440"/>
                  </a:moveTo>
                  <a:cubicBezTo>
                    <a:pt x="603" y="463"/>
                    <a:pt x="603" y="463"/>
                    <a:pt x="603" y="463"/>
                  </a:cubicBezTo>
                  <a:cubicBezTo>
                    <a:pt x="602" y="466"/>
                    <a:pt x="601" y="470"/>
                    <a:pt x="599" y="474"/>
                  </a:cubicBezTo>
                  <a:cubicBezTo>
                    <a:pt x="603" y="473"/>
                    <a:pt x="603" y="473"/>
                    <a:pt x="603" y="473"/>
                  </a:cubicBezTo>
                  <a:cubicBezTo>
                    <a:pt x="603" y="479"/>
                    <a:pt x="603" y="479"/>
                    <a:pt x="603" y="479"/>
                  </a:cubicBezTo>
                  <a:cubicBezTo>
                    <a:pt x="601" y="480"/>
                    <a:pt x="599" y="481"/>
                    <a:pt x="598" y="482"/>
                  </a:cubicBezTo>
                  <a:cubicBezTo>
                    <a:pt x="598" y="462"/>
                    <a:pt x="598" y="462"/>
                    <a:pt x="598" y="462"/>
                  </a:cubicBezTo>
                  <a:cubicBezTo>
                    <a:pt x="598" y="462"/>
                    <a:pt x="599" y="461"/>
                    <a:pt x="599" y="461"/>
                  </a:cubicBezTo>
                  <a:cubicBezTo>
                    <a:pt x="600" y="453"/>
                    <a:pt x="602" y="447"/>
                    <a:pt x="603" y="440"/>
                  </a:cubicBezTo>
                  <a:close/>
                  <a:moveTo>
                    <a:pt x="603" y="490"/>
                  </a:moveTo>
                  <a:cubicBezTo>
                    <a:pt x="603" y="496"/>
                    <a:pt x="603" y="496"/>
                    <a:pt x="603" y="496"/>
                  </a:cubicBezTo>
                  <a:cubicBezTo>
                    <a:pt x="601" y="496"/>
                    <a:pt x="599" y="497"/>
                    <a:pt x="598" y="497"/>
                  </a:cubicBezTo>
                  <a:cubicBezTo>
                    <a:pt x="598" y="490"/>
                    <a:pt x="598" y="490"/>
                    <a:pt x="598" y="490"/>
                  </a:cubicBezTo>
                  <a:cubicBezTo>
                    <a:pt x="600" y="490"/>
                    <a:pt x="601" y="490"/>
                    <a:pt x="603" y="490"/>
                  </a:cubicBezTo>
                  <a:close/>
                  <a:moveTo>
                    <a:pt x="603" y="505"/>
                  </a:moveTo>
                  <a:cubicBezTo>
                    <a:pt x="603" y="520"/>
                    <a:pt x="603" y="520"/>
                    <a:pt x="603" y="520"/>
                  </a:cubicBezTo>
                  <a:cubicBezTo>
                    <a:pt x="601" y="524"/>
                    <a:pt x="599" y="526"/>
                    <a:pt x="598" y="530"/>
                  </a:cubicBezTo>
                  <a:cubicBezTo>
                    <a:pt x="598" y="518"/>
                    <a:pt x="598" y="518"/>
                    <a:pt x="598" y="518"/>
                  </a:cubicBezTo>
                  <a:cubicBezTo>
                    <a:pt x="599" y="517"/>
                    <a:pt x="599" y="516"/>
                    <a:pt x="600" y="514"/>
                  </a:cubicBezTo>
                  <a:cubicBezTo>
                    <a:pt x="599" y="514"/>
                    <a:pt x="599" y="514"/>
                    <a:pt x="598" y="514"/>
                  </a:cubicBezTo>
                  <a:cubicBezTo>
                    <a:pt x="598" y="507"/>
                    <a:pt x="598" y="507"/>
                    <a:pt x="598" y="507"/>
                  </a:cubicBezTo>
                  <a:cubicBezTo>
                    <a:pt x="600" y="507"/>
                    <a:pt x="601" y="506"/>
                    <a:pt x="603" y="505"/>
                  </a:cubicBezTo>
                  <a:close/>
                  <a:moveTo>
                    <a:pt x="603" y="583"/>
                  </a:moveTo>
                  <a:cubicBezTo>
                    <a:pt x="603" y="604"/>
                    <a:pt x="603" y="604"/>
                    <a:pt x="603" y="604"/>
                  </a:cubicBezTo>
                  <a:cubicBezTo>
                    <a:pt x="601" y="603"/>
                    <a:pt x="600" y="601"/>
                    <a:pt x="598" y="599"/>
                  </a:cubicBezTo>
                  <a:cubicBezTo>
                    <a:pt x="598" y="584"/>
                    <a:pt x="598" y="584"/>
                    <a:pt x="598" y="584"/>
                  </a:cubicBezTo>
                  <a:cubicBezTo>
                    <a:pt x="599" y="582"/>
                    <a:pt x="599" y="582"/>
                    <a:pt x="599" y="582"/>
                  </a:cubicBezTo>
                  <a:cubicBezTo>
                    <a:pt x="600" y="582"/>
                    <a:pt x="601" y="583"/>
                    <a:pt x="603" y="583"/>
                  </a:cubicBezTo>
                  <a:close/>
                  <a:moveTo>
                    <a:pt x="603" y="618"/>
                  </a:moveTo>
                  <a:cubicBezTo>
                    <a:pt x="603" y="637"/>
                    <a:pt x="603" y="637"/>
                    <a:pt x="603" y="637"/>
                  </a:cubicBezTo>
                  <a:cubicBezTo>
                    <a:pt x="601" y="639"/>
                    <a:pt x="599" y="640"/>
                    <a:pt x="598" y="641"/>
                  </a:cubicBezTo>
                  <a:cubicBezTo>
                    <a:pt x="598" y="610"/>
                    <a:pt x="598" y="610"/>
                    <a:pt x="598" y="610"/>
                  </a:cubicBezTo>
                  <a:cubicBezTo>
                    <a:pt x="600" y="612"/>
                    <a:pt x="601" y="615"/>
                    <a:pt x="603" y="618"/>
                  </a:cubicBezTo>
                  <a:close/>
                  <a:moveTo>
                    <a:pt x="603" y="683"/>
                  </a:moveTo>
                  <a:cubicBezTo>
                    <a:pt x="603" y="700"/>
                    <a:pt x="603" y="700"/>
                    <a:pt x="603" y="700"/>
                  </a:cubicBezTo>
                  <a:cubicBezTo>
                    <a:pt x="601" y="700"/>
                    <a:pt x="599" y="700"/>
                    <a:pt x="598" y="700"/>
                  </a:cubicBezTo>
                  <a:cubicBezTo>
                    <a:pt x="598" y="687"/>
                    <a:pt x="598" y="687"/>
                    <a:pt x="598" y="687"/>
                  </a:cubicBezTo>
                  <a:cubicBezTo>
                    <a:pt x="600" y="686"/>
                    <a:pt x="601" y="684"/>
                    <a:pt x="603" y="683"/>
                  </a:cubicBezTo>
                  <a:close/>
                  <a:moveTo>
                    <a:pt x="592" y="52"/>
                  </a:moveTo>
                  <a:cubicBezTo>
                    <a:pt x="593" y="52"/>
                    <a:pt x="594" y="52"/>
                    <a:pt x="595" y="53"/>
                  </a:cubicBezTo>
                  <a:cubicBezTo>
                    <a:pt x="598" y="54"/>
                    <a:pt x="598" y="54"/>
                    <a:pt x="598" y="54"/>
                  </a:cubicBezTo>
                  <a:cubicBezTo>
                    <a:pt x="598" y="65"/>
                    <a:pt x="598" y="65"/>
                    <a:pt x="598" y="65"/>
                  </a:cubicBezTo>
                  <a:cubicBezTo>
                    <a:pt x="596" y="63"/>
                    <a:pt x="594" y="62"/>
                    <a:pt x="592" y="61"/>
                  </a:cubicBezTo>
                  <a:cubicBezTo>
                    <a:pt x="592" y="52"/>
                    <a:pt x="592" y="52"/>
                    <a:pt x="592" y="52"/>
                  </a:cubicBezTo>
                  <a:close/>
                  <a:moveTo>
                    <a:pt x="598" y="740"/>
                  </a:moveTo>
                  <a:cubicBezTo>
                    <a:pt x="596" y="741"/>
                    <a:pt x="594" y="742"/>
                    <a:pt x="592" y="743"/>
                  </a:cubicBezTo>
                  <a:cubicBezTo>
                    <a:pt x="592" y="734"/>
                    <a:pt x="592" y="734"/>
                    <a:pt x="592" y="734"/>
                  </a:cubicBezTo>
                  <a:cubicBezTo>
                    <a:pt x="594" y="734"/>
                    <a:pt x="596" y="732"/>
                    <a:pt x="598" y="731"/>
                  </a:cubicBezTo>
                  <a:cubicBezTo>
                    <a:pt x="598" y="740"/>
                    <a:pt x="598" y="740"/>
                    <a:pt x="598" y="740"/>
                  </a:cubicBezTo>
                  <a:close/>
                  <a:moveTo>
                    <a:pt x="598" y="101"/>
                  </a:moveTo>
                  <a:cubicBezTo>
                    <a:pt x="598" y="108"/>
                    <a:pt x="598" y="108"/>
                    <a:pt x="598" y="108"/>
                  </a:cubicBezTo>
                  <a:cubicBezTo>
                    <a:pt x="596" y="107"/>
                    <a:pt x="594" y="106"/>
                    <a:pt x="592" y="105"/>
                  </a:cubicBezTo>
                  <a:cubicBezTo>
                    <a:pt x="592" y="97"/>
                    <a:pt x="592" y="97"/>
                    <a:pt x="592" y="97"/>
                  </a:cubicBezTo>
                  <a:cubicBezTo>
                    <a:pt x="593" y="98"/>
                    <a:pt x="595" y="99"/>
                    <a:pt x="598" y="101"/>
                  </a:cubicBezTo>
                  <a:close/>
                  <a:moveTo>
                    <a:pt x="598" y="170"/>
                  </a:moveTo>
                  <a:cubicBezTo>
                    <a:pt x="598" y="236"/>
                    <a:pt x="598" y="236"/>
                    <a:pt x="598" y="236"/>
                  </a:cubicBezTo>
                  <a:cubicBezTo>
                    <a:pt x="597" y="236"/>
                    <a:pt x="596" y="237"/>
                    <a:pt x="596" y="237"/>
                  </a:cubicBezTo>
                  <a:cubicBezTo>
                    <a:pt x="591" y="228"/>
                    <a:pt x="595" y="228"/>
                    <a:pt x="595" y="219"/>
                  </a:cubicBezTo>
                  <a:cubicBezTo>
                    <a:pt x="594" y="218"/>
                    <a:pt x="593" y="216"/>
                    <a:pt x="592" y="215"/>
                  </a:cubicBezTo>
                  <a:cubicBezTo>
                    <a:pt x="592" y="200"/>
                    <a:pt x="592" y="200"/>
                    <a:pt x="592" y="200"/>
                  </a:cubicBezTo>
                  <a:cubicBezTo>
                    <a:pt x="593" y="200"/>
                    <a:pt x="594" y="199"/>
                    <a:pt x="595" y="198"/>
                  </a:cubicBezTo>
                  <a:cubicBezTo>
                    <a:pt x="595" y="197"/>
                    <a:pt x="595" y="196"/>
                    <a:pt x="595" y="195"/>
                  </a:cubicBezTo>
                  <a:cubicBezTo>
                    <a:pt x="594" y="195"/>
                    <a:pt x="593" y="195"/>
                    <a:pt x="592" y="196"/>
                  </a:cubicBezTo>
                  <a:cubicBezTo>
                    <a:pt x="592" y="183"/>
                    <a:pt x="592" y="183"/>
                    <a:pt x="592" y="183"/>
                  </a:cubicBezTo>
                  <a:cubicBezTo>
                    <a:pt x="592" y="183"/>
                    <a:pt x="593" y="183"/>
                    <a:pt x="594" y="182"/>
                  </a:cubicBezTo>
                  <a:cubicBezTo>
                    <a:pt x="593" y="181"/>
                    <a:pt x="592" y="181"/>
                    <a:pt x="592" y="181"/>
                  </a:cubicBezTo>
                  <a:cubicBezTo>
                    <a:pt x="592" y="166"/>
                    <a:pt x="592" y="166"/>
                    <a:pt x="592" y="166"/>
                  </a:cubicBezTo>
                  <a:cubicBezTo>
                    <a:pt x="594" y="167"/>
                    <a:pt x="596" y="169"/>
                    <a:pt x="598" y="170"/>
                  </a:cubicBezTo>
                  <a:close/>
                  <a:moveTo>
                    <a:pt x="598" y="277"/>
                  </a:moveTo>
                  <a:cubicBezTo>
                    <a:pt x="598" y="286"/>
                    <a:pt x="598" y="286"/>
                    <a:pt x="598" y="286"/>
                  </a:cubicBezTo>
                  <a:cubicBezTo>
                    <a:pt x="597" y="285"/>
                    <a:pt x="596" y="283"/>
                    <a:pt x="595" y="282"/>
                  </a:cubicBezTo>
                  <a:cubicBezTo>
                    <a:pt x="594" y="284"/>
                    <a:pt x="593" y="286"/>
                    <a:pt x="592" y="287"/>
                  </a:cubicBezTo>
                  <a:cubicBezTo>
                    <a:pt x="592" y="266"/>
                    <a:pt x="592" y="266"/>
                    <a:pt x="592" y="266"/>
                  </a:cubicBezTo>
                  <a:cubicBezTo>
                    <a:pt x="593" y="268"/>
                    <a:pt x="593" y="269"/>
                    <a:pt x="594" y="270"/>
                  </a:cubicBezTo>
                  <a:cubicBezTo>
                    <a:pt x="595" y="272"/>
                    <a:pt x="596" y="274"/>
                    <a:pt x="598" y="277"/>
                  </a:cubicBezTo>
                  <a:close/>
                  <a:moveTo>
                    <a:pt x="598" y="300"/>
                  </a:moveTo>
                  <a:cubicBezTo>
                    <a:pt x="598" y="311"/>
                    <a:pt x="598" y="311"/>
                    <a:pt x="598" y="311"/>
                  </a:cubicBezTo>
                  <a:cubicBezTo>
                    <a:pt x="596" y="315"/>
                    <a:pt x="595" y="319"/>
                    <a:pt x="597" y="326"/>
                  </a:cubicBezTo>
                  <a:cubicBezTo>
                    <a:pt x="598" y="326"/>
                    <a:pt x="598" y="326"/>
                    <a:pt x="598" y="326"/>
                  </a:cubicBezTo>
                  <a:cubicBezTo>
                    <a:pt x="598" y="342"/>
                    <a:pt x="598" y="342"/>
                    <a:pt x="598" y="342"/>
                  </a:cubicBezTo>
                  <a:cubicBezTo>
                    <a:pt x="596" y="336"/>
                    <a:pt x="594" y="330"/>
                    <a:pt x="592" y="323"/>
                  </a:cubicBezTo>
                  <a:cubicBezTo>
                    <a:pt x="592" y="308"/>
                    <a:pt x="592" y="308"/>
                    <a:pt x="592" y="308"/>
                  </a:cubicBezTo>
                  <a:cubicBezTo>
                    <a:pt x="594" y="304"/>
                    <a:pt x="596" y="302"/>
                    <a:pt x="598" y="300"/>
                  </a:cubicBezTo>
                  <a:close/>
                  <a:moveTo>
                    <a:pt x="598" y="389"/>
                  </a:moveTo>
                  <a:cubicBezTo>
                    <a:pt x="598" y="403"/>
                    <a:pt x="598" y="403"/>
                    <a:pt x="598" y="403"/>
                  </a:cubicBezTo>
                  <a:cubicBezTo>
                    <a:pt x="597" y="400"/>
                    <a:pt x="596" y="397"/>
                    <a:pt x="596" y="395"/>
                  </a:cubicBezTo>
                  <a:cubicBezTo>
                    <a:pt x="594" y="394"/>
                    <a:pt x="593" y="394"/>
                    <a:pt x="592" y="394"/>
                  </a:cubicBezTo>
                  <a:cubicBezTo>
                    <a:pt x="592" y="390"/>
                    <a:pt x="592" y="390"/>
                    <a:pt x="592" y="390"/>
                  </a:cubicBezTo>
                  <a:cubicBezTo>
                    <a:pt x="598" y="389"/>
                    <a:pt x="598" y="389"/>
                    <a:pt x="598" y="389"/>
                  </a:cubicBezTo>
                  <a:close/>
                  <a:moveTo>
                    <a:pt x="598" y="410"/>
                  </a:moveTo>
                  <a:cubicBezTo>
                    <a:pt x="598" y="414"/>
                    <a:pt x="598" y="414"/>
                    <a:pt x="598" y="414"/>
                  </a:cubicBezTo>
                  <a:cubicBezTo>
                    <a:pt x="592" y="414"/>
                    <a:pt x="592" y="414"/>
                    <a:pt x="592" y="414"/>
                  </a:cubicBezTo>
                  <a:cubicBezTo>
                    <a:pt x="592" y="410"/>
                    <a:pt x="592" y="410"/>
                    <a:pt x="592" y="410"/>
                  </a:cubicBezTo>
                  <a:cubicBezTo>
                    <a:pt x="592" y="410"/>
                    <a:pt x="592" y="411"/>
                    <a:pt x="592" y="411"/>
                  </a:cubicBezTo>
                  <a:cubicBezTo>
                    <a:pt x="594" y="411"/>
                    <a:pt x="596" y="410"/>
                    <a:pt x="598" y="410"/>
                  </a:cubicBezTo>
                  <a:close/>
                  <a:moveTo>
                    <a:pt x="598" y="462"/>
                  </a:moveTo>
                  <a:cubicBezTo>
                    <a:pt x="598" y="482"/>
                    <a:pt x="598" y="482"/>
                    <a:pt x="598" y="482"/>
                  </a:cubicBezTo>
                  <a:cubicBezTo>
                    <a:pt x="596" y="484"/>
                    <a:pt x="594" y="487"/>
                    <a:pt x="592" y="491"/>
                  </a:cubicBezTo>
                  <a:cubicBezTo>
                    <a:pt x="594" y="491"/>
                    <a:pt x="596" y="491"/>
                    <a:pt x="598" y="490"/>
                  </a:cubicBezTo>
                  <a:cubicBezTo>
                    <a:pt x="598" y="497"/>
                    <a:pt x="598" y="497"/>
                    <a:pt x="598" y="497"/>
                  </a:cubicBezTo>
                  <a:cubicBezTo>
                    <a:pt x="595" y="497"/>
                    <a:pt x="594" y="497"/>
                    <a:pt x="592" y="498"/>
                  </a:cubicBezTo>
                  <a:cubicBezTo>
                    <a:pt x="592" y="479"/>
                    <a:pt x="592" y="479"/>
                    <a:pt x="592" y="479"/>
                  </a:cubicBezTo>
                  <a:cubicBezTo>
                    <a:pt x="594" y="474"/>
                    <a:pt x="595" y="469"/>
                    <a:pt x="596" y="464"/>
                  </a:cubicBezTo>
                  <a:cubicBezTo>
                    <a:pt x="597" y="463"/>
                    <a:pt x="597" y="463"/>
                    <a:pt x="598" y="462"/>
                  </a:cubicBezTo>
                  <a:close/>
                  <a:moveTo>
                    <a:pt x="598" y="507"/>
                  </a:moveTo>
                  <a:cubicBezTo>
                    <a:pt x="598" y="514"/>
                    <a:pt x="598" y="514"/>
                    <a:pt x="598" y="514"/>
                  </a:cubicBezTo>
                  <a:cubicBezTo>
                    <a:pt x="596" y="514"/>
                    <a:pt x="594" y="514"/>
                    <a:pt x="592" y="514"/>
                  </a:cubicBezTo>
                  <a:cubicBezTo>
                    <a:pt x="592" y="507"/>
                    <a:pt x="592" y="507"/>
                    <a:pt x="592" y="507"/>
                  </a:cubicBezTo>
                  <a:cubicBezTo>
                    <a:pt x="594" y="507"/>
                    <a:pt x="596" y="507"/>
                    <a:pt x="598" y="507"/>
                  </a:cubicBezTo>
                  <a:close/>
                  <a:moveTo>
                    <a:pt x="598" y="518"/>
                  </a:moveTo>
                  <a:cubicBezTo>
                    <a:pt x="598" y="530"/>
                    <a:pt x="598" y="530"/>
                    <a:pt x="598" y="530"/>
                  </a:cubicBezTo>
                  <a:cubicBezTo>
                    <a:pt x="596" y="533"/>
                    <a:pt x="594" y="535"/>
                    <a:pt x="592" y="538"/>
                  </a:cubicBezTo>
                  <a:cubicBezTo>
                    <a:pt x="592" y="523"/>
                    <a:pt x="592" y="523"/>
                    <a:pt x="592" y="523"/>
                  </a:cubicBezTo>
                  <a:cubicBezTo>
                    <a:pt x="594" y="522"/>
                    <a:pt x="596" y="521"/>
                    <a:pt x="598" y="518"/>
                  </a:cubicBezTo>
                  <a:close/>
                  <a:moveTo>
                    <a:pt x="598" y="584"/>
                  </a:moveTo>
                  <a:cubicBezTo>
                    <a:pt x="598" y="599"/>
                    <a:pt x="598" y="599"/>
                    <a:pt x="598" y="599"/>
                  </a:cubicBezTo>
                  <a:cubicBezTo>
                    <a:pt x="596" y="598"/>
                    <a:pt x="594" y="596"/>
                    <a:pt x="592" y="594"/>
                  </a:cubicBezTo>
                  <a:cubicBezTo>
                    <a:pt x="592" y="591"/>
                    <a:pt x="592" y="591"/>
                    <a:pt x="592" y="591"/>
                  </a:cubicBezTo>
                  <a:cubicBezTo>
                    <a:pt x="594" y="588"/>
                    <a:pt x="596" y="586"/>
                    <a:pt x="598" y="584"/>
                  </a:cubicBezTo>
                  <a:close/>
                  <a:moveTo>
                    <a:pt x="598" y="610"/>
                  </a:moveTo>
                  <a:cubicBezTo>
                    <a:pt x="598" y="641"/>
                    <a:pt x="598" y="641"/>
                    <a:pt x="598" y="641"/>
                  </a:cubicBezTo>
                  <a:cubicBezTo>
                    <a:pt x="596" y="643"/>
                    <a:pt x="594" y="643"/>
                    <a:pt x="592" y="644"/>
                  </a:cubicBezTo>
                  <a:cubicBezTo>
                    <a:pt x="592" y="634"/>
                    <a:pt x="592" y="634"/>
                    <a:pt x="592" y="634"/>
                  </a:cubicBezTo>
                  <a:cubicBezTo>
                    <a:pt x="597" y="631"/>
                    <a:pt x="596" y="626"/>
                    <a:pt x="592" y="621"/>
                  </a:cubicBezTo>
                  <a:cubicBezTo>
                    <a:pt x="592" y="603"/>
                    <a:pt x="592" y="603"/>
                    <a:pt x="592" y="603"/>
                  </a:cubicBezTo>
                  <a:cubicBezTo>
                    <a:pt x="594" y="605"/>
                    <a:pt x="596" y="608"/>
                    <a:pt x="598" y="610"/>
                  </a:cubicBezTo>
                  <a:close/>
                  <a:moveTo>
                    <a:pt x="598" y="687"/>
                  </a:moveTo>
                  <a:cubicBezTo>
                    <a:pt x="598" y="700"/>
                    <a:pt x="598" y="700"/>
                    <a:pt x="598" y="700"/>
                  </a:cubicBezTo>
                  <a:cubicBezTo>
                    <a:pt x="596" y="700"/>
                    <a:pt x="594" y="700"/>
                    <a:pt x="592" y="700"/>
                  </a:cubicBezTo>
                  <a:cubicBezTo>
                    <a:pt x="592" y="691"/>
                    <a:pt x="592" y="691"/>
                    <a:pt x="592" y="691"/>
                  </a:cubicBezTo>
                  <a:cubicBezTo>
                    <a:pt x="592" y="691"/>
                    <a:pt x="593" y="691"/>
                    <a:pt x="594" y="690"/>
                  </a:cubicBezTo>
                  <a:cubicBezTo>
                    <a:pt x="595" y="690"/>
                    <a:pt x="596" y="688"/>
                    <a:pt x="598" y="687"/>
                  </a:cubicBezTo>
                  <a:close/>
                  <a:moveTo>
                    <a:pt x="598" y="719"/>
                  </a:moveTo>
                  <a:cubicBezTo>
                    <a:pt x="598" y="728"/>
                    <a:pt x="598" y="728"/>
                    <a:pt x="598" y="728"/>
                  </a:cubicBezTo>
                  <a:cubicBezTo>
                    <a:pt x="595" y="728"/>
                    <a:pt x="593" y="727"/>
                    <a:pt x="592" y="726"/>
                  </a:cubicBezTo>
                  <a:cubicBezTo>
                    <a:pt x="592" y="715"/>
                    <a:pt x="592" y="715"/>
                    <a:pt x="592" y="715"/>
                  </a:cubicBezTo>
                  <a:cubicBezTo>
                    <a:pt x="594" y="717"/>
                    <a:pt x="596" y="717"/>
                    <a:pt x="598" y="719"/>
                  </a:cubicBezTo>
                  <a:close/>
                  <a:moveTo>
                    <a:pt x="592" y="147"/>
                  </a:moveTo>
                  <a:cubicBezTo>
                    <a:pt x="592" y="134"/>
                    <a:pt x="592" y="134"/>
                    <a:pt x="592" y="134"/>
                  </a:cubicBezTo>
                  <a:cubicBezTo>
                    <a:pt x="593" y="135"/>
                    <a:pt x="595" y="136"/>
                    <a:pt x="596" y="137"/>
                  </a:cubicBezTo>
                  <a:cubicBezTo>
                    <a:pt x="596" y="139"/>
                    <a:pt x="596" y="141"/>
                    <a:pt x="596" y="144"/>
                  </a:cubicBezTo>
                  <a:cubicBezTo>
                    <a:pt x="595" y="145"/>
                    <a:pt x="594" y="146"/>
                    <a:pt x="592" y="147"/>
                  </a:cubicBezTo>
                  <a:close/>
                  <a:moveTo>
                    <a:pt x="589" y="50"/>
                  </a:moveTo>
                  <a:cubicBezTo>
                    <a:pt x="590" y="51"/>
                    <a:pt x="591" y="51"/>
                    <a:pt x="592" y="52"/>
                  </a:cubicBezTo>
                  <a:cubicBezTo>
                    <a:pt x="592" y="61"/>
                    <a:pt x="592" y="61"/>
                    <a:pt x="592" y="61"/>
                  </a:cubicBezTo>
                  <a:cubicBezTo>
                    <a:pt x="591" y="60"/>
                    <a:pt x="590" y="60"/>
                    <a:pt x="589" y="59"/>
                  </a:cubicBezTo>
                  <a:cubicBezTo>
                    <a:pt x="589" y="50"/>
                    <a:pt x="589" y="50"/>
                    <a:pt x="589" y="50"/>
                  </a:cubicBezTo>
                  <a:close/>
                  <a:moveTo>
                    <a:pt x="592" y="743"/>
                  </a:moveTo>
                  <a:cubicBezTo>
                    <a:pt x="591" y="744"/>
                    <a:pt x="590" y="744"/>
                    <a:pt x="589" y="745"/>
                  </a:cubicBezTo>
                  <a:cubicBezTo>
                    <a:pt x="589" y="736"/>
                    <a:pt x="589" y="736"/>
                    <a:pt x="589" y="736"/>
                  </a:cubicBezTo>
                  <a:cubicBezTo>
                    <a:pt x="590" y="735"/>
                    <a:pt x="591" y="735"/>
                    <a:pt x="592" y="734"/>
                  </a:cubicBezTo>
                  <a:cubicBezTo>
                    <a:pt x="592" y="743"/>
                    <a:pt x="592" y="743"/>
                    <a:pt x="592" y="743"/>
                  </a:cubicBezTo>
                  <a:close/>
                  <a:moveTo>
                    <a:pt x="592" y="97"/>
                  </a:moveTo>
                  <a:cubicBezTo>
                    <a:pt x="592" y="105"/>
                    <a:pt x="592" y="105"/>
                    <a:pt x="592" y="105"/>
                  </a:cubicBezTo>
                  <a:cubicBezTo>
                    <a:pt x="591" y="105"/>
                    <a:pt x="590" y="104"/>
                    <a:pt x="589" y="104"/>
                  </a:cubicBezTo>
                  <a:cubicBezTo>
                    <a:pt x="589" y="94"/>
                    <a:pt x="589" y="94"/>
                    <a:pt x="589" y="94"/>
                  </a:cubicBezTo>
                  <a:cubicBezTo>
                    <a:pt x="590" y="95"/>
                    <a:pt x="591" y="96"/>
                    <a:pt x="592" y="97"/>
                  </a:cubicBezTo>
                  <a:close/>
                  <a:moveTo>
                    <a:pt x="592" y="134"/>
                  </a:moveTo>
                  <a:cubicBezTo>
                    <a:pt x="592" y="147"/>
                    <a:pt x="592" y="147"/>
                    <a:pt x="592" y="147"/>
                  </a:cubicBezTo>
                  <a:cubicBezTo>
                    <a:pt x="591" y="147"/>
                    <a:pt x="590" y="147"/>
                    <a:pt x="589" y="147"/>
                  </a:cubicBezTo>
                  <a:cubicBezTo>
                    <a:pt x="589" y="133"/>
                    <a:pt x="589" y="133"/>
                    <a:pt x="589" y="133"/>
                  </a:cubicBezTo>
                  <a:cubicBezTo>
                    <a:pt x="590" y="133"/>
                    <a:pt x="591" y="134"/>
                    <a:pt x="592" y="134"/>
                  </a:cubicBezTo>
                  <a:close/>
                  <a:moveTo>
                    <a:pt x="592" y="166"/>
                  </a:moveTo>
                  <a:cubicBezTo>
                    <a:pt x="592" y="181"/>
                    <a:pt x="592" y="181"/>
                    <a:pt x="592" y="181"/>
                  </a:cubicBezTo>
                  <a:cubicBezTo>
                    <a:pt x="591" y="179"/>
                    <a:pt x="590" y="179"/>
                    <a:pt x="589" y="178"/>
                  </a:cubicBezTo>
                  <a:cubicBezTo>
                    <a:pt x="589" y="166"/>
                    <a:pt x="589" y="166"/>
                    <a:pt x="589" y="166"/>
                  </a:cubicBezTo>
                  <a:cubicBezTo>
                    <a:pt x="590" y="166"/>
                    <a:pt x="591" y="166"/>
                    <a:pt x="592" y="166"/>
                  </a:cubicBezTo>
                  <a:close/>
                  <a:moveTo>
                    <a:pt x="592" y="183"/>
                  </a:moveTo>
                  <a:cubicBezTo>
                    <a:pt x="592" y="196"/>
                    <a:pt x="592" y="196"/>
                    <a:pt x="592" y="196"/>
                  </a:cubicBezTo>
                  <a:cubicBezTo>
                    <a:pt x="591" y="196"/>
                    <a:pt x="590" y="196"/>
                    <a:pt x="589" y="196"/>
                  </a:cubicBezTo>
                  <a:cubicBezTo>
                    <a:pt x="589" y="185"/>
                    <a:pt x="589" y="185"/>
                    <a:pt x="589" y="185"/>
                  </a:cubicBezTo>
                  <a:cubicBezTo>
                    <a:pt x="590" y="184"/>
                    <a:pt x="591" y="184"/>
                    <a:pt x="592" y="183"/>
                  </a:cubicBezTo>
                  <a:close/>
                  <a:moveTo>
                    <a:pt x="592" y="200"/>
                  </a:moveTo>
                  <a:cubicBezTo>
                    <a:pt x="592" y="215"/>
                    <a:pt x="592" y="215"/>
                    <a:pt x="592" y="215"/>
                  </a:cubicBezTo>
                  <a:cubicBezTo>
                    <a:pt x="589" y="211"/>
                    <a:pt x="589" y="211"/>
                    <a:pt x="589" y="211"/>
                  </a:cubicBezTo>
                  <a:cubicBezTo>
                    <a:pt x="589" y="200"/>
                    <a:pt x="589" y="200"/>
                    <a:pt x="589" y="200"/>
                  </a:cubicBezTo>
                  <a:cubicBezTo>
                    <a:pt x="590" y="200"/>
                    <a:pt x="591" y="200"/>
                    <a:pt x="592" y="200"/>
                  </a:cubicBezTo>
                  <a:close/>
                  <a:moveTo>
                    <a:pt x="592" y="266"/>
                  </a:moveTo>
                  <a:cubicBezTo>
                    <a:pt x="592" y="287"/>
                    <a:pt x="592" y="287"/>
                    <a:pt x="592" y="287"/>
                  </a:cubicBezTo>
                  <a:cubicBezTo>
                    <a:pt x="591" y="290"/>
                    <a:pt x="590" y="292"/>
                    <a:pt x="589" y="294"/>
                  </a:cubicBezTo>
                  <a:cubicBezTo>
                    <a:pt x="589" y="278"/>
                    <a:pt x="589" y="278"/>
                    <a:pt x="589" y="278"/>
                  </a:cubicBezTo>
                  <a:cubicBezTo>
                    <a:pt x="590" y="275"/>
                    <a:pt x="590" y="272"/>
                    <a:pt x="589" y="270"/>
                  </a:cubicBezTo>
                  <a:cubicBezTo>
                    <a:pt x="589" y="262"/>
                    <a:pt x="589" y="262"/>
                    <a:pt x="589" y="262"/>
                  </a:cubicBezTo>
                  <a:cubicBezTo>
                    <a:pt x="590" y="264"/>
                    <a:pt x="591" y="265"/>
                    <a:pt x="592" y="266"/>
                  </a:cubicBezTo>
                  <a:close/>
                  <a:moveTo>
                    <a:pt x="592" y="308"/>
                  </a:moveTo>
                  <a:cubicBezTo>
                    <a:pt x="592" y="323"/>
                    <a:pt x="592" y="323"/>
                    <a:pt x="592" y="323"/>
                  </a:cubicBezTo>
                  <a:cubicBezTo>
                    <a:pt x="591" y="321"/>
                    <a:pt x="590" y="318"/>
                    <a:pt x="589" y="316"/>
                  </a:cubicBezTo>
                  <a:cubicBezTo>
                    <a:pt x="589" y="306"/>
                    <a:pt x="589" y="306"/>
                    <a:pt x="589" y="306"/>
                  </a:cubicBezTo>
                  <a:cubicBezTo>
                    <a:pt x="589" y="308"/>
                    <a:pt x="590" y="309"/>
                    <a:pt x="590" y="310"/>
                  </a:cubicBezTo>
                  <a:cubicBezTo>
                    <a:pt x="592" y="308"/>
                    <a:pt x="592" y="308"/>
                    <a:pt x="592" y="308"/>
                  </a:cubicBezTo>
                  <a:close/>
                  <a:moveTo>
                    <a:pt x="592" y="390"/>
                  </a:moveTo>
                  <a:cubicBezTo>
                    <a:pt x="592" y="394"/>
                    <a:pt x="592" y="394"/>
                    <a:pt x="592" y="394"/>
                  </a:cubicBezTo>
                  <a:cubicBezTo>
                    <a:pt x="591" y="394"/>
                    <a:pt x="590" y="394"/>
                    <a:pt x="589" y="394"/>
                  </a:cubicBezTo>
                  <a:cubicBezTo>
                    <a:pt x="589" y="390"/>
                    <a:pt x="589" y="390"/>
                    <a:pt x="589" y="390"/>
                  </a:cubicBezTo>
                  <a:cubicBezTo>
                    <a:pt x="592" y="390"/>
                    <a:pt x="592" y="390"/>
                    <a:pt x="592" y="390"/>
                  </a:cubicBezTo>
                  <a:close/>
                  <a:moveTo>
                    <a:pt x="592" y="410"/>
                  </a:moveTo>
                  <a:cubicBezTo>
                    <a:pt x="592" y="414"/>
                    <a:pt x="592" y="414"/>
                    <a:pt x="592" y="414"/>
                  </a:cubicBezTo>
                  <a:cubicBezTo>
                    <a:pt x="589" y="414"/>
                    <a:pt x="589" y="414"/>
                    <a:pt x="589" y="414"/>
                  </a:cubicBezTo>
                  <a:cubicBezTo>
                    <a:pt x="589" y="402"/>
                    <a:pt x="589" y="402"/>
                    <a:pt x="589" y="402"/>
                  </a:cubicBezTo>
                  <a:cubicBezTo>
                    <a:pt x="590" y="408"/>
                    <a:pt x="591" y="409"/>
                    <a:pt x="592" y="410"/>
                  </a:cubicBezTo>
                  <a:close/>
                  <a:moveTo>
                    <a:pt x="592" y="479"/>
                  </a:moveTo>
                  <a:cubicBezTo>
                    <a:pt x="592" y="498"/>
                    <a:pt x="592" y="498"/>
                    <a:pt x="592" y="498"/>
                  </a:cubicBezTo>
                  <a:cubicBezTo>
                    <a:pt x="591" y="499"/>
                    <a:pt x="590" y="499"/>
                    <a:pt x="589" y="500"/>
                  </a:cubicBezTo>
                  <a:cubicBezTo>
                    <a:pt x="589" y="487"/>
                    <a:pt x="589" y="487"/>
                    <a:pt x="589" y="487"/>
                  </a:cubicBezTo>
                  <a:cubicBezTo>
                    <a:pt x="590" y="484"/>
                    <a:pt x="591" y="482"/>
                    <a:pt x="592" y="479"/>
                  </a:cubicBezTo>
                  <a:close/>
                  <a:moveTo>
                    <a:pt x="592" y="507"/>
                  </a:moveTo>
                  <a:cubicBezTo>
                    <a:pt x="592" y="514"/>
                    <a:pt x="592" y="514"/>
                    <a:pt x="592" y="514"/>
                  </a:cubicBezTo>
                  <a:cubicBezTo>
                    <a:pt x="591" y="514"/>
                    <a:pt x="590" y="514"/>
                    <a:pt x="589" y="514"/>
                  </a:cubicBezTo>
                  <a:cubicBezTo>
                    <a:pt x="589" y="507"/>
                    <a:pt x="589" y="507"/>
                    <a:pt x="589" y="507"/>
                  </a:cubicBezTo>
                  <a:cubicBezTo>
                    <a:pt x="590" y="507"/>
                    <a:pt x="591" y="507"/>
                    <a:pt x="592" y="507"/>
                  </a:cubicBezTo>
                  <a:close/>
                  <a:moveTo>
                    <a:pt x="592" y="523"/>
                  </a:moveTo>
                  <a:cubicBezTo>
                    <a:pt x="592" y="538"/>
                    <a:pt x="592" y="538"/>
                    <a:pt x="592" y="538"/>
                  </a:cubicBezTo>
                  <a:cubicBezTo>
                    <a:pt x="591" y="540"/>
                    <a:pt x="590" y="541"/>
                    <a:pt x="589" y="542"/>
                  </a:cubicBezTo>
                  <a:cubicBezTo>
                    <a:pt x="589" y="531"/>
                    <a:pt x="589" y="531"/>
                    <a:pt x="589" y="531"/>
                  </a:cubicBezTo>
                  <a:cubicBezTo>
                    <a:pt x="589" y="524"/>
                    <a:pt x="589" y="524"/>
                    <a:pt x="589" y="524"/>
                  </a:cubicBezTo>
                  <a:cubicBezTo>
                    <a:pt x="590" y="524"/>
                    <a:pt x="591" y="524"/>
                    <a:pt x="592" y="523"/>
                  </a:cubicBezTo>
                  <a:close/>
                  <a:moveTo>
                    <a:pt x="592" y="591"/>
                  </a:moveTo>
                  <a:cubicBezTo>
                    <a:pt x="592" y="594"/>
                    <a:pt x="592" y="594"/>
                    <a:pt x="592" y="594"/>
                  </a:cubicBezTo>
                  <a:cubicBezTo>
                    <a:pt x="590" y="593"/>
                    <a:pt x="590" y="593"/>
                    <a:pt x="590" y="593"/>
                  </a:cubicBezTo>
                  <a:cubicBezTo>
                    <a:pt x="592" y="591"/>
                    <a:pt x="592" y="591"/>
                    <a:pt x="592" y="591"/>
                  </a:cubicBezTo>
                  <a:close/>
                  <a:moveTo>
                    <a:pt x="592" y="603"/>
                  </a:moveTo>
                  <a:cubicBezTo>
                    <a:pt x="592" y="621"/>
                    <a:pt x="592" y="621"/>
                    <a:pt x="592" y="621"/>
                  </a:cubicBezTo>
                  <a:cubicBezTo>
                    <a:pt x="591" y="619"/>
                    <a:pt x="590" y="618"/>
                    <a:pt x="589" y="617"/>
                  </a:cubicBezTo>
                  <a:cubicBezTo>
                    <a:pt x="589" y="600"/>
                    <a:pt x="589" y="600"/>
                    <a:pt x="589" y="600"/>
                  </a:cubicBezTo>
                  <a:cubicBezTo>
                    <a:pt x="590" y="601"/>
                    <a:pt x="591" y="602"/>
                    <a:pt x="592" y="603"/>
                  </a:cubicBezTo>
                  <a:close/>
                  <a:moveTo>
                    <a:pt x="592" y="634"/>
                  </a:moveTo>
                  <a:cubicBezTo>
                    <a:pt x="592" y="644"/>
                    <a:pt x="592" y="644"/>
                    <a:pt x="592" y="644"/>
                  </a:cubicBezTo>
                  <a:cubicBezTo>
                    <a:pt x="591" y="645"/>
                    <a:pt x="590" y="645"/>
                    <a:pt x="589" y="645"/>
                  </a:cubicBezTo>
                  <a:cubicBezTo>
                    <a:pt x="589" y="635"/>
                    <a:pt x="589" y="635"/>
                    <a:pt x="589" y="635"/>
                  </a:cubicBezTo>
                  <a:cubicBezTo>
                    <a:pt x="590" y="635"/>
                    <a:pt x="591" y="634"/>
                    <a:pt x="592" y="634"/>
                  </a:cubicBezTo>
                  <a:close/>
                  <a:moveTo>
                    <a:pt x="592" y="691"/>
                  </a:moveTo>
                  <a:cubicBezTo>
                    <a:pt x="592" y="700"/>
                    <a:pt x="592" y="700"/>
                    <a:pt x="592" y="700"/>
                  </a:cubicBezTo>
                  <a:cubicBezTo>
                    <a:pt x="591" y="700"/>
                    <a:pt x="590" y="701"/>
                    <a:pt x="589" y="701"/>
                  </a:cubicBezTo>
                  <a:cubicBezTo>
                    <a:pt x="589" y="692"/>
                    <a:pt x="589" y="692"/>
                    <a:pt x="589" y="692"/>
                  </a:cubicBezTo>
                  <a:cubicBezTo>
                    <a:pt x="590" y="692"/>
                    <a:pt x="591" y="692"/>
                    <a:pt x="592" y="691"/>
                  </a:cubicBezTo>
                  <a:close/>
                  <a:moveTo>
                    <a:pt x="592" y="715"/>
                  </a:moveTo>
                  <a:cubicBezTo>
                    <a:pt x="592" y="726"/>
                    <a:pt x="592" y="726"/>
                    <a:pt x="592" y="726"/>
                  </a:cubicBezTo>
                  <a:cubicBezTo>
                    <a:pt x="591" y="725"/>
                    <a:pt x="590" y="725"/>
                    <a:pt x="589" y="724"/>
                  </a:cubicBezTo>
                  <a:cubicBezTo>
                    <a:pt x="589" y="714"/>
                    <a:pt x="589" y="714"/>
                    <a:pt x="589" y="714"/>
                  </a:cubicBezTo>
                  <a:lnTo>
                    <a:pt x="592" y="715"/>
                  </a:lnTo>
                  <a:close/>
                  <a:moveTo>
                    <a:pt x="584" y="48"/>
                  </a:moveTo>
                  <a:cubicBezTo>
                    <a:pt x="586" y="49"/>
                    <a:pt x="587" y="50"/>
                    <a:pt x="589" y="50"/>
                  </a:cubicBezTo>
                  <a:cubicBezTo>
                    <a:pt x="589" y="59"/>
                    <a:pt x="589" y="59"/>
                    <a:pt x="589" y="59"/>
                  </a:cubicBezTo>
                  <a:cubicBezTo>
                    <a:pt x="588" y="59"/>
                    <a:pt x="586" y="58"/>
                    <a:pt x="584" y="57"/>
                  </a:cubicBezTo>
                  <a:cubicBezTo>
                    <a:pt x="584" y="48"/>
                    <a:pt x="584" y="48"/>
                    <a:pt x="584" y="48"/>
                  </a:cubicBezTo>
                  <a:close/>
                  <a:moveTo>
                    <a:pt x="589" y="745"/>
                  </a:moveTo>
                  <a:cubicBezTo>
                    <a:pt x="587" y="746"/>
                    <a:pt x="586" y="747"/>
                    <a:pt x="584" y="747"/>
                  </a:cubicBezTo>
                  <a:cubicBezTo>
                    <a:pt x="584" y="737"/>
                    <a:pt x="584" y="737"/>
                    <a:pt x="584" y="737"/>
                  </a:cubicBezTo>
                  <a:cubicBezTo>
                    <a:pt x="586" y="737"/>
                    <a:pt x="587" y="736"/>
                    <a:pt x="589" y="736"/>
                  </a:cubicBezTo>
                  <a:cubicBezTo>
                    <a:pt x="589" y="745"/>
                    <a:pt x="589" y="745"/>
                    <a:pt x="589" y="745"/>
                  </a:cubicBezTo>
                  <a:close/>
                  <a:moveTo>
                    <a:pt x="589" y="94"/>
                  </a:moveTo>
                  <a:cubicBezTo>
                    <a:pt x="589" y="104"/>
                    <a:pt x="589" y="104"/>
                    <a:pt x="589" y="104"/>
                  </a:cubicBezTo>
                  <a:cubicBezTo>
                    <a:pt x="587" y="103"/>
                    <a:pt x="586" y="102"/>
                    <a:pt x="584" y="100"/>
                  </a:cubicBezTo>
                  <a:cubicBezTo>
                    <a:pt x="584" y="82"/>
                    <a:pt x="584" y="82"/>
                    <a:pt x="584" y="82"/>
                  </a:cubicBezTo>
                  <a:cubicBezTo>
                    <a:pt x="585" y="87"/>
                    <a:pt x="585" y="87"/>
                    <a:pt x="585" y="87"/>
                  </a:cubicBezTo>
                  <a:cubicBezTo>
                    <a:pt x="586" y="90"/>
                    <a:pt x="587" y="93"/>
                    <a:pt x="589" y="94"/>
                  </a:cubicBezTo>
                  <a:close/>
                  <a:moveTo>
                    <a:pt x="589" y="133"/>
                  </a:moveTo>
                  <a:cubicBezTo>
                    <a:pt x="589" y="147"/>
                    <a:pt x="589" y="147"/>
                    <a:pt x="589" y="147"/>
                  </a:cubicBezTo>
                  <a:cubicBezTo>
                    <a:pt x="588" y="147"/>
                    <a:pt x="587" y="147"/>
                    <a:pt x="586" y="147"/>
                  </a:cubicBezTo>
                  <a:cubicBezTo>
                    <a:pt x="586" y="147"/>
                    <a:pt x="585" y="146"/>
                    <a:pt x="584" y="146"/>
                  </a:cubicBezTo>
                  <a:cubicBezTo>
                    <a:pt x="584" y="130"/>
                    <a:pt x="584" y="130"/>
                    <a:pt x="584" y="130"/>
                  </a:cubicBezTo>
                  <a:cubicBezTo>
                    <a:pt x="586" y="131"/>
                    <a:pt x="587" y="132"/>
                    <a:pt x="589" y="133"/>
                  </a:cubicBezTo>
                  <a:close/>
                  <a:moveTo>
                    <a:pt x="589" y="166"/>
                  </a:moveTo>
                  <a:cubicBezTo>
                    <a:pt x="589" y="178"/>
                    <a:pt x="589" y="178"/>
                    <a:pt x="589" y="178"/>
                  </a:cubicBezTo>
                  <a:cubicBezTo>
                    <a:pt x="586" y="176"/>
                    <a:pt x="585" y="175"/>
                    <a:pt x="585" y="167"/>
                  </a:cubicBezTo>
                  <a:cubicBezTo>
                    <a:pt x="586" y="166"/>
                    <a:pt x="587" y="166"/>
                    <a:pt x="589" y="166"/>
                  </a:cubicBezTo>
                  <a:close/>
                  <a:moveTo>
                    <a:pt x="589" y="185"/>
                  </a:moveTo>
                  <a:cubicBezTo>
                    <a:pt x="589" y="196"/>
                    <a:pt x="589" y="196"/>
                    <a:pt x="589" y="196"/>
                  </a:cubicBezTo>
                  <a:cubicBezTo>
                    <a:pt x="589" y="197"/>
                    <a:pt x="589" y="199"/>
                    <a:pt x="589" y="200"/>
                  </a:cubicBezTo>
                  <a:cubicBezTo>
                    <a:pt x="589" y="211"/>
                    <a:pt x="589" y="211"/>
                    <a:pt x="589" y="211"/>
                  </a:cubicBezTo>
                  <a:cubicBezTo>
                    <a:pt x="588" y="210"/>
                    <a:pt x="587" y="209"/>
                    <a:pt x="586" y="207"/>
                  </a:cubicBezTo>
                  <a:cubicBezTo>
                    <a:pt x="585" y="207"/>
                    <a:pt x="585" y="207"/>
                    <a:pt x="584" y="207"/>
                  </a:cubicBezTo>
                  <a:cubicBezTo>
                    <a:pt x="584" y="186"/>
                    <a:pt x="584" y="186"/>
                    <a:pt x="584" y="186"/>
                  </a:cubicBezTo>
                  <a:cubicBezTo>
                    <a:pt x="586" y="186"/>
                    <a:pt x="587" y="186"/>
                    <a:pt x="589" y="185"/>
                  </a:cubicBezTo>
                  <a:close/>
                  <a:moveTo>
                    <a:pt x="589" y="262"/>
                  </a:moveTo>
                  <a:cubicBezTo>
                    <a:pt x="589" y="270"/>
                    <a:pt x="589" y="270"/>
                    <a:pt x="589" y="270"/>
                  </a:cubicBezTo>
                  <a:cubicBezTo>
                    <a:pt x="588" y="268"/>
                    <a:pt x="587" y="267"/>
                    <a:pt x="584" y="266"/>
                  </a:cubicBezTo>
                  <a:cubicBezTo>
                    <a:pt x="584" y="256"/>
                    <a:pt x="584" y="256"/>
                    <a:pt x="584" y="256"/>
                  </a:cubicBezTo>
                  <a:cubicBezTo>
                    <a:pt x="586" y="258"/>
                    <a:pt x="587" y="260"/>
                    <a:pt x="589" y="262"/>
                  </a:cubicBezTo>
                  <a:close/>
                  <a:moveTo>
                    <a:pt x="589" y="278"/>
                  </a:moveTo>
                  <a:cubicBezTo>
                    <a:pt x="589" y="294"/>
                    <a:pt x="589" y="294"/>
                    <a:pt x="589" y="294"/>
                  </a:cubicBezTo>
                  <a:cubicBezTo>
                    <a:pt x="587" y="298"/>
                    <a:pt x="587" y="301"/>
                    <a:pt x="589" y="306"/>
                  </a:cubicBezTo>
                  <a:cubicBezTo>
                    <a:pt x="589" y="316"/>
                    <a:pt x="589" y="316"/>
                    <a:pt x="589" y="316"/>
                  </a:cubicBezTo>
                  <a:cubicBezTo>
                    <a:pt x="588" y="313"/>
                    <a:pt x="586" y="309"/>
                    <a:pt x="584" y="306"/>
                  </a:cubicBezTo>
                  <a:cubicBezTo>
                    <a:pt x="584" y="289"/>
                    <a:pt x="584" y="289"/>
                    <a:pt x="584" y="289"/>
                  </a:cubicBezTo>
                  <a:cubicBezTo>
                    <a:pt x="586" y="286"/>
                    <a:pt x="588" y="282"/>
                    <a:pt x="589" y="278"/>
                  </a:cubicBezTo>
                  <a:close/>
                  <a:moveTo>
                    <a:pt x="589" y="390"/>
                  </a:moveTo>
                  <a:cubicBezTo>
                    <a:pt x="589" y="394"/>
                    <a:pt x="589" y="394"/>
                    <a:pt x="589" y="394"/>
                  </a:cubicBezTo>
                  <a:cubicBezTo>
                    <a:pt x="587" y="394"/>
                    <a:pt x="587" y="394"/>
                    <a:pt x="587" y="394"/>
                  </a:cubicBezTo>
                  <a:cubicBezTo>
                    <a:pt x="588" y="397"/>
                    <a:pt x="588" y="400"/>
                    <a:pt x="589" y="402"/>
                  </a:cubicBezTo>
                  <a:cubicBezTo>
                    <a:pt x="589" y="414"/>
                    <a:pt x="589" y="414"/>
                    <a:pt x="589" y="414"/>
                  </a:cubicBezTo>
                  <a:cubicBezTo>
                    <a:pt x="584" y="414"/>
                    <a:pt x="584" y="414"/>
                    <a:pt x="584" y="414"/>
                  </a:cubicBezTo>
                  <a:cubicBezTo>
                    <a:pt x="584" y="411"/>
                    <a:pt x="584" y="411"/>
                    <a:pt x="584" y="411"/>
                  </a:cubicBezTo>
                  <a:cubicBezTo>
                    <a:pt x="586" y="411"/>
                    <a:pt x="586" y="411"/>
                    <a:pt x="586" y="411"/>
                  </a:cubicBezTo>
                  <a:cubicBezTo>
                    <a:pt x="585" y="406"/>
                    <a:pt x="585" y="402"/>
                    <a:pt x="584" y="399"/>
                  </a:cubicBezTo>
                  <a:cubicBezTo>
                    <a:pt x="584" y="390"/>
                    <a:pt x="584" y="390"/>
                    <a:pt x="584" y="390"/>
                  </a:cubicBezTo>
                  <a:cubicBezTo>
                    <a:pt x="589" y="390"/>
                    <a:pt x="589" y="390"/>
                    <a:pt x="589" y="390"/>
                  </a:cubicBezTo>
                  <a:close/>
                  <a:moveTo>
                    <a:pt x="589" y="487"/>
                  </a:moveTo>
                  <a:cubicBezTo>
                    <a:pt x="589" y="500"/>
                    <a:pt x="589" y="500"/>
                    <a:pt x="589" y="500"/>
                  </a:cubicBezTo>
                  <a:cubicBezTo>
                    <a:pt x="587" y="502"/>
                    <a:pt x="586" y="504"/>
                    <a:pt x="584" y="507"/>
                  </a:cubicBezTo>
                  <a:cubicBezTo>
                    <a:pt x="584" y="497"/>
                    <a:pt x="584" y="497"/>
                    <a:pt x="584" y="497"/>
                  </a:cubicBezTo>
                  <a:cubicBezTo>
                    <a:pt x="586" y="493"/>
                    <a:pt x="588" y="490"/>
                    <a:pt x="589" y="487"/>
                  </a:cubicBezTo>
                  <a:close/>
                  <a:moveTo>
                    <a:pt x="589" y="507"/>
                  </a:moveTo>
                  <a:cubicBezTo>
                    <a:pt x="589" y="514"/>
                    <a:pt x="589" y="514"/>
                    <a:pt x="589" y="514"/>
                  </a:cubicBezTo>
                  <a:cubicBezTo>
                    <a:pt x="587" y="514"/>
                    <a:pt x="586" y="514"/>
                    <a:pt x="584" y="514"/>
                  </a:cubicBezTo>
                  <a:cubicBezTo>
                    <a:pt x="584" y="507"/>
                    <a:pt x="584" y="507"/>
                    <a:pt x="584" y="507"/>
                  </a:cubicBezTo>
                  <a:cubicBezTo>
                    <a:pt x="586" y="507"/>
                    <a:pt x="588" y="507"/>
                    <a:pt x="589" y="507"/>
                  </a:cubicBezTo>
                  <a:close/>
                  <a:moveTo>
                    <a:pt x="589" y="524"/>
                  </a:moveTo>
                  <a:cubicBezTo>
                    <a:pt x="589" y="531"/>
                    <a:pt x="589" y="531"/>
                    <a:pt x="589" y="531"/>
                  </a:cubicBezTo>
                  <a:cubicBezTo>
                    <a:pt x="588" y="535"/>
                    <a:pt x="586" y="536"/>
                    <a:pt x="584" y="538"/>
                  </a:cubicBezTo>
                  <a:cubicBezTo>
                    <a:pt x="584" y="548"/>
                    <a:pt x="584" y="548"/>
                    <a:pt x="584" y="548"/>
                  </a:cubicBezTo>
                  <a:cubicBezTo>
                    <a:pt x="586" y="546"/>
                    <a:pt x="587" y="544"/>
                    <a:pt x="589" y="542"/>
                  </a:cubicBezTo>
                  <a:cubicBezTo>
                    <a:pt x="589" y="531"/>
                    <a:pt x="589" y="531"/>
                    <a:pt x="589" y="531"/>
                  </a:cubicBezTo>
                  <a:cubicBezTo>
                    <a:pt x="587" y="531"/>
                    <a:pt x="586" y="531"/>
                    <a:pt x="584" y="531"/>
                  </a:cubicBezTo>
                  <a:cubicBezTo>
                    <a:pt x="584" y="525"/>
                    <a:pt x="584" y="525"/>
                    <a:pt x="584" y="525"/>
                  </a:cubicBezTo>
                  <a:cubicBezTo>
                    <a:pt x="586" y="525"/>
                    <a:pt x="588" y="524"/>
                    <a:pt x="589" y="524"/>
                  </a:cubicBezTo>
                  <a:close/>
                  <a:moveTo>
                    <a:pt x="589" y="600"/>
                  </a:moveTo>
                  <a:cubicBezTo>
                    <a:pt x="589" y="617"/>
                    <a:pt x="589" y="617"/>
                    <a:pt x="589" y="617"/>
                  </a:cubicBezTo>
                  <a:cubicBezTo>
                    <a:pt x="588" y="615"/>
                    <a:pt x="586" y="613"/>
                    <a:pt x="584" y="611"/>
                  </a:cubicBezTo>
                  <a:cubicBezTo>
                    <a:pt x="584" y="598"/>
                    <a:pt x="584" y="598"/>
                    <a:pt x="584" y="598"/>
                  </a:cubicBezTo>
                  <a:cubicBezTo>
                    <a:pt x="585" y="598"/>
                    <a:pt x="586" y="598"/>
                    <a:pt x="586" y="598"/>
                  </a:cubicBezTo>
                  <a:cubicBezTo>
                    <a:pt x="587" y="598"/>
                    <a:pt x="588" y="599"/>
                    <a:pt x="589" y="600"/>
                  </a:cubicBezTo>
                  <a:close/>
                  <a:moveTo>
                    <a:pt x="589" y="635"/>
                  </a:moveTo>
                  <a:cubicBezTo>
                    <a:pt x="589" y="645"/>
                    <a:pt x="589" y="645"/>
                    <a:pt x="589" y="645"/>
                  </a:cubicBezTo>
                  <a:cubicBezTo>
                    <a:pt x="588" y="646"/>
                    <a:pt x="587" y="646"/>
                    <a:pt x="585" y="646"/>
                  </a:cubicBezTo>
                  <a:cubicBezTo>
                    <a:pt x="585" y="646"/>
                    <a:pt x="585" y="646"/>
                    <a:pt x="584" y="646"/>
                  </a:cubicBezTo>
                  <a:cubicBezTo>
                    <a:pt x="584" y="631"/>
                    <a:pt x="584" y="631"/>
                    <a:pt x="584" y="631"/>
                  </a:cubicBezTo>
                  <a:cubicBezTo>
                    <a:pt x="586" y="633"/>
                    <a:pt x="588" y="634"/>
                    <a:pt x="589" y="635"/>
                  </a:cubicBezTo>
                  <a:close/>
                  <a:moveTo>
                    <a:pt x="589" y="692"/>
                  </a:moveTo>
                  <a:cubicBezTo>
                    <a:pt x="589" y="701"/>
                    <a:pt x="589" y="701"/>
                    <a:pt x="589" y="701"/>
                  </a:cubicBezTo>
                  <a:cubicBezTo>
                    <a:pt x="587" y="702"/>
                    <a:pt x="586" y="702"/>
                    <a:pt x="584" y="703"/>
                  </a:cubicBezTo>
                  <a:cubicBezTo>
                    <a:pt x="584" y="695"/>
                    <a:pt x="584" y="695"/>
                    <a:pt x="584" y="695"/>
                  </a:cubicBezTo>
                  <a:cubicBezTo>
                    <a:pt x="586" y="694"/>
                    <a:pt x="587" y="693"/>
                    <a:pt x="589" y="692"/>
                  </a:cubicBezTo>
                  <a:close/>
                  <a:moveTo>
                    <a:pt x="589" y="714"/>
                  </a:moveTo>
                  <a:cubicBezTo>
                    <a:pt x="589" y="724"/>
                    <a:pt x="589" y="724"/>
                    <a:pt x="589" y="724"/>
                  </a:cubicBezTo>
                  <a:cubicBezTo>
                    <a:pt x="588" y="723"/>
                    <a:pt x="586" y="723"/>
                    <a:pt x="584" y="721"/>
                  </a:cubicBezTo>
                  <a:cubicBezTo>
                    <a:pt x="584" y="711"/>
                    <a:pt x="584" y="711"/>
                    <a:pt x="584" y="711"/>
                  </a:cubicBezTo>
                  <a:cubicBezTo>
                    <a:pt x="586" y="712"/>
                    <a:pt x="587" y="713"/>
                    <a:pt x="589" y="714"/>
                  </a:cubicBezTo>
                  <a:close/>
                  <a:moveTo>
                    <a:pt x="584" y="454"/>
                  </a:moveTo>
                  <a:cubicBezTo>
                    <a:pt x="584" y="442"/>
                    <a:pt x="584" y="442"/>
                    <a:pt x="584" y="442"/>
                  </a:cubicBezTo>
                  <a:cubicBezTo>
                    <a:pt x="585" y="446"/>
                    <a:pt x="585" y="449"/>
                    <a:pt x="584" y="454"/>
                  </a:cubicBezTo>
                  <a:close/>
                  <a:moveTo>
                    <a:pt x="584" y="358"/>
                  </a:moveTo>
                  <a:cubicBezTo>
                    <a:pt x="584" y="341"/>
                    <a:pt x="584" y="341"/>
                    <a:pt x="584" y="341"/>
                  </a:cubicBezTo>
                  <a:cubicBezTo>
                    <a:pt x="586" y="347"/>
                    <a:pt x="587" y="350"/>
                    <a:pt x="589" y="356"/>
                  </a:cubicBezTo>
                  <a:cubicBezTo>
                    <a:pt x="587" y="357"/>
                    <a:pt x="586" y="357"/>
                    <a:pt x="584" y="358"/>
                  </a:cubicBezTo>
                  <a:close/>
                  <a:moveTo>
                    <a:pt x="575" y="44"/>
                  </a:moveTo>
                  <a:cubicBezTo>
                    <a:pt x="578" y="45"/>
                    <a:pt x="581" y="47"/>
                    <a:pt x="584" y="48"/>
                  </a:cubicBezTo>
                  <a:cubicBezTo>
                    <a:pt x="584" y="57"/>
                    <a:pt x="584" y="57"/>
                    <a:pt x="584" y="57"/>
                  </a:cubicBezTo>
                  <a:cubicBezTo>
                    <a:pt x="583" y="57"/>
                    <a:pt x="583" y="57"/>
                    <a:pt x="583" y="57"/>
                  </a:cubicBezTo>
                  <a:cubicBezTo>
                    <a:pt x="584" y="82"/>
                    <a:pt x="584" y="82"/>
                    <a:pt x="584" y="82"/>
                  </a:cubicBezTo>
                  <a:cubicBezTo>
                    <a:pt x="584" y="100"/>
                    <a:pt x="584" y="100"/>
                    <a:pt x="584" y="100"/>
                  </a:cubicBezTo>
                  <a:cubicBezTo>
                    <a:pt x="582" y="99"/>
                    <a:pt x="580" y="97"/>
                    <a:pt x="579" y="94"/>
                  </a:cubicBezTo>
                  <a:cubicBezTo>
                    <a:pt x="575" y="93"/>
                    <a:pt x="575" y="93"/>
                    <a:pt x="575" y="93"/>
                  </a:cubicBezTo>
                  <a:cubicBezTo>
                    <a:pt x="575" y="44"/>
                    <a:pt x="575" y="44"/>
                    <a:pt x="575" y="44"/>
                  </a:cubicBezTo>
                  <a:close/>
                  <a:moveTo>
                    <a:pt x="584" y="747"/>
                  </a:moveTo>
                  <a:cubicBezTo>
                    <a:pt x="581" y="749"/>
                    <a:pt x="578" y="751"/>
                    <a:pt x="575" y="752"/>
                  </a:cubicBezTo>
                  <a:cubicBezTo>
                    <a:pt x="575" y="738"/>
                    <a:pt x="575" y="738"/>
                    <a:pt x="575" y="738"/>
                  </a:cubicBezTo>
                  <a:cubicBezTo>
                    <a:pt x="579" y="738"/>
                    <a:pt x="582" y="738"/>
                    <a:pt x="584" y="737"/>
                  </a:cubicBezTo>
                  <a:cubicBezTo>
                    <a:pt x="584" y="747"/>
                    <a:pt x="584" y="747"/>
                    <a:pt x="584" y="747"/>
                  </a:cubicBezTo>
                  <a:close/>
                  <a:moveTo>
                    <a:pt x="584" y="130"/>
                  </a:moveTo>
                  <a:cubicBezTo>
                    <a:pt x="584" y="146"/>
                    <a:pt x="584" y="146"/>
                    <a:pt x="584" y="146"/>
                  </a:cubicBezTo>
                  <a:cubicBezTo>
                    <a:pt x="582" y="144"/>
                    <a:pt x="579" y="144"/>
                    <a:pt x="575" y="143"/>
                  </a:cubicBezTo>
                  <a:cubicBezTo>
                    <a:pt x="575" y="131"/>
                    <a:pt x="575" y="131"/>
                    <a:pt x="575" y="131"/>
                  </a:cubicBezTo>
                  <a:cubicBezTo>
                    <a:pt x="578" y="130"/>
                    <a:pt x="582" y="130"/>
                    <a:pt x="584" y="130"/>
                  </a:cubicBezTo>
                  <a:close/>
                  <a:moveTo>
                    <a:pt x="584" y="186"/>
                  </a:moveTo>
                  <a:cubicBezTo>
                    <a:pt x="584" y="207"/>
                    <a:pt x="584" y="207"/>
                    <a:pt x="584" y="207"/>
                  </a:cubicBezTo>
                  <a:cubicBezTo>
                    <a:pt x="582" y="205"/>
                    <a:pt x="578" y="204"/>
                    <a:pt x="575" y="204"/>
                  </a:cubicBezTo>
                  <a:cubicBezTo>
                    <a:pt x="575" y="188"/>
                    <a:pt x="575" y="188"/>
                    <a:pt x="575" y="188"/>
                  </a:cubicBezTo>
                  <a:cubicBezTo>
                    <a:pt x="578" y="188"/>
                    <a:pt x="581" y="188"/>
                    <a:pt x="584" y="186"/>
                  </a:cubicBezTo>
                  <a:close/>
                  <a:moveTo>
                    <a:pt x="584" y="256"/>
                  </a:moveTo>
                  <a:cubicBezTo>
                    <a:pt x="584" y="266"/>
                    <a:pt x="584" y="266"/>
                    <a:pt x="584" y="266"/>
                  </a:cubicBezTo>
                  <a:cubicBezTo>
                    <a:pt x="584" y="265"/>
                    <a:pt x="584" y="265"/>
                    <a:pt x="583" y="265"/>
                  </a:cubicBezTo>
                  <a:cubicBezTo>
                    <a:pt x="581" y="278"/>
                    <a:pt x="575" y="280"/>
                    <a:pt x="581" y="292"/>
                  </a:cubicBezTo>
                  <a:cubicBezTo>
                    <a:pt x="582" y="292"/>
                    <a:pt x="582" y="292"/>
                    <a:pt x="583" y="292"/>
                  </a:cubicBezTo>
                  <a:cubicBezTo>
                    <a:pt x="583" y="291"/>
                    <a:pt x="584" y="290"/>
                    <a:pt x="584" y="289"/>
                  </a:cubicBezTo>
                  <a:cubicBezTo>
                    <a:pt x="584" y="306"/>
                    <a:pt x="584" y="306"/>
                    <a:pt x="584" y="306"/>
                  </a:cubicBezTo>
                  <a:cubicBezTo>
                    <a:pt x="582" y="300"/>
                    <a:pt x="578" y="294"/>
                    <a:pt x="575" y="289"/>
                  </a:cubicBezTo>
                  <a:cubicBezTo>
                    <a:pt x="575" y="270"/>
                    <a:pt x="575" y="270"/>
                    <a:pt x="575" y="270"/>
                  </a:cubicBezTo>
                  <a:cubicBezTo>
                    <a:pt x="578" y="264"/>
                    <a:pt x="579" y="260"/>
                    <a:pt x="575" y="253"/>
                  </a:cubicBezTo>
                  <a:cubicBezTo>
                    <a:pt x="575" y="245"/>
                    <a:pt x="575" y="245"/>
                    <a:pt x="575" y="245"/>
                  </a:cubicBezTo>
                  <a:cubicBezTo>
                    <a:pt x="578" y="248"/>
                    <a:pt x="581" y="252"/>
                    <a:pt x="584" y="256"/>
                  </a:cubicBezTo>
                  <a:close/>
                  <a:moveTo>
                    <a:pt x="584" y="341"/>
                  </a:moveTo>
                  <a:cubicBezTo>
                    <a:pt x="584" y="358"/>
                    <a:pt x="584" y="358"/>
                    <a:pt x="584" y="358"/>
                  </a:cubicBezTo>
                  <a:cubicBezTo>
                    <a:pt x="580" y="359"/>
                    <a:pt x="578" y="359"/>
                    <a:pt x="575" y="357"/>
                  </a:cubicBezTo>
                  <a:cubicBezTo>
                    <a:pt x="575" y="349"/>
                    <a:pt x="575" y="349"/>
                    <a:pt x="575" y="349"/>
                  </a:cubicBezTo>
                  <a:cubicBezTo>
                    <a:pt x="580" y="349"/>
                    <a:pt x="580" y="349"/>
                    <a:pt x="580" y="349"/>
                  </a:cubicBezTo>
                  <a:cubicBezTo>
                    <a:pt x="579" y="343"/>
                    <a:pt x="579" y="337"/>
                    <a:pt x="575" y="335"/>
                  </a:cubicBezTo>
                  <a:cubicBezTo>
                    <a:pt x="575" y="322"/>
                    <a:pt x="575" y="322"/>
                    <a:pt x="575" y="322"/>
                  </a:cubicBezTo>
                  <a:cubicBezTo>
                    <a:pt x="577" y="321"/>
                    <a:pt x="577" y="321"/>
                    <a:pt x="577" y="321"/>
                  </a:cubicBezTo>
                  <a:cubicBezTo>
                    <a:pt x="581" y="332"/>
                    <a:pt x="583" y="337"/>
                    <a:pt x="584" y="341"/>
                  </a:cubicBezTo>
                  <a:close/>
                  <a:moveTo>
                    <a:pt x="584" y="390"/>
                  </a:moveTo>
                  <a:cubicBezTo>
                    <a:pt x="584" y="399"/>
                    <a:pt x="584" y="399"/>
                    <a:pt x="584" y="399"/>
                  </a:cubicBezTo>
                  <a:cubicBezTo>
                    <a:pt x="584" y="395"/>
                    <a:pt x="581" y="394"/>
                    <a:pt x="575" y="393"/>
                  </a:cubicBezTo>
                  <a:cubicBezTo>
                    <a:pt x="575" y="390"/>
                    <a:pt x="575" y="390"/>
                    <a:pt x="575" y="390"/>
                  </a:cubicBezTo>
                  <a:cubicBezTo>
                    <a:pt x="584" y="390"/>
                    <a:pt x="584" y="390"/>
                    <a:pt x="584" y="390"/>
                  </a:cubicBezTo>
                  <a:close/>
                  <a:moveTo>
                    <a:pt x="584" y="411"/>
                  </a:moveTo>
                  <a:cubicBezTo>
                    <a:pt x="581" y="411"/>
                    <a:pt x="581" y="411"/>
                    <a:pt x="581" y="411"/>
                  </a:cubicBezTo>
                  <a:cubicBezTo>
                    <a:pt x="580" y="411"/>
                    <a:pt x="579" y="410"/>
                    <a:pt x="578" y="410"/>
                  </a:cubicBezTo>
                  <a:cubicBezTo>
                    <a:pt x="575" y="393"/>
                    <a:pt x="575" y="393"/>
                    <a:pt x="575" y="393"/>
                  </a:cubicBezTo>
                  <a:cubicBezTo>
                    <a:pt x="575" y="414"/>
                    <a:pt x="575" y="414"/>
                    <a:pt x="575" y="414"/>
                  </a:cubicBezTo>
                  <a:cubicBezTo>
                    <a:pt x="584" y="414"/>
                    <a:pt x="584" y="414"/>
                    <a:pt x="584" y="414"/>
                  </a:cubicBezTo>
                  <a:cubicBezTo>
                    <a:pt x="584" y="411"/>
                    <a:pt x="584" y="411"/>
                    <a:pt x="584" y="411"/>
                  </a:cubicBezTo>
                  <a:close/>
                  <a:moveTo>
                    <a:pt x="584" y="442"/>
                  </a:moveTo>
                  <a:cubicBezTo>
                    <a:pt x="584" y="454"/>
                    <a:pt x="584" y="454"/>
                    <a:pt x="584" y="454"/>
                  </a:cubicBezTo>
                  <a:cubicBezTo>
                    <a:pt x="583" y="462"/>
                    <a:pt x="579" y="472"/>
                    <a:pt x="575" y="481"/>
                  </a:cubicBezTo>
                  <a:cubicBezTo>
                    <a:pt x="575" y="448"/>
                    <a:pt x="575" y="448"/>
                    <a:pt x="575" y="448"/>
                  </a:cubicBezTo>
                  <a:cubicBezTo>
                    <a:pt x="575" y="445"/>
                    <a:pt x="576" y="442"/>
                    <a:pt x="576" y="438"/>
                  </a:cubicBezTo>
                  <a:cubicBezTo>
                    <a:pt x="578" y="438"/>
                    <a:pt x="580" y="438"/>
                    <a:pt x="582" y="438"/>
                  </a:cubicBezTo>
                  <a:cubicBezTo>
                    <a:pt x="583" y="439"/>
                    <a:pt x="584" y="440"/>
                    <a:pt x="584" y="442"/>
                  </a:cubicBezTo>
                  <a:close/>
                  <a:moveTo>
                    <a:pt x="584" y="497"/>
                  </a:moveTo>
                  <a:cubicBezTo>
                    <a:pt x="584" y="507"/>
                    <a:pt x="584" y="507"/>
                    <a:pt x="584" y="507"/>
                  </a:cubicBezTo>
                  <a:cubicBezTo>
                    <a:pt x="584" y="507"/>
                    <a:pt x="584" y="507"/>
                    <a:pt x="584" y="507"/>
                  </a:cubicBezTo>
                  <a:cubicBezTo>
                    <a:pt x="584" y="507"/>
                    <a:pt x="584" y="507"/>
                    <a:pt x="584" y="507"/>
                  </a:cubicBezTo>
                  <a:cubicBezTo>
                    <a:pt x="584" y="514"/>
                    <a:pt x="584" y="514"/>
                    <a:pt x="584" y="514"/>
                  </a:cubicBezTo>
                  <a:cubicBezTo>
                    <a:pt x="581" y="515"/>
                    <a:pt x="577" y="517"/>
                    <a:pt x="575" y="521"/>
                  </a:cubicBezTo>
                  <a:cubicBezTo>
                    <a:pt x="575" y="513"/>
                    <a:pt x="575" y="513"/>
                    <a:pt x="575" y="513"/>
                  </a:cubicBezTo>
                  <a:cubicBezTo>
                    <a:pt x="578" y="508"/>
                    <a:pt x="582" y="502"/>
                    <a:pt x="584" y="497"/>
                  </a:cubicBezTo>
                  <a:close/>
                  <a:moveTo>
                    <a:pt x="584" y="525"/>
                  </a:moveTo>
                  <a:cubicBezTo>
                    <a:pt x="584" y="531"/>
                    <a:pt x="584" y="531"/>
                    <a:pt x="584" y="531"/>
                  </a:cubicBezTo>
                  <a:cubicBezTo>
                    <a:pt x="581" y="531"/>
                    <a:pt x="578" y="530"/>
                    <a:pt x="575" y="530"/>
                  </a:cubicBezTo>
                  <a:cubicBezTo>
                    <a:pt x="575" y="523"/>
                    <a:pt x="575" y="523"/>
                    <a:pt x="575" y="523"/>
                  </a:cubicBezTo>
                  <a:cubicBezTo>
                    <a:pt x="577" y="524"/>
                    <a:pt x="580" y="524"/>
                    <a:pt x="582" y="525"/>
                  </a:cubicBezTo>
                  <a:cubicBezTo>
                    <a:pt x="583" y="525"/>
                    <a:pt x="584" y="525"/>
                    <a:pt x="584" y="525"/>
                  </a:cubicBezTo>
                  <a:close/>
                  <a:moveTo>
                    <a:pt x="584" y="538"/>
                  </a:moveTo>
                  <a:cubicBezTo>
                    <a:pt x="584" y="548"/>
                    <a:pt x="584" y="548"/>
                    <a:pt x="584" y="548"/>
                  </a:cubicBezTo>
                  <a:cubicBezTo>
                    <a:pt x="581" y="552"/>
                    <a:pt x="578" y="555"/>
                    <a:pt x="575" y="558"/>
                  </a:cubicBezTo>
                  <a:cubicBezTo>
                    <a:pt x="575" y="551"/>
                    <a:pt x="575" y="551"/>
                    <a:pt x="575" y="551"/>
                  </a:cubicBezTo>
                  <a:cubicBezTo>
                    <a:pt x="575" y="550"/>
                    <a:pt x="576" y="549"/>
                    <a:pt x="577" y="548"/>
                  </a:cubicBezTo>
                  <a:cubicBezTo>
                    <a:pt x="576" y="548"/>
                    <a:pt x="576" y="547"/>
                    <a:pt x="576" y="547"/>
                  </a:cubicBezTo>
                  <a:cubicBezTo>
                    <a:pt x="575" y="547"/>
                    <a:pt x="575" y="547"/>
                    <a:pt x="575" y="547"/>
                  </a:cubicBezTo>
                  <a:cubicBezTo>
                    <a:pt x="575" y="541"/>
                    <a:pt x="575" y="541"/>
                    <a:pt x="575" y="541"/>
                  </a:cubicBezTo>
                  <a:cubicBezTo>
                    <a:pt x="579" y="540"/>
                    <a:pt x="582" y="539"/>
                    <a:pt x="584" y="538"/>
                  </a:cubicBezTo>
                  <a:close/>
                  <a:moveTo>
                    <a:pt x="584" y="598"/>
                  </a:moveTo>
                  <a:cubicBezTo>
                    <a:pt x="584" y="611"/>
                    <a:pt x="584" y="611"/>
                    <a:pt x="584" y="611"/>
                  </a:cubicBezTo>
                  <a:cubicBezTo>
                    <a:pt x="582" y="608"/>
                    <a:pt x="579" y="605"/>
                    <a:pt x="577" y="604"/>
                  </a:cubicBezTo>
                  <a:cubicBezTo>
                    <a:pt x="580" y="601"/>
                    <a:pt x="582" y="599"/>
                    <a:pt x="584" y="598"/>
                  </a:cubicBezTo>
                  <a:close/>
                  <a:moveTo>
                    <a:pt x="584" y="631"/>
                  </a:moveTo>
                  <a:cubicBezTo>
                    <a:pt x="584" y="646"/>
                    <a:pt x="584" y="646"/>
                    <a:pt x="584" y="646"/>
                  </a:cubicBezTo>
                  <a:cubicBezTo>
                    <a:pt x="581" y="643"/>
                    <a:pt x="578" y="641"/>
                    <a:pt x="575" y="638"/>
                  </a:cubicBezTo>
                  <a:cubicBezTo>
                    <a:pt x="575" y="621"/>
                    <a:pt x="575" y="621"/>
                    <a:pt x="575" y="621"/>
                  </a:cubicBezTo>
                  <a:cubicBezTo>
                    <a:pt x="578" y="624"/>
                    <a:pt x="581" y="628"/>
                    <a:pt x="584" y="631"/>
                  </a:cubicBezTo>
                  <a:close/>
                  <a:moveTo>
                    <a:pt x="584" y="695"/>
                  </a:moveTo>
                  <a:cubicBezTo>
                    <a:pt x="584" y="703"/>
                    <a:pt x="584" y="703"/>
                    <a:pt x="584" y="703"/>
                  </a:cubicBezTo>
                  <a:cubicBezTo>
                    <a:pt x="582" y="704"/>
                    <a:pt x="580" y="706"/>
                    <a:pt x="578" y="708"/>
                  </a:cubicBezTo>
                  <a:cubicBezTo>
                    <a:pt x="580" y="709"/>
                    <a:pt x="582" y="710"/>
                    <a:pt x="584" y="711"/>
                  </a:cubicBezTo>
                  <a:cubicBezTo>
                    <a:pt x="584" y="721"/>
                    <a:pt x="584" y="721"/>
                    <a:pt x="584" y="721"/>
                  </a:cubicBezTo>
                  <a:cubicBezTo>
                    <a:pt x="584" y="721"/>
                    <a:pt x="583" y="721"/>
                    <a:pt x="582" y="720"/>
                  </a:cubicBezTo>
                  <a:cubicBezTo>
                    <a:pt x="579" y="719"/>
                    <a:pt x="577" y="718"/>
                    <a:pt x="575" y="717"/>
                  </a:cubicBezTo>
                  <a:cubicBezTo>
                    <a:pt x="575" y="702"/>
                    <a:pt x="575" y="702"/>
                    <a:pt x="575" y="702"/>
                  </a:cubicBezTo>
                  <a:cubicBezTo>
                    <a:pt x="578" y="699"/>
                    <a:pt x="581" y="697"/>
                    <a:pt x="584" y="695"/>
                  </a:cubicBezTo>
                  <a:close/>
                  <a:moveTo>
                    <a:pt x="575" y="158"/>
                  </a:moveTo>
                  <a:cubicBezTo>
                    <a:pt x="575" y="147"/>
                    <a:pt x="575" y="147"/>
                    <a:pt x="575" y="147"/>
                  </a:cubicBezTo>
                  <a:cubicBezTo>
                    <a:pt x="578" y="148"/>
                    <a:pt x="581" y="149"/>
                    <a:pt x="584" y="150"/>
                  </a:cubicBezTo>
                  <a:cubicBezTo>
                    <a:pt x="584" y="153"/>
                    <a:pt x="585" y="154"/>
                    <a:pt x="583" y="157"/>
                  </a:cubicBezTo>
                  <a:cubicBezTo>
                    <a:pt x="582" y="157"/>
                    <a:pt x="580" y="158"/>
                    <a:pt x="578" y="158"/>
                  </a:cubicBezTo>
                  <a:cubicBezTo>
                    <a:pt x="578" y="160"/>
                    <a:pt x="578" y="160"/>
                    <a:pt x="577" y="160"/>
                  </a:cubicBezTo>
                  <a:cubicBezTo>
                    <a:pt x="577" y="159"/>
                    <a:pt x="576" y="158"/>
                    <a:pt x="576" y="158"/>
                  </a:cubicBezTo>
                  <a:cubicBezTo>
                    <a:pt x="576" y="158"/>
                    <a:pt x="575" y="158"/>
                    <a:pt x="575" y="158"/>
                  </a:cubicBezTo>
                  <a:close/>
                  <a:moveTo>
                    <a:pt x="568" y="40"/>
                  </a:moveTo>
                  <a:cubicBezTo>
                    <a:pt x="570" y="41"/>
                    <a:pt x="573" y="42"/>
                    <a:pt x="575" y="44"/>
                  </a:cubicBezTo>
                  <a:cubicBezTo>
                    <a:pt x="575" y="93"/>
                    <a:pt x="575" y="93"/>
                    <a:pt x="575" y="93"/>
                  </a:cubicBezTo>
                  <a:cubicBezTo>
                    <a:pt x="573" y="92"/>
                    <a:pt x="570" y="91"/>
                    <a:pt x="568" y="90"/>
                  </a:cubicBezTo>
                  <a:cubicBezTo>
                    <a:pt x="568" y="82"/>
                    <a:pt x="568" y="82"/>
                    <a:pt x="568" y="82"/>
                  </a:cubicBezTo>
                  <a:cubicBezTo>
                    <a:pt x="569" y="83"/>
                    <a:pt x="571" y="84"/>
                    <a:pt x="572" y="85"/>
                  </a:cubicBezTo>
                  <a:cubicBezTo>
                    <a:pt x="573" y="85"/>
                    <a:pt x="574" y="85"/>
                    <a:pt x="575" y="85"/>
                  </a:cubicBezTo>
                  <a:cubicBezTo>
                    <a:pt x="574" y="70"/>
                    <a:pt x="576" y="57"/>
                    <a:pt x="568" y="49"/>
                  </a:cubicBezTo>
                  <a:cubicBezTo>
                    <a:pt x="568" y="40"/>
                    <a:pt x="568" y="40"/>
                    <a:pt x="568" y="40"/>
                  </a:cubicBezTo>
                  <a:close/>
                  <a:moveTo>
                    <a:pt x="575" y="752"/>
                  </a:moveTo>
                  <a:cubicBezTo>
                    <a:pt x="573" y="753"/>
                    <a:pt x="570" y="754"/>
                    <a:pt x="568" y="755"/>
                  </a:cubicBezTo>
                  <a:cubicBezTo>
                    <a:pt x="568" y="746"/>
                    <a:pt x="568" y="746"/>
                    <a:pt x="568" y="746"/>
                  </a:cubicBezTo>
                  <a:cubicBezTo>
                    <a:pt x="568" y="746"/>
                    <a:pt x="569" y="746"/>
                    <a:pt x="569" y="745"/>
                  </a:cubicBezTo>
                  <a:cubicBezTo>
                    <a:pt x="568" y="745"/>
                    <a:pt x="568" y="745"/>
                    <a:pt x="568" y="745"/>
                  </a:cubicBezTo>
                  <a:cubicBezTo>
                    <a:pt x="568" y="734"/>
                    <a:pt x="568" y="734"/>
                    <a:pt x="568" y="734"/>
                  </a:cubicBezTo>
                  <a:cubicBezTo>
                    <a:pt x="573" y="738"/>
                    <a:pt x="573" y="738"/>
                    <a:pt x="573" y="738"/>
                  </a:cubicBezTo>
                  <a:cubicBezTo>
                    <a:pt x="575" y="738"/>
                    <a:pt x="575" y="738"/>
                    <a:pt x="575" y="738"/>
                  </a:cubicBezTo>
                  <a:cubicBezTo>
                    <a:pt x="575" y="752"/>
                    <a:pt x="575" y="752"/>
                    <a:pt x="575" y="752"/>
                  </a:cubicBezTo>
                  <a:close/>
                  <a:moveTo>
                    <a:pt x="575" y="131"/>
                  </a:moveTo>
                  <a:cubicBezTo>
                    <a:pt x="575" y="143"/>
                    <a:pt x="575" y="143"/>
                    <a:pt x="575" y="143"/>
                  </a:cubicBezTo>
                  <a:cubicBezTo>
                    <a:pt x="575" y="143"/>
                    <a:pt x="575" y="143"/>
                    <a:pt x="575" y="143"/>
                  </a:cubicBezTo>
                  <a:cubicBezTo>
                    <a:pt x="575" y="139"/>
                    <a:pt x="575" y="135"/>
                    <a:pt x="575" y="131"/>
                  </a:cubicBezTo>
                  <a:cubicBezTo>
                    <a:pt x="575" y="131"/>
                    <a:pt x="575" y="131"/>
                    <a:pt x="575" y="131"/>
                  </a:cubicBezTo>
                  <a:close/>
                  <a:moveTo>
                    <a:pt x="575" y="147"/>
                  </a:moveTo>
                  <a:cubicBezTo>
                    <a:pt x="575" y="158"/>
                    <a:pt x="575" y="158"/>
                    <a:pt x="575" y="158"/>
                  </a:cubicBezTo>
                  <a:cubicBezTo>
                    <a:pt x="572" y="158"/>
                    <a:pt x="570" y="158"/>
                    <a:pt x="568" y="158"/>
                  </a:cubicBezTo>
                  <a:cubicBezTo>
                    <a:pt x="568" y="145"/>
                    <a:pt x="568" y="145"/>
                    <a:pt x="568" y="145"/>
                  </a:cubicBezTo>
                  <a:cubicBezTo>
                    <a:pt x="571" y="145"/>
                    <a:pt x="573" y="146"/>
                    <a:pt x="575" y="147"/>
                  </a:cubicBezTo>
                  <a:close/>
                  <a:moveTo>
                    <a:pt x="575" y="188"/>
                  </a:moveTo>
                  <a:cubicBezTo>
                    <a:pt x="575" y="204"/>
                    <a:pt x="575" y="204"/>
                    <a:pt x="575" y="204"/>
                  </a:cubicBezTo>
                  <a:cubicBezTo>
                    <a:pt x="573" y="204"/>
                    <a:pt x="570" y="203"/>
                    <a:pt x="568" y="203"/>
                  </a:cubicBezTo>
                  <a:cubicBezTo>
                    <a:pt x="568" y="188"/>
                    <a:pt x="568" y="188"/>
                    <a:pt x="568" y="188"/>
                  </a:cubicBezTo>
                  <a:cubicBezTo>
                    <a:pt x="570" y="189"/>
                    <a:pt x="570" y="189"/>
                    <a:pt x="570" y="189"/>
                  </a:cubicBezTo>
                  <a:cubicBezTo>
                    <a:pt x="572" y="189"/>
                    <a:pt x="573" y="189"/>
                    <a:pt x="575" y="188"/>
                  </a:cubicBezTo>
                  <a:close/>
                  <a:moveTo>
                    <a:pt x="575" y="245"/>
                  </a:moveTo>
                  <a:cubicBezTo>
                    <a:pt x="575" y="253"/>
                    <a:pt x="575" y="253"/>
                    <a:pt x="575" y="253"/>
                  </a:cubicBezTo>
                  <a:cubicBezTo>
                    <a:pt x="574" y="252"/>
                    <a:pt x="573" y="250"/>
                    <a:pt x="572" y="249"/>
                  </a:cubicBezTo>
                  <a:cubicBezTo>
                    <a:pt x="570" y="253"/>
                    <a:pt x="569" y="256"/>
                    <a:pt x="568" y="259"/>
                  </a:cubicBezTo>
                  <a:cubicBezTo>
                    <a:pt x="568" y="238"/>
                    <a:pt x="568" y="238"/>
                    <a:pt x="568" y="238"/>
                  </a:cubicBezTo>
                  <a:cubicBezTo>
                    <a:pt x="570" y="240"/>
                    <a:pt x="573" y="242"/>
                    <a:pt x="575" y="245"/>
                  </a:cubicBezTo>
                  <a:close/>
                  <a:moveTo>
                    <a:pt x="575" y="270"/>
                  </a:moveTo>
                  <a:cubicBezTo>
                    <a:pt x="575" y="289"/>
                    <a:pt x="575" y="289"/>
                    <a:pt x="575" y="289"/>
                  </a:cubicBezTo>
                  <a:cubicBezTo>
                    <a:pt x="573" y="285"/>
                    <a:pt x="571" y="282"/>
                    <a:pt x="568" y="279"/>
                  </a:cubicBezTo>
                  <a:cubicBezTo>
                    <a:pt x="568" y="272"/>
                    <a:pt x="568" y="272"/>
                    <a:pt x="568" y="272"/>
                  </a:cubicBezTo>
                  <a:cubicBezTo>
                    <a:pt x="569" y="273"/>
                    <a:pt x="570" y="275"/>
                    <a:pt x="571" y="277"/>
                  </a:cubicBezTo>
                  <a:cubicBezTo>
                    <a:pt x="573" y="274"/>
                    <a:pt x="574" y="272"/>
                    <a:pt x="575" y="270"/>
                  </a:cubicBezTo>
                  <a:close/>
                  <a:moveTo>
                    <a:pt x="575" y="322"/>
                  </a:moveTo>
                  <a:cubicBezTo>
                    <a:pt x="575" y="335"/>
                    <a:pt x="575" y="335"/>
                    <a:pt x="575" y="335"/>
                  </a:cubicBezTo>
                  <a:cubicBezTo>
                    <a:pt x="573" y="334"/>
                    <a:pt x="572" y="334"/>
                    <a:pt x="570" y="334"/>
                  </a:cubicBezTo>
                  <a:cubicBezTo>
                    <a:pt x="569" y="335"/>
                    <a:pt x="569" y="336"/>
                    <a:pt x="568" y="337"/>
                  </a:cubicBezTo>
                  <a:cubicBezTo>
                    <a:pt x="568" y="322"/>
                    <a:pt x="568" y="322"/>
                    <a:pt x="568" y="322"/>
                  </a:cubicBezTo>
                  <a:cubicBezTo>
                    <a:pt x="570" y="322"/>
                    <a:pt x="573" y="322"/>
                    <a:pt x="575" y="322"/>
                  </a:cubicBezTo>
                  <a:close/>
                  <a:moveTo>
                    <a:pt x="575" y="349"/>
                  </a:moveTo>
                  <a:cubicBezTo>
                    <a:pt x="575" y="357"/>
                    <a:pt x="575" y="357"/>
                    <a:pt x="575" y="357"/>
                  </a:cubicBezTo>
                  <a:cubicBezTo>
                    <a:pt x="573" y="357"/>
                    <a:pt x="571" y="355"/>
                    <a:pt x="568" y="353"/>
                  </a:cubicBezTo>
                  <a:cubicBezTo>
                    <a:pt x="568" y="341"/>
                    <a:pt x="568" y="341"/>
                    <a:pt x="568" y="341"/>
                  </a:cubicBezTo>
                  <a:cubicBezTo>
                    <a:pt x="571" y="343"/>
                    <a:pt x="572" y="346"/>
                    <a:pt x="573" y="349"/>
                  </a:cubicBezTo>
                  <a:cubicBezTo>
                    <a:pt x="575" y="349"/>
                    <a:pt x="575" y="349"/>
                    <a:pt x="575" y="349"/>
                  </a:cubicBezTo>
                  <a:close/>
                  <a:moveTo>
                    <a:pt x="575" y="390"/>
                  </a:moveTo>
                  <a:cubicBezTo>
                    <a:pt x="575" y="393"/>
                    <a:pt x="575" y="393"/>
                    <a:pt x="575" y="393"/>
                  </a:cubicBezTo>
                  <a:cubicBezTo>
                    <a:pt x="575" y="393"/>
                    <a:pt x="575" y="393"/>
                    <a:pt x="575" y="393"/>
                  </a:cubicBezTo>
                  <a:cubicBezTo>
                    <a:pt x="575" y="393"/>
                    <a:pt x="575" y="393"/>
                    <a:pt x="575" y="393"/>
                  </a:cubicBezTo>
                  <a:cubicBezTo>
                    <a:pt x="575" y="414"/>
                    <a:pt x="575" y="414"/>
                    <a:pt x="575" y="414"/>
                  </a:cubicBezTo>
                  <a:cubicBezTo>
                    <a:pt x="568" y="414"/>
                    <a:pt x="568" y="414"/>
                    <a:pt x="568" y="414"/>
                  </a:cubicBezTo>
                  <a:cubicBezTo>
                    <a:pt x="568" y="411"/>
                    <a:pt x="568" y="411"/>
                    <a:pt x="568" y="411"/>
                  </a:cubicBezTo>
                  <a:cubicBezTo>
                    <a:pt x="570" y="411"/>
                    <a:pt x="572" y="410"/>
                    <a:pt x="574" y="410"/>
                  </a:cubicBezTo>
                  <a:cubicBezTo>
                    <a:pt x="572" y="404"/>
                    <a:pt x="572" y="399"/>
                    <a:pt x="569" y="394"/>
                  </a:cubicBezTo>
                  <a:cubicBezTo>
                    <a:pt x="568" y="394"/>
                    <a:pt x="568" y="394"/>
                    <a:pt x="568" y="394"/>
                  </a:cubicBezTo>
                  <a:cubicBezTo>
                    <a:pt x="568" y="390"/>
                    <a:pt x="568" y="390"/>
                    <a:pt x="568" y="390"/>
                  </a:cubicBezTo>
                  <a:cubicBezTo>
                    <a:pt x="575" y="390"/>
                    <a:pt x="575" y="390"/>
                    <a:pt x="575" y="390"/>
                  </a:cubicBezTo>
                  <a:close/>
                  <a:moveTo>
                    <a:pt x="575" y="448"/>
                  </a:moveTo>
                  <a:cubicBezTo>
                    <a:pt x="575" y="481"/>
                    <a:pt x="575" y="481"/>
                    <a:pt x="575" y="481"/>
                  </a:cubicBezTo>
                  <a:cubicBezTo>
                    <a:pt x="573" y="486"/>
                    <a:pt x="570" y="490"/>
                    <a:pt x="568" y="494"/>
                  </a:cubicBezTo>
                  <a:cubicBezTo>
                    <a:pt x="568" y="468"/>
                    <a:pt x="568" y="468"/>
                    <a:pt x="568" y="468"/>
                  </a:cubicBezTo>
                  <a:cubicBezTo>
                    <a:pt x="571" y="462"/>
                    <a:pt x="573" y="455"/>
                    <a:pt x="575" y="448"/>
                  </a:cubicBezTo>
                  <a:close/>
                  <a:moveTo>
                    <a:pt x="575" y="513"/>
                  </a:moveTo>
                  <a:cubicBezTo>
                    <a:pt x="575" y="521"/>
                    <a:pt x="575" y="521"/>
                    <a:pt x="575" y="521"/>
                  </a:cubicBezTo>
                  <a:cubicBezTo>
                    <a:pt x="574" y="522"/>
                    <a:pt x="574" y="522"/>
                    <a:pt x="574" y="523"/>
                  </a:cubicBezTo>
                  <a:cubicBezTo>
                    <a:pt x="575" y="523"/>
                    <a:pt x="575" y="523"/>
                    <a:pt x="575" y="523"/>
                  </a:cubicBezTo>
                  <a:cubicBezTo>
                    <a:pt x="575" y="530"/>
                    <a:pt x="575" y="530"/>
                    <a:pt x="575" y="530"/>
                  </a:cubicBezTo>
                  <a:cubicBezTo>
                    <a:pt x="572" y="531"/>
                    <a:pt x="570" y="531"/>
                    <a:pt x="568" y="532"/>
                  </a:cubicBezTo>
                  <a:cubicBezTo>
                    <a:pt x="568" y="524"/>
                    <a:pt x="568" y="524"/>
                    <a:pt x="568" y="524"/>
                  </a:cubicBezTo>
                  <a:cubicBezTo>
                    <a:pt x="569" y="522"/>
                    <a:pt x="571" y="519"/>
                    <a:pt x="572" y="517"/>
                  </a:cubicBezTo>
                  <a:cubicBezTo>
                    <a:pt x="573" y="516"/>
                    <a:pt x="574" y="514"/>
                    <a:pt x="575" y="513"/>
                  </a:cubicBezTo>
                  <a:close/>
                  <a:moveTo>
                    <a:pt x="575" y="541"/>
                  </a:moveTo>
                  <a:cubicBezTo>
                    <a:pt x="575" y="547"/>
                    <a:pt x="575" y="547"/>
                    <a:pt x="575" y="547"/>
                  </a:cubicBezTo>
                  <a:cubicBezTo>
                    <a:pt x="573" y="546"/>
                    <a:pt x="570" y="546"/>
                    <a:pt x="568" y="546"/>
                  </a:cubicBezTo>
                  <a:cubicBezTo>
                    <a:pt x="568" y="540"/>
                    <a:pt x="568" y="540"/>
                    <a:pt x="568" y="540"/>
                  </a:cubicBezTo>
                  <a:cubicBezTo>
                    <a:pt x="570" y="540"/>
                    <a:pt x="571" y="541"/>
                    <a:pt x="575" y="541"/>
                  </a:cubicBezTo>
                  <a:cubicBezTo>
                    <a:pt x="575" y="541"/>
                    <a:pt x="575" y="541"/>
                    <a:pt x="575" y="541"/>
                  </a:cubicBezTo>
                  <a:close/>
                  <a:moveTo>
                    <a:pt x="575" y="551"/>
                  </a:moveTo>
                  <a:cubicBezTo>
                    <a:pt x="575" y="558"/>
                    <a:pt x="575" y="558"/>
                    <a:pt x="575" y="558"/>
                  </a:cubicBezTo>
                  <a:cubicBezTo>
                    <a:pt x="573" y="559"/>
                    <a:pt x="572" y="560"/>
                    <a:pt x="571" y="560"/>
                  </a:cubicBezTo>
                  <a:cubicBezTo>
                    <a:pt x="570" y="562"/>
                    <a:pt x="569" y="564"/>
                    <a:pt x="568" y="566"/>
                  </a:cubicBezTo>
                  <a:cubicBezTo>
                    <a:pt x="568" y="555"/>
                    <a:pt x="568" y="555"/>
                    <a:pt x="568" y="555"/>
                  </a:cubicBezTo>
                  <a:cubicBezTo>
                    <a:pt x="571" y="554"/>
                    <a:pt x="573" y="553"/>
                    <a:pt x="575" y="551"/>
                  </a:cubicBezTo>
                  <a:close/>
                  <a:moveTo>
                    <a:pt x="575" y="621"/>
                  </a:moveTo>
                  <a:cubicBezTo>
                    <a:pt x="575" y="638"/>
                    <a:pt x="575" y="638"/>
                    <a:pt x="575" y="638"/>
                  </a:cubicBezTo>
                  <a:cubicBezTo>
                    <a:pt x="573" y="636"/>
                    <a:pt x="570" y="633"/>
                    <a:pt x="568" y="631"/>
                  </a:cubicBezTo>
                  <a:cubicBezTo>
                    <a:pt x="568" y="614"/>
                    <a:pt x="568" y="614"/>
                    <a:pt x="568" y="614"/>
                  </a:cubicBezTo>
                  <a:cubicBezTo>
                    <a:pt x="570" y="616"/>
                    <a:pt x="572" y="618"/>
                    <a:pt x="575" y="621"/>
                  </a:cubicBezTo>
                  <a:close/>
                  <a:moveTo>
                    <a:pt x="575" y="702"/>
                  </a:moveTo>
                  <a:cubicBezTo>
                    <a:pt x="575" y="717"/>
                    <a:pt x="575" y="717"/>
                    <a:pt x="575" y="717"/>
                  </a:cubicBezTo>
                  <a:cubicBezTo>
                    <a:pt x="572" y="716"/>
                    <a:pt x="570" y="716"/>
                    <a:pt x="568" y="716"/>
                  </a:cubicBezTo>
                  <a:cubicBezTo>
                    <a:pt x="568" y="706"/>
                    <a:pt x="568" y="706"/>
                    <a:pt x="568" y="706"/>
                  </a:cubicBezTo>
                  <a:cubicBezTo>
                    <a:pt x="569" y="706"/>
                    <a:pt x="569" y="706"/>
                    <a:pt x="570" y="706"/>
                  </a:cubicBezTo>
                  <a:cubicBezTo>
                    <a:pt x="572" y="704"/>
                    <a:pt x="573" y="703"/>
                    <a:pt x="575" y="702"/>
                  </a:cubicBezTo>
                  <a:close/>
                  <a:moveTo>
                    <a:pt x="568" y="449"/>
                  </a:moveTo>
                  <a:cubicBezTo>
                    <a:pt x="569" y="449"/>
                    <a:pt x="569" y="449"/>
                    <a:pt x="570" y="449"/>
                  </a:cubicBezTo>
                  <a:cubicBezTo>
                    <a:pt x="571" y="444"/>
                    <a:pt x="570" y="443"/>
                    <a:pt x="568" y="440"/>
                  </a:cubicBezTo>
                  <a:cubicBezTo>
                    <a:pt x="568" y="449"/>
                    <a:pt x="568" y="449"/>
                    <a:pt x="568" y="449"/>
                  </a:cubicBezTo>
                  <a:close/>
                  <a:moveTo>
                    <a:pt x="568" y="171"/>
                  </a:moveTo>
                  <a:cubicBezTo>
                    <a:pt x="568" y="163"/>
                    <a:pt x="568" y="163"/>
                    <a:pt x="568" y="163"/>
                  </a:cubicBezTo>
                  <a:cubicBezTo>
                    <a:pt x="570" y="164"/>
                    <a:pt x="572" y="164"/>
                    <a:pt x="574" y="165"/>
                  </a:cubicBezTo>
                  <a:cubicBezTo>
                    <a:pt x="574" y="167"/>
                    <a:pt x="574" y="167"/>
                    <a:pt x="572" y="171"/>
                  </a:cubicBezTo>
                  <a:cubicBezTo>
                    <a:pt x="571" y="171"/>
                    <a:pt x="569" y="171"/>
                    <a:pt x="568" y="171"/>
                  </a:cubicBezTo>
                  <a:close/>
                  <a:moveTo>
                    <a:pt x="559" y="36"/>
                  </a:moveTo>
                  <a:cubicBezTo>
                    <a:pt x="563" y="37"/>
                    <a:pt x="565" y="39"/>
                    <a:pt x="568" y="40"/>
                  </a:cubicBezTo>
                  <a:cubicBezTo>
                    <a:pt x="568" y="49"/>
                    <a:pt x="568" y="49"/>
                    <a:pt x="568" y="49"/>
                  </a:cubicBezTo>
                  <a:cubicBezTo>
                    <a:pt x="566" y="47"/>
                    <a:pt x="563" y="45"/>
                    <a:pt x="559" y="44"/>
                  </a:cubicBezTo>
                  <a:cubicBezTo>
                    <a:pt x="559" y="36"/>
                    <a:pt x="559" y="36"/>
                    <a:pt x="559" y="36"/>
                  </a:cubicBezTo>
                  <a:close/>
                  <a:moveTo>
                    <a:pt x="568" y="755"/>
                  </a:moveTo>
                  <a:cubicBezTo>
                    <a:pt x="565" y="757"/>
                    <a:pt x="563" y="758"/>
                    <a:pt x="559" y="759"/>
                  </a:cubicBezTo>
                  <a:cubicBezTo>
                    <a:pt x="559" y="751"/>
                    <a:pt x="559" y="751"/>
                    <a:pt x="559" y="751"/>
                  </a:cubicBezTo>
                  <a:cubicBezTo>
                    <a:pt x="563" y="750"/>
                    <a:pt x="566" y="748"/>
                    <a:pt x="568" y="746"/>
                  </a:cubicBezTo>
                  <a:cubicBezTo>
                    <a:pt x="568" y="755"/>
                    <a:pt x="568" y="755"/>
                    <a:pt x="568" y="755"/>
                  </a:cubicBezTo>
                  <a:close/>
                  <a:moveTo>
                    <a:pt x="568" y="82"/>
                  </a:moveTo>
                  <a:cubicBezTo>
                    <a:pt x="568" y="90"/>
                    <a:pt x="568" y="90"/>
                    <a:pt x="568" y="90"/>
                  </a:cubicBezTo>
                  <a:cubicBezTo>
                    <a:pt x="565" y="89"/>
                    <a:pt x="562" y="88"/>
                    <a:pt x="559" y="86"/>
                  </a:cubicBezTo>
                  <a:cubicBezTo>
                    <a:pt x="559" y="74"/>
                    <a:pt x="559" y="74"/>
                    <a:pt x="559" y="74"/>
                  </a:cubicBezTo>
                  <a:cubicBezTo>
                    <a:pt x="561" y="77"/>
                    <a:pt x="564" y="80"/>
                    <a:pt x="568" y="82"/>
                  </a:cubicBezTo>
                  <a:close/>
                  <a:moveTo>
                    <a:pt x="568" y="145"/>
                  </a:moveTo>
                  <a:cubicBezTo>
                    <a:pt x="568" y="158"/>
                    <a:pt x="568" y="158"/>
                    <a:pt x="568" y="158"/>
                  </a:cubicBezTo>
                  <a:cubicBezTo>
                    <a:pt x="567" y="158"/>
                    <a:pt x="565" y="157"/>
                    <a:pt x="563" y="156"/>
                  </a:cubicBezTo>
                  <a:cubicBezTo>
                    <a:pt x="563" y="152"/>
                    <a:pt x="563" y="148"/>
                    <a:pt x="563" y="144"/>
                  </a:cubicBezTo>
                  <a:cubicBezTo>
                    <a:pt x="565" y="144"/>
                    <a:pt x="567" y="144"/>
                    <a:pt x="568" y="145"/>
                  </a:cubicBezTo>
                  <a:close/>
                  <a:moveTo>
                    <a:pt x="568" y="163"/>
                  </a:moveTo>
                  <a:cubicBezTo>
                    <a:pt x="568" y="171"/>
                    <a:pt x="568" y="171"/>
                    <a:pt x="568" y="171"/>
                  </a:cubicBezTo>
                  <a:cubicBezTo>
                    <a:pt x="565" y="172"/>
                    <a:pt x="562" y="173"/>
                    <a:pt x="559" y="173"/>
                  </a:cubicBezTo>
                  <a:cubicBezTo>
                    <a:pt x="559" y="160"/>
                    <a:pt x="559" y="160"/>
                    <a:pt x="559" y="160"/>
                  </a:cubicBezTo>
                  <a:cubicBezTo>
                    <a:pt x="562" y="162"/>
                    <a:pt x="565" y="162"/>
                    <a:pt x="568" y="163"/>
                  </a:cubicBezTo>
                  <a:close/>
                  <a:moveTo>
                    <a:pt x="568" y="188"/>
                  </a:moveTo>
                  <a:cubicBezTo>
                    <a:pt x="568" y="203"/>
                    <a:pt x="568" y="203"/>
                    <a:pt x="568" y="203"/>
                  </a:cubicBezTo>
                  <a:cubicBezTo>
                    <a:pt x="565" y="202"/>
                    <a:pt x="562" y="202"/>
                    <a:pt x="559" y="199"/>
                  </a:cubicBezTo>
                  <a:cubicBezTo>
                    <a:pt x="559" y="188"/>
                    <a:pt x="559" y="188"/>
                    <a:pt x="559" y="188"/>
                  </a:cubicBezTo>
                  <a:cubicBezTo>
                    <a:pt x="563" y="187"/>
                    <a:pt x="564" y="187"/>
                    <a:pt x="568" y="188"/>
                  </a:cubicBezTo>
                  <a:close/>
                  <a:moveTo>
                    <a:pt x="568" y="238"/>
                  </a:moveTo>
                  <a:cubicBezTo>
                    <a:pt x="568" y="259"/>
                    <a:pt x="568" y="259"/>
                    <a:pt x="568" y="259"/>
                  </a:cubicBezTo>
                  <a:cubicBezTo>
                    <a:pt x="567" y="263"/>
                    <a:pt x="566" y="267"/>
                    <a:pt x="568" y="272"/>
                  </a:cubicBezTo>
                  <a:cubicBezTo>
                    <a:pt x="568" y="279"/>
                    <a:pt x="568" y="279"/>
                    <a:pt x="568" y="279"/>
                  </a:cubicBezTo>
                  <a:cubicBezTo>
                    <a:pt x="565" y="275"/>
                    <a:pt x="563" y="272"/>
                    <a:pt x="559" y="269"/>
                  </a:cubicBezTo>
                  <a:cubicBezTo>
                    <a:pt x="559" y="263"/>
                    <a:pt x="559" y="263"/>
                    <a:pt x="559" y="263"/>
                  </a:cubicBezTo>
                  <a:cubicBezTo>
                    <a:pt x="564" y="253"/>
                    <a:pt x="569" y="243"/>
                    <a:pt x="559" y="236"/>
                  </a:cubicBezTo>
                  <a:cubicBezTo>
                    <a:pt x="559" y="229"/>
                    <a:pt x="559" y="229"/>
                    <a:pt x="559" y="229"/>
                  </a:cubicBezTo>
                  <a:cubicBezTo>
                    <a:pt x="563" y="232"/>
                    <a:pt x="565" y="234"/>
                    <a:pt x="568" y="238"/>
                  </a:cubicBezTo>
                  <a:close/>
                  <a:moveTo>
                    <a:pt x="568" y="322"/>
                  </a:moveTo>
                  <a:cubicBezTo>
                    <a:pt x="568" y="337"/>
                    <a:pt x="568" y="337"/>
                    <a:pt x="568" y="337"/>
                  </a:cubicBezTo>
                  <a:cubicBezTo>
                    <a:pt x="568" y="338"/>
                    <a:pt x="567" y="339"/>
                    <a:pt x="567" y="340"/>
                  </a:cubicBezTo>
                  <a:cubicBezTo>
                    <a:pt x="567" y="341"/>
                    <a:pt x="568" y="341"/>
                    <a:pt x="568" y="341"/>
                  </a:cubicBezTo>
                  <a:cubicBezTo>
                    <a:pt x="568" y="353"/>
                    <a:pt x="568" y="353"/>
                    <a:pt x="568" y="353"/>
                  </a:cubicBezTo>
                  <a:cubicBezTo>
                    <a:pt x="568" y="353"/>
                    <a:pt x="567" y="352"/>
                    <a:pt x="567" y="352"/>
                  </a:cubicBezTo>
                  <a:cubicBezTo>
                    <a:pt x="566" y="352"/>
                    <a:pt x="565" y="352"/>
                    <a:pt x="564" y="352"/>
                  </a:cubicBezTo>
                  <a:cubicBezTo>
                    <a:pt x="562" y="362"/>
                    <a:pt x="571" y="366"/>
                    <a:pt x="567" y="376"/>
                  </a:cubicBezTo>
                  <a:cubicBezTo>
                    <a:pt x="564" y="377"/>
                    <a:pt x="562" y="377"/>
                    <a:pt x="559" y="378"/>
                  </a:cubicBezTo>
                  <a:cubicBezTo>
                    <a:pt x="559" y="345"/>
                    <a:pt x="559" y="345"/>
                    <a:pt x="559" y="345"/>
                  </a:cubicBezTo>
                  <a:cubicBezTo>
                    <a:pt x="560" y="345"/>
                    <a:pt x="560" y="345"/>
                    <a:pt x="560" y="345"/>
                  </a:cubicBezTo>
                  <a:cubicBezTo>
                    <a:pt x="560" y="342"/>
                    <a:pt x="560" y="340"/>
                    <a:pt x="559" y="337"/>
                  </a:cubicBezTo>
                  <a:cubicBezTo>
                    <a:pt x="559" y="331"/>
                    <a:pt x="559" y="331"/>
                    <a:pt x="559" y="331"/>
                  </a:cubicBezTo>
                  <a:cubicBezTo>
                    <a:pt x="563" y="329"/>
                    <a:pt x="564" y="326"/>
                    <a:pt x="566" y="322"/>
                  </a:cubicBezTo>
                  <a:cubicBezTo>
                    <a:pt x="567" y="322"/>
                    <a:pt x="567" y="322"/>
                    <a:pt x="568" y="322"/>
                  </a:cubicBezTo>
                  <a:close/>
                  <a:moveTo>
                    <a:pt x="568" y="390"/>
                  </a:moveTo>
                  <a:cubicBezTo>
                    <a:pt x="568" y="394"/>
                    <a:pt x="568" y="394"/>
                    <a:pt x="568" y="394"/>
                  </a:cubicBezTo>
                  <a:cubicBezTo>
                    <a:pt x="562" y="394"/>
                    <a:pt x="562" y="394"/>
                    <a:pt x="562" y="394"/>
                  </a:cubicBezTo>
                  <a:cubicBezTo>
                    <a:pt x="563" y="399"/>
                    <a:pt x="564" y="405"/>
                    <a:pt x="565" y="410"/>
                  </a:cubicBezTo>
                  <a:cubicBezTo>
                    <a:pt x="566" y="410"/>
                    <a:pt x="567" y="411"/>
                    <a:pt x="568" y="411"/>
                  </a:cubicBezTo>
                  <a:cubicBezTo>
                    <a:pt x="568" y="411"/>
                    <a:pt x="568" y="411"/>
                    <a:pt x="568" y="411"/>
                  </a:cubicBezTo>
                  <a:cubicBezTo>
                    <a:pt x="568" y="414"/>
                    <a:pt x="568" y="414"/>
                    <a:pt x="568" y="414"/>
                  </a:cubicBezTo>
                  <a:cubicBezTo>
                    <a:pt x="559" y="414"/>
                    <a:pt x="559" y="414"/>
                    <a:pt x="559" y="414"/>
                  </a:cubicBezTo>
                  <a:cubicBezTo>
                    <a:pt x="559" y="411"/>
                    <a:pt x="559" y="411"/>
                    <a:pt x="559" y="411"/>
                  </a:cubicBezTo>
                  <a:cubicBezTo>
                    <a:pt x="562" y="411"/>
                    <a:pt x="562" y="411"/>
                    <a:pt x="562" y="411"/>
                  </a:cubicBezTo>
                  <a:cubicBezTo>
                    <a:pt x="560" y="406"/>
                    <a:pt x="560" y="402"/>
                    <a:pt x="559" y="400"/>
                  </a:cubicBezTo>
                  <a:cubicBezTo>
                    <a:pt x="559" y="390"/>
                    <a:pt x="559" y="390"/>
                    <a:pt x="559" y="390"/>
                  </a:cubicBezTo>
                  <a:cubicBezTo>
                    <a:pt x="568" y="390"/>
                    <a:pt x="568" y="390"/>
                    <a:pt x="568" y="390"/>
                  </a:cubicBezTo>
                  <a:close/>
                  <a:moveTo>
                    <a:pt x="568" y="440"/>
                  </a:moveTo>
                  <a:cubicBezTo>
                    <a:pt x="568" y="449"/>
                    <a:pt x="568" y="449"/>
                    <a:pt x="568" y="449"/>
                  </a:cubicBezTo>
                  <a:cubicBezTo>
                    <a:pt x="565" y="451"/>
                    <a:pt x="563" y="452"/>
                    <a:pt x="559" y="453"/>
                  </a:cubicBezTo>
                  <a:cubicBezTo>
                    <a:pt x="559" y="444"/>
                    <a:pt x="559" y="444"/>
                    <a:pt x="559" y="444"/>
                  </a:cubicBezTo>
                  <a:cubicBezTo>
                    <a:pt x="560" y="443"/>
                    <a:pt x="561" y="441"/>
                    <a:pt x="563" y="439"/>
                  </a:cubicBezTo>
                  <a:cubicBezTo>
                    <a:pt x="564" y="439"/>
                    <a:pt x="566" y="439"/>
                    <a:pt x="568" y="439"/>
                  </a:cubicBezTo>
                  <a:cubicBezTo>
                    <a:pt x="568" y="440"/>
                    <a:pt x="568" y="440"/>
                    <a:pt x="568" y="440"/>
                  </a:cubicBezTo>
                  <a:close/>
                  <a:moveTo>
                    <a:pt x="568" y="468"/>
                  </a:moveTo>
                  <a:cubicBezTo>
                    <a:pt x="568" y="494"/>
                    <a:pt x="568" y="494"/>
                    <a:pt x="568" y="494"/>
                  </a:cubicBezTo>
                  <a:cubicBezTo>
                    <a:pt x="565" y="499"/>
                    <a:pt x="562" y="504"/>
                    <a:pt x="559" y="507"/>
                  </a:cubicBezTo>
                  <a:cubicBezTo>
                    <a:pt x="559" y="486"/>
                    <a:pt x="559" y="486"/>
                    <a:pt x="559" y="486"/>
                  </a:cubicBezTo>
                  <a:cubicBezTo>
                    <a:pt x="563" y="480"/>
                    <a:pt x="566" y="474"/>
                    <a:pt x="568" y="468"/>
                  </a:cubicBezTo>
                  <a:close/>
                  <a:moveTo>
                    <a:pt x="568" y="524"/>
                  </a:moveTo>
                  <a:cubicBezTo>
                    <a:pt x="568" y="532"/>
                    <a:pt x="568" y="532"/>
                    <a:pt x="568" y="532"/>
                  </a:cubicBezTo>
                  <a:cubicBezTo>
                    <a:pt x="566" y="533"/>
                    <a:pt x="564" y="536"/>
                    <a:pt x="563" y="539"/>
                  </a:cubicBezTo>
                  <a:cubicBezTo>
                    <a:pt x="565" y="539"/>
                    <a:pt x="567" y="540"/>
                    <a:pt x="568" y="540"/>
                  </a:cubicBezTo>
                  <a:cubicBezTo>
                    <a:pt x="568" y="546"/>
                    <a:pt x="568" y="546"/>
                    <a:pt x="568" y="546"/>
                  </a:cubicBezTo>
                  <a:cubicBezTo>
                    <a:pt x="565" y="546"/>
                    <a:pt x="562" y="545"/>
                    <a:pt x="559" y="546"/>
                  </a:cubicBezTo>
                  <a:cubicBezTo>
                    <a:pt x="559" y="535"/>
                    <a:pt x="559" y="535"/>
                    <a:pt x="559" y="535"/>
                  </a:cubicBezTo>
                  <a:cubicBezTo>
                    <a:pt x="563" y="531"/>
                    <a:pt x="565" y="527"/>
                    <a:pt x="568" y="524"/>
                  </a:cubicBezTo>
                  <a:close/>
                  <a:moveTo>
                    <a:pt x="568" y="555"/>
                  </a:moveTo>
                  <a:cubicBezTo>
                    <a:pt x="568" y="566"/>
                    <a:pt x="568" y="566"/>
                    <a:pt x="568" y="566"/>
                  </a:cubicBezTo>
                  <a:cubicBezTo>
                    <a:pt x="567" y="567"/>
                    <a:pt x="567" y="567"/>
                    <a:pt x="567" y="567"/>
                  </a:cubicBezTo>
                  <a:cubicBezTo>
                    <a:pt x="565" y="570"/>
                    <a:pt x="562" y="572"/>
                    <a:pt x="559" y="574"/>
                  </a:cubicBezTo>
                  <a:cubicBezTo>
                    <a:pt x="559" y="567"/>
                    <a:pt x="559" y="567"/>
                    <a:pt x="559" y="567"/>
                  </a:cubicBezTo>
                  <a:cubicBezTo>
                    <a:pt x="561" y="566"/>
                    <a:pt x="563" y="565"/>
                    <a:pt x="564" y="562"/>
                  </a:cubicBezTo>
                  <a:cubicBezTo>
                    <a:pt x="563" y="561"/>
                    <a:pt x="561" y="561"/>
                    <a:pt x="559" y="561"/>
                  </a:cubicBezTo>
                  <a:cubicBezTo>
                    <a:pt x="559" y="556"/>
                    <a:pt x="559" y="556"/>
                    <a:pt x="559" y="556"/>
                  </a:cubicBezTo>
                  <a:cubicBezTo>
                    <a:pt x="563" y="556"/>
                    <a:pt x="566" y="556"/>
                    <a:pt x="568" y="555"/>
                  </a:cubicBezTo>
                  <a:close/>
                  <a:moveTo>
                    <a:pt x="568" y="614"/>
                  </a:moveTo>
                  <a:cubicBezTo>
                    <a:pt x="568" y="631"/>
                    <a:pt x="568" y="631"/>
                    <a:pt x="568" y="631"/>
                  </a:cubicBezTo>
                  <a:cubicBezTo>
                    <a:pt x="565" y="628"/>
                    <a:pt x="563" y="624"/>
                    <a:pt x="559" y="621"/>
                  </a:cubicBezTo>
                  <a:cubicBezTo>
                    <a:pt x="559" y="619"/>
                    <a:pt x="559" y="619"/>
                    <a:pt x="559" y="619"/>
                  </a:cubicBezTo>
                  <a:cubicBezTo>
                    <a:pt x="561" y="617"/>
                    <a:pt x="562" y="617"/>
                    <a:pt x="567" y="613"/>
                  </a:cubicBezTo>
                  <a:cubicBezTo>
                    <a:pt x="567" y="613"/>
                    <a:pt x="568" y="613"/>
                    <a:pt x="568" y="614"/>
                  </a:cubicBezTo>
                  <a:close/>
                  <a:moveTo>
                    <a:pt x="568" y="706"/>
                  </a:moveTo>
                  <a:cubicBezTo>
                    <a:pt x="568" y="716"/>
                    <a:pt x="568" y="716"/>
                    <a:pt x="568" y="716"/>
                  </a:cubicBezTo>
                  <a:cubicBezTo>
                    <a:pt x="565" y="716"/>
                    <a:pt x="563" y="716"/>
                    <a:pt x="559" y="718"/>
                  </a:cubicBezTo>
                  <a:cubicBezTo>
                    <a:pt x="559" y="709"/>
                    <a:pt x="559" y="709"/>
                    <a:pt x="559" y="709"/>
                  </a:cubicBezTo>
                  <a:cubicBezTo>
                    <a:pt x="562" y="708"/>
                    <a:pt x="565" y="707"/>
                    <a:pt x="568" y="706"/>
                  </a:cubicBezTo>
                  <a:close/>
                  <a:moveTo>
                    <a:pt x="568" y="734"/>
                  </a:moveTo>
                  <a:cubicBezTo>
                    <a:pt x="568" y="745"/>
                    <a:pt x="568" y="745"/>
                    <a:pt x="568" y="745"/>
                  </a:cubicBezTo>
                  <a:cubicBezTo>
                    <a:pt x="565" y="743"/>
                    <a:pt x="563" y="741"/>
                    <a:pt x="559" y="739"/>
                  </a:cubicBezTo>
                  <a:cubicBezTo>
                    <a:pt x="559" y="729"/>
                    <a:pt x="559" y="729"/>
                    <a:pt x="559" y="729"/>
                  </a:cubicBezTo>
                  <a:cubicBezTo>
                    <a:pt x="568" y="734"/>
                    <a:pt x="568" y="734"/>
                    <a:pt x="568" y="734"/>
                  </a:cubicBezTo>
                  <a:close/>
                  <a:moveTo>
                    <a:pt x="559" y="317"/>
                  </a:moveTo>
                  <a:cubicBezTo>
                    <a:pt x="559" y="304"/>
                    <a:pt x="559" y="304"/>
                    <a:pt x="559" y="304"/>
                  </a:cubicBezTo>
                  <a:cubicBezTo>
                    <a:pt x="561" y="307"/>
                    <a:pt x="562" y="310"/>
                    <a:pt x="562" y="316"/>
                  </a:cubicBezTo>
                  <a:cubicBezTo>
                    <a:pt x="561" y="316"/>
                    <a:pt x="560" y="316"/>
                    <a:pt x="559" y="317"/>
                  </a:cubicBezTo>
                  <a:close/>
                  <a:moveTo>
                    <a:pt x="559" y="36"/>
                  </a:moveTo>
                  <a:cubicBezTo>
                    <a:pt x="559" y="36"/>
                    <a:pt x="559" y="36"/>
                    <a:pt x="559" y="36"/>
                  </a:cubicBezTo>
                  <a:cubicBezTo>
                    <a:pt x="559" y="44"/>
                    <a:pt x="559" y="44"/>
                    <a:pt x="559" y="44"/>
                  </a:cubicBezTo>
                  <a:cubicBezTo>
                    <a:pt x="559" y="44"/>
                    <a:pt x="559" y="44"/>
                    <a:pt x="559" y="43"/>
                  </a:cubicBezTo>
                  <a:cubicBezTo>
                    <a:pt x="559" y="36"/>
                    <a:pt x="559" y="36"/>
                    <a:pt x="559" y="36"/>
                  </a:cubicBezTo>
                  <a:close/>
                  <a:moveTo>
                    <a:pt x="559" y="759"/>
                  </a:moveTo>
                  <a:cubicBezTo>
                    <a:pt x="559" y="759"/>
                    <a:pt x="559" y="759"/>
                    <a:pt x="559" y="759"/>
                  </a:cubicBezTo>
                  <a:cubicBezTo>
                    <a:pt x="559" y="751"/>
                    <a:pt x="559" y="751"/>
                    <a:pt x="559" y="751"/>
                  </a:cubicBezTo>
                  <a:cubicBezTo>
                    <a:pt x="559" y="751"/>
                    <a:pt x="559" y="751"/>
                    <a:pt x="559" y="751"/>
                  </a:cubicBezTo>
                  <a:cubicBezTo>
                    <a:pt x="559" y="759"/>
                    <a:pt x="559" y="759"/>
                    <a:pt x="559" y="759"/>
                  </a:cubicBezTo>
                  <a:close/>
                  <a:moveTo>
                    <a:pt x="559" y="74"/>
                  </a:moveTo>
                  <a:cubicBezTo>
                    <a:pt x="559" y="86"/>
                    <a:pt x="559" y="86"/>
                    <a:pt x="559" y="86"/>
                  </a:cubicBezTo>
                  <a:cubicBezTo>
                    <a:pt x="559" y="86"/>
                    <a:pt x="559" y="86"/>
                    <a:pt x="559" y="86"/>
                  </a:cubicBezTo>
                  <a:cubicBezTo>
                    <a:pt x="559" y="73"/>
                    <a:pt x="559" y="73"/>
                    <a:pt x="559" y="73"/>
                  </a:cubicBezTo>
                  <a:cubicBezTo>
                    <a:pt x="559" y="74"/>
                    <a:pt x="559" y="74"/>
                    <a:pt x="559" y="74"/>
                  </a:cubicBezTo>
                  <a:close/>
                  <a:moveTo>
                    <a:pt x="559" y="160"/>
                  </a:moveTo>
                  <a:cubicBezTo>
                    <a:pt x="559" y="173"/>
                    <a:pt x="559" y="173"/>
                    <a:pt x="559" y="173"/>
                  </a:cubicBezTo>
                  <a:cubicBezTo>
                    <a:pt x="559" y="173"/>
                    <a:pt x="559" y="173"/>
                    <a:pt x="559" y="173"/>
                  </a:cubicBezTo>
                  <a:cubicBezTo>
                    <a:pt x="559" y="159"/>
                    <a:pt x="559" y="159"/>
                    <a:pt x="559" y="159"/>
                  </a:cubicBezTo>
                  <a:cubicBezTo>
                    <a:pt x="559" y="159"/>
                    <a:pt x="559" y="159"/>
                    <a:pt x="559" y="160"/>
                  </a:cubicBezTo>
                  <a:close/>
                  <a:moveTo>
                    <a:pt x="559" y="188"/>
                  </a:moveTo>
                  <a:cubicBezTo>
                    <a:pt x="559" y="199"/>
                    <a:pt x="559" y="199"/>
                    <a:pt x="559" y="199"/>
                  </a:cubicBezTo>
                  <a:cubicBezTo>
                    <a:pt x="559" y="199"/>
                    <a:pt x="559" y="199"/>
                    <a:pt x="559" y="198"/>
                  </a:cubicBezTo>
                  <a:cubicBezTo>
                    <a:pt x="559" y="188"/>
                    <a:pt x="559" y="188"/>
                    <a:pt x="559" y="188"/>
                  </a:cubicBezTo>
                  <a:cubicBezTo>
                    <a:pt x="559" y="188"/>
                    <a:pt x="559" y="188"/>
                    <a:pt x="559" y="188"/>
                  </a:cubicBezTo>
                  <a:close/>
                  <a:moveTo>
                    <a:pt x="559" y="229"/>
                  </a:moveTo>
                  <a:cubicBezTo>
                    <a:pt x="559" y="236"/>
                    <a:pt x="559" y="236"/>
                    <a:pt x="559" y="236"/>
                  </a:cubicBezTo>
                  <a:cubicBezTo>
                    <a:pt x="559" y="236"/>
                    <a:pt x="559" y="236"/>
                    <a:pt x="559" y="235"/>
                  </a:cubicBezTo>
                  <a:cubicBezTo>
                    <a:pt x="559" y="228"/>
                    <a:pt x="559" y="228"/>
                    <a:pt x="559" y="228"/>
                  </a:cubicBezTo>
                  <a:cubicBezTo>
                    <a:pt x="559" y="229"/>
                    <a:pt x="559" y="229"/>
                    <a:pt x="559" y="229"/>
                  </a:cubicBezTo>
                  <a:close/>
                  <a:moveTo>
                    <a:pt x="559" y="263"/>
                  </a:moveTo>
                  <a:cubicBezTo>
                    <a:pt x="559" y="269"/>
                    <a:pt x="559" y="269"/>
                    <a:pt x="559" y="269"/>
                  </a:cubicBezTo>
                  <a:cubicBezTo>
                    <a:pt x="559" y="268"/>
                    <a:pt x="559" y="268"/>
                    <a:pt x="559" y="268"/>
                  </a:cubicBezTo>
                  <a:cubicBezTo>
                    <a:pt x="559" y="262"/>
                    <a:pt x="559" y="262"/>
                    <a:pt x="559" y="262"/>
                  </a:cubicBezTo>
                  <a:cubicBezTo>
                    <a:pt x="559" y="262"/>
                    <a:pt x="559" y="262"/>
                    <a:pt x="559" y="263"/>
                  </a:cubicBezTo>
                  <a:cubicBezTo>
                    <a:pt x="559" y="263"/>
                    <a:pt x="559" y="263"/>
                    <a:pt x="559" y="263"/>
                  </a:cubicBezTo>
                  <a:close/>
                  <a:moveTo>
                    <a:pt x="559" y="304"/>
                  </a:moveTo>
                  <a:cubicBezTo>
                    <a:pt x="559" y="317"/>
                    <a:pt x="559" y="317"/>
                    <a:pt x="559" y="317"/>
                  </a:cubicBezTo>
                  <a:cubicBezTo>
                    <a:pt x="559" y="317"/>
                    <a:pt x="559" y="317"/>
                    <a:pt x="559" y="317"/>
                  </a:cubicBezTo>
                  <a:cubicBezTo>
                    <a:pt x="559" y="302"/>
                    <a:pt x="559" y="302"/>
                    <a:pt x="559" y="302"/>
                  </a:cubicBezTo>
                  <a:cubicBezTo>
                    <a:pt x="559" y="303"/>
                    <a:pt x="559" y="303"/>
                    <a:pt x="559" y="304"/>
                  </a:cubicBezTo>
                  <a:close/>
                  <a:moveTo>
                    <a:pt x="559" y="331"/>
                  </a:moveTo>
                  <a:cubicBezTo>
                    <a:pt x="559" y="337"/>
                    <a:pt x="559" y="337"/>
                    <a:pt x="559" y="337"/>
                  </a:cubicBezTo>
                  <a:cubicBezTo>
                    <a:pt x="559" y="337"/>
                    <a:pt x="559" y="337"/>
                    <a:pt x="559" y="337"/>
                  </a:cubicBezTo>
                  <a:cubicBezTo>
                    <a:pt x="559" y="337"/>
                    <a:pt x="559" y="337"/>
                    <a:pt x="559" y="337"/>
                  </a:cubicBezTo>
                  <a:cubicBezTo>
                    <a:pt x="559" y="332"/>
                    <a:pt x="559" y="332"/>
                    <a:pt x="559" y="332"/>
                  </a:cubicBezTo>
                  <a:cubicBezTo>
                    <a:pt x="559" y="331"/>
                    <a:pt x="559" y="331"/>
                    <a:pt x="559" y="331"/>
                  </a:cubicBezTo>
                  <a:close/>
                  <a:moveTo>
                    <a:pt x="559" y="345"/>
                  </a:moveTo>
                  <a:cubicBezTo>
                    <a:pt x="559" y="378"/>
                    <a:pt x="559" y="378"/>
                    <a:pt x="559" y="378"/>
                  </a:cubicBezTo>
                  <a:cubicBezTo>
                    <a:pt x="559" y="378"/>
                    <a:pt x="559" y="378"/>
                    <a:pt x="559" y="378"/>
                  </a:cubicBezTo>
                  <a:cubicBezTo>
                    <a:pt x="559" y="344"/>
                    <a:pt x="559" y="344"/>
                    <a:pt x="559" y="344"/>
                  </a:cubicBezTo>
                  <a:cubicBezTo>
                    <a:pt x="559" y="345"/>
                    <a:pt x="559" y="345"/>
                    <a:pt x="559" y="345"/>
                  </a:cubicBezTo>
                  <a:close/>
                  <a:moveTo>
                    <a:pt x="559" y="390"/>
                  </a:moveTo>
                  <a:cubicBezTo>
                    <a:pt x="559" y="400"/>
                    <a:pt x="559" y="400"/>
                    <a:pt x="559" y="400"/>
                  </a:cubicBezTo>
                  <a:cubicBezTo>
                    <a:pt x="559" y="399"/>
                    <a:pt x="559" y="398"/>
                    <a:pt x="559" y="397"/>
                  </a:cubicBezTo>
                  <a:cubicBezTo>
                    <a:pt x="559" y="390"/>
                    <a:pt x="559" y="390"/>
                    <a:pt x="559" y="390"/>
                  </a:cubicBezTo>
                  <a:cubicBezTo>
                    <a:pt x="559" y="390"/>
                    <a:pt x="559" y="390"/>
                    <a:pt x="559" y="390"/>
                  </a:cubicBezTo>
                  <a:close/>
                  <a:moveTo>
                    <a:pt x="559" y="411"/>
                  </a:moveTo>
                  <a:cubicBezTo>
                    <a:pt x="559" y="414"/>
                    <a:pt x="559" y="414"/>
                    <a:pt x="559" y="414"/>
                  </a:cubicBezTo>
                  <a:cubicBezTo>
                    <a:pt x="559" y="414"/>
                    <a:pt x="559" y="414"/>
                    <a:pt x="559" y="414"/>
                  </a:cubicBezTo>
                  <a:cubicBezTo>
                    <a:pt x="559" y="411"/>
                    <a:pt x="559" y="411"/>
                    <a:pt x="559" y="411"/>
                  </a:cubicBezTo>
                  <a:cubicBezTo>
                    <a:pt x="559" y="411"/>
                    <a:pt x="559" y="411"/>
                    <a:pt x="559" y="411"/>
                  </a:cubicBezTo>
                  <a:close/>
                  <a:moveTo>
                    <a:pt x="559" y="444"/>
                  </a:moveTo>
                  <a:cubicBezTo>
                    <a:pt x="559" y="453"/>
                    <a:pt x="559" y="453"/>
                    <a:pt x="559" y="453"/>
                  </a:cubicBezTo>
                  <a:cubicBezTo>
                    <a:pt x="559" y="453"/>
                    <a:pt x="559" y="453"/>
                    <a:pt x="559" y="453"/>
                  </a:cubicBezTo>
                  <a:cubicBezTo>
                    <a:pt x="559" y="446"/>
                    <a:pt x="559" y="446"/>
                    <a:pt x="559" y="446"/>
                  </a:cubicBezTo>
                  <a:cubicBezTo>
                    <a:pt x="559" y="446"/>
                    <a:pt x="559" y="445"/>
                    <a:pt x="559" y="444"/>
                  </a:cubicBezTo>
                  <a:close/>
                  <a:moveTo>
                    <a:pt x="559" y="486"/>
                  </a:moveTo>
                  <a:cubicBezTo>
                    <a:pt x="559" y="507"/>
                    <a:pt x="559" y="507"/>
                    <a:pt x="559" y="507"/>
                  </a:cubicBezTo>
                  <a:cubicBezTo>
                    <a:pt x="559" y="508"/>
                    <a:pt x="559" y="508"/>
                    <a:pt x="559" y="508"/>
                  </a:cubicBezTo>
                  <a:cubicBezTo>
                    <a:pt x="559" y="487"/>
                    <a:pt x="559" y="487"/>
                    <a:pt x="559" y="487"/>
                  </a:cubicBezTo>
                  <a:cubicBezTo>
                    <a:pt x="559" y="486"/>
                    <a:pt x="559" y="486"/>
                    <a:pt x="559" y="486"/>
                  </a:cubicBezTo>
                  <a:close/>
                  <a:moveTo>
                    <a:pt x="559" y="535"/>
                  </a:moveTo>
                  <a:cubicBezTo>
                    <a:pt x="559" y="546"/>
                    <a:pt x="559" y="546"/>
                    <a:pt x="559" y="546"/>
                  </a:cubicBezTo>
                  <a:cubicBezTo>
                    <a:pt x="559" y="546"/>
                    <a:pt x="559" y="546"/>
                    <a:pt x="559" y="546"/>
                  </a:cubicBezTo>
                  <a:cubicBezTo>
                    <a:pt x="559" y="535"/>
                    <a:pt x="559" y="535"/>
                    <a:pt x="559" y="535"/>
                  </a:cubicBezTo>
                  <a:cubicBezTo>
                    <a:pt x="559" y="535"/>
                    <a:pt x="559" y="535"/>
                    <a:pt x="559" y="535"/>
                  </a:cubicBezTo>
                  <a:close/>
                  <a:moveTo>
                    <a:pt x="559" y="556"/>
                  </a:moveTo>
                  <a:cubicBezTo>
                    <a:pt x="559" y="561"/>
                    <a:pt x="559" y="561"/>
                    <a:pt x="559" y="561"/>
                  </a:cubicBezTo>
                  <a:cubicBezTo>
                    <a:pt x="559" y="560"/>
                    <a:pt x="559" y="560"/>
                    <a:pt x="559" y="560"/>
                  </a:cubicBezTo>
                  <a:cubicBezTo>
                    <a:pt x="559" y="556"/>
                    <a:pt x="559" y="556"/>
                    <a:pt x="559" y="556"/>
                  </a:cubicBezTo>
                  <a:cubicBezTo>
                    <a:pt x="559" y="556"/>
                    <a:pt x="559" y="556"/>
                    <a:pt x="559" y="556"/>
                  </a:cubicBezTo>
                  <a:close/>
                  <a:moveTo>
                    <a:pt x="559" y="567"/>
                  </a:moveTo>
                  <a:cubicBezTo>
                    <a:pt x="559" y="574"/>
                    <a:pt x="559" y="574"/>
                    <a:pt x="559" y="574"/>
                  </a:cubicBezTo>
                  <a:cubicBezTo>
                    <a:pt x="559" y="575"/>
                    <a:pt x="559" y="575"/>
                    <a:pt x="559" y="575"/>
                  </a:cubicBezTo>
                  <a:cubicBezTo>
                    <a:pt x="559" y="568"/>
                    <a:pt x="559" y="568"/>
                    <a:pt x="559" y="568"/>
                  </a:cubicBezTo>
                  <a:cubicBezTo>
                    <a:pt x="559" y="568"/>
                    <a:pt x="559" y="567"/>
                    <a:pt x="559" y="567"/>
                  </a:cubicBezTo>
                  <a:close/>
                  <a:moveTo>
                    <a:pt x="559" y="619"/>
                  </a:moveTo>
                  <a:cubicBezTo>
                    <a:pt x="559" y="621"/>
                    <a:pt x="559" y="621"/>
                    <a:pt x="559" y="621"/>
                  </a:cubicBezTo>
                  <a:cubicBezTo>
                    <a:pt x="559" y="620"/>
                    <a:pt x="559" y="620"/>
                    <a:pt x="559" y="620"/>
                  </a:cubicBezTo>
                  <a:cubicBezTo>
                    <a:pt x="559" y="619"/>
                    <a:pt x="559" y="619"/>
                    <a:pt x="559" y="619"/>
                  </a:cubicBezTo>
                  <a:close/>
                  <a:moveTo>
                    <a:pt x="559" y="709"/>
                  </a:moveTo>
                  <a:cubicBezTo>
                    <a:pt x="559" y="718"/>
                    <a:pt x="559" y="718"/>
                    <a:pt x="559" y="718"/>
                  </a:cubicBezTo>
                  <a:cubicBezTo>
                    <a:pt x="559" y="718"/>
                    <a:pt x="559" y="718"/>
                    <a:pt x="559" y="718"/>
                  </a:cubicBezTo>
                  <a:cubicBezTo>
                    <a:pt x="559" y="709"/>
                    <a:pt x="559" y="709"/>
                    <a:pt x="559" y="709"/>
                  </a:cubicBezTo>
                  <a:cubicBezTo>
                    <a:pt x="559" y="709"/>
                    <a:pt x="559" y="709"/>
                    <a:pt x="559" y="709"/>
                  </a:cubicBezTo>
                  <a:close/>
                  <a:moveTo>
                    <a:pt x="559" y="729"/>
                  </a:moveTo>
                  <a:cubicBezTo>
                    <a:pt x="559" y="739"/>
                    <a:pt x="559" y="739"/>
                    <a:pt x="559" y="739"/>
                  </a:cubicBezTo>
                  <a:cubicBezTo>
                    <a:pt x="559" y="739"/>
                    <a:pt x="559" y="739"/>
                    <a:pt x="559" y="739"/>
                  </a:cubicBezTo>
                  <a:cubicBezTo>
                    <a:pt x="559" y="728"/>
                    <a:pt x="559" y="728"/>
                    <a:pt x="559" y="728"/>
                  </a:cubicBezTo>
                  <a:cubicBezTo>
                    <a:pt x="559" y="729"/>
                    <a:pt x="559" y="729"/>
                    <a:pt x="559" y="729"/>
                  </a:cubicBezTo>
                  <a:close/>
                  <a:moveTo>
                    <a:pt x="559" y="469"/>
                  </a:moveTo>
                  <a:cubicBezTo>
                    <a:pt x="559" y="464"/>
                    <a:pt x="559" y="464"/>
                    <a:pt x="559" y="464"/>
                  </a:cubicBezTo>
                  <a:cubicBezTo>
                    <a:pt x="559" y="464"/>
                    <a:pt x="559" y="464"/>
                    <a:pt x="559" y="464"/>
                  </a:cubicBezTo>
                  <a:cubicBezTo>
                    <a:pt x="559" y="467"/>
                    <a:pt x="559" y="468"/>
                    <a:pt x="559" y="469"/>
                  </a:cubicBezTo>
                  <a:close/>
                  <a:moveTo>
                    <a:pt x="556" y="35"/>
                  </a:moveTo>
                  <a:cubicBezTo>
                    <a:pt x="557" y="35"/>
                    <a:pt x="558" y="35"/>
                    <a:pt x="559" y="36"/>
                  </a:cubicBezTo>
                  <a:cubicBezTo>
                    <a:pt x="559" y="43"/>
                    <a:pt x="559" y="43"/>
                    <a:pt x="559" y="43"/>
                  </a:cubicBezTo>
                  <a:cubicBezTo>
                    <a:pt x="558" y="43"/>
                    <a:pt x="557" y="43"/>
                    <a:pt x="556" y="43"/>
                  </a:cubicBezTo>
                  <a:cubicBezTo>
                    <a:pt x="556" y="35"/>
                    <a:pt x="556" y="35"/>
                    <a:pt x="556" y="35"/>
                  </a:cubicBezTo>
                  <a:close/>
                  <a:moveTo>
                    <a:pt x="559" y="759"/>
                  </a:moveTo>
                  <a:cubicBezTo>
                    <a:pt x="558" y="759"/>
                    <a:pt x="557" y="760"/>
                    <a:pt x="556" y="760"/>
                  </a:cubicBezTo>
                  <a:cubicBezTo>
                    <a:pt x="556" y="752"/>
                    <a:pt x="556" y="752"/>
                    <a:pt x="556" y="752"/>
                  </a:cubicBezTo>
                  <a:cubicBezTo>
                    <a:pt x="557" y="751"/>
                    <a:pt x="558" y="751"/>
                    <a:pt x="559" y="751"/>
                  </a:cubicBezTo>
                  <a:cubicBezTo>
                    <a:pt x="559" y="759"/>
                    <a:pt x="559" y="759"/>
                    <a:pt x="559" y="759"/>
                  </a:cubicBezTo>
                  <a:close/>
                  <a:moveTo>
                    <a:pt x="559" y="73"/>
                  </a:moveTo>
                  <a:cubicBezTo>
                    <a:pt x="559" y="86"/>
                    <a:pt x="559" y="86"/>
                    <a:pt x="559" y="86"/>
                  </a:cubicBezTo>
                  <a:cubicBezTo>
                    <a:pt x="558" y="85"/>
                    <a:pt x="557" y="85"/>
                    <a:pt x="556" y="84"/>
                  </a:cubicBezTo>
                  <a:cubicBezTo>
                    <a:pt x="556" y="68"/>
                    <a:pt x="556" y="68"/>
                    <a:pt x="556" y="68"/>
                  </a:cubicBezTo>
                  <a:cubicBezTo>
                    <a:pt x="557" y="70"/>
                    <a:pt x="558" y="72"/>
                    <a:pt x="559" y="73"/>
                  </a:cubicBezTo>
                  <a:close/>
                  <a:moveTo>
                    <a:pt x="559" y="159"/>
                  </a:moveTo>
                  <a:cubicBezTo>
                    <a:pt x="559" y="173"/>
                    <a:pt x="559" y="173"/>
                    <a:pt x="559" y="173"/>
                  </a:cubicBezTo>
                  <a:cubicBezTo>
                    <a:pt x="558" y="174"/>
                    <a:pt x="557" y="174"/>
                    <a:pt x="556" y="174"/>
                  </a:cubicBezTo>
                  <a:cubicBezTo>
                    <a:pt x="556" y="159"/>
                    <a:pt x="556" y="159"/>
                    <a:pt x="556" y="159"/>
                  </a:cubicBezTo>
                  <a:cubicBezTo>
                    <a:pt x="557" y="159"/>
                    <a:pt x="558" y="158"/>
                    <a:pt x="558" y="158"/>
                  </a:cubicBezTo>
                  <a:cubicBezTo>
                    <a:pt x="558" y="159"/>
                    <a:pt x="558" y="159"/>
                    <a:pt x="559" y="159"/>
                  </a:cubicBezTo>
                  <a:close/>
                  <a:moveTo>
                    <a:pt x="559" y="188"/>
                  </a:moveTo>
                  <a:cubicBezTo>
                    <a:pt x="559" y="198"/>
                    <a:pt x="559" y="198"/>
                    <a:pt x="559" y="198"/>
                  </a:cubicBezTo>
                  <a:cubicBezTo>
                    <a:pt x="557" y="197"/>
                    <a:pt x="556" y="194"/>
                    <a:pt x="556" y="190"/>
                  </a:cubicBezTo>
                  <a:cubicBezTo>
                    <a:pt x="557" y="189"/>
                    <a:pt x="558" y="189"/>
                    <a:pt x="559" y="188"/>
                  </a:cubicBezTo>
                  <a:close/>
                  <a:moveTo>
                    <a:pt x="559" y="228"/>
                  </a:moveTo>
                  <a:cubicBezTo>
                    <a:pt x="559" y="235"/>
                    <a:pt x="559" y="235"/>
                    <a:pt x="559" y="235"/>
                  </a:cubicBezTo>
                  <a:cubicBezTo>
                    <a:pt x="558" y="235"/>
                    <a:pt x="558" y="235"/>
                    <a:pt x="558" y="235"/>
                  </a:cubicBezTo>
                  <a:cubicBezTo>
                    <a:pt x="557" y="237"/>
                    <a:pt x="557" y="238"/>
                    <a:pt x="556" y="240"/>
                  </a:cubicBezTo>
                  <a:cubicBezTo>
                    <a:pt x="556" y="226"/>
                    <a:pt x="556" y="226"/>
                    <a:pt x="556" y="226"/>
                  </a:cubicBezTo>
                  <a:cubicBezTo>
                    <a:pt x="557" y="227"/>
                    <a:pt x="558" y="228"/>
                    <a:pt x="559" y="228"/>
                  </a:cubicBezTo>
                  <a:close/>
                  <a:moveTo>
                    <a:pt x="559" y="262"/>
                  </a:moveTo>
                  <a:cubicBezTo>
                    <a:pt x="559" y="268"/>
                    <a:pt x="559" y="268"/>
                    <a:pt x="559" y="268"/>
                  </a:cubicBezTo>
                  <a:cubicBezTo>
                    <a:pt x="558" y="267"/>
                    <a:pt x="557" y="266"/>
                    <a:pt x="556" y="266"/>
                  </a:cubicBezTo>
                  <a:cubicBezTo>
                    <a:pt x="556" y="258"/>
                    <a:pt x="556" y="258"/>
                    <a:pt x="556" y="258"/>
                  </a:cubicBezTo>
                  <a:cubicBezTo>
                    <a:pt x="557" y="259"/>
                    <a:pt x="558" y="260"/>
                    <a:pt x="559" y="262"/>
                  </a:cubicBezTo>
                  <a:close/>
                  <a:moveTo>
                    <a:pt x="559" y="302"/>
                  </a:moveTo>
                  <a:cubicBezTo>
                    <a:pt x="559" y="317"/>
                    <a:pt x="559" y="317"/>
                    <a:pt x="559" y="317"/>
                  </a:cubicBezTo>
                  <a:cubicBezTo>
                    <a:pt x="558" y="317"/>
                    <a:pt x="557" y="317"/>
                    <a:pt x="556" y="318"/>
                  </a:cubicBezTo>
                  <a:cubicBezTo>
                    <a:pt x="556" y="298"/>
                    <a:pt x="556" y="298"/>
                    <a:pt x="556" y="298"/>
                  </a:cubicBezTo>
                  <a:cubicBezTo>
                    <a:pt x="557" y="300"/>
                    <a:pt x="558" y="301"/>
                    <a:pt x="559" y="302"/>
                  </a:cubicBezTo>
                  <a:close/>
                  <a:moveTo>
                    <a:pt x="559" y="332"/>
                  </a:moveTo>
                  <a:cubicBezTo>
                    <a:pt x="559" y="337"/>
                    <a:pt x="559" y="337"/>
                    <a:pt x="559" y="337"/>
                  </a:cubicBezTo>
                  <a:cubicBezTo>
                    <a:pt x="557" y="337"/>
                    <a:pt x="557" y="337"/>
                    <a:pt x="557" y="337"/>
                  </a:cubicBezTo>
                  <a:cubicBezTo>
                    <a:pt x="557" y="335"/>
                    <a:pt x="557" y="334"/>
                    <a:pt x="558" y="332"/>
                  </a:cubicBezTo>
                  <a:cubicBezTo>
                    <a:pt x="558" y="332"/>
                    <a:pt x="558" y="332"/>
                    <a:pt x="559" y="332"/>
                  </a:cubicBezTo>
                  <a:close/>
                  <a:moveTo>
                    <a:pt x="559" y="344"/>
                  </a:moveTo>
                  <a:cubicBezTo>
                    <a:pt x="559" y="378"/>
                    <a:pt x="559" y="378"/>
                    <a:pt x="559" y="378"/>
                  </a:cubicBezTo>
                  <a:cubicBezTo>
                    <a:pt x="558" y="378"/>
                    <a:pt x="557" y="378"/>
                    <a:pt x="556" y="378"/>
                  </a:cubicBezTo>
                  <a:cubicBezTo>
                    <a:pt x="556" y="370"/>
                    <a:pt x="556" y="370"/>
                    <a:pt x="556" y="370"/>
                  </a:cubicBezTo>
                  <a:cubicBezTo>
                    <a:pt x="557" y="370"/>
                    <a:pt x="558" y="370"/>
                    <a:pt x="558" y="370"/>
                  </a:cubicBezTo>
                  <a:cubicBezTo>
                    <a:pt x="559" y="364"/>
                    <a:pt x="558" y="362"/>
                    <a:pt x="556" y="358"/>
                  </a:cubicBezTo>
                  <a:cubicBezTo>
                    <a:pt x="556" y="343"/>
                    <a:pt x="556" y="343"/>
                    <a:pt x="556" y="343"/>
                  </a:cubicBezTo>
                  <a:cubicBezTo>
                    <a:pt x="557" y="344"/>
                    <a:pt x="558" y="344"/>
                    <a:pt x="559" y="344"/>
                  </a:cubicBezTo>
                  <a:close/>
                  <a:moveTo>
                    <a:pt x="559" y="390"/>
                  </a:moveTo>
                  <a:cubicBezTo>
                    <a:pt x="559" y="397"/>
                    <a:pt x="559" y="397"/>
                    <a:pt x="559" y="397"/>
                  </a:cubicBezTo>
                  <a:cubicBezTo>
                    <a:pt x="558" y="396"/>
                    <a:pt x="558" y="395"/>
                    <a:pt x="557" y="394"/>
                  </a:cubicBezTo>
                  <a:cubicBezTo>
                    <a:pt x="556" y="394"/>
                    <a:pt x="556" y="394"/>
                    <a:pt x="556" y="394"/>
                  </a:cubicBezTo>
                  <a:cubicBezTo>
                    <a:pt x="556" y="390"/>
                    <a:pt x="556" y="390"/>
                    <a:pt x="556" y="390"/>
                  </a:cubicBezTo>
                  <a:cubicBezTo>
                    <a:pt x="559" y="390"/>
                    <a:pt x="559" y="390"/>
                    <a:pt x="559" y="390"/>
                  </a:cubicBezTo>
                  <a:close/>
                  <a:moveTo>
                    <a:pt x="559" y="411"/>
                  </a:moveTo>
                  <a:cubicBezTo>
                    <a:pt x="559" y="414"/>
                    <a:pt x="559" y="414"/>
                    <a:pt x="559" y="414"/>
                  </a:cubicBezTo>
                  <a:cubicBezTo>
                    <a:pt x="556" y="414"/>
                    <a:pt x="556" y="414"/>
                    <a:pt x="556" y="414"/>
                  </a:cubicBezTo>
                  <a:cubicBezTo>
                    <a:pt x="556" y="411"/>
                    <a:pt x="556" y="411"/>
                    <a:pt x="556" y="411"/>
                  </a:cubicBezTo>
                  <a:cubicBezTo>
                    <a:pt x="559" y="411"/>
                    <a:pt x="559" y="411"/>
                    <a:pt x="559" y="411"/>
                  </a:cubicBezTo>
                  <a:close/>
                  <a:moveTo>
                    <a:pt x="559" y="446"/>
                  </a:moveTo>
                  <a:cubicBezTo>
                    <a:pt x="559" y="453"/>
                    <a:pt x="559" y="453"/>
                    <a:pt x="559" y="453"/>
                  </a:cubicBezTo>
                  <a:cubicBezTo>
                    <a:pt x="558" y="453"/>
                    <a:pt x="558" y="453"/>
                    <a:pt x="558" y="453"/>
                  </a:cubicBezTo>
                  <a:cubicBezTo>
                    <a:pt x="558" y="450"/>
                    <a:pt x="558" y="448"/>
                    <a:pt x="559" y="446"/>
                  </a:cubicBezTo>
                  <a:close/>
                  <a:moveTo>
                    <a:pt x="559" y="464"/>
                  </a:moveTo>
                  <a:cubicBezTo>
                    <a:pt x="559" y="469"/>
                    <a:pt x="559" y="469"/>
                    <a:pt x="559" y="469"/>
                  </a:cubicBezTo>
                  <a:cubicBezTo>
                    <a:pt x="558" y="470"/>
                    <a:pt x="558" y="471"/>
                    <a:pt x="557" y="471"/>
                  </a:cubicBezTo>
                  <a:cubicBezTo>
                    <a:pt x="556" y="471"/>
                    <a:pt x="556" y="471"/>
                    <a:pt x="556" y="471"/>
                  </a:cubicBezTo>
                  <a:cubicBezTo>
                    <a:pt x="556" y="461"/>
                    <a:pt x="556" y="461"/>
                    <a:pt x="556" y="461"/>
                  </a:cubicBezTo>
                  <a:cubicBezTo>
                    <a:pt x="556" y="462"/>
                    <a:pt x="556" y="463"/>
                    <a:pt x="557" y="463"/>
                  </a:cubicBezTo>
                  <a:cubicBezTo>
                    <a:pt x="557" y="463"/>
                    <a:pt x="558" y="463"/>
                    <a:pt x="559" y="464"/>
                  </a:cubicBezTo>
                  <a:close/>
                  <a:moveTo>
                    <a:pt x="559" y="487"/>
                  </a:moveTo>
                  <a:cubicBezTo>
                    <a:pt x="559" y="508"/>
                    <a:pt x="559" y="508"/>
                    <a:pt x="559" y="508"/>
                  </a:cubicBezTo>
                  <a:cubicBezTo>
                    <a:pt x="558" y="509"/>
                    <a:pt x="558" y="509"/>
                    <a:pt x="557" y="510"/>
                  </a:cubicBezTo>
                  <a:cubicBezTo>
                    <a:pt x="557" y="509"/>
                    <a:pt x="556" y="509"/>
                    <a:pt x="556" y="508"/>
                  </a:cubicBezTo>
                  <a:cubicBezTo>
                    <a:pt x="556" y="492"/>
                    <a:pt x="556" y="492"/>
                    <a:pt x="556" y="492"/>
                  </a:cubicBezTo>
                  <a:cubicBezTo>
                    <a:pt x="557" y="490"/>
                    <a:pt x="558" y="489"/>
                    <a:pt x="559" y="487"/>
                  </a:cubicBezTo>
                  <a:close/>
                  <a:moveTo>
                    <a:pt x="559" y="535"/>
                  </a:moveTo>
                  <a:cubicBezTo>
                    <a:pt x="559" y="546"/>
                    <a:pt x="559" y="546"/>
                    <a:pt x="559" y="546"/>
                  </a:cubicBezTo>
                  <a:cubicBezTo>
                    <a:pt x="558" y="546"/>
                    <a:pt x="557" y="546"/>
                    <a:pt x="556" y="547"/>
                  </a:cubicBezTo>
                  <a:cubicBezTo>
                    <a:pt x="556" y="539"/>
                    <a:pt x="556" y="539"/>
                    <a:pt x="556" y="539"/>
                  </a:cubicBezTo>
                  <a:cubicBezTo>
                    <a:pt x="557" y="538"/>
                    <a:pt x="558" y="537"/>
                    <a:pt x="559" y="535"/>
                  </a:cubicBezTo>
                  <a:close/>
                  <a:moveTo>
                    <a:pt x="559" y="556"/>
                  </a:moveTo>
                  <a:cubicBezTo>
                    <a:pt x="559" y="560"/>
                    <a:pt x="559" y="560"/>
                    <a:pt x="559" y="560"/>
                  </a:cubicBezTo>
                  <a:cubicBezTo>
                    <a:pt x="558" y="560"/>
                    <a:pt x="557" y="560"/>
                    <a:pt x="556" y="560"/>
                  </a:cubicBezTo>
                  <a:cubicBezTo>
                    <a:pt x="556" y="555"/>
                    <a:pt x="556" y="555"/>
                    <a:pt x="556" y="555"/>
                  </a:cubicBezTo>
                  <a:cubicBezTo>
                    <a:pt x="557" y="555"/>
                    <a:pt x="557" y="555"/>
                    <a:pt x="558" y="556"/>
                  </a:cubicBezTo>
                  <a:cubicBezTo>
                    <a:pt x="559" y="556"/>
                    <a:pt x="559" y="556"/>
                    <a:pt x="559" y="556"/>
                  </a:cubicBezTo>
                  <a:close/>
                  <a:moveTo>
                    <a:pt x="559" y="568"/>
                  </a:moveTo>
                  <a:cubicBezTo>
                    <a:pt x="559" y="575"/>
                    <a:pt x="559" y="575"/>
                    <a:pt x="559" y="575"/>
                  </a:cubicBezTo>
                  <a:cubicBezTo>
                    <a:pt x="556" y="577"/>
                    <a:pt x="556" y="577"/>
                    <a:pt x="556" y="577"/>
                  </a:cubicBezTo>
                  <a:cubicBezTo>
                    <a:pt x="556" y="569"/>
                    <a:pt x="556" y="569"/>
                    <a:pt x="556" y="569"/>
                  </a:cubicBezTo>
                  <a:cubicBezTo>
                    <a:pt x="557" y="569"/>
                    <a:pt x="558" y="568"/>
                    <a:pt x="559" y="568"/>
                  </a:cubicBezTo>
                  <a:close/>
                  <a:moveTo>
                    <a:pt x="559" y="709"/>
                  </a:moveTo>
                  <a:cubicBezTo>
                    <a:pt x="559" y="718"/>
                    <a:pt x="559" y="718"/>
                    <a:pt x="559" y="718"/>
                  </a:cubicBezTo>
                  <a:cubicBezTo>
                    <a:pt x="558" y="718"/>
                    <a:pt x="557" y="719"/>
                    <a:pt x="556" y="719"/>
                  </a:cubicBezTo>
                  <a:cubicBezTo>
                    <a:pt x="556" y="710"/>
                    <a:pt x="556" y="710"/>
                    <a:pt x="556" y="710"/>
                  </a:cubicBezTo>
                  <a:cubicBezTo>
                    <a:pt x="557" y="710"/>
                    <a:pt x="558" y="709"/>
                    <a:pt x="559" y="709"/>
                  </a:cubicBezTo>
                  <a:close/>
                  <a:moveTo>
                    <a:pt x="559" y="728"/>
                  </a:moveTo>
                  <a:cubicBezTo>
                    <a:pt x="559" y="739"/>
                    <a:pt x="559" y="739"/>
                    <a:pt x="559" y="739"/>
                  </a:cubicBezTo>
                  <a:cubicBezTo>
                    <a:pt x="558" y="738"/>
                    <a:pt x="557" y="738"/>
                    <a:pt x="556" y="737"/>
                  </a:cubicBezTo>
                  <a:cubicBezTo>
                    <a:pt x="556" y="726"/>
                    <a:pt x="556" y="726"/>
                    <a:pt x="556" y="726"/>
                  </a:cubicBezTo>
                  <a:lnTo>
                    <a:pt x="559" y="728"/>
                  </a:lnTo>
                  <a:close/>
                  <a:moveTo>
                    <a:pt x="545" y="31"/>
                  </a:moveTo>
                  <a:cubicBezTo>
                    <a:pt x="546" y="31"/>
                    <a:pt x="546" y="31"/>
                    <a:pt x="546" y="31"/>
                  </a:cubicBezTo>
                  <a:cubicBezTo>
                    <a:pt x="550" y="33"/>
                    <a:pt x="553" y="34"/>
                    <a:pt x="556" y="35"/>
                  </a:cubicBezTo>
                  <a:cubicBezTo>
                    <a:pt x="556" y="43"/>
                    <a:pt x="556" y="43"/>
                    <a:pt x="556" y="43"/>
                  </a:cubicBezTo>
                  <a:cubicBezTo>
                    <a:pt x="555" y="42"/>
                    <a:pt x="554" y="42"/>
                    <a:pt x="552" y="42"/>
                  </a:cubicBezTo>
                  <a:cubicBezTo>
                    <a:pt x="554" y="53"/>
                    <a:pt x="554" y="61"/>
                    <a:pt x="556" y="68"/>
                  </a:cubicBezTo>
                  <a:cubicBezTo>
                    <a:pt x="556" y="84"/>
                    <a:pt x="556" y="84"/>
                    <a:pt x="556" y="84"/>
                  </a:cubicBezTo>
                  <a:cubicBezTo>
                    <a:pt x="554" y="83"/>
                    <a:pt x="553" y="81"/>
                    <a:pt x="551" y="80"/>
                  </a:cubicBezTo>
                  <a:cubicBezTo>
                    <a:pt x="549" y="79"/>
                    <a:pt x="547" y="79"/>
                    <a:pt x="545" y="78"/>
                  </a:cubicBezTo>
                  <a:cubicBezTo>
                    <a:pt x="545" y="71"/>
                    <a:pt x="545" y="71"/>
                    <a:pt x="545" y="71"/>
                  </a:cubicBezTo>
                  <a:cubicBezTo>
                    <a:pt x="545" y="71"/>
                    <a:pt x="545" y="71"/>
                    <a:pt x="545" y="71"/>
                  </a:cubicBezTo>
                  <a:cubicBezTo>
                    <a:pt x="545" y="71"/>
                    <a:pt x="545" y="71"/>
                    <a:pt x="545" y="71"/>
                  </a:cubicBezTo>
                  <a:cubicBezTo>
                    <a:pt x="545" y="31"/>
                    <a:pt x="545" y="31"/>
                    <a:pt x="545" y="31"/>
                  </a:cubicBezTo>
                  <a:close/>
                  <a:moveTo>
                    <a:pt x="556" y="760"/>
                  </a:moveTo>
                  <a:cubicBezTo>
                    <a:pt x="553" y="761"/>
                    <a:pt x="550" y="762"/>
                    <a:pt x="546" y="763"/>
                  </a:cubicBezTo>
                  <a:cubicBezTo>
                    <a:pt x="546" y="764"/>
                    <a:pt x="546" y="764"/>
                    <a:pt x="545" y="764"/>
                  </a:cubicBezTo>
                  <a:cubicBezTo>
                    <a:pt x="545" y="752"/>
                    <a:pt x="545" y="752"/>
                    <a:pt x="545" y="752"/>
                  </a:cubicBezTo>
                  <a:cubicBezTo>
                    <a:pt x="546" y="752"/>
                    <a:pt x="547" y="753"/>
                    <a:pt x="548" y="753"/>
                  </a:cubicBezTo>
                  <a:cubicBezTo>
                    <a:pt x="550" y="753"/>
                    <a:pt x="553" y="753"/>
                    <a:pt x="556" y="752"/>
                  </a:cubicBezTo>
                  <a:cubicBezTo>
                    <a:pt x="556" y="760"/>
                    <a:pt x="556" y="760"/>
                    <a:pt x="556" y="760"/>
                  </a:cubicBezTo>
                  <a:close/>
                  <a:moveTo>
                    <a:pt x="556" y="159"/>
                  </a:moveTo>
                  <a:cubicBezTo>
                    <a:pt x="556" y="174"/>
                    <a:pt x="556" y="174"/>
                    <a:pt x="556" y="174"/>
                  </a:cubicBezTo>
                  <a:cubicBezTo>
                    <a:pt x="553" y="175"/>
                    <a:pt x="551" y="175"/>
                    <a:pt x="548" y="176"/>
                  </a:cubicBezTo>
                  <a:cubicBezTo>
                    <a:pt x="547" y="174"/>
                    <a:pt x="546" y="173"/>
                    <a:pt x="545" y="172"/>
                  </a:cubicBezTo>
                  <a:cubicBezTo>
                    <a:pt x="545" y="165"/>
                    <a:pt x="545" y="165"/>
                    <a:pt x="545" y="165"/>
                  </a:cubicBezTo>
                  <a:cubicBezTo>
                    <a:pt x="547" y="162"/>
                    <a:pt x="551" y="159"/>
                    <a:pt x="556" y="159"/>
                  </a:cubicBezTo>
                  <a:close/>
                  <a:moveTo>
                    <a:pt x="556" y="226"/>
                  </a:moveTo>
                  <a:cubicBezTo>
                    <a:pt x="556" y="240"/>
                    <a:pt x="556" y="240"/>
                    <a:pt x="556" y="240"/>
                  </a:cubicBezTo>
                  <a:cubicBezTo>
                    <a:pt x="554" y="247"/>
                    <a:pt x="553" y="251"/>
                    <a:pt x="556" y="258"/>
                  </a:cubicBezTo>
                  <a:cubicBezTo>
                    <a:pt x="556" y="266"/>
                    <a:pt x="556" y="266"/>
                    <a:pt x="556" y="266"/>
                  </a:cubicBezTo>
                  <a:cubicBezTo>
                    <a:pt x="555" y="265"/>
                    <a:pt x="554" y="264"/>
                    <a:pt x="553" y="263"/>
                  </a:cubicBezTo>
                  <a:cubicBezTo>
                    <a:pt x="551" y="265"/>
                    <a:pt x="549" y="268"/>
                    <a:pt x="547" y="270"/>
                  </a:cubicBezTo>
                  <a:cubicBezTo>
                    <a:pt x="546" y="270"/>
                    <a:pt x="546" y="271"/>
                    <a:pt x="545" y="271"/>
                  </a:cubicBezTo>
                  <a:cubicBezTo>
                    <a:pt x="545" y="264"/>
                    <a:pt x="545" y="264"/>
                    <a:pt x="545" y="264"/>
                  </a:cubicBezTo>
                  <a:cubicBezTo>
                    <a:pt x="545" y="264"/>
                    <a:pt x="545" y="264"/>
                    <a:pt x="545" y="264"/>
                  </a:cubicBezTo>
                  <a:cubicBezTo>
                    <a:pt x="545" y="264"/>
                    <a:pt x="545" y="264"/>
                    <a:pt x="545" y="264"/>
                  </a:cubicBezTo>
                  <a:cubicBezTo>
                    <a:pt x="545" y="260"/>
                    <a:pt x="545" y="260"/>
                    <a:pt x="545" y="260"/>
                  </a:cubicBezTo>
                  <a:cubicBezTo>
                    <a:pt x="550" y="260"/>
                    <a:pt x="550" y="260"/>
                    <a:pt x="550" y="260"/>
                  </a:cubicBezTo>
                  <a:cubicBezTo>
                    <a:pt x="550" y="258"/>
                    <a:pt x="549" y="256"/>
                    <a:pt x="549" y="254"/>
                  </a:cubicBezTo>
                  <a:cubicBezTo>
                    <a:pt x="548" y="254"/>
                    <a:pt x="546" y="253"/>
                    <a:pt x="545" y="253"/>
                  </a:cubicBezTo>
                  <a:cubicBezTo>
                    <a:pt x="545" y="247"/>
                    <a:pt x="545" y="247"/>
                    <a:pt x="545" y="247"/>
                  </a:cubicBezTo>
                  <a:cubicBezTo>
                    <a:pt x="546" y="248"/>
                    <a:pt x="546" y="248"/>
                    <a:pt x="546" y="249"/>
                  </a:cubicBezTo>
                  <a:cubicBezTo>
                    <a:pt x="550" y="238"/>
                    <a:pt x="553" y="230"/>
                    <a:pt x="545" y="223"/>
                  </a:cubicBezTo>
                  <a:cubicBezTo>
                    <a:pt x="545" y="217"/>
                    <a:pt x="545" y="217"/>
                    <a:pt x="545" y="217"/>
                  </a:cubicBezTo>
                  <a:cubicBezTo>
                    <a:pt x="549" y="220"/>
                    <a:pt x="553" y="223"/>
                    <a:pt x="556" y="226"/>
                  </a:cubicBezTo>
                  <a:close/>
                  <a:moveTo>
                    <a:pt x="556" y="298"/>
                  </a:moveTo>
                  <a:cubicBezTo>
                    <a:pt x="556" y="318"/>
                    <a:pt x="556" y="318"/>
                    <a:pt x="556" y="318"/>
                  </a:cubicBezTo>
                  <a:cubicBezTo>
                    <a:pt x="553" y="319"/>
                    <a:pt x="550" y="321"/>
                    <a:pt x="545" y="321"/>
                  </a:cubicBezTo>
                  <a:cubicBezTo>
                    <a:pt x="545" y="309"/>
                    <a:pt x="545" y="309"/>
                    <a:pt x="545" y="309"/>
                  </a:cubicBezTo>
                  <a:cubicBezTo>
                    <a:pt x="547" y="310"/>
                    <a:pt x="550" y="310"/>
                    <a:pt x="554" y="311"/>
                  </a:cubicBezTo>
                  <a:cubicBezTo>
                    <a:pt x="554" y="309"/>
                    <a:pt x="554" y="308"/>
                    <a:pt x="554" y="306"/>
                  </a:cubicBezTo>
                  <a:cubicBezTo>
                    <a:pt x="548" y="305"/>
                    <a:pt x="548" y="299"/>
                    <a:pt x="547" y="295"/>
                  </a:cubicBezTo>
                  <a:cubicBezTo>
                    <a:pt x="549" y="292"/>
                    <a:pt x="551" y="293"/>
                    <a:pt x="554" y="293"/>
                  </a:cubicBezTo>
                  <a:cubicBezTo>
                    <a:pt x="554" y="295"/>
                    <a:pt x="555" y="297"/>
                    <a:pt x="556" y="298"/>
                  </a:cubicBezTo>
                  <a:close/>
                  <a:moveTo>
                    <a:pt x="556" y="343"/>
                  </a:moveTo>
                  <a:cubicBezTo>
                    <a:pt x="556" y="358"/>
                    <a:pt x="556" y="358"/>
                    <a:pt x="556" y="358"/>
                  </a:cubicBezTo>
                  <a:cubicBezTo>
                    <a:pt x="556" y="357"/>
                    <a:pt x="555" y="357"/>
                    <a:pt x="555" y="356"/>
                  </a:cubicBezTo>
                  <a:cubicBezTo>
                    <a:pt x="552" y="356"/>
                    <a:pt x="550" y="356"/>
                    <a:pt x="548" y="356"/>
                  </a:cubicBezTo>
                  <a:cubicBezTo>
                    <a:pt x="547" y="362"/>
                    <a:pt x="551" y="365"/>
                    <a:pt x="554" y="371"/>
                  </a:cubicBezTo>
                  <a:cubicBezTo>
                    <a:pt x="554" y="371"/>
                    <a:pt x="555" y="371"/>
                    <a:pt x="556" y="370"/>
                  </a:cubicBezTo>
                  <a:cubicBezTo>
                    <a:pt x="556" y="378"/>
                    <a:pt x="556" y="378"/>
                    <a:pt x="556" y="378"/>
                  </a:cubicBezTo>
                  <a:cubicBezTo>
                    <a:pt x="550" y="378"/>
                    <a:pt x="548" y="375"/>
                    <a:pt x="545" y="369"/>
                  </a:cubicBezTo>
                  <a:cubicBezTo>
                    <a:pt x="545" y="349"/>
                    <a:pt x="545" y="349"/>
                    <a:pt x="545" y="349"/>
                  </a:cubicBezTo>
                  <a:cubicBezTo>
                    <a:pt x="546" y="348"/>
                    <a:pt x="547" y="348"/>
                    <a:pt x="548" y="348"/>
                  </a:cubicBezTo>
                  <a:cubicBezTo>
                    <a:pt x="548" y="346"/>
                    <a:pt x="548" y="345"/>
                    <a:pt x="548" y="344"/>
                  </a:cubicBezTo>
                  <a:cubicBezTo>
                    <a:pt x="545" y="344"/>
                    <a:pt x="545" y="344"/>
                    <a:pt x="545" y="344"/>
                  </a:cubicBezTo>
                  <a:cubicBezTo>
                    <a:pt x="545" y="328"/>
                    <a:pt x="545" y="328"/>
                    <a:pt x="545" y="328"/>
                  </a:cubicBezTo>
                  <a:cubicBezTo>
                    <a:pt x="548" y="328"/>
                    <a:pt x="548" y="328"/>
                    <a:pt x="550" y="330"/>
                  </a:cubicBezTo>
                  <a:cubicBezTo>
                    <a:pt x="551" y="335"/>
                    <a:pt x="552" y="340"/>
                    <a:pt x="556" y="343"/>
                  </a:cubicBezTo>
                  <a:close/>
                  <a:moveTo>
                    <a:pt x="556" y="390"/>
                  </a:moveTo>
                  <a:cubicBezTo>
                    <a:pt x="556" y="394"/>
                    <a:pt x="556" y="394"/>
                    <a:pt x="556" y="394"/>
                  </a:cubicBezTo>
                  <a:cubicBezTo>
                    <a:pt x="554" y="394"/>
                    <a:pt x="552" y="393"/>
                    <a:pt x="550" y="393"/>
                  </a:cubicBezTo>
                  <a:cubicBezTo>
                    <a:pt x="551" y="399"/>
                    <a:pt x="551" y="407"/>
                    <a:pt x="556" y="411"/>
                  </a:cubicBezTo>
                  <a:cubicBezTo>
                    <a:pt x="556" y="411"/>
                    <a:pt x="556" y="411"/>
                    <a:pt x="556" y="411"/>
                  </a:cubicBezTo>
                  <a:cubicBezTo>
                    <a:pt x="556" y="414"/>
                    <a:pt x="556" y="414"/>
                    <a:pt x="556" y="414"/>
                  </a:cubicBezTo>
                  <a:cubicBezTo>
                    <a:pt x="545" y="414"/>
                    <a:pt x="545" y="414"/>
                    <a:pt x="545" y="414"/>
                  </a:cubicBezTo>
                  <a:cubicBezTo>
                    <a:pt x="545" y="411"/>
                    <a:pt x="545" y="411"/>
                    <a:pt x="545" y="411"/>
                  </a:cubicBezTo>
                  <a:cubicBezTo>
                    <a:pt x="547" y="410"/>
                    <a:pt x="548" y="410"/>
                    <a:pt x="550" y="410"/>
                  </a:cubicBezTo>
                  <a:cubicBezTo>
                    <a:pt x="548" y="401"/>
                    <a:pt x="547" y="399"/>
                    <a:pt x="545" y="396"/>
                  </a:cubicBezTo>
                  <a:cubicBezTo>
                    <a:pt x="545" y="390"/>
                    <a:pt x="545" y="390"/>
                    <a:pt x="545" y="390"/>
                  </a:cubicBezTo>
                  <a:cubicBezTo>
                    <a:pt x="556" y="390"/>
                    <a:pt x="556" y="390"/>
                    <a:pt x="556" y="390"/>
                  </a:cubicBezTo>
                  <a:close/>
                  <a:moveTo>
                    <a:pt x="556" y="461"/>
                  </a:moveTo>
                  <a:cubicBezTo>
                    <a:pt x="556" y="471"/>
                    <a:pt x="556" y="471"/>
                    <a:pt x="556" y="471"/>
                  </a:cubicBezTo>
                  <a:cubicBezTo>
                    <a:pt x="552" y="472"/>
                    <a:pt x="549" y="473"/>
                    <a:pt x="545" y="474"/>
                  </a:cubicBezTo>
                  <a:cubicBezTo>
                    <a:pt x="545" y="449"/>
                    <a:pt x="545" y="449"/>
                    <a:pt x="545" y="449"/>
                  </a:cubicBezTo>
                  <a:cubicBezTo>
                    <a:pt x="548" y="454"/>
                    <a:pt x="551" y="458"/>
                    <a:pt x="556" y="461"/>
                  </a:cubicBezTo>
                  <a:cubicBezTo>
                    <a:pt x="556" y="461"/>
                    <a:pt x="556" y="461"/>
                    <a:pt x="556" y="461"/>
                  </a:cubicBezTo>
                  <a:close/>
                  <a:moveTo>
                    <a:pt x="556" y="492"/>
                  </a:moveTo>
                  <a:cubicBezTo>
                    <a:pt x="556" y="508"/>
                    <a:pt x="556" y="508"/>
                    <a:pt x="556" y="508"/>
                  </a:cubicBezTo>
                  <a:cubicBezTo>
                    <a:pt x="554" y="505"/>
                    <a:pt x="553" y="503"/>
                    <a:pt x="553" y="499"/>
                  </a:cubicBezTo>
                  <a:cubicBezTo>
                    <a:pt x="554" y="497"/>
                    <a:pt x="555" y="495"/>
                    <a:pt x="556" y="492"/>
                  </a:cubicBezTo>
                  <a:close/>
                  <a:moveTo>
                    <a:pt x="556" y="539"/>
                  </a:moveTo>
                  <a:cubicBezTo>
                    <a:pt x="556" y="547"/>
                    <a:pt x="556" y="547"/>
                    <a:pt x="556" y="547"/>
                  </a:cubicBezTo>
                  <a:cubicBezTo>
                    <a:pt x="554" y="548"/>
                    <a:pt x="552" y="550"/>
                    <a:pt x="550" y="553"/>
                  </a:cubicBezTo>
                  <a:cubicBezTo>
                    <a:pt x="554" y="554"/>
                    <a:pt x="554" y="554"/>
                    <a:pt x="556" y="555"/>
                  </a:cubicBezTo>
                  <a:cubicBezTo>
                    <a:pt x="556" y="560"/>
                    <a:pt x="556" y="560"/>
                    <a:pt x="556" y="560"/>
                  </a:cubicBezTo>
                  <a:cubicBezTo>
                    <a:pt x="552" y="559"/>
                    <a:pt x="549" y="559"/>
                    <a:pt x="545" y="560"/>
                  </a:cubicBezTo>
                  <a:cubicBezTo>
                    <a:pt x="545" y="550"/>
                    <a:pt x="545" y="550"/>
                    <a:pt x="545" y="550"/>
                  </a:cubicBezTo>
                  <a:cubicBezTo>
                    <a:pt x="550" y="546"/>
                    <a:pt x="552" y="541"/>
                    <a:pt x="545" y="539"/>
                  </a:cubicBezTo>
                  <a:cubicBezTo>
                    <a:pt x="545" y="539"/>
                    <a:pt x="545" y="539"/>
                    <a:pt x="545" y="539"/>
                  </a:cubicBezTo>
                  <a:cubicBezTo>
                    <a:pt x="545" y="533"/>
                    <a:pt x="545" y="533"/>
                    <a:pt x="545" y="533"/>
                  </a:cubicBezTo>
                  <a:cubicBezTo>
                    <a:pt x="552" y="540"/>
                    <a:pt x="552" y="540"/>
                    <a:pt x="552" y="540"/>
                  </a:cubicBezTo>
                  <a:cubicBezTo>
                    <a:pt x="554" y="540"/>
                    <a:pt x="555" y="540"/>
                    <a:pt x="556" y="539"/>
                  </a:cubicBezTo>
                  <a:cubicBezTo>
                    <a:pt x="556" y="539"/>
                    <a:pt x="556" y="539"/>
                    <a:pt x="556" y="539"/>
                  </a:cubicBezTo>
                  <a:close/>
                  <a:moveTo>
                    <a:pt x="556" y="569"/>
                  </a:moveTo>
                  <a:cubicBezTo>
                    <a:pt x="556" y="577"/>
                    <a:pt x="556" y="577"/>
                    <a:pt x="556" y="577"/>
                  </a:cubicBezTo>
                  <a:cubicBezTo>
                    <a:pt x="553" y="580"/>
                    <a:pt x="549" y="584"/>
                    <a:pt x="545" y="587"/>
                  </a:cubicBezTo>
                  <a:cubicBezTo>
                    <a:pt x="545" y="580"/>
                    <a:pt x="545" y="580"/>
                    <a:pt x="545" y="580"/>
                  </a:cubicBezTo>
                  <a:cubicBezTo>
                    <a:pt x="547" y="579"/>
                    <a:pt x="548" y="578"/>
                    <a:pt x="550" y="576"/>
                  </a:cubicBezTo>
                  <a:cubicBezTo>
                    <a:pt x="548" y="576"/>
                    <a:pt x="547" y="575"/>
                    <a:pt x="545" y="575"/>
                  </a:cubicBezTo>
                  <a:cubicBezTo>
                    <a:pt x="545" y="569"/>
                    <a:pt x="545" y="569"/>
                    <a:pt x="545" y="569"/>
                  </a:cubicBezTo>
                  <a:cubicBezTo>
                    <a:pt x="551" y="571"/>
                    <a:pt x="551" y="571"/>
                    <a:pt x="551" y="571"/>
                  </a:cubicBezTo>
                  <a:cubicBezTo>
                    <a:pt x="553" y="570"/>
                    <a:pt x="555" y="570"/>
                    <a:pt x="556" y="569"/>
                  </a:cubicBezTo>
                  <a:close/>
                  <a:moveTo>
                    <a:pt x="556" y="710"/>
                  </a:moveTo>
                  <a:cubicBezTo>
                    <a:pt x="556" y="719"/>
                    <a:pt x="556" y="719"/>
                    <a:pt x="556" y="719"/>
                  </a:cubicBezTo>
                  <a:cubicBezTo>
                    <a:pt x="554" y="720"/>
                    <a:pt x="552" y="721"/>
                    <a:pt x="550" y="722"/>
                  </a:cubicBezTo>
                  <a:cubicBezTo>
                    <a:pt x="552" y="723"/>
                    <a:pt x="554" y="725"/>
                    <a:pt x="556" y="726"/>
                  </a:cubicBezTo>
                  <a:cubicBezTo>
                    <a:pt x="556" y="737"/>
                    <a:pt x="556" y="737"/>
                    <a:pt x="556" y="737"/>
                  </a:cubicBezTo>
                  <a:cubicBezTo>
                    <a:pt x="553" y="735"/>
                    <a:pt x="549" y="733"/>
                    <a:pt x="545" y="731"/>
                  </a:cubicBezTo>
                  <a:cubicBezTo>
                    <a:pt x="545" y="717"/>
                    <a:pt x="545" y="717"/>
                    <a:pt x="545" y="717"/>
                  </a:cubicBezTo>
                  <a:cubicBezTo>
                    <a:pt x="549" y="714"/>
                    <a:pt x="552" y="712"/>
                    <a:pt x="556" y="710"/>
                  </a:cubicBezTo>
                  <a:close/>
                  <a:moveTo>
                    <a:pt x="545" y="496"/>
                  </a:moveTo>
                  <a:cubicBezTo>
                    <a:pt x="545" y="483"/>
                    <a:pt x="545" y="483"/>
                    <a:pt x="545" y="483"/>
                  </a:cubicBezTo>
                  <a:cubicBezTo>
                    <a:pt x="548" y="485"/>
                    <a:pt x="547" y="490"/>
                    <a:pt x="547" y="495"/>
                  </a:cubicBezTo>
                  <a:lnTo>
                    <a:pt x="545" y="496"/>
                  </a:lnTo>
                  <a:close/>
                  <a:moveTo>
                    <a:pt x="539" y="27"/>
                  </a:moveTo>
                  <a:cubicBezTo>
                    <a:pt x="541" y="29"/>
                    <a:pt x="544" y="30"/>
                    <a:pt x="545" y="31"/>
                  </a:cubicBezTo>
                  <a:cubicBezTo>
                    <a:pt x="545" y="71"/>
                    <a:pt x="545" y="71"/>
                    <a:pt x="545" y="71"/>
                  </a:cubicBezTo>
                  <a:cubicBezTo>
                    <a:pt x="545" y="56"/>
                    <a:pt x="546" y="46"/>
                    <a:pt x="539" y="38"/>
                  </a:cubicBezTo>
                  <a:cubicBezTo>
                    <a:pt x="539" y="27"/>
                    <a:pt x="539" y="27"/>
                    <a:pt x="539" y="27"/>
                  </a:cubicBezTo>
                  <a:close/>
                  <a:moveTo>
                    <a:pt x="545" y="764"/>
                  </a:moveTo>
                  <a:cubicBezTo>
                    <a:pt x="544" y="765"/>
                    <a:pt x="541" y="766"/>
                    <a:pt x="539" y="767"/>
                  </a:cubicBezTo>
                  <a:cubicBezTo>
                    <a:pt x="539" y="749"/>
                    <a:pt x="539" y="749"/>
                    <a:pt x="539" y="749"/>
                  </a:cubicBezTo>
                  <a:cubicBezTo>
                    <a:pt x="541" y="750"/>
                    <a:pt x="543" y="751"/>
                    <a:pt x="545" y="752"/>
                  </a:cubicBezTo>
                  <a:cubicBezTo>
                    <a:pt x="545" y="764"/>
                    <a:pt x="545" y="764"/>
                    <a:pt x="545" y="764"/>
                  </a:cubicBezTo>
                  <a:close/>
                  <a:moveTo>
                    <a:pt x="545" y="71"/>
                  </a:moveTo>
                  <a:cubicBezTo>
                    <a:pt x="543" y="70"/>
                    <a:pt x="541" y="69"/>
                    <a:pt x="539" y="68"/>
                  </a:cubicBezTo>
                  <a:cubicBezTo>
                    <a:pt x="539" y="76"/>
                    <a:pt x="539" y="76"/>
                    <a:pt x="539" y="76"/>
                  </a:cubicBezTo>
                  <a:cubicBezTo>
                    <a:pt x="541" y="77"/>
                    <a:pt x="543" y="78"/>
                    <a:pt x="545" y="78"/>
                  </a:cubicBezTo>
                  <a:cubicBezTo>
                    <a:pt x="545" y="71"/>
                    <a:pt x="545" y="71"/>
                    <a:pt x="545" y="71"/>
                  </a:cubicBezTo>
                  <a:close/>
                  <a:moveTo>
                    <a:pt x="545" y="165"/>
                  </a:moveTo>
                  <a:cubicBezTo>
                    <a:pt x="545" y="172"/>
                    <a:pt x="545" y="172"/>
                    <a:pt x="545" y="172"/>
                  </a:cubicBezTo>
                  <a:cubicBezTo>
                    <a:pt x="544" y="169"/>
                    <a:pt x="544" y="167"/>
                    <a:pt x="545" y="165"/>
                  </a:cubicBezTo>
                  <a:close/>
                  <a:moveTo>
                    <a:pt x="545" y="217"/>
                  </a:moveTo>
                  <a:cubicBezTo>
                    <a:pt x="545" y="223"/>
                    <a:pt x="545" y="223"/>
                    <a:pt x="545" y="223"/>
                  </a:cubicBezTo>
                  <a:cubicBezTo>
                    <a:pt x="544" y="222"/>
                    <a:pt x="544" y="221"/>
                    <a:pt x="542" y="220"/>
                  </a:cubicBezTo>
                  <a:cubicBezTo>
                    <a:pt x="540" y="231"/>
                    <a:pt x="537" y="240"/>
                    <a:pt x="545" y="247"/>
                  </a:cubicBezTo>
                  <a:cubicBezTo>
                    <a:pt x="545" y="253"/>
                    <a:pt x="545" y="253"/>
                    <a:pt x="545" y="253"/>
                  </a:cubicBezTo>
                  <a:cubicBezTo>
                    <a:pt x="543" y="252"/>
                    <a:pt x="542" y="251"/>
                    <a:pt x="539" y="250"/>
                  </a:cubicBezTo>
                  <a:cubicBezTo>
                    <a:pt x="539" y="212"/>
                    <a:pt x="539" y="212"/>
                    <a:pt x="539" y="212"/>
                  </a:cubicBezTo>
                  <a:cubicBezTo>
                    <a:pt x="541" y="214"/>
                    <a:pt x="544" y="215"/>
                    <a:pt x="545" y="217"/>
                  </a:cubicBezTo>
                  <a:close/>
                  <a:moveTo>
                    <a:pt x="545" y="260"/>
                  </a:moveTo>
                  <a:cubicBezTo>
                    <a:pt x="545" y="264"/>
                    <a:pt x="545" y="264"/>
                    <a:pt x="545" y="264"/>
                  </a:cubicBezTo>
                  <a:cubicBezTo>
                    <a:pt x="544" y="264"/>
                    <a:pt x="542" y="262"/>
                    <a:pt x="539" y="261"/>
                  </a:cubicBezTo>
                  <a:cubicBezTo>
                    <a:pt x="539" y="257"/>
                    <a:pt x="539" y="257"/>
                    <a:pt x="539" y="257"/>
                  </a:cubicBezTo>
                  <a:cubicBezTo>
                    <a:pt x="541" y="258"/>
                    <a:pt x="542" y="259"/>
                    <a:pt x="544" y="260"/>
                  </a:cubicBezTo>
                  <a:cubicBezTo>
                    <a:pt x="545" y="260"/>
                    <a:pt x="545" y="260"/>
                    <a:pt x="545" y="260"/>
                  </a:cubicBezTo>
                  <a:close/>
                  <a:moveTo>
                    <a:pt x="545" y="264"/>
                  </a:moveTo>
                  <a:cubicBezTo>
                    <a:pt x="545" y="271"/>
                    <a:pt x="545" y="271"/>
                    <a:pt x="545" y="271"/>
                  </a:cubicBezTo>
                  <a:cubicBezTo>
                    <a:pt x="543" y="272"/>
                    <a:pt x="541" y="274"/>
                    <a:pt x="539" y="275"/>
                  </a:cubicBezTo>
                  <a:cubicBezTo>
                    <a:pt x="539" y="269"/>
                    <a:pt x="539" y="269"/>
                    <a:pt x="539" y="269"/>
                  </a:cubicBezTo>
                  <a:cubicBezTo>
                    <a:pt x="542" y="268"/>
                    <a:pt x="545" y="267"/>
                    <a:pt x="545" y="264"/>
                  </a:cubicBezTo>
                  <a:close/>
                  <a:moveTo>
                    <a:pt x="545" y="309"/>
                  </a:moveTo>
                  <a:cubicBezTo>
                    <a:pt x="545" y="321"/>
                    <a:pt x="545" y="321"/>
                    <a:pt x="545" y="321"/>
                  </a:cubicBezTo>
                  <a:cubicBezTo>
                    <a:pt x="545" y="321"/>
                    <a:pt x="545" y="320"/>
                    <a:pt x="544" y="320"/>
                  </a:cubicBezTo>
                  <a:cubicBezTo>
                    <a:pt x="543" y="318"/>
                    <a:pt x="541" y="316"/>
                    <a:pt x="540" y="314"/>
                  </a:cubicBezTo>
                  <a:cubicBezTo>
                    <a:pt x="539" y="314"/>
                    <a:pt x="539" y="314"/>
                    <a:pt x="539" y="314"/>
                  </a:cubicBezTo>
                  <a:cubicBezTo>
                    <a:pt x="539" y="304"/>
                    <a:pt x="539" y="304"/>
                    <a:pt x="539" y="304"/>
                  </a:cubicBezTo>
                  <a:cubicBezTo>
                    <a:pt x="542" y="306"/>
                    <a:pt x="543" y="308"/>
                    <a:pt x="545" y="309"/>
                  </a:cubicBezTo>
                  <a:close/>
                  <a:moveTo>
                    <a:pt x="545" y="328"/>
                  </a:moveTo>
                  <a:cubicBezTo>
                    <a:pt x="545" y="344"/>
                    <a:pt x="545" y="344"/>
                    <a:pt x="545" y="344"/>
                  </a:cubicBezTo>
                  <a:cubicBezTo>
                    <a:pt x="544" y="344"/>
                    <a:pt x="542" y="344"/>
                    <a:pt x="541" y="344"/>
                  </a:cubicBezTo>
                  <a:cubicBezTo>
                    <a:pt x="541" y="346"/>
                    <a:pt x="541" y="348"/>
                    <a:pt x="542" y="350"/>
                  </a:cubicBezTo>
                  <a:cubicBezTo>
                    <a:pt x="545" y="349"/>
                    <a:pt x="545" y="349"/>
                    <a:pt x="545" y="349"/>
                  </a:cubicBezTo>
                  <a:cubicBezTo>
                    <a:pt x="545" y="369"/>
                    <a:pt x="545" y="369"/>
                    <a:pt x="545" y="369"/>
                  </a:cubicBezTo>
                  <a:cubicBezTo>
                    <a:pt x="545" y="367"/>
                    <a:pt x="544" y="365"/>
                    <a:pt x="543" y="363"/>
                  </a:cubicBezTo>
                  <a:cubicBezTo>
                    <a:pt x="542" y="363"/>
                    <a:pt x="541" y="363"/>
                    <a:pt x="540" y="363"/>
                  </a:cubicBezTo>
                  <a:cubicBezTo>
                    <a:pt x="540" y="364"/>
                    <a:pt x="540" y="365"/>
                    <a:pt x="539" y="366"/>
                  </a:cubicBezTo>
                  <a:cubicBezTo>
                    <a:pt x="539" y="334"/>
                    <a:pt x="539" y="334"/>
                    <a:pt x="539" y="334"/>
                  </a:cubicBezTo>
                  <a:cubicBezTo>
                    <a:pt x="542" y="331"/>
                    <a:pt x="543" y="330"/>
                    <a:pt x="544" y="328"/>
                  </a:cubicBezTo>
                  <a:cubicBezTo>
                    <a:pt x="544" y="328"/>
                    <a:pt x="545" y="328"/>
                    <a:pt x="545" y="328"/>
                  </a:cubicBezTo>
                  <a:close/>
                  <a:moveTo>
                    <a:pt x="545" y="390"/>
                  </a:moveTo>
                  <a:cubicBezTo>
                    <a:pt x="545" y="396"/>
                    <a:pt x="545" y="396"/>
                    <a:pt x="545" y="396"/>
                  </a:cubicBezTo>
                  <a:cubicBezTo>
                    <a:pt x="545" y="395"/>
                    <a:pt x="545" y="395"/>
                    <a:pt x="544" y="394"/>
                  </a:cubicBezTo>
                  <a:cubicBezTo>
                    <a:pt x="539" y="394"/>
                    <a:pt x="539" y="394"/>
                    <a:pt x="539" y="394"/>
                  </a:cubicBezTo>
                  <a:cubicBezTo>
                    <a:pt x="539" y="390"/>
                    <a:pt x="539" y="390"/>
                    <a:pt x="539" y="390"/>
                  </a:cubicBezTo>
                  <a:cubicBezTo>
                    <a:pt x="545" y="390"/>
                    <a:pt x="545" y="390"/>
                    <a:pt x="545" y="390"/>
                  </a:cubicBezTo>
                  <a:close/>
                  <a:moveTo>
                    <a:pt x="545" y="411"/>
                  </a:moveTo>
                  <a:cubicBezTo>
                    <a:pt x="545" y="414"/>
                    <a:pt x="545" y="414"/>
                    <a:pt x="545" y="414"/>
                  </a:cubicBezTo>
                  <a:cubicBezTo>
                    <a:pt x="539" y="414"/>
                    <a:pt x="539" y="414"/>
                    <a:pt x="539" y="414"/>
                  </a:cubicBezTo>
                  <a:cubicBezTo>
                    <a:pt x="539" y="405"/>
                    <a:pt x="539" y="405"/>
                    <a:pt x="539" y="405"/>
                  </a:cubicBezTo>
                  <a:cubicBezTo>
                    <a:pt x="541" y="410"/>
                    <a:pt x="541" y="410"/>
                    <a:pt x="541" y="410"/>
                  </a:cubicBezTo>
                  <a:cubicBezTo>
                    <a:pt x="541" y="410"/>
                    <a:pt x="542" y="411"/>
                    <a:pt x="543" y="411"/>
                  </a:cubicBezTo>
                  <a:cubicBezTo>
                    <a:pt x="544" y="411"/>
                    <a:pt x="544" y="411"/>
                    <a:pt x="545" y="411"/>
                  </a:cubicBezTo>
                  <a:close/>
                  <a:moveTo>
                    <a:pt x="545" y="449"/>
                  </a:moveTo>
                  <a:cubicBezTo>
                    <a:pt x="545" y="474"/>
                    <a:pt x="545" y="474"/>
                    <a:pt x="545" y="474"/>
                  </a:cubicBezTo>
                  <a:cubicBezTo>
                    <a:pt x="543" y="474"/>
                    <a:pt x="541" y="474"/>
                    <a:pt x="539" y="475"/>
                  </a:cubicBezTo>
                  <a:cubicBezTo>
                    <a:pt x="539" y="467"/>
                    <a:pt x="539" y="467"/>
                    <a:pt x="539" y="467"/>
                  </a:cubicBezTo>
                  <a:cubicBezTo>
                    <a:pt x="540" y="467"/>
                    <a:pt x="540" y="467"/>
                    <a:pt x="541" y="467"/>
                  </a:cubicBezTo>
                  <a:cubicBezTo>
                    <a:pt x="541" y="465"/>
                    <a:pt x="541" y="463"/>
                    <a:pt x="541" y="461"/>
                  </a:cubicBezTo>
                  <a:cubicBezTo>
                    <a:pt x="539" y="461"/>
                    <a:pt x="539" y="461"/>
                    <a:pt x="539" y="461"/>
                  </a:cubicBezTo>
                  <a:cubicBezTo>
                    <a:pt x="539" y="423"/>
                    <a:pt x="539" y="423"/>
                    <a:pt x="539" y="423"/>
                  </a:cubicBezTo>
                  <a:cubicBezTo>
                    <a:pt x="540" y="430"/>
                    <a:pt x="542" y="441"/>
                    <a:pt x="545" y="449"/>
                  </a:cubicBezTo>
                  <a:close/>
                  <a:moveTo>
                    <a:pt x="545" y="483"/>
                  </a:moveTo>
                  <a:cubicBezTo>
                    <a:pt x="545" y="496"/>
                    <a:pt x="545" y="496"/>
                    <a:pt x="545" y="496"/>
                  </a:cubicBezTo>
                  <a:cubicBezTo>
                    <a:pt x="544" y="496"/>
                    <a:pt x="544" y="497"/>
                    <a:pt x="543" y="497"/>
                  </a:cubicBezTo>
                  <a:cubicBezTo>
                    <a:pt x="539" y="491"/>
                    <a:pt x="541" y="489"/>
                    <a:pt x="542" y="482"/>
                  </a:cubicBezTo>
                  <a:cubicBezTo>
                    <a:pt x="543" y="482"/>
                    <a:pt x="544" y="482"/>
                    <a:pt x="545" y="483"/>
                  </a:cubicBezTo>
                  <a:close/>
                  <a:moveTo>
                    <a:pt x="545" y="533"/>
                  </a:moveTo>
                  <a:cubicBezTo>
                    <a:pt x="545" y="539"/>
                    <a:pt x="545" y="539"/>
                    <a:pt x="545" y="539"/>
                  </a:cubicBezTo>
                  <a:cubicBezTo>
                    <a:pt x="544" y="543"/>
                    <a:pt x="541" y="546"/>
                    <a:pt x="539" y="549"/>
                  </a:cubicBezTo>
                  <a:cubicBezTo>
                    <a:pt x="539" y="544"/>
                    <a:pt x="539" y="544"/>
                    <a:pt x="539" y="544"/>
                  </a:cubicBezTo>
                  <a:cubicBezTo>
                    <a:pt x="541" y="541"/>
                    <a:pt x="541" y="537"/>
                    <a:pt x="539" y="533"/>
                  </a:cubicBezTo>
                  <a:cubicBezTo>
                    <a:pt x="539" y="527"/>
                    <a:pt x="539" y="527"/>
                    <a:pt x="539" y="527"/>
                  </a:cubicBezTo>
                  <a:cubicBezTo>
                    <a:pt x="545" y="533"/>
                    <a:pt x="545" y="533"/>
                    <a:pt x="545" y="533"/>
                  </a:cubicBezTo>
                  <a:close/>
                  <a:moveTo>
                    <a:pt x="545" y="550"/>
                  </a:moveTo>
                  <a:cubicBezTo>
                    <a:pt x="545" y="560"/>
                    <a:pt x="545" y="560"/>
                    <a:pt x="545" y="560"/>
                  </a:cubicBezTo>
                  <a:cubicBezTo>
                    <a:pt x="544" y="560"/>
                    <a:pt x="541" y="561"/>
                    <a:pt x="539" y="562"/>
                  </a:cubicBezTo>
                  <a:cubicBezTo>
                    <a:pt x="539" y="555"/>
                    <a:pt x="539" y="555"/>
                    <a:pt x="539" y="555"/>
                  </a:cubicBezTo>
                  <a:cubicBezTo>
                    <a:pt x="541" y="554"/>
                    <a:pt x="544" y="552"/>
                    <a:pt x="545" y="550"/>
                  </a:cubicBezTo>
                  <a:close/>
                  <a:moveTo>
                    <a:pt x="545" y="569"/>
                  </a:moveTo>
                  <a:cubicBezTo>
                    <a:pt x="545" y="575"/>
                    <a:pt x="545" y="575"/>
                    <a:pt x="545" y="575"/>
                  </a:cubicBezTo>
                  <a:cubicBezTo>
                    <a:pt x="544" y="574"/>
                    <a:pt x="541" y="573"/>
                    <a:pt x="539" y="573"/>
                  </a:cubicBezTo>
                  <a:cubicBezTo>
                    <a:pt x="539" y="567"/>
                    <a:pt x="539" y="567"/>
                    <a:pt x="539" y="567"/>
                  </a:cubicBezTo>
                  <a:cubicBezTo>
                    <a:pt x="545" y="569"/>
                    <a:pt x="545" y="569"/>
                    <a:pt x="545" y="569"/>
                  </a:cubicBezTo>
                  <a:close/>
                  <a:moveTo>
                    <a:pt x="545" y="580"/>
                  </a:moveTo>
                  <a:cubicBezTo>
                    <a:pt x="545" y="587"/>
                    <a:pt x="545" y="587"/>
                    <a:pt x="545" y="587"/>
                  </a:cubicBezTo>
                  <a:cubicBezTo>
                    <a:pt x="544" y="588"/>
                    <a:pt x="541" y="590"/>
                    <a:pt x="539" y="592"/>
                  </a:cubicBezTo>
                  <a:cubicBezTo>
                    <a:pt x="539" y="583"/>
                    <a:pt x="539" y="583"/>
                    <a:pt x="539" y="583"/>
                  </a:cubicBezTo>
                  <a:cubicBezTo>
                    <a:pt x="542" y="582"/>
                    <a:pt x="544" y="582"/>
                    <a:pt x="545" y="580"/>
                  </a:cubicBezTo>
                  <a:close/>
                  <a:moveTo>
                    <a:pt x="545" y="717"/>
                  </a:moveTo>
                  <a:cubicBezTo>
                    <a:pt x="545" y="731"/>
                    <a:pt x="545" y="731"/>
                    <a:pt x="545" y="731"/>
                  </a:cubicBezTo>
                  <a:cubicBezTo>
                    <a:pt x="544" y="730"/>
                    <a:pt x="541" y="730"/>
                    <a:pt x="539" y="730"/>
                  </a:cubicBezTo>
                  <a:cubicBezTo>
                    <a:pt x="539" y="720"/>
                    <a:pt x="539" y="720"/>
                    <a:pt x="539" y="720"/>
                  </a:cubicBezTo>
                  <a:cubicBezTo>
                    <a:pt x="540" y="720"/>
                    <a:pt x="541" y="720"/>
                    <a:pt x="542" y="720"/>
                  </a:cubicBezTo>
                  <a:cubicBezTo>
                    <a:pt x="543" y="719"/>
                    <a:pt x="544" y="718"/>
                    <a:pt x="545" y="717"/>
                  </a:cubicBezTo>
                  <a:close/>
                  <a:moveTo>
                    <a:pt x="534" y="25"/>
                  </a:moveTo>
                  <a:cubicBezTo>
                    <a:pt x="535" y="25"/>
                    <a:pt x="535" y="25"/>
                    <a:pt x="535" y="25"/>
                  </a:cubicBezTo>
                  <a:cubicBezTo>
                    <a:pt x="536" y="25"/>
                    <a:pt x="538" y="26"/>
                    <a:pt x="539" y="27"/>
                  </a:cubicBezTo>
                  <a:cubicBezTo>
                    <a:pt x="539" y="38"/>
                    <a:pt x="539" y="38"/>
                    <a:pt x="539" y="38"/>
                  </a:cubicBezTo>
                  <a:cubicBezTo>
                    <a:pt x="538" y="37"/>
                    <a:pt x="537" y="35"/>
                    <a:pt x="534" y="34"/>
                  </a:cubicBezTo>
                  <a:cubicBezTo>
                    <a:pt x="534" y="25"/>
                    <a:pt x="534" y="25"/>
                    <a:pt x="534" y="25"/>
                  </a:cubicBezTo>
                  <a:close/>
                  <a:moveTo>
                    <a:pt x="539" y="767"/>
                  </a:moveTo>
                  <a:cubicBezTo>
                    <a:pt x="538" y="768"/>
                    <a:pt x="536" y="769"/>
                    <a:pt x="534" y="770"/>
                  </a:cubicBezTo>
                  <a:cubicBezTo>
                    <a:pt x="534" y="761"/>
                    <a:pt x="534" y="761"/>
                    <a:pt x="534" y="761"/>
                  </a:cubicBezTo>
                  <a:cubicBezTo>
                    <a:pt x="536" y="761"/>
                    <a:pt x="537" y="760"/>
                    <a:pt x="538" y="760"/>
                  </a:cubicBezTo>
                  <a:cubicBezTo>
                    <a:pt x="537" y="759"/>
                    <a:pt x="536" y="757"/>
                    <a:pt x="534" y="756"/>
                  </a:cubicBezTo>
                  <a:cubicBezTo>
                    <a:pt x="534" y="745"/>
                    <a:pt x="534" y="745"/>
                    <a:pt x="534" y="745"/>
                  </a:cubicBezTo>
                  <a:cubicBezTo>
                    <a:pt x="536" y="746"/>
                    <a:pt x="538" y="747"/>
                    <a:pt x="539" y="749"/>
                  </a:cubicBezTo>
                  <a:cubicBezTo>
                    <a:pt x="539" y="767"/>
                    <a:pt x="539" y="767"/>
                    <a:pt x="539" y="767"/>
                  </a:cubicBezTo>
                  <a:close/>
                  <a:moveTo>
                    <a:pt x="539" y="68"/>
                  </a:moveTo>
                  <a:cubicBezTo>
                    <a:pt x="539" y="76"/>
                    <a:pt x="539" y="76"/>
                    <a:pt x="539" y="76"/>
                  </a:cubicBezTo>
                  <a:cubicBezTo>
                    <a:pt x="538" y="75"/>
                    <a:pt x="536" y="75"/>
                    <a:pt x="534" y="74"/>
                  </a:cubicBezTo>
                  <a:cubicBezTo>
                    <a:pt x="534" y="66"/>
                    <a:pt x="534" y="66"/>
                    <a:pt x="534" y="66"/>
                  </a:cubicBezTo>
                  <a:cubicBezTo>
                    <a:pt x="536" y="67"/>
                    <a:pt x="537" y="67"/>
                    <a:pt x="539" y="68"/>
                  </a:cubicBezTo>
                  <a:close/>
                  <a:moveTo>
                    <a:pt x="539" y="212"/>
                  </a:moveTo>
                  <a:cubicBezTo>
                    <a:pt x="539" y="250"/>
                    <a:pt x="539" y="250"/>
                    <a:pt x="539" y="250"/>
                  </a:cubicBezTo>
                  <a:cubicBezTo>
                    <a:pt x="538" y="249"/>
                    <a:pt x="537" y="249"/>
                    <a:pt x="535" y="249"/>
                  </a:cubicBezTo>
                  <a:cubicBezTo>
                    <a:pt x="535" y="250"/>
                    <a:pt x="535" y="251"/>
                    <a:pt x="534" y="252"/>
                  </a:cubicBezTo>
                  <a:cubicBezTo>
                    <a:pt x="534" y="245"/>
                    <a:pt x="534" y="245"/>
                    <a:pt x="534" y="245"/>
                  </a:cubicBezTo>
                  <a:cubicBezTo>
                    <a:pt x="535" y="245"/>
                    <a:pt x="535" y="245"/>
                    <a:pt x="535" y="245"/>
                  </a:cubicBezTo>
                  <a:cubicBezTo>
                    <a:pt x="535" y="243"/>
                    <a:pt x="535" y="243"/>
                    <a:pt x="535" y="242"/>
                  </a:cubicBezTo>
                  <a:cubicBezTo>
                    <a:pt x="534" y="241"/>
                    <a:pt x="534" y="241"/>
                    <a:pt x="534" y="241"/>
                  </a:cubicBezTo>
                  <a:cubicBezTo>
                    <a:pt x="534" y="229"/>
                    <a:pt x="534" y="229"/>
                    <a:pt x="534" y="229"/>
                  </a:cubicBezTo>
                  <a:cubicBezTo>
                    <a:pt x="535" y="224"/>
                    <a:pt x="536" y="220"/>
                    <a:pt x="534" y="217"/>
                  </a:cubicBezTo>
                  <a:cubicBezTo>
                    <a:pt x="534" y="209"/>
                    <a:pt x="534" y="209"/>
                    <a:pt x="534" y="209"/>
                  </a:cubicBezTo>
                  <a:cubicBezTo>
                    <a:pt x="536" y="210"/>
                    <a:pt x="538" y="211"/>
                    <a:pt x="539" y="212"/>
                  </a:cubicBezTo>
                  <a:close/>
                  <a:moveTo>
                    <a:pt x="539" y="257"/>
                  </a:moveTo>
                  <a:cubicBezTo>
                    <a:pt x="539" y="261"/>
                    <a:pt x="539" y="261"/>
                    <a:pt x="539" y="261"/>
                  </a:cubicBezTo>
                  <a:cubicBezTo>
                    <a:pt x="538" y="260"/>
                    <a:pt x="536" y="259"/>
                    <a:pt x="534" y="258"/>
                  </a:cubicBezTo>
                  <a:cubicBezTo>
                    <a:pt x="534" y="254"/>
                    <a:pt x="534" y="254"/>
                    <a:pt x="534" y="254"/>
                  </a:cubicBezTo>
                  <a:cubicBezTo>
                    <a:pt x="537" y="255"/>
                    <a:pt x="538" y="255"/>
                    <a:pt x="539" y="257"/>
                  </a:cubicBezTo>
                  <a:close/>
                  <a:moveTo>
                    <a:pt x="539" y="269"/>
                  </a:moveTo>
                  <a:cubicBezTo>
                    <a:pt x="539" y="275"/>
                    <a:pt x="539" y="275"/>
                    <a:pt x="539" y="275"/>
                  </a:cubicBezTo>
                  <a:cubicBezTo>
                    <a:pt x="538" y="277"/>
                    <a:pt x="536" y="279"/>
                    <a:pt x="534" y="281"/>
                  </a:cubicBezTo>
                  <a:cubicBezTo>
                    <a:pt x="534" y="276"/>
                    <a:pt x="534" y="276"/>
                    <a:pt x="534" y="276"/>
                  </a:cubicBezTo>
                  <a:cubicBezTo>
                    <a:pt x="535" y="275"/>
                    <a:pt x="536" y="275"/>
                    <a:pt x="537" y="274"/>
                  </a:cubicBezTo>
                  <a:cubicBezTo>
                    <a:pt x="536" y="273"/>
                    <a:pt x="535" y="273"/>
                    <a:pt x="534" y="272"/>
                  </a:cubicBezTo>
                  <a:cubicBezTo>
                    <a:pt x="534" y="268"/>
                    <a:pt x="534" y="268"/>
                    <a:pt x="534" y="268"/>
                  </a:cubicBezTo>
                  <a:cubicBezTo>
                    <a:pt x="535" y="268"/>
                    <a:pt x="536" y="269"/>
                    <a:pt x="537" y="270"/>
                  </a:cubicBezTo>
                  <a:cubicBezTo>
                    <a:pt x="538" y="270"/>
                    <a:pt x="539" y="270"/>
                    <a:pt x="539" y="269"/>
                  </a:cubicBezTo>
                  <a:close/>
                  <a:moveTo>
                    <a:pt x="539" y="304"/>
                  </a:moveTo>
                  <a:cubicBezTo>
                    <a:pt x="539" y="314"/>
                    <a:pt x="539" y="314"/>
                    <a:pt x="539" y="314"/>
                  </a:cubicBezTo>
                  <a:cubicBezTo>
                    <a:pt x="534" y="314"/>
                    <a:pt x="534" y="314"/>
                    <a:pt x="534" y="314"/>
                  </a:cubicBezTo>
                  <a:cubicBezTo>
                    <a:pt x="534" y="302"/>
                    <a:pt x="534" y="302"/>
                    <a:pt x="534" y="302"/>
                  </a:cubicBezTo>
                  <a:cubicBezTo>
                    <a:pt x="535" y="301"/>
                    <a:pt x="536" y="301"/>
                    <a:pt x="537" y="301"/>
                  </a:cubicBezTo>
                  <a:cubicBezTo>
                    <a:pt x="538" y="302"/>
                    <a:pt x="539" y="303"/>
                    <a:pt x="539" y="304"/>
                  </a:cubicBezTo>
                  <a:close/>
                  <a:moveTo>
                    <a:pt x="539" y="334"/>
                  </a:moveTo>
                  <a:cubicBezTo>
                    <a:pt x="539" y="366"/>
                    <a:pt x="539" y="366"/>
                    <a:pt x="539" y="366"/>
                  </a:cubicBezTo>
                  <a:cubicBezTo>
                    <a:pt x="538" y="369"/>
                    <a:pt x="537" y="372"/>
                    <a:pt x="534" y="374"/>
                  </a:cubicBezTo>
                  <a:cubicBezTo>
                    <a:pt x="534" y="361"/>
                    <a:pt x="534" y="361"/>
                    <a:pt x="534" y="361"/>
                  </a:cubicBezTo>
                  <a:cubicBezTo>
                    <a:pt x="535" y="361"/>
                    <a:pt x="535" y="360"/>
                    <a:pt x="536" y="360"/>
                  </a:cubicBezTo>
                  <a:cubicBezTo>
                    <a:pt x="534" y="360"/>
                    <a:pt x="534" y="360"/>
                    <a:pt x="534" y="360"/>
                  </a:cubicBezTo>
                  <a:cubicBezTo>
                    <a:pt x="534" y="340"/>
                    <a:pt x="534" y="340"/>
                    <a:pt x="534" y="340"/>
                  </a:cubicBezTo>
                  <a:cubicBezTo>
                    <a:pt x="537" y="337"/>
                    <a:pt x="538" y="336"/>
                    <a:pt x="539" y="334"/>
                  </a:cubicBezTo>
                  <a:close/>
                  <a:moveTo>
                    <a:pt x="539" y="390"/>
                  </a:moveTo>
                  <a:cubicBezTo>
                    <a:pt x="539" y="394"/>
                    <a:pt x="539" y="394"/>
                    <a:pt x="539" y="394"/>
                  </a:cubicBezTo>
                  <a:cubicBezTo>
                    <a:pt x="537" y="394"/>
                    <a:pt x="537" y="394"/>
                    <a:pt x="537" y="394"/>
                  </a:cubicBezTo>
                  <a:cubicBezTo>
                    <a:pt x="538" y="398"/>
                    <a:pt x="539" y="402"/>
                    <a:pt x="539" y="405"/>
                  </a:cubicBezTo>
                  <a:cubicBezTo>
                    <a:pt x="539" y="414"/>
                    <a:pt x="539" y="414"/>
                    <a:pt x="539" y="414"/>
                  </a:cubicBezTo>
                  <a:cubicBezTo>
                    <a:pt x="534" y="414"/>
                    <a:pt x="534" y="414"/>
                    <a:pt x="534" y="414"/>
                  </a:cubicBezTo>
                  <a:cubicBezTo>
                    <a:pt x="534" y="411"/>
                    <a:pt x="534" y="411"/>
                    <a:pt x="534" y="411"/>
                  </a:cubicBezTo>
                  <a:cubicBezTo>
                    <a:pt x="537" y="411"/>
                    <a:pt x="537" y="411"/>
                    <a:pt x="537" y="411"/>
                  </a:cubicBezTo>
                  <a:cubicBezTo>
                    <a:pt x="536" y="404"/>
                    <a:pt x="535" y="401"/>
                    <a:pt x="534" y="399"/>
                  </a:cubicBezTo>
                  <a:cubicBezTo>
                    <a:pt x="534" y="390"/>
                    <a:pt x="534" y="390"/>
                    <a:pt x="534" y="390"/>
                  </a:cubicBezTo>
                  <a:cubicBezTo>
                    <a:pt x="539" y="390"/>
                    <a:pt x="539" y="390"/>
                    <a:pt x="539" y="390"/>
                  </a:cubicBezTo>
                  <a:close/>
                  <a:moveTo>
                    <a:pt x="539" y="423"/>
                  </a:moveTo>
                  <a:cubicBezTo>
                    <a:pt x="539" y="461"/>
                    <a:pt x="539" y="461"/>
                    <a:pt x="539" y="461"/>
                  </a:cubicBezTo>
                  <a:cubicBezTo>
                    <a:pt x="538" y="461"/>
                    <a:pt x="536" y="461"/>
                    <a:pt x="534" y="461"/>
                  </a:cubicBezTo>
                  <a:cubicBezTo>
                    <a:pt x="534" y="452"/>
                    <a:pt x="534" y="452"/>
                    <a:pt x="534" y="452"/>
                  </a:cubicBezTo>
                  <a:cubicBezTo>
                    <a:pt x="536" y="452"/>
                    <a:pt x="538" y="452"/>
                    <a:pt x="539" y="452"/>
                  </a:cubicBezTo>
                  <a:cubicBezTo>
                    <a:pt x="539" y="447"/>
                    <a:pt x="537" y="444"/>
                    <a:pt x="534" y="440"/>
                  </a:cubicBezTo>
                  <a:cubicBezTo>
                    <a:pt x="534" y="421"/>
                    <a:pt x="534" y="421"/>
                    <a:pt x="534" y="421"/>
                  </a:cubicBezTo>
                  <a:cubicBezTo>
                    <a:pt x="536" y="421"/>
                    <a:pt x="537" y="421"/>
                    <a:pt x="539" y="422"/>
                  </a:cubicBezTo>
                  <a:cubicBezTo>
                    <a:pt x="539" y="423"/>
                    <a:pt x="539" y="423"/>
                    <a:pt x="539" y="423"/>
                  </a:cubicBezTo>
                  <a:close/>
                  <a:moveTo>
                    <a:pt x="539" y="467"/>
                  </a:moveTo>
                  <a:cubicBezTo>
                    <a:pt x="539" y="475"/>
                    <a:pt x="539" y="475"/>
                    <a:pt x="539" y="475"/>
                  </a:cubicBezTo>
                  <a:cubicBezTo>
                    <a:pt x="538" y="475"/>
                    <a:pt x="536" y="476"/>
                    <a:pt x="534" y="476"/>
                  </a:cubicBezTo>
                  <a:cubicBezTo>
                    <a:pt x="534" y="466"/>
                    <a:pt x="534" y="466"/>
                    <a:pt x="534" y="466"/>
                  </a:cubicBezTo>
                  <a:cubicBezTo>
                    <a:pt x="535" y="466"/>
                    <a:pt x="536" y="466"/>
                    <a:pt x="537" y="466"/>
                  </a:cubicBezTo>
                  <a:cubicBezTo>
                    <a:pt x="538" y="467"/>
                    <a:pt x="538" y="467"/>
                    <a:pt x="539" y="467"/>
                  </a:cubicBezTo>
                  <a:close/>
                  <a:moveTo>
                    <a:pt x="539" y="527"/>
                  </a:moveTo>
                  <a:cubicBezTo>
                    <a:pt x="539" y="533"/>
                    <a:pt x="539" y="533"/>
                    <a:pt x="539" y="533"/>
                  </a:cubicBezTo>
                  <a:cubicBezTo>
                    <a:pt x="539" y="532"/>
                    <a:pt x="538" y="531"/>
                    <a:pt x="538" y="530"/>
                  </a:cubicBezTo>
                  <a:cubicBezTo>
                    <a:pt x="537" y="531"/>
                    <a:pt x="535" y="533"/>
                    <a:pt x="534" y="534"/>
                  </a:cubicBezTo>
                  <a:cubicBezTo>
                    <a:pt x="534" y="522"/>
                    <a:pt x="534" y="522"/>
                    <a:pt x="534" y="522"/>
                  </a:cubicBezTo>
                  <a:cubicBezTo>
                    <a:pt x="539" y="527"/>
                    <a:pt x="539" y="527"/>
                    <a:pt x="539" y="527"/>
                  </a:cubicBezTo>
                  <a:close/>
                  <a:moveTo>
                    <a:pt x="539" y="544"/>
                  </a:moveTo>
                  <a:cubicBezTo>
                    <a:pt x="539" y="549"/>
                    <a:pt x="539" y="549"/>
                    <a:pt x="539" y="549"/>
                  </a:cubicBezTo>
                  <a:cubicBezTo>
                    <a:pt x="539" y="551"/>
                    <a:pt x="538" y="553"/>
                    <a:pt x="538" y="556"/>
                  </a:cubicBezTo>
                  <a:cubicBezTo>
                    <a:pt x="539" y="556"/>
                    <a:pt x="539" y="555"/>
                    <a:pt x="539" y="555"/>
                  </a:cubicBezTo>
                  <a:cubicBezTo>
                    <a:pt x="539" y="562"/>
                    <a:pt x="539" y="562"/>
                    <a:pt x="539" y="562"/>
                  </a:cubicBezTo>
                  <a:cubicBezTo>
                    <a:pt x="538" y="563"/>
                    <a:pt x="537" y="565"/>
                    <a:pt x="536" y="566"/>
                  </a:cubicBezTo>
                  <a:cubicBezTo>
                    <a:pt x="539" y="567"/>
                    <a:pt x="539" y="567"/>
                    <a:pt x="539" y="567"/>
                  </a:cubicBezTo>
                  <a:cubicBezTo>
                    <a:pt x="539" y="573"/>
                    <a:pt x="539" y="573"/>
                    <a:pt x="539" y="573"/>
                  </a:cubicBezTo>
                  <a:cubicBezTo>
                    <a:pt x="538" y="572"/>
                    <a:pt x="536" y="572"/>
                    <a:pt x="534" y="572"/>
                  </a:cubicBezTo>
                  <a:cubicBezTo>
                    <a:pt x="534" y="560"/>
                    <a:pt x="534" y="560"/>
                    <a:pt x="534" y="560"/>
                  </a:cubicBezTo>
                  <a:cubicBezTo>
                    <a:pt x="536" y="559"/>
                    <a:pt x="536" y="559"/>
                    <a:pt x="536" y="559"/>
                  </a:cubicBezTo>
                  <a:cubicBezTo>
                    <a:pt x="534" y="557"/>
                    <a:pt x="534" y="557"/>
                    <a:pt x="534" y="557"/>
                  </a:cubicBezTo>
                  <a:cubicBezTo>
                    <a:pt x="534" y="550"/>
                    <a:pt x="534" y="550"/>
                    <a:pt x="534" y="550"/>
                  </a:cubicBezTo>
                  <a:cubicBezTo>
                    <a:pt x="537" y="548"/>
                    <a:pt x="539" y="546"/>
                    <a:pt x="539" y="544"/>
                  </a:cubicBezTo>
                  <a:close/>
                  <a:moveTo>
                    <a:pt x="539" y="583"/>
                  </a:moveTo>
                  <a:cubicBezTo>
                    <a:pt x="539" y="592"/>
                    <a:pt x="539" y="592"/>
                    <a:pt x="539" y="592"/>
                  </a:cubicBezTo>
                  <a:cubicBezTo>
                    <a:pt x="538" y="593"/>
                    <a:pt x="536" y="594"/>
                    <a:pt x="534" y="596"/>
                  </a:cubicBezTo>
                  <a:cubicBezTo>
                    <a:pt x="534" y="583"/>
                    <a:pt x="534" y="583"/>
                    <a:pt x="534" y="583"/>
                  </a:cubicBezTo>
                  <a:cubicBezTo>
                    <a:pt x="537" y="584"/>
                    <a:pt x="537" y="584"/>
                    <a:pt x="537" y="584"/>
                  </a:cubicBezTo>
                  <a:cubicBezTo>
                    <a:pt x="538" y="584"/>
                    <a:pt x="539" y="583"/>
                    <a:pt x="539" y="583"/>
                  </a:cubicBezTo>
                  <a:close/>
                  <a:moveTo>
                    <a:pt x="539" y="720"/>
                  </a:moveTo>
                  <a:cubicBezTo>
                    <a:pt x="539" y="730"/>
                    <a:pt x="539" y="730"/>
                    <a:pt x="539" y="730"/>
                  </a:cubicBezTo>
                  <a:cubicBezTo>
                    <a:pt x="538" y="729"/>
                    <a:pt x="536" y="729"/>
                    <a:pt x="534" y="729"/>
                  </a:cubicBezTo>
                  <a:cubicBezTo>
                    <a:pt x="534" y="721"/>
                    <a:pt x="534" y="721"/>
                    <a:pt x="534" y="721"/>
                  </a:cubicBezTo>
                  <a:cubicBezTo>
                    <a:pt x="536" y="721"/>
                    <a:pt x="538" y="721"/>
                    <a:pt x="539" y="720"/>
                  </a:cubicBezTo>
                  <a:close/>
                  <a:moveTo>
                    <a:pt x="530" y="23"/>
                  </a:moveTo>
                  <a:cubicBezTo>
                    <a:pt x="531" y="24"/>
                    <a:pt x="533" y="24"/>
                    <a:pt x="534" y="25"/>
                  </a:cubicBezTo>
                  <a:cubicBezTo>
                    <a:pt x="534" y="34"/>
                    <a:pt x="534" y="34"/>
                    <a:pt x="534" y="34"/>
                  </a:cubicBezTo>
                  <a:cubicBezTo>
                    <a:pt x="533" y="33"/>
                    <a:pt x="532" y="33"/>
                    <a:pt x="530" y="32"/>
                  </a:cubicBezTo>
                  <a:cubicBezTo>
                    <a:pt x="530" y="23"/>
                    <a:pt x="530" y="23"/>
                    <a:pt x="530" y="23"/>
                  </a:cubicBezTo>
                  <a:close/>
                  <a:moveTo>
                    <a:pt x="534" y="770"/>
                  </a:moveTo>
                  <a:cubicBezTo>
                    <a:pt x="533" y="770"/>
                    <a:pt x="531" y="771"/>
                    <a:pt x="530" y="771"/>
                  </a:cubicBezTo>
                  <a:cubicBezTo>
                    <a:pt x="530" y="763"/>
                    <a:pt x="530" y="763"/>
                    <a:pt x="530" y="763"/>
                  </a:cubicBezTo>
                  <a:cubicBezTo>
                    <a:pt x="531" y="762"/>
                    <a:pt x="533" y="762"/>
                    <a:pt x="534" y="761"/>
                  </a:cubicBezTo>
                  <a:cubicBezTo>
                    <a:pt x="534" y="770"/>
                    <a:pt x="534" y="770"/>
                    <a:pt x="534" y="770"/>
                  </a:cubicBezTo>
                  <a:close/>
                  <a:moveTo>
                    <a:pt x="534" y="66"/>
                  </a:moveTo>
                  <a:cubicBezTo>
                    <a:pt x="534" y="74"/>
                    <a:pt x="534" y="74"/>
                    <a:pt x="534" y="74"/>
                  </a:cubicBezTo>
                  <a:cubicBezTo>
                    <a:pt x="533" y="73"/>
                    <a:pt x="531" y="73"/>
                    <a:pt x="530" y="72"/>
                  </a:cubicBezTo>
                  <a:cubicBezTo>
                    <a:pt x="530" y="62"/>
                    <a:pt x="530" y="62"/>
                    <a:pt x="530" y="62"/>
                  </a:cubicBezTo>
                  <a:cubicBezTo>
                    <a:pt x="531" y="63"/>
                    <a:pt x="533" y="65"/>
                    <a:pt x="534" y="66"/>
                  </a:cubicBezTo>
                  <a:close/>
                  <a:moveTo>
                    <a:pt x="534" y="209"/>
                  </a:moveTo>
                  <a:cubicBezTo>
                    <a:pt x="534" y="217"/>
                    <a:pt x="534" y="217"/>
                    <a:pt x="534" y="217"/>
                  </a:cubicBezTo>
                  <a:cubicBezTo>
                    <a:pt x="534" y="215"/>
                    <a:pt x="532" y="213"/>
                    <a:pt x="530" y="211"/>
                  </a:cubicBezTo>
                  <a:cubicBezTo>
                    <a:pt x="530" y="205"/>
                    <a:pt x="530" y="205"/>
                    <a:pt x="530" y="205"/>
                  </a:cubicBezTo>
                  <a:cubicBezTo>
                    <a:pt x="531" y="207"/>
                    <a:pt x="533" y="207"/>
                    <a:pt x="534" y="209"/>
                  </a:cubicBezTo>
                  <a:close/>
                  <a:moveTo>
                    <a:pt x="534" y="229"/>
                  </a:moveTo>
                  <a:cubicBezTo>
                    <a:pt x="534" y="241"/>
                    <a:pt x="534" y="241"/>
                    <a:pt x="534" y="241"/>
                  </a:cubicBezTo>
                  <a:cubicBezTo>
                    <a:pt x="533" y="241"/>
                    <a:pt x="531" y="241"/>
                    <a:pt x="530" y="240"/>
                  </a:cubicBezTo>
                  <a:cubicBezTo>
                    <a:pt x="530" y="234"/>
                    <a:pt x="530" y="234"/>
                    <a:pt x="530" y="234"/>
                  </a:cubicBezTo>
                  <a:cubicBezTo>
                    <a:pt x="531" y="234"/>
                    <a:pt x="531" y="235"/>
                    <a:pt x="532" y="236"/>
                  </a:cubicBezTo>
                  <a:cubicBezTo>
                    <a:pt x="533" y="233"/>
                    <a:pt x="534" y="231"/>
                    <a:pt x="534" y="229"/>
                  </a:cubicBezTo>
                  <a:close/>
                  <a:moveTo>
                    <a:pt x="534" y="245"/>
                  </a:moveTo>
                  <a:cubicBezTo>
                    <a:pt x="534" y="252"/>
                    <a:pt x="534" y="252"/>
                    <a:pt x="534" y="252"/>
                  </a:cubicBezTo>
                  <a:cubicBezTo>
                    <a:pt x="534" y="252"/>
                    <a:pt x="534" y="253"/>
                    <a:pt x="533" y="253"/>
                  </a:cubicBezTo>
                  <a:cubicBezTo>
                    <a:pt x="534" y="253"/>
                    <a:pt x="534" y="253"/>
                    <a:pt x="534" y="254"/>
                  </a:cubicBezTo>
                  <a:cubicBezTo>
                    <a:pt x="534" y="258"/>
                    <a:pt x="534" y="258"/>
                    <a:pt x="534" y="258"/>
                  </a:cubicBezTo>
                  <a:cubicBezTo>
                    <a:pt x="533" y="258"/>
                    <a:pt x="531" y="257"/>
                    <a:pt x="530" y="257"/>
                  </a:cubicBezTo>
                  <a:cubicBezTo>
                    <a:pt x="530" y="250"/>
                    <a:pt x="530" y="250"/>
                    <a:pt x="530" y="250"/>
                  </a:cubicBezTo>
                  <a:cubicBezTo>
                    <a:pt x="531" y="249"/>
                    <a:pt x="533" y="247"/>
                    <a:pt x="534" y="245"/>
                  </a:cubicBezTo>
                  <a:close/>
                  <a:moveTo>
                    <a:pt x="534" y="268"/>
                  </a:moveTo>
                  <a:cubicBezTo>
                    <a:pt x="534" y="272"/>
                    <a:pt x="534" y="272"/>
                    <a:pt x="534" y="272"/>
                  </a:cubicBezTo>
                  <a:cubicBezTo>
                    <a:pt x="533" y="271"/>
                    <a:pt x="531" y="270"/>
                    <a:pt x="530" y="269"/>
                  </a:cubicBezTo>
                  <a:cubicBezTo>
                    <a:pt x="530" y="265"/>
                    <a:pt x="530" y="265"/>
                    <a:pt x="530" y="265"/>
                  </a:cubicBezTo>
                  <a:cubicBezTo>
                    <a:pt x="531" y="266"/>
                    <a:pt x="533" y="267"/>
                    <a:pt x="534" y="268"/>
                  </a:cubicBezTo>
                  <a:close/>
                  <a:moveTo>
                    <a:pt x="534" y="276"/>
                  </a:moveTo>
                  <a:cubicBezTo>
                    <a:pt x="534" y="281"/>
                    <a:pt x="534" y="281"/>
                    <a:pt x="534" y="281"/>
                  </a:cubicBezTo>
                  <a:cubicBezTo>
                    <a:pt x="533" y="282"/>
                    <a:pt x="531" y="284"/>
                    <a:pt x="530" y="286"/>
                  </a:cubicBezTo>
                  <a:cubicBezTo>
                    <a:pt x="530" y="277"/>
                    <a:pt x="530" y="277"/>
                    <a:pt x="530" y="277"/>
                  </a:cubicBezTo>
                  <a:cubicBezTo>
                    <a:pt x="532" y="277"/>
                    <a:pt x="533" y="277"/>
                    <a:pt x="534" y="276"/>
                  </a:cubicBezTo>
                  <a:close/>
                  <a:moveTo>
                    <a:pt x="534" y="302"/>
                  </a:moveTo>
                  <a:cubicBezTo>
                    <a:pt x="534" y="314"/>
                    <a:pt x="534" y="314"/>
                    <a:pt x="534" y="314"/>
                  </a:cubicBezTo>
                  <a:cubicBezTo>
                    <a:pt x="533" y="314"/>
                    <a:pt x="533" y="314"/>
                    <a:pt x="533" y="314"/>
                  </a:cubicBezTo>
                  <a:cubicBezTo>
                    <a:pt x="533" y="329"/>
                    <a:pt x="533" y="329"/>
                    <a:pt x="531" y="334"/>
                  </a:cubicBezTo>
                  <a:cubicBezTo>
                    <a:pt x="530" y="334"/>
                    <a:pt x="530" y="334"/>
                    <a:pt x="530" y="334"/>
                  </a:cubicBezTo>
                  <a:cubicBezTo>
                    <a:pt x="530" y="304"/>
                    <a:pt x="530" y="304"/>
                    <a:pt x="530" y="304"/>
                  </a:cubicBezTo>
                  <a:cubicBezTo>
                    <a:pt x="531" y="303"/>
                    <a:pt x="533" y="302"/>
                    <a:pt x="534" y="302"/>
                  </a:cubicBezTo>
                  <a:close/>
                  <a:moveTo>
                    <a:pt x="534" y="340"/>
                  </a:moveTo>
                  <a:cubicBezTo>
                    <a:pt x="534" y="360"/>
                    <a:pt x="534" y="360"/>
                    <a:pt x="534" y="360"/>
                  </a:cubicBezTo>
                  <a:cubicBezTo>
                    <a:pt x="530" y="360"/>
                    <a:pt x="530" y="360"/>
                    <a:pt x="530" y="360"/>
                  </a:cubicBezTo>
                  <a:cubicBezTo>
                    <a:pt x="530" y="351"/>
                    <a:pt x="530" y="351"/>
                    <a:pt x="530" y="351"/>
                  </a:cubicBezTo>
                  <a:cubicBezTo>
                    <a:pt x="531" y="351"/>
                    <a:pt x="531" y="351"/>
                    <a:pt x="531" y="351"/>
                  </a:cubicBezTo>
                  <a:cubicBezTo>
                    <a:pt x="532" y="348"/>
                    <a:pt x="532" y="345"/>
                    <a:pt x="533" y="342"/>
                  </a:cubicBezTo>
                  <a:cubicBezTo>
                    <a:pt x="534" y="340"/>
                    <a:pt x="534" y="340"/>
                    <a:pt x="534" y="340"/>
                  </a:cubicBezTo>
                  <a:close/>
                  <a:moveTo>
                    <a:pt x="534" y="361"/>
                  </a:moveTo>
                  <a:cubicBezTo>
                    <a:pt x="534" y="374"/>
                    <a:pt x="534" y="374"/>
                    <a:pt x="534" y="374"/>
                  </a:cubicBezTo>
                  <a:cubicBezTo>
                    <a:pt x="533" y="376"/>
                    <a:pt x="531" y="378"/>
                    <a:pt x="530" y="381"/>
                  </a:cubicBezTo>
                  <a:cubicBezTo>
                    <a:pt x="530" y="381"/>
                    <a:pt x="530" y="381"/>
                    <a:pt x="530" y="381"/>
                  </a:cubicBezTo>
                  <a:cubicBezTo>
                    <a:pt x="530" y="364"/>
                    <a:pt x="530" y="364"/>
                    <a:pt x="530" y="364"/>
                  </a:cubicBezTo>
                  <a:cubicBezTo>
                    <a:pt x="531" y="364"/>
                    <a:pt x="533" y="363"/>
                    <a:pt x="534" y="361"/>
                  </a:cubicBezTo>
                  <a:close/>
                  <a:moveTo>
                    <a:pt x="534" y="390"/>
                  </a:moveTo>
                  <a:cubicBezTo>
                    <a:pt x="534" y="399"/>
                    <a:pt x="534" y="399"/>
                    <a:pt x="534" y="399"/>
                  </a:cubicBezTo>
                  <a:cubicBezTo>
                    <a:pt x="534" y="396"/>
                    <a:pt x="533" y="396"/>
                    <a:pt x="533" y="394"/>
                  </a:cubicBezTo>
                  <a:cubicBezTo>
                    <a:pt x="532" y="394"/>
                    <a:pt x="531" y="394"/>
                    <a:pt x="530" y="394"/>
                  </a:cubicBezTo>
                  <a:cubicBezTo>
                    <a:pt x="530" y="390"/>
                    <a:pt x="530" y="390"/>
                    <a:pt x="530" y="390"/>
                  </a:cubicBezTo>
                  <a:cubicBezTo>
                    <a:pt x="534" y="390"/>
                    <a:pt x="534" y="390"/>
                    <a:pt x="534" y="390"/>
                  </a:cubicBezTo>
                  <a:close/>
                  <a:moveTo>
                    <a:pt x="534" y="411"/>
                  </a:moveTo>
                  <a:cubicBezTo>
                    <a:pt x="534" y="414"/>
                    <a:pt x="534" y="414"/>
                    <a:pt x="534" y="414"/>
                  </a:cubicBezTo>
                  <a:cubicBezTo>
                    <a:pt x="530" y="414"/>
                    <a:pt x="530" y="414"/>
                    <a:pt x="530" y="414"/>
                  </a:cubicBezTo>
                  <a:cubicBezTo>
                    <a:pt x="530" y="410"/>
                    <a:pt x="530" y="410"/>
                    <a:pt x="530" y="410"/>
                  </a:cubicBezTo>
                  <a:cubicBezTo>
                    <a:pt x="530" y="410"/>
                    <a:pt x="531" y="411"/>
                    <a:pt x="531" y="411"/>
                  </a:cubicBezTo>
                  <a:cubicBezTo>
                    <a:pt x="534" y="411"/>
                    <a:pt x="534" y="411"/>
                    <a:pt x="534" y="411"/>
                  </a:cubicBezTo>
                  <a:close/>
                  <a:moveTo>
                    <a:pt x="534" y="421"/>
                  </a:moveTo>
                  <a:cubicBezTo>
                    <a:pt x="534" y="440"/>
                    <a:pt x="534" y="440"/>
                    <a:pt x="534" y="440"/>
                  </a:cubicBezTo>
                  <a:cubicBezTo>
                    <a:pt x="533" y="438"/>
                    <a:pt x="532" y="436"/>
                    <a:pt x="531" y="435"/>
                  </a:cubicBezTo>
                  <a:cubicBezTo>
                    <a:pt x="531" y="430"/>
                    <a:pt x="531" y="427"/>
                    <a:pt x="531" y="423"/>
                  </a:cubicBezTo>
                  <a:cubicBezTo>
                    <a:pt x="533" y="422"/>
                    <a:pt x="533" y="422"/>
                    <a:pt x="534" y="421"/>
                  </a:cubicBezTo>
                  <a:close/>
                  <a:moveTo>
                    <a:pt x="534" y="452"/>
                  </a:moveTo>
                  <a:cubicBezTo>
                    <a:pt x="534" y="461"/>
                    <a:pt x="534" y="461"/>
                    <a:pt x="534" y="461"/>
                  </a:cubicBezTo>
                  <a:cubicBezTo>
                    <a:pt x="533" y="461"/>
                    <a:pt x="531" y="461"/>
                    <a:pt x="530" y="461"/>
                  </a:cubicBezTo>
                  <a:cubicBezTo>
                    <a:pt x="530" y="451"/>
                    <a:pt x="530" y="451"/>
                    <a:pt x="530" y="451"/>
                  </a:cubicBezTo>
                  <a:cubicBezTo>
                    <a:pt x="531" y="451"/>
                    <a:pt x="531" y="451"/>
                    <a:pt x="531" y="452"/>
                  </a:cubicBezTo>
                  <a:cubicBezTo>
                    <a:pt x="534" y="452"/>
                    <a:pt x="534" y="452"/>
                    <a:pt x="534" y="452"/>
                  </a:cubicBezTo>
                  <a:close/>
                  <a:moveTo>
                    <a:pt x="534" y="466"/>
                  </a:moveTo>
                  <a:cubicBezTo>
                    <a:pt x="534" y="476"/>
                    <a:pt x="534" y="476"/>
                    <a:pt x="534" y="476"/>
                  </a:cubicBezTo>
                  <a:cubicBezTo>
                    <a:pt x="533" y="476"/>
                    <a:pt x="531" y="477"/>
                    <a:pt x="530" y="477"/>
                  </a:cubicBezTo>
                  <a:cubicBezTo>
                    <a:pt x="530" y="467"/>
                    <a:pt x="530" y="467"/>
                    <a:pt x="530" y="467"/>
                  </a:cubicBezTo>
                  <a:cubicBezTo>
                    <a:pt x="532" y="467"/>
                    <a:pt x="533" y="466"/>
                    <a:pt x="534" y="466"/>
                  </a:cubicBezTo>
                  <a:close/>
                  <a:moveTo>
                    <a:pt x="534" y="522"/>
                  </a:moveTo>
                  <a:cubicBezTo>
                    <a:pt x="534" y="534"/>
                    <a:pt x="534" y="534"/>
                    <a:pt x="534" y="534"/>
                  </a:cubicBezTo>
                  <a:cubicBezTo>
                    <a:pt x="533" y="537"/>
                    <a:pt x="531" y="539"/>
                    <a:pt x="530" y="541"/>
                  </a:cubicBezTo>
                  <a:cubicBezTo>
                    <a:pt x="530" y="533"/>
                    <a:pt x="530" y="533"/>
                    <a:pt x="530" y="533"/>
                  </a:cubicBezTo>
                  <a:cubicBezTo>
                    <a:pt x="531" y="531"/>
                    <a:pt x="532" y="530"/>
                    <a:pt x="533" y="528"/>
                  </a:cubicBezTo>
                  <a:cubicBezTo>
                    <a:pt x="532" y="526"/>
                    <a:pt x="531" y="524"/>
                    <a:pt x="530" y="523"/>
                  </a:cubicBezTo>
                  <a:cubicBezTo>
                    <a:pt x="530" y="518"/>
                    <a:pt x="530" y="518"/>
                    <a:pt x="530" y="518"/>
                  </a:cubicBezTo>
                  <a:cubicBezTo>
                    <a:pt x="534" y="522"/>
                    <a:pt x="534" y="522"/>
                    <a:pt x="534" y="522"/>
                  </a:cubicBezTo>
                  <a:close/>
                  <a:moveTo>
                    <a:pt x="534" y="550"/>
                  </a:moveTo>
                  <a:cubicBezTo>
                    <a:pt x="534" y="557"/>
                    <a:pt x="534" y="557"/>
                    <a:pt x="534" y="557"/>
                  </a:cubicBezTo>
                  <a:cubicBezTo>
                    <a:pt x="530" y="553"/>
                    <a:pt x="530" y="553"/>
                    <a:pt x="530" y="553"/>
                  </a:cubicBezTo>
                  <a:cubicBezTo>
                    <a:pt x="530" y="547"/>
                    <a:pt x="530" y="547"/>
                    <a:pt x="530" y="547"/>
                  </a:cubicBezTo>
                  <a:cubicBezTo>
                    <a:pt x="531" y="548"/>
                    <a:pt x="531" y="550"/>
                    <a:pt x="532" y="551"/>
                  </a:cubicBezTo>
                  <a:cubicBezTo>
                    <a:pt x="533" y="550"/>
                    <a:pt x="534" y="550"/>
                    <a:pt x="534" y="550"/>
                  </a:cubicBezTo>
                  <a:close/>
                  <a:moveTo>
                    <a:pt x="534" y="560"/>
                  </a:moveTo>
                  <a:cubicBezTo>
                    <a:pt x="534" y="572"/>
                    <a:pt x="534" y="572"/>
                    <a:pt x="534" y="572"/>
                  </a:cubicBezTo>
                  <a:cubicBezTo>
                    <a:pt x="533" y="571"/>
                    <a:pt x="531" y="571"/>
                    <a:pt x="530" y="572"/>
                  </a:cubicBezTo>
                  <a:cubicBezTo>
                    <a:pt x="530" y="566"/>
                    <a:pt x="530" y="566"/>
                    <a:pt x="530" y="566"/>
                  </a:cubicBezTo>
                  <a:cubicBezTo>
                    <a:pt x="531" y="565"/>
                    <a:pt x="531" y="565"/>
                    <a:pt x="531" y="565"/>
                  </a:cubicBezTo>
                  <a:cubicBezTo>
                    <a:pt x="532" y="563"/>
                    <a:pt x="532" y="562"/>
                    <a:pt x="534" y="560"/>
                  </a:cubicBezTo>
                  <a:close/>
                  <a:moveTo>
                    <a:pt x="534" y="583"/>
                  </a:moveTo>
                  <a:cubicBezTo>
                    <a:pt x="534" y="596"/>
                    <a:pt x="534" y="596"/>
                    <a:pt x="534" y="596"/>
                  </a:cubicBezTo>
                  <a:cubicBezTo>
                    <a:pt x="533" y="597"/>
                    <a:pt x="531" y="598"/>
                    <a:pt x="530" y="599"/>
                  </a:cubicBezTo>
                  <a:cubicBezTo>
                    <a:pt x="530" y="592"/>
                    <a:pt x="530" y="592"/>
                    <a:pt x="530" y="592"/>
                  </a:cubicBezTo>
                  <a:cubicBezTo>
                    <a:pt x="531" y="591"/>
                    <a:pt x="532" y="590"/>
                    <a:pt x="533" y="589"/>
                  </a:cubicBezTo>
                  <a:cubicBezTo>
                    <a:pt x="532" y="589"/>
                    <a:pt x="531" y="588"/>
                    <a:pt x="530" y="588"/>
                  </a:cubicBezTo>
                  <a:cubicBezTo>
                    <a:pt x="530" y="581"/>
                    <a:pt x="530" y="581"/>
                    <a:pt x="530" y="581"/>
                  </a:cubicBezTo>
                  <a:cubicBezTo>
                    <a:pt x="534" y="583"/>
                    <a:pt x="534" y="583"/>
                    <a:pt x="534" y="583"/>
                  </a:cubicBezTo>
                  <a:close/>
                  <a:moveTo>
                    <a:pt x="534" y="721"/>
                  </a:moveTo>
                  <a:cubicBezTo>
                    <a:pt x="534" y="729"/>
                    <a:pt x="534" y="729"/>
                    <a:pt x="534" y="729"/>
                  </a:cubicBezTo>
                  <a:cubicBezTo>
                    <a:pt x="533" y="729"/>
                    <a:pt x="531" y="730"/>
                    <a:pt x="530" y="730"/>
                  </a:cubicBezTo>
                  <a:cubicBezTo>
                    <a:pt x="530" y="723"/>
                    <a:pt x="530" y="723"/>
                    <a:pt x="530" y="723"/>
                  </a:cubicBezTo>
                  <a:cubicBezTo>
                    <a:pt x="531" y="722"/>
                    <a:pt x="533" y="722"/>
                    <a:pt x="534" y="721"/>
                  </a:cubicBezTo>
                  <a:close/>
                  <a:moveTo>
                    <a:pt x="534" y="745"/>
                  </a:moveTo>
                  <a:cubicBezTo>
                    <a:pt x="534" y="756"/>
                    <a:pt x="534" y="756"/>
                    <a:pt x="534" y="756"/>
                  </a:cubicBezTo>
                  <a:cubicBezTo>
                    <a:pt x="533" y="755"/>
                    <a:pt x="531" y="754"/>
                    <a:pt x="530" y="753"/>
                  </a:cubicBezTo>
                  <a:cubicBezTo>
                    <a:pt x="530" y="742"/>
                    <a:pt x="530" y="742"/>
                    <a:pt x="530" y="742"/>
                  </a:cubicBezTo>
                  <a:cubicBezTo>
                    <a:pt x="531" y="743"/>
                    <a:pt x="533" y="744"/>
                    <a:pt x="534" y="745"/>
                  </a:cubicBezTo>
                  <a:close/>
                  <a:moveTo>
                    <a:pt x="522" y="21"/>
                  </a:moveTo>
                  <a:cubicBezTo>
                    <a:pt x="524" y="22"/>
                    <a:pt x="527" y="23"/>
                    <a:pt x="530" y="23"/>
                  </a:cubicBezTo>
                  <a:cubicBezTo>
                    <a:pt x="530" y="32"/>
                    <a:pt x="530" y="32"/>
                    <a:pt x="530" y="32"/>
                  </a:cubicBezTo>
                  <a:cubicBezTo>
                    <a:pt x="528" y="31"/>
                    <a:pt x="525" y="30"/>
                    <a:pt x="522" y="29"/>
                  </a:cubicBezTo>
                  <a:cubicBezTo>
                    <a:pt x="522" y="21"/>
                    <a:pt x="522" y="21"/>
                    <a:pt x="522" y="21"/>
                  </a:cubicBezTo>
                  <a:close/>
                  <a:moveTo>
                    <a:pt x="530" y="771"/>
                  </a:moveTo>
                  <a:cubicBezTo>
                    <a:pt x="527" y="772"/>
                    <a:pt x="524" y="773"/>
                    <a:pt x="522" y="774"/>
                  </a:cubicBezTo>
                  <a:cubicBezTo>
                    <a:pt x="522" y="764"/>
                    <a:pt x="522" y="764"/>
                    <a:pt x="522" y="764"/>
                  </a:cubicBezTo>
                  <a:cubicBezTo>
                    <a:pt x="524" y="764"/>
                    <a:pt x="527" y="763"/>
                    <a:pt x="530" y="763"/>
                  </a:cubicBezTo>
                  <a:cubicBezTo>
                    <a:pt x="530" y="771"/>
                    <a:pt x="530" y="771"/>
                    <a:pt x="530" y="771"/>
                  </a:cubicBezTo>
                  <a:close/>
                  <a:moveTo>
                    <a:pt x="530" y="62"/>
                  </a:moveTo>
                  <a:cubicBezTo>
                    <a:pt x="530" y="72"/>
                    <a:pt x="530" y="72"/>
                    <a:pt x="530" y="72"/>
                  </a:cubicBezTo>
                  <a:cubicBezTo>
                    <a:pt x="527" y="71"/>
                    <a:pt x="524" y="70"/>
                    <a:pt x="522" y="69"/>
                  </a:cubicBezTo>
                  <a:cubicBezTo>
                    <a:pt x="522" y="33"/>
                    <a:pt x="522" y="33"/>
                    <a:pt x="522" y="33"/>
                  </a:cubicBezTo>
                  <a:cubicBezTo>
                    <a:pt x="522" y="35"/>
                    <a:pt x="523" y="41"/>
                    <a:pt x="526" y="53"/>
                  </a:cubicBezTo>
                  <a:cubicBezTo>
                    <a:pt x="527" y="57"/>
                    <a:pt x="529" y="60"/>
                    <a:pt x="530" y="62"/>
                  </a:cubicBezTo>
                  <a:close/>
                  <a:moveTo>
                    <a:pt x="530" y="205"/>
                  </a:moveTo>
                  <a:cubicBezTo>
                    <a:pt x="530" y="211"/>
                    <a:pt x="530" y="211"/>
                    <a:pt x="530" y="211"/>
                  </a:cubicBezTo>
                  <a:cubicBezTo>
                    <a:pt x="529" y="211"/>
                    <a:pt x="528" y="210"/>
                    <a:pt x="526" y="209"/>
                  </a:cubicBezTo>
                  <a:cubicBezTo>
                    <a:pt x="526" y="216"/>
                    <a:pt x="526" y="223"/>
                    <a:pt x="526" y="230"/>
                  </a:cubicBezTo>
                  <a:cubicBezTo>
                    <a:pt x="527" y="231"/>
                    <a:pt x="529" y="232"/>
                    <a:pt x="530" y="234"/>
                  </a:cubicBezTo>
                  <a:cubicBezTo>
                    <a:pt x="530" y="240"/>
                    <a:pt x="530" y="240"/>
                    <a:pt x="530" y="240"/>
                  </a:cubicBezTo>
                  <a:cubicBezTo>
                    <a:pt x="530" y="240"/>
                    <a:pt x="530" y="240"/>
                    <a:pt x="530" y="240"/>
                  </a:cubicBezTo>
                  <a:cubicBezTo>
                    <a:pt x="527" y="238"/>
                    <a:pt x="524" y="235"/>
                    <a:pt x="522" y="233"/>
                  </a:cubicBezTo>
                  <a:cubicBezTo>
                    <a:pt x="522" y="200"/>
                    <a:pt x="522" y="200"/>
                    <a:pt x="522" y="200"/>
                  </a:cubicBezTo>
                  <a:cubicBezTo>
                    <a:pt x="524" y="202"/>
                    <a:pt x="527" y="204"/>
                    <a:pt x="530" y="205"/>
                  </a:cubicBezTo>
                  <a:close/>
                  <a:moveTo>
                    <a:pt x="530" y="250"/>
                  </a:moveTo>
                  <a:cubicBezTo>
                    <a:pt x="530" y="257"/>
                    <a:pt x="530" y="257"/>
                    <a:pt x="530" y="257"/>
                  </a:cubicBezTo>
                  <a:cubicBezTo>
                    <a:pt x="527" y="257"/>
                    <a:pt x="526" y="258"/>
                    <a:pt x="526" y="262"/>
                  </a:cubicBezTo>
                  <a:cubicBezTo>
                    <a:pt x="530" y="265"/>
                    <a:pt x="530" y="265"/>
                    <a:pt x="530" y="265"/>
                  </a:cubicBezTo>
                  <a:cubicBezTo>
                    <a:pt x="530" y="269"/>
                    <a:pt x="530" y="269"/>
                    <a:pt x="530" y="269"/>
                  </a:cubicBezTo>
                  <a:cubicBezTo>
                    <a:pt x="527" y="267"/>
                    <a:pt x="524" y="266"/>
                    <a:pt x="522" y="266"/>
                  </a:cubicBezTo>
                  <a:cubicBezTo>
                    <a:pt x="522" y="259"/>
                    <a:pt x="522" y="259"/>
                    <a:pt x="522" y="259"/>
                  </a:cubicBezTo>
                  <a:cubicBezTo>
                    <a:pt x="524" y="256"/>
                    <a:pt x="527" y="253"/>
                    <a:pt x="530" y="250"/>
                  </a:cubicBezTo>
                  <a:close/>
                  <a:moveTo>
                    <a:pt x="530" y="277"/>
                  </a:moveTo>
                  <a:cubicBezTo>
                    <a:pt x="530" y="286"/>
                    <a:pt x="530" y="286"/>
                    <a:pt x="530" y="286"/>
                  </a:cubicBezTo>
                  <a:cubicBezTo>
                    <a:pt x="527" y="289"/>
                    <a:pt x="524" y="293"/>
                    <a:pt x="522" y="296"/>
                  </a:cubicBezTo>
                  <a:cubicBezTo>
                    <a:pt x="522" y="286"/>
                    <a:pt x="522" y="286"/>
                    <a:pt x="522" y="286"/>
                  </a:cubicBezTo>
                  <a:cubicBezTo>
                    <a:pt x="523" y="285"/>
                    <a:pt x="525" y="285"/>
                    <a:pt x="527" y="284"/>
                  </a:cubicBezTo>
                  <a:cubicBezTo>
                    <a:pt x="527" y="283"/>
                    <a:pt x="527" y="282"/>
                    <a:pt x="528" y="282"/>
                  </a:cubicBezTo>
                  <a:cubicBezTo>
                    <a:pt x="527" y="281"/>
                    <a:pt x="524" y="280"/>
                    <a:pt x="522" y="278"/>
                  </a:cubicBezTo>
                  <a:cubicBezTo>
                    <a:pt x="522" y="274"/>
                    <a:pt x="522" y="274"/>
                    <a:pt x="522" y="274"/>
                  </a:cubicBezTo>
                  <a:cubicBezTo>
                    <a:pt x="523" y="275"/>
                    <a:pt x="525" y="277"/>
                    <a:pt x="527" y="278"/>
                  </a:cubicBezTo>
                  <a:cubicBezTo>
                    <a:pt x="528" y="278"/>
                    <a:pt x="529" y="278"/>
                    <a:pt x="530" y="277"/>
                  </a:cubicBezTo>
                  <a:close/>
                  <a:moveTo>
                    <a:pt x="530" y="304"/>
                  </a:moveTo>
                  <a:cubicBezTo>
                    <a:pt x="530" y="334"/>
                    <a:pt x="530" y="334"/>
                    <a:pt x="530" y="334"/>
                  </a:cubicBezTo>
                  <a:cubicBezTo>
                    <a:pt x="527" y="336"/>
                    <a:pt x="524" y="338"/>
                    <a:pt x="522" y="339"/>
                  </a:cubicBezTo>
                  <a:cubicBezTo>
                    <a:pt x="522" y="328"/>
                    <a:pt x="522" y="328"/>
                    <a:pt x="522" y="328"/>
                  </a:cubicBezTo>
                  <a:cubicBezTo>
                    <a:pt x="523" y="328"/>
                    <a:pt x="524" y="328"/>
                    <a:pt x="525" y="327"/>
                  </a:cubicBezTo>
                  <a:cubicBezTo>
                    <a:pt x="526" y="320"/>
                    <a:pt x="520" y="318"/>
                    <a:pt x="522" y="311"/>
                  </a:cubicBezTo>
                  <a:cubicBezTo>
                    <a:pt x="524" y="309"/>
                    <a:pt x="527" y="306"/>
                    <a:pt x="530" y="304"/>
                  </a:cubicBezTo>
                  <a:close/>
                  <a:moveTo>
                    <a:pt x="530" y="351"/>
                  </a:moveTo>
                  <a:cubicBezTo>
                    <a:pt x="530" y="360"/>
                    <a:pt x="530" y="360"/>
                    <a:pt x="530" y="360"/>
                  </a:cubicBezTo>
                  <a:cubicBezTo>
                    <a:pt x="524" y="360"/>
                    <a:pt x="524" y="360"/>
                    <a:pt x="524" y="360"/>
                  </a:cubicBezTo>
                  <a:cubicBezTo>
                    <a:pt x="524" y="362"/>
                    <a:pt x="524" y="363"/>
                    <a:pt x="524" y="365"/>
                  </a:cubicBezTo>
                  <a:cubicBezTo>
                    <a:pt x="527" y="365"/>
                    <a:pt x="529" y="365"/>
                    <a:pt x="530" y="364"/>
                  </a:cubicBezTo>
                  <a:cubicBezTo>
                    <a:pt x="530" y="381"/>
                    <a:pt x="530" y="381"/>
                    <a:pt x="530" y="381"/>
                  </a:cubicBezTo>
                  <a:cubicBezTo>
                    <a:pt x="528" y="381"/>
                    <a:pt x="526" y="381"/>
                    <a:pt x="524" y="382"/>
                  </a:cubicBezTo>
                  <a:cubicBezTo>
                    <a:pt x="523" y="380"/>
                    <a:pt x="522" y="378"/>
                    <a:pt x="522" y="377"/>
                  </a:cubicBezTo>
                  <a:cubicBezTo>
                    <a:pt x="522" y="351"/>
                    <a:pt x="522" y="351"/>
                    <a:pt x="522" y="351"/>
                  </a:cubicBezTo>
                  <a:cubicBezTo>
                    <a:pt x="524" y="351"/>
                    <a:pt x="528" y="351"/>
                    <a:pt x="530" y="351"/>
                  </a:cubicBezTo>
                  <a:close/>
                  <a:moveTo>
                    <a:pt x="530" y="390"/>
                  </a:moveTo>
                  <a:cubicBezTo>
                    <a:pt x="530" y="394"/>
                    <a:pt x="530" y="394"/>
                    <a:pt x="530" y="394"/>
                  </a:cubicBezTo>
                  <a:cubicBezTo>
                    <a:pt x="529" y="394"/>
                    <a:pt x="527" y="393"/>
                    <a:pt x="525" y="393"/>
                  </a:cubicBezTo>
                  <a:cubicBezTo>
                    <a:pt x="527" y="399"/>
                    <a:pt x="526" y="406"/>
                    <a:pt x="530" y="410"/>
                  </a:cubicBezTo>
                  <a:cubicBezTo>
                    <a:pt x="530" y="414"/>
                    <a:pt x="530" y="414"/>
                    <a:pt x="530" y="414"/>
                  </a:cubicBezTo>
                  <a:cubicBezTo>
                    <a:pt x="522" y="414"/>
                    <a:pt x="522" y="414"/>
                    <a:pt x="522" y="414"/>
                  </a:cubicBezTo>
                  <a:cubicBezTo>
                    <a:pt x="522" y="411"/>
                    <a:pt x="522" y="411"/>
                    <a:pt x="522" y="411"/>
                  </a:cubicBezTo>
                  <a:cubicBezTo>
                    <a:pt x="524" y="411"/>
                    <a:pt x="524" y="411"/>
                    <a:pt x="524" y="411"/>
                  </a:cubicBezTo>
                  <a:cubicBezTo>
                    <a:pt x="523" y="405"/>
                    <a:pt x="523" y="401"/>
                    <a:pt x="522" y="398"/>
                  </a:cubicBezTo>
                  <a:cubicBezTo>
                    <a:pt x="522" y="390"/>
                    <a:pt x="522" y="390"/>
                    <a:pt x="522" y="390"/>
                  </a:cubicBezTo>
                  <a:cubicBezTo>
                    <a:pt x="530" y="390"/>
                    <a:pt x="530" y="390"/>
                    <a:pt x="530" y="390"/>
                  </a:cubicBezTo>
                  <a:close/>
                  <a:moveTo>
                    <a:pt x="530" y="451"/>
                  </a:moveTo>
                  <a:cubicBezTo>
                    <a:pt x="530" y="461"/>
                    <a:pt x="530" y="461"/>
                    <a:pt x="530" y="461"/>
                  </a:cubicBezTo>
                  <a:cubicBezTo>
                    <a:pt x="527" y="460"/>
                    <a:pt x="524" y="460"/>
                    <a:pt x="522" y="459"/>
                  </a:cubicBezTo>
                  <a:cubicBezTo>
                    <a:pt x="522" y="446"/>
                    <a:pt x="522" y="446"/>
                    <a:pt x="522" y="446"/>
                  </a:cubicBezTo>
                  <a:cubicBezTo>
                    <a:pt x="525" y="447"/>
                    <a:pt x="528" y="449"/>
                    <a:pt x="530" y="451"/>
                  </a:cubicBezTo>
                  <a:close/>
                  <a:moveTo>
                    <a:pt x="530" y="467"/>
                  </a:moveTo>
                  <a:cubicBezTo>
                    <a:pt x="530" y="477"/>
                    <a:pt x="530" y="477"/>
                    <a:pt x="530" y="477"/>
                  </a:cubicBezTo>
                  <a:cubicBezTo>
                    <a:pt x="527" y="478"/>
                    <a:pt x="524" y="479"/>
                    <a:pt x="522" y="480"/>
                  </a:cubicBezTo>
                  <a:cubicBezTo>
                    <a:pt x="522" y="469"/>
                    <a:pt x="522" y="469"/>
                    <a:pt x="522" y="469"/>
                  </a:cubicBezTo>
                  <a:cubicBezTo>
                    <a:pt x="524" y="468"/>
                    <a:pt x="527" y="467"/>
                    <a:pt x="530" y="467"/>
                  </a:cubicBezTo>
                  <a:close/>
                  <a:moveTo>
                    <a:pt x="530" y="518"/>
                  </a:moveTo>
                  <a:cubicBezTo>
                    <a:pt x="530" y="523"/>
                    <a:pt x="530" y="523"/>
                    <a:pt x="530" y="523"/>
                  </a:cubicBezTo>
                  <a:cubicBezTo>
                    <a:pt x="529" y="522"/>
                    <a:pt x="529" y="522"/>
                    <a:pt x="528" y="522"/>
                  </a:cubicBezTo>
                  <a:cubicBezTo>
                    <a:pt x="526" y="526"/>
                    <a:pt x="523" y="529"/>
                    <a:pt x="522" y="533"/>
                  </a:cubicBezTo>
                  <a:cubicBezTo>
                    <a:pt x="522" y="525"/>
                    <a:pt x="522" y="525"/>
                    <a:pt x="522" y="525"/>
                  </a:cubicBezTo>
                  <a:cubicBezTo>
                    <a:pt x="523" y="522"/>
                    <a:pt x="524" y="519"/>
                    <a:pt x="522" y="515"/>
                  </a:cubicBezTo>
                  <a:cubicBezTo>
                    <a:pt x="522" y="509"/>
                    <a:pt x="522" y="509"/>
                    <a:pt x="522" y="509"/>
                  </a:cubicBezTo>
                  <a:cubicBezTo>
                    <a:pt x="530" y="518"/>
                    <a:pt x="530" y="518"/>
                    <a:pt x="530" y="518"/>
                  </a:cubicBezTo>
                  <a:close/>
                  <a:moveTo>
                    <a:pt x="530" y="533"/>
                  </a:moveTo>
                  <a:cubicBezTo>
                    <a:pt x="530" y="541"/>
                    <a:pt x="530" y="541"/>
                    <a:pt x="530" y="541"/>
                  </a:cubicBezTo>
                  <a:cubicBezTo>
                    <a:pt x="529" y="543"/>
                    <a:pt x="529" y="545"/>
                    <a:pt x="530" y="547"/>
                  </a:cubicBezTo>
                  <a:cubicBezTo>
                    <a:pt x="530" y="553"/>
                    <a:pt x="530" y="553"/>
                    <a:pt x="530" y="553"/>
                  </a:cubicBezTo>
                  <a:cubicBezTo>
                    <a:pt x="522" y="544"/>
                    <a:pt x="522" y="544"/>
                    <a:pt x="522" y="544"/>
                  </a:cubicBezTo>
                  <a:cubicBezTo>
                    <a:pt x="522" y="539"/>
                    <a:pt x="522" y="539"/>
                    <a:pt x="522" y="539"/>
                  </a:cubicBezTo>
                  <a:cubicBezTo>
                    <a:pt x="522" y="541"/>
                    <a:pt x="523" y="542"/>
                    <a:pt x="524" y="543"/>
                  </a:cubicBezTo>
                  <a:cubicBezTo>
                    <a:pt x="526" y="539"/>
                    <a:pt x="528" y="536"/>
                    <a:pt x="530" y="533"/>
                  </a:cubicBezTo>
                  <a:close/>
                  <a:moveTo>
                    <a:pt x="530" y="566"/>
                  </a:moveTo>
                  <a:cubicBezTo>
                    <a:pt x="530" y="572"/>
                    <a:pt x="530" y="572"/>
                    <a:pt x="530" y="572"/>
                  </a:cubicBezTo>
                  <a:cubicBezTo>
                    <a:pt x="527" y="572"/>
                    <a:pt x="524" y="574"/>
                    <a:pt x="522" y="578"/>
                  </a:cubicBezTo>
                  <a:cubicBezTo>
                    <a:pt x="524" y="579"/>
                    <a:pt x="527" y="580"/>
                    <a:pt x="530" y="581"/>
                  </a:cubicBezTo>
                  <a:cubicBezTo>
                    <a:pt x="530" y="588"/>
                    <a:pt x="530" y="588"/>
                    <a:pt x="530" y="588"/>
                  </a:cubicBezTo>
                  <a:cubicBezTo>
                    <a:pt x="527" y="586"/>
                    <a:pt x="525" y="586"/>
                    <a:pt x="522" y="584"/>
                  </a:cubicBezTo>
                  <a:cubicBezTo>
                    <a:pt x="522" y="569"/>
                    <a:pt x="522" y="569"/>
                    <a:pt x="522" y="569"/>
                  </a:cubicBezTo>
                  <a:cubicBezTo>
                    <a:pt x="522" y="569"/>
                    <a:pt x="522" y="569"/>
                    <a:pt x="522" y="569"/>
                  </a:cubicBezTo>
                  <a:cubicBezTo>
                    <a:pt x="524" y="568"/>
                    <a:pt x="527" y="567"/>
                    <a:pt x="530" y="566"/>
                  </a:cubicBezTo>
                  <a:close/>
                  <a:moveTo>
                    <a:pt x="530" y="592"/>
                  </a:moveTo>
                  <a:cubicBezTo>
                    <a:pt x="530" y="599"/>
                    <a:pt x="530" y="599"/>
                    <a:pt x="530" y="599"/>
                  </a:cubicBezTo>
                  <a:cubicBezTo>
                    <a:pt x="527" y="601"/>
                    <a:pt x="524" y="603"/>
                    <a:pt x="522" y="605"/>
                  </a:cubicBezTo>
                  <a:cubicBezTo>
                    <a:pt x="522" y="595"/>
                    <a:pt x="522" y="595"/>
                    <a:pt x="522" y="595"/>
                  </a:cubicBezTo>
                  <a:cubicBezTo>
                    <a:pt x="525" y="594"/>
                    <a:pt x="527" y="594"/>
                    <a:pt x="530" y="592"/>
                  </a:cubicBezTo>
                  <a:close/>
                  <a:moveTo>
                    <a:pt x="530" y="723"/>
                  </a:moveTo>
                  <a:cubicBezTo>
                    <a:pt x="530" y="730"/>
                    <a:pt x="530" y="730"/>
                    <a:pt x="530" y="730"/>
                  </a:cubicBezTo>
                  <a:cubicBezTo>
                    <a:pt x="527" y="731"/>
                    <a:pt x="524" y="732"/>
                    <a:pt x="522" y="735"/>
                  </a:cubicBezTo>
                  <a:cubicBezTo>
                    <a:pt x="524" y="737"/>
                    <a:pt x="527" y="740"/>
                    <a:pt x="530" y="742"/>
                  </a:cubicBezTo>
                  <a:cubicBezTo>
                    <a:pt x="530" y="753"/>
                    <a:pt x="530" y="753"/>
                    <a:pt x="530" y="753"/>
                  </a:cubicBezTo>
                  <a:cubicBezTo>
                    <a:pt x="527" y="750"/>
                    <a:pt x="524" y="748"/>
                    <a:pt x="522" y="746"/>
                  </a:cubicBezTo>
                  <a:cubicBezTo>
                    <a:pt x="522" y="726"/>
                    <a:pt x="522" y="726"/>
                    <a:pt x="522" y="726"/>
                  </a:cubicBezTo>
                  <a:cubicBezTo>
                    <a:pt x="524" y="725"/>
                    <a:pt x="527" y="723"/>
                    <a:pt x="530" y="723"/>
                  </a:cubicBezTo>
                  <a:close/>
                  <a:moveTo>
                    <a:pt x="515" y="19"/>
                  </a:moveTo>
                  <a:cubicBezTo>
                    <a:pt x="517" y="20"/>
                    <a:pt x="519" y="20"/>
                    <a:pt x="522" y="21"/>
                  </a:cubicBezTo>
                  <a:cubicBezTo>
                    <a:pt x="522" y="29"/>
                    <a:pt x="522" y="29"/>
                    <a:pt x="522" y="29"/>
                  </a:cubicBezTo>
                  <a:cubicBezTo>
                    <a:pt x="521" y="29"/>
                    <a:pt x="521" y="29"/>
                    <a:pt x="521" y="29"/>
                  </a:cubicBezTo>
                  <a:cubicBezTo>
                    <a:pt x="521" y="30"/>
                    <a:pt x="521" y="30"/>
                    <a:pt x="522" y="33"/>
                  </a:cubicBezTo>
                  <a:cubicBezTo>
                    <a:pt x="522" y="69"/>
                    <a:pt x="522" y="69"/>
                    <a:pt x="522" y="69"/>
                  </a:cubicBezTo>
                  <a:cubicBezTo>
                    <a:pt x="519" y="68"/>
                    <a:pt x="517" y="67"/>
                    <a:pt x="515" y="66"/>
                  </a:cubicBezTo>
                  <a:cubicBezTo>
                    <a:pt x="515" y="59"/>
                    <a:pt x="515" y="59"/>
                    <a:pt x="515" y="59"/>
                  </a:cubicBezTo>
                  <a:cubicBezTo>
                    <a:pt x="515" y="59"/>
                    <a:pt x="516" y="59"/>
                    <a:pt x="516" y="59"/>
                  </a:cubicBezTo>
                  <a:cubicBezTo>
                    <a:pt x="516" y="59"/>
                    <a:pt x="517" y="58"/>
                    <a:pt x="518" y="58"/>
                  </a:cubicBezTo>
                  <a:cubicBezTo>
                    <a:pt x="517" y="55"/>
                    <a:pt x="516" y="54"/>
                    <a:pt x="515" y="43"/>
                  </a:cubicBezTo>
                  <a:cubicBezTo>
                    <a:pt x="515" y="19"/>
                    <a:pt x="515" y="19"/>
                    <a:pt x="515" y="19"/>
                  </a:cubicBezTo>
                  <a:close/>
                  <a:moveTo>
                    <a:pt x="522" y="774"/>
                  </a:moveTo>
                  <a:cubicBezTo>
                    <a:pt x="519" y="775"/>
                    <a:pt x="517" y="775"/>
                    <a:pt x="515" y="776"/>
                  </a:cubicBezTo>
                  <a:cubicBezTo>
                    <a:pt x="515" y="764"/>
                    <a:pt x="515" y="764"/>
                    <a:pt x="515" y="764"/>
                  </a:cubicBezTo>
                  <a:cubicBezTo>
                    <a:pt x="515" y="764"/>
                    <a:pt x="516" y="765"/>
                    <a:pt x="516" y="765"/>
                  </a:cubicBezTo>
                  <a:cubicBezTo>
                    <a:pt x="518" y="765"/>
                    <a:pt x="520" y="765"/>
                    <a:pt x="522" y="764"/>
                  </a:cubicBezTo>
                  <a:cubicBezTo>
                    <a:pt x="522" y="774"/>
                    <a:pt x="522" y="774"/>
                    <a:pt x="522" y="774"/>
                  </a:cubicBezTo>
                  <a:close/>
                  <a:moveTo>
                    <a:pt x="522" y="200"/>
                  </a:moveTo>
                  <a:cubicBezTo>
                    <a:pt x="522" y="233"/>
                    <a:pt x="522" y="233"/>
                    <a:pt x="522" y="233"/>
                  </a:cubicBezTo>
                  <a:cubicBezTo>
                    <a:pt x="519" y="231"/>
                    <a:pt x="517" y="229"/>
                    <a:pt x="515" y="228"/>
                  </a:cubicBezTo>
                  <a:cubicBezTo>
                    <a:pt x="515" y="223"/>
                    <a:pt x="515" y="223"/>
                    <a:pt x="515" y="223"/>
                  </a:cubicBezTo>
                  <a:cubicBezTo>
                    <a:pt x="515" y="223"/>
                    <a:pt x="516" y="224"/>
                    <a:pt x="516" y="224"/>
                  </a:cubicBezTo>
                  <a:cubicBezTo>
                    <a:pt x="517" y="224"/>
                    <a:pt x="517" y="224"/>
                    <a:pt x="518" y="224"/>
                  </a:cubicBezTo>
                  <a:cubicBezTo>
                    <a:pt x="518" y="214"/>
                    <a:pt x="521" y="206"/>
                    <a:pt x="515" y="202"/>
                  </a:cubicBezTo>
                  <a:cubicBezTo>
                    <a:pt x="515" y="196"/>
                    <a:pt x="515" y="196"/>
                    <a:pt x="515" y="196"/>
                  </a:cubicBezTo>
                  <a:cubicBezTo>
                    <a:pt x="517" y="197"/>
                    <a:pt x="519" y="199"/>
                    <a:pt x="522" y="200"/>
                  </a:cubicBezTo>
                  <a:close/>
                  <a:moveTo>
                    <a:pt x="522" y="259"/>
                  </a:moveTo>
                  <a:cubicBezTo>
                    <a:pt x="522" y="266"/>
                    <a:pt x="522" y="266"/>
                    <a:pt x="522" y="266"/>
                  </a:cubicBezTo>
                  <a:cubicBezTo>
                    <a:pt x="520" y="266"/>
                    <a:pt x="518" y="267"/>
                    <a:pt x="516" y="270"/>
                  </a:cubicBezTo>
                  <a:cubicBezTo>
                    <a:pt x="518" y="271"/>
                    <a:pt x="520" y="273"/>
                    <a:pt x="522" y="274"/>
                  </a:cubicBezTo>
                  <a:cubicBezTo>
                    <a:pt x="522" y="278"/>
                    <a:pt x="522" y="278"/>
                    <a:pt x="522" y="278"/>
                  </a:cubicBezTo>
                  <a:cubicBezTo>
                    <a:pt x="519" y="277"/>
                    <a:pt x="517" y="276"/>
                    <a:pt x="515" y="275"/>
                  </a:cubicBezTo>
                  <a:cubicBezTo>
                    <a:pt x="515" y="266"/>
                    <a:pt x="515" y="266"/>
                    <a:pt x="515" y="266"/>
                  </a:cubicBezTo>
                  <a:cubicBezTo>
                    <a:pt x="517" y="264"/>
                    <a:pt x="519" y="262"/>
                    <a:pt x="522" y="259"/>
                  </a:cubicBezTo>
                  <a:close/>
                  <a:moveTo>
                    <a:pt x="522" y="286"/>
                  </a:moveTo>
                  <a:cubicBezTo>
                    <a:pt x="522" y="296"/>
                    <a:pt x="522" y="296"/>
                    <a:pt x="522" y="296"/>
                  </a:cubicBezTo>
                  <a:cubicBezTo>
                    <a:pt x="519" y="298"/>
                    <a:pt x="517" y="300"/>
                    <a:pt x="515" y="303"/>
                  </a:cubicBezTo>
                  <a:cubicBezTo>
                    <a:pt x="515" y="294"/>
                    <a:pt x="515" y="294"/>
                    <a:pt x="515" y="294"/>
                  </a:cubicBezTo>
                  <a:cubicBezTo>
                    <a:pt x="516" y="294"/>
                    <a:pt x="517" y="293"/>
                    <a:pt x="519" y="291"/>
                  </a:cubicBezTo>
                  <a:cubicBezTo>
                    <a:pt x="518" y="291"/>
                    <a:pt x="516" y="289"/>
                    <a:pt x="515" y="288"/>
                  </a:cubicBezTo>
                  <a:cubicBezTo>
                    <a:pt x="515" y="284"/>
                    <a:pt x="515" y="284"/>
                    <a:pt x="515" y="284"/>
                  </a:cubicBezTo>
                  <a:cubicBezTo>
                    <a:pt x="516" y="285"/>
                    <a:pt x="518" y="286"/>
                    <a:pt x="519" y="287"/>
                  </a:cubicBezTo>
                  <a:cubicBezTo>
                    <a:pt x="522" y="286"/>
                    <a:pt x="522" y="286"/>
                    <a:pt x="522" y="286"/>
                  </a:cubicBezTo>
                  <a:close/>
                  <a:moveTo>
                    <a:pt x="522" y="328"/>
                  </a:moveTo>
                  <a:cubicBezTo>
                    <a:pt x="522" y="339"/>
                    <a:pt x="522" y="339"/>
                    <a:pt x="522" y="339"/>
                  </a:cubicBezTo>
                  <a:cubicBezTo>
                    <a:pt x="519" y="340"/>
                    <a:pt x="517" y="341"/>
                    <a:pt x="515" y="341"/>
                  </a:cubicBezTo>
                  <a:cubicBezTo>
                    <a:pt x="515" y="329"/>
                    <a:pt x="515" y="329"/>
                    <a:pt x="515" y="329"/>
                  </a:cubicBezTo>
                  <a:cubicBezTo>
                    <a:pt x="517" y="329"/>
                    <a:pt x="519" y="329"/>
                    <a:pt x="522" y="328"/>
                  </a:cubicBezTo>
                  <a:close/>
                  <a:moveTo>
                    <a:pt x="522" y="351"/>
                  </a:moveTo>
                  <a:cubicBezTo>
                    <a:pt x="522" y="377"/>
                    <a:pt x="522" y="377"/>
                    <a:pt x="522" y="377"/>
                  </a:cubicBezTo>
                  <a:cubicBezTo>
                    <a:pt x="518" y="370"/>
                    <a:pt x="516" y="363"/>
                    <a:pt x="516" y="353"/>
                  </a:cubicBezTo>
                  <a:cubicBezTo>
                    <a:pt x="518" y="352"/>
                    <a:pt x="519" y="351"/>
                    <a:pt x="522" y="351"/>
                  </a:cubicBezTo>
                  <a:close/>
                  <a:moveTo>
                    <a:pt x="522" y="390"/>
                  </a:moveTo>
                  <a:cubicBezTo>
                    <a:pt x="522" y="398"/>
                    <a:pt x="522" y="398"/>
                    <a:pt x="522" y="398"/>
                  </a:cubicBezTo>
                  <a:cubicBezTo>
                    <a:pt x="520" y="396"/>
                    <a:pt x="519" y="394"/>
                    <a:pt x="515" y="394"/>
                  </a:cubicBezTo>
                  <a:cubicBezTo>
                    <a:pt x="515" y="390"/>
                    <a:pt x="515" y="390"/>
                    <a:pt x="515" y="390"/>
                  </a:cubicBezTo>
                  <a:cubicBezTo>
                    <a:pt x="522" y="390"/>
                    <a:pt x="522" y="390"/>
                    <a:pt x="522" y="390"/>
                  </a:cubicBezTo>
                  <a:close/>
                  <a:moveTo>
                    <a:pt x="522" y="411"/>
                  </a:moveTo>
                  <a:cubicBezTo>
                    <a:pt x="522" y="414"/>
                    <a:pt x="522" y="414"/>
                    <a:pt x="522" y="414"/>
                  </a:cubicBezTo>
                  <a:cubicBezTo>
                    <a:pt x="515" y="414"/>
                    <a:pt x="515" y="414"/>
                    <a:pt x="515" y="414"/>
                  </a:cubicBezTo>
                  <a:cubicBezTo>
                    <a:pt x="515" y="404"/>
                    <a:pt x="515" y="404"/>
                    <a:pt x="515" y="404"/>
                  </a:cubicBezTo>
                  <a:cubicBezTo>
                    <a:pt x="516" y="410"/>
                    <a:pt x="516" y="410"/>
                    <a:pt x="516" y="410"/>
                  </a:cubicBezTo>
                  <a:cubicBezTo>
                    <a:pt x="517" y="410"/>
                    <a:pt x="517" y="411"/>
                    <a:pt x="518" y="411"/>
                  </a:cubicBezTo>
                  <a:cubicBezTo>
                    <a:pt x="522" y="411"/>
                    <a:pt x="522" y="411"/>
                    <a:pt x="522" y="411"/>
                  </a:cubicBezTo>
                  <a:close/>
                  <a:moveTo>
                    <a:pt x="522" y="446"/>
                  </a:moveTo>
                  <a:cubicBezTo>
                    <a:pt x="522" y="459"/>
                    <a:pt x="522" y="459"/>
                    <a:pt x="522" y="459"/>
                  </a:cubicBezTo>
                  <a:cubicBezTo>
                    <a:pt x="519" y="458"/>
                    <a:pt x="517" y="457"/>
                    <a:pt x="515" y="456"/>
                  </a:cubicBezTo>
                  <a:cubicBezTo>
                    <a:pt x="515" y="443"/>
                    <a:pt x="515" y="443"/>
                    <a:pt x="515" y="443"/>
                  </a:cubicBezTo>
                  <a:cubicBezTo>
                    <a:pt x="517" y="444"/>
                    <a:pt x="519" y="444"/>
                    <a:pt x="522" y="446"/>
                  </a:cubicBezTo>
                  <a:close/>
                  <a:moveTo>
                    <a:pt x="522" y="469"/>
                  </a:moveTo>
                  <a:cubicBezTo>
                    <a:pt x="522" y="480"/>
                    <a:pt x="522" y="480"/>
                    <a:pt x="522" y="480"/>
                  </a:cubicBezTo>
                  <a:cubicBezTo>
                    <a:pt x="519" y="481"/>
                    <a:pt x="517" y="482"/>
                    <a:pt x="515" y="484"/>
                  </a:cubicBezTo>
                  <a:cubicBezTo>
                    <a:pt x="515" y="471"/>
                    <a:pt x="515" y="471"/>
                    <a:pt x="515" y="471"/>
                  </a:cubicBezTo>
                  <a:cubicBezTo>
                    <a:pt x="517" y="470"/>
                    <a:pt x="519" y="469"/>
                    <a:pt x="522" y="469"/>
                  </a:cubicBezTo>
                  <a:close/>
                  <a:moveTo>
                    <a:pt x="522" y="509"/>
                  </a:moveTo>
                  <a:cubicBezTo>
                    <a:pt x="522" y="515"/>
                    <a:pt x="522" y="515"/>
                    <a:pt x="522" y="515"/>
                  </a:cubicBezTo>
                  <a:cubicBezTo>
                    <a:pt x="521" y="514"/>
                    <a:pt x="520" y="513"/>
                    <a:pt x="520" y="512"/>
                  </a:cubicBezTo>
                  <a:cubicBezTo>
                    <a:pt x="518" y="515"/>
                    <a:pt x="516" y="517"/>
                    <a:pt x="515" y="520"/>
                  </a:cubicBezTo>
                  <a:cubicBezTo>
                    <a:pt x="515" y="512"/>
                    <a:pt x="515" y="512"/>
                    <a:pt x="515" y="512"/>
                  </a:cubicBezTo>
                  <a:cubicBezTo>
                    <a:pt x="515" y="510"/>
                    <a:pt x="515" y="509"/>
                    <a:pt x="515" y="508"/>
                  </a:cubicBezTo>
                  <a:cubicBezTo>
                    <a:pt x="515" y="502"/>
                    <a:pt x="515" y="502"/>
                    <a:pt x="515" y="502"/>
                  </a:cubicBezTo>
                  <a:cubicBezTo>
                    <a:pt x="522" y="509"/>
                    <a:pt x="522" y="509"/>
                    <a:pt x="522" y="509"/>
                  </a:cubicBezTo>
                  <a:close/>
                  <a:moveTo>
                    <a:pt x="522" y="525"/>
                  </a:moveTo>
                  <a:cubicBezTo>
                    <a:pt x="522" y="533"/>
                    <a:pt x="522" y="533"/>
                    <a:pt x="522" y="533"/>
                  </a:cubicBezTo>
                  <a:cubicBezTo>
                    <a:pt x="521" y="534"/>
                    <a:pt x="520" y="535"/>
                    <a:pt x="520" y="537"/>
                  </a:cubicBezTo>
                  <a:cubicBezTo>
                    <a:pt x="520" y="538"/>
                    <a:pt x="521" y="539"/>
                    <a:pt x="522" y="539"/>
                  </a:cubicBezTo>
                  <a:cubicBezTo>
                    <a:pt x="522" y="544"/>
                    <a:pt x="522" y="544"/>
                    <a:pt x="522" y="544"/>
                  </a:cubicBezTo>
                  <a:cubicBezTo>
                    <a:pt x="515" y="537"/>
                    <a:pt x="515" y="537"/>
                    <a:pt x="515" y="537"/>
                  </a:cubicBezTo>
                  <a:cubicBezTo>
                    <a:pt x="515" y="533"/>
                    <a:pt x="515" y="533"/>
                    <a:pt x="515" y="533"/>
                  </a:cubicBezTo>
                  <a:cubicBezTo>
                    <a:pt x="516" y="533"/>
                    <a:pt x="516" y="533"/>
                    <a:pt x="517" y="533"/>
                  </a:cubicBezTo>
                  <a:cubicBezTo>
                    <a:pt x="518" y="530"/>
                    <a:pt x="520" y="527"/>
                    <a:pt x="522" y="525"/>
                  </a:cubicBezTo>
                  <a:close/>
                  <a:moveTo>
                    <a:pt x="522" y="569"/>
                  </a:moveTo>
                  <a:cubicBezTo>
                    <a:pt x="522" y="584"/>
                    <a:pt x="522" y="584"/>
                    <a:pt x="522" y="584"/>
                  </a:cubicBezTo>
                  <a:cubicBezTo>
                    <a:pt x="520" y="584"/>
                    <a:pt x="518" y="583"/>
                    <a:pt x="515" y="582"/>
                  </a:cubicBezTo>
                  <a:cubicBezTo>
                    <a:pt x="515" y="575"/>
                    <a:pt x="515" y="575"/>
                    <a:pt x="515" y="575"/>
                  </a:cubicBezTo>
                  <a:cubicBezTo>
                    <a:pt x="517" y="574"/>
                    <a:pt x="519" y="572"/>
                    <a:pt x="522" y="569"/>
                  </a:cubicBezTo>
                  <a:close/>
                  <a:moveTo>
                    <a:pt x="522" y="595"/>
                  </a:moveTo>
                  <a:cubicBezTo>
                    <a:pt x="522" y="605"/>
                    <a:pt x="522" y="605"/>
                    <a:pt x="522" y="605"/>
                  </a:cubicBezTo>
                  <a:cubicBezTo>
                    <a:pt x="519" y="606"/>
                    <a:pt x="517" y="607"/>
                    <a:pt x="515" y="608"/>
                  </a:cubicBezTo>
                  <a:cubicBezTo>
                    <a:pt x="515" y="602"/>
                    <a:pt x="515" y="602"/>
                    <a:pt x="515" y="602"/>
                  </a:cubicBezTo>
                  <a:cubicBezTo>
                    <a:pt x="515" y="601"/>
                    <a:pt x="516" y="600"/>
                    <a:pt x="516" y="599"/>
                  </a:cubicBezTo>
                  <a:cubicBezTo>
                    <a:pt x="515" y="599"/>
                    <a:pt x="515" y="599"/>
                    <a:pt x="515" y="599"/>
                  </a:cubicBezTo>
                  <a:cubicBezTo>
                    <a:pt x="515" y="592"/>
                    <a:pt x="515" y="592"/>
                    <a:pt x="515" y="592"/>
                  </a:cubicBezTo>
                  <a:cubicBezTo>
                    <a:pt x="520" y="596"/>
                    <a:pt x="520" y="596"/>
                    <a:pt x="520" y="596"/>
                  </a:cubicBezTo>
                  <a:cubicBezTo>
                    <a:pt x="521" y="596"/>
                    <a:pt x="521" y="596"/>
                    <a:pt x="522" y="595"/>
                  </a:cubicBezTo>
                  <a:close/>
                  <a:moveTo>
                    <a:pt x="522" y="726"/>
                  </a:moveTo>
                  <a:cubicBezTo>
                    <a:pt x="522" y="746"/>
                    <a:pt x="522" y="746"/>
                    <a:pt x="522" y="746"/>
                  </a:cubicBezTo>
                  <a:cubicBezTo>
                    <a:pt x="519" y="744"/>
                    <a:pt x="517" y="743"/>
                    <a:pt x="515" y="742"/>
                  </a:cubicBezTo>
                  <a:cubicBezTo>
                    <a:pt x="515" y="730"/>
                    <a:pt x="515" y="730"/>
                    <a:pt x="515" y="730"/>
                  </a:cubicBezTo>
                  <a:cubicBezTo>
                    <a:pt x="517" y="729"/>
                    <a:pt x="519" y="727"/>
                    <a:pt x="522" y="726"/>
                  </a:cubicBezTo>
                  <a:close/>
                  <a:moveTo>
                    <a:pt x="515" y="674"/>
                  </a:moveTo>
                  <a:cubicBezTo>
                    <a:pt x="515" y="671"/>
                    <a:pt x="515" y="671"/>
                    <a:pt x="515" y="671"/>
                  </a:cubicBezTo>
                  <a:cubicBezTo>
                    <a:pt x="516" y="674"/>
                    <a:pt x="516" y="674"/>
                    <a:pt x="516" y="674"/>
                  </a:cubicBezTo>
                  <a:lnTo>
                    <a:pt x="515" y="674"/>
                  </a:lnTo>
                  <a:close/>
                  <a:moveTo>
                    <a:pt x="509" y="17"/>
                  </a:moveTo>
                  <a:cubicBezTo>
                    <a:pt x="511" y="18"/>
                    <a:pt x="513" y="18"/>
                    <a:pt x="515" y="19"/>
                  </a:cubicBezTo>
                  <a:cubicBezTo>
                    <a:pt x="515" y="43"/>
                    <a:pt x="515" y="43"/>
                    <a:pt x="515" y="43"/>
                  </a:cubicBezTo>
                  <a:cubicBezTo>
                    <a:pt x="514" y="39"/>
                    <a:pt x="514" y="39"/>
                    <a:pt x="514" y="39"/>
                  </a:cubicBezTo>
                  <a:cubicBezTo>
                    <a:pt x="512" y="34"/>
                    <a:pt x="511" y="31"/>
                    <a:pt x="509" y="28"/>
                  </a:cubicBezTo>
                  <a:cubicBezTo>
                    <a:pt x="509" y="17"/>
                    <a:pt x="509" y="17"/>
                    <a:pt x="509" y="17"/>
                  </a:cubicBezTo>
                  <a:close/>
                  <a:moveTo>
                    <a:pt x="515" y="776"/>
                  </a:moveTo>
                  <a:cubicBezTo>
                    <a:pt x="513" y="777"/>
                    <a:pt x="511" y="777"/>
                    <a:pt x="509" y="778"/>
                  </a:cubicBezTo>
                  <a:cubicBezTo>
                    <a:pt x="509" y="760"/>
                    <a:pt x="509" y="760"/>
                    <a:pt x="509" y="760"/>
                  </a:cubicBezTo>
                  <a:cubicBezTo>
                    <a:pt x="511" y="761"/>
                    <a:pt x="513" y="763"/>
                    <a:pt x="515" y="764"/>
                  </a:cubicBezTo>
                  <a:cubicBezTo>
                    <a:pt x="515" y="776"/>
                    <a:pt x="515" y="776"/>
                    <a:pt x="515" y="776"/>
                  </a:cubicBezTo>
                  <a:close/>
                  <a:moveTo>
                    <a:pt x="515" y="59"/>
                  </a:moveTo>
                  <a:cubicBezTo>
                    <a:pt x="515" y="66"/>
                    <a:pt x="515" y="66"/>
                    <a:pt x="515" y="66"/>
                  </a:cubicBezTo>
                  <a:cubicBezTo>
                    <a:pt x="513" y="66"/>
                    <a:pt x="511" y="65"/>
                    <a:pt x="509" y="65"/>
                  </a:cubicBezTo>
                  <a:cubicBezTo>
                    <a:pt x="509" y="56"/>
                    <a:pt x="509" y="56"/>
                    <a:pt x="509" y="56"/>
                  </a:cubicBezTo>
                  <a:cubicBezTo>
                    <a:pt x="510" y="57"/>
                    <a:pt x="512" y="58"/>
                    <a:pt x="515" y="59"/>
                  </a:cubicBezTo>
                  <a:close/>
                  <a:moveTo>
                    <a:pt x="515" y="196"/>
                  </a:moveTo>
                  <a:cubicBezTo>
                    <a:pt x="515" y="202"/>
                    <a:pt x="515" y="202"/>
                    <a:pt x="515" y="202"/>
                  </a:cubicBezTo>
                  <a:cubicBezTo>
                    <a:pt x="513" y="201"/>
                    <a:pt x="511" y="200"/>
                    <a:pt x="509" y="199"/>
                  </a:cubicBezTo>
                  <a:cubicBezTo>
                    <a:pt x="509" y="210"/>
                    <a:pt x="507" y="216"/>
                    <a:pt x="515" y="223"/>
                  </a:cubicBezTo>
                  <a:cubicBezTo>
                    <a:pt x="515" y="228"/>
                    <a:pt x="515" y="228"/>
                    <a:pt x="515" y="228"/>
                  </a:cubicBezTo>
                  <a:cubicBezTo>
                    <a:pt x="513" y="226"/>
                    <a:pt x="511" y="225"/>
                    <a:pt x="509" y="224"/>
                  </a:cubicBezTo>
                  <a:cubicBezTo>
                    <a:pt x="509" y="193"/>
                    <a:pt x="509" y="193"/>
                    <a:pt x="509" y="193"/>
                  </a:cubicBezTo>
                  <a:cubicBezTo>
                    <a:pt x="511" y="194"/>
                    <a:pt x="513" y="195"/>
                    <a:pt x="515" y="196"/>
                  </a:cubicBezTo>
                  <a:close/>
                  <a:moveTo>
                    <a:pt x="515" y="266"/>
                  </a:moveTo>
                  <a:cubicBezTo>
                    <a:pt x="515" y="275"/>
                    <a:pt x="515" y="275"/>
                    <a:pt x="515" y="275"/>
                  </a:cubicBezTo>
                  <a:cubicBezTo>
                    <a:pt x="512" y="274"/>
                    <a:pt x="510" y="274"/>
                    <a:pt x="509" y="277"/>
                  </a:cubicBezTo>
                  <a:cubicBezTo>
                    <a:pt x="509" y="272"/>
                    <a:pt x="509" y="272"/>
                    <a:pt x="509" y="272"/>
                  </a:cubicBezTo>
                  <a:cubicBezTo>
                    <a:pt x="511" y="270"/>
                    <a:pt x="513" y="268"/>
                    <a:pt x="515" y="266"/>
                  </a:cubicBezTo>
                  <a:close/>
                  <a:moveTo>
                    <a:pt x="515" y="284"/>
                  </a:moveTo>
                  <a:cubicBezTo>
                    <a:pt x="515" y="288"/>
                    <a:pt x="515" y="288"/>
                    <a:pt x="515" y="288"/>
                  </a:cubicBezTo>
                  <a:cubicBezTo>
                    <a:pt x="513" y="287"/>
                    <a:pt x="511" y="285"/>
                    <a:pt x="509" y="284"/>
                  </a:cubicBezTo>
                  <a:cubicBezTo>
                    <a:pt x="509" y="280"/>
                    <a:pt x="509" y="280"/>
                    <a:pt x="509" y="280"/>
                  </a:cubicBezTo>
                  <a:cubicBezTo>
                    <a:pt x="511" y="281"/>
                    <a:pt x="513" y="283"/>
                    <a:pt x="515" y="284"/>
                  </a:cubicBezTo>
                  <a:close/>
                  <a:moveTo>
                    <a:pt x="515" y="294"/>
                  </a:moveTo>
                  <a:cubicBezTo>
                    <a:pt x="515" y="303"/>
                    <a:pt x="515" y="303"/>
                    <a:pt x="515" y="303"/>
                  </a:cubicBezTo>
                  <a:cubicBezTo>
                    <a:pt x="513" y="304"/>
                    <a:pt x="511" y="306"/>
                    <a:pt x="509" y="307"/>
                  </a:cubicBezTo>
                  <a:cubicBezTo>
                    <a:pt x="509" y="301"/>
                    <a:pt x="509" y="301"/>
                    <a:pt x="509" y="301"/>
                  </a:cubicBezTo>
                  <a:cubicBezTo>
                    <a:pt x="509" y="301"/>
                    <a:pt x="510" y="300"/>
                    <a:pt x="510" y="299"/>
                  </a:cubicBezTo>
                  <a:cubicBezTo>
                    <a:pt x="510" y="299"/>
                    <a:pt x="509" y="299"/>
                    <a:pt x="509" y="299"/>
                  </a:cubicBezTo>
                  <a:cubicBezTo>
                    <a:pt x="509" y="296"/>
                    <a:pt x="509" y="296"/>
                    <a:pt x="509" y="296"/>
                  </a:cubicBezTo>
                  <a:cubicBezTo>
                    <a:pt x="509" y="296"/>
                    <a:pt x="509" y="296"/>
                    <a:pt x="509" y="296"/>
                  </a:cubicBezTo>
                  <a:cubicBezTo>
                    <a:pt x="512" y="296"/>
                    <a:pt x="513" y="295"/>
                    <a:pt x="515" y="294"/>
                  </a:cubicBezTo>
                  <a:close/>
                  <a:moveTo>
                    <a:pt x="515" y="329"/>
                  </a:moveTo>
                  <a:cubicBezTo>
                    <a:pt x="515" y="341"/>
                    <a:pt x="515" y="341"/>
                    <a:pt x="515" y="341"/>
                  </a:cubicBezTo>
                  <a:cubicBezTo>
                    <a:pt x="513" y="342"/>
                    <a:pt x="511" y="342"/>
                    <a:pt x="509" y="342"/>
                  </a:cubicBezTo>
                  <a:cubicBezTo>
                    <a:pt x="509" y="330"/>
                    <a:pt x="509" y="330"/>
                    <a:pt x="509" y="330"/>
                  </a:cubicBezTo>
                  <a:cubicBezTo>
                    <a:pt x="511" y="329"/>
                    <a:pt x="513" y="329"/>
                    <a:pt x="515" y="329"/>
                  </a:cubicBezTo>
                  <a:close/>
                  <a:moveTo>
                    <a:pt x="515" y="390"/>
                  </a:moveTo>
                  <a:cubicBezTo>
                    <a:pt x="515" y="394"/>
                    <a:pt x="515" y="394"/>
                    <a:pt x="515" y="394"/>
                  </a:cubicBezTo>
                  <a:cubicBezTo>
                    <a:pt x="514" y="393"/>
                    <a:pt x="513" y="393"/>
                    <a:pt x="512" y="393"/>
                  </a:cubicBezTo>
                  <a:cubicBezTo>
                    <a:pt x="515" y="404"/>
                    <a:pt x="515" y="404"/>
                    <a:pt x="515" y="404"/>
                  </a:cubicBezTo>
                  <a:cubicBezTo>
                    <a:pt x="515" y="414"/>
                    <a:pt x="515" y="414"/>
                    <a:pt x="515" y="414"/>
                  </a:cubicBezTo>
                  <a:cubicBezTo>
                    <a:pt x="509" y="414"/>
                    <a:pt x="509" y="414"/>
                    <a:pt x="509" y="414"/>
                  </a:cubicBezTo>
                  <a:cubicBezTo>
                    <a:pt x="509" y="410"/>
                    <a:pt x="509" y="410"/>
                    <a:pt x="509" y="410"/>
                  </a:cubicBezTo>
                  <a:cubicBezTo>
                    <a:pt x="510" y="410"/>
                    <a:pt x="511" y="410"/>
                    <a:pt x="512" y="410"/>
                  </a:cubicBezTo>
                  <a:cubicBezTo>
                    <a:pt x="510" y="406"/>
                    <a:pt x="510" y="402"/>
                    <a:pt x="509" y="399"/>
                  </a:cubicBezTo>
                  <a:cubicBezTo>
                    <a:pt x="509" y="390"/>
                    <a:pt x="509" y="390"/>
                    <a:pt x="509" y="390"/>
                  </a:cubicBezTo>
                  <a:cubicBezTo>
                    <a:pt x="515" y="390"/>
                    <a:pt x="515" y="390"/>
                    <a:pt x="515" y="390"/>
                  </a:cubicBezTo>
                  <a:close/>
                  <a:moveTo>
                    <a:pt x="515" y="443"/>
                  </a:moveTo>
                  <a:cubicBezTo>
                    <a:pt x="515" y="456"/>
                    <a:pt x="515" y="456"/>
                    <a:pt x="515" y="456"/>
                  </a:cubicBezTo>
                  <a:cubicBezTo>
                    <a:pt x="512" y="453"/>
                    <a:pt x="509" y="450"/>
                    <a:pt x="509" y="445"/>
                  </a:cubicBezTo>
                  <a:cubicBezTo>
                    <a:pt x="511" y="444"/>
                    <a:pt x="513" y="443"/>
                    <a:pt x="515" y="443"/>
                  </a:cubicBezTo>
                  <a:close/>
                  <a:moveTo>
                    <a:pt x="515" y="471"/>
                  </a:moveTo>
                  <a:cubicBezTo>
                    <a:pt x="515" y="484"/>
                    <a:pt x="515" y="484"/>
                    <a:pt x="515" y="484"/>
                  </a:cubicBezTo>
                  <a:cubicBezTo>
                    <a:pt x="513" y="484"/>
                    <a:pt x="512" y="485"/>
                    <a:pt x="510" y="486"/>
                  </a:cubicBezTo>
                  <a:cubicBezTo>
                    <a:pt x="510" y="486"/>
                    <a:pt x="509" y="485"/>
                    <a:pt x="509" y="484"/>
                  </a:cubicBezTo>
                  <a:cubicBezTo>
                    <a:pt x="509" y="474"/>
                    <a:pt x="509" y="474"/>
                    <a:pt x="509" y="474"/>
                  </a:cubicBezTo>
                  <a:cubicBezTo>
                    <a:pt x="510" y="473"/>
                    <a:pt x="512" y="472"/>
                    <a:pt x="515" y="471"/>
                  </a:cubicBezTo>
                  <a:close/>
                  <a:moveTo>
                    <a:pt x="515" y="502"/>
                  </a:moveTo>
                  <a:cubicBezTo>
                    <a:pt x="515" y="508"/>
                    <a:pt x="515" y="508"/>
                    <a:pt x="515" y="508"/>
                  </a:cubicBezTo>
                  <a:cubicBezTo>
                    <a:pt x="514" y="506"/>
                    <a:pt x="513" y="505"/>
                    <a:pt x="510" y="504"/>
                  </a:cubicBezTo>
                  <a:cubicBezTo>
                    <a:pt x="509" y="506"/>
                    <a:pt x="509" y="506"/>
                    <a:pt x="509" y="506"/>
                  </a:cubicBezTo>
                  <a:cubicBezTo>
                    <a:pt x="509" y="496"/>
                    <a:pt x="509" y="496"/>
                    <a:pt x="509" y="496"/>
                  </a:cubicBezTo>
                  <a:cubicBezTo>
                    <a:pt x="515" y="502"/>
                    <a:pt x="515" y="502"/>
                    <a:pt x="515" y="502"/>
                  </a:cubicBezTo>
                  <a:close/>
                  <a:moveTo>
                    <a:pt x="515" y="512"/>
                  </a:moveTo>
                  <a:cubicBezTo>
                    <a:pt x="515" y="520"/>
                    <a:pt x="515" y="520"/>
                    <a:pt x="515" y="520"/>
                  </a:cubicBezTo>
                  <a:cubicBezTo>
                    <a:pt x="512" y="524"/>
                    <a:pt x="510" y="528"/>
                    <a:pt x="515" y="533"/>
                  </a:cubicBezTo>
                  <a:cubicBezTo>
                    <a:pt x="515" y="537"/>
                    <a:pt x="515" y="537"/>
                    <a:pt x="515" y="537"/>
                  </a:cubicBezTo>
                  <a:cubicBezTo>
                    <a:pt x="509" y="531"/>
                    <a:pt x="509" y="531"/>
                    <a:pt x="509" y="531"/>
                  </a:cubicBezTo>
                  <a:cubicBezTo>
                    <a:pt x="509" y="522"/>
                    <a:pt x="509" y="522"/>
                    <a:pt x="509" y="522"/>
                  </a:cubicBezTo>
                  <a:cubicBezTo>
                    <a:pt x="511" y="519"/>
                    <a:pt x="514" y="515"/>
                    <a:pt x="515" y="512"/>
                  </a:cubicBezTo>
                  <a:close/>
                  <a:moveTo>
                    <a:pt x="515" y="575"/>
                  </a:moveTo>
                  <a:cubicBezTo>
                    <a:pt x="515" y="582"/>
                    <a:pt x="515" y="582"/>
                    <a:pt x="515" y="582"/>
                  </a:cubicBezTo>
                  <a:cubicBezTo>
                    <a:pt x="513" y="583"/>
                    <a:pt x="511" y="584"/>
                    <a:pt x="509" y="585"/>
                  </a:cubicBezTo>
                  <a:cubicBezTo>
                    <a:pt x="509" y="579"/>
                    <a:pt x="509" y="579"/>
                    <a:pt x="509" y="579"/>
                  </a:cubicBezTo>
                  <a:cubicBezTo>
                    <a:pt x="511" y="578"/>
                    <a:pt x="513" y="577"/>
                    <a:pt x="515" y="575"/>
                  </a:cubicBezTo>
                  <a:close/>
                  <a:moveTo>
                    <a:pt x="515" y="592"/>
                  </a:moveTo>
                  <a:cubicBezTo>
                    <a:pt x="515" y="599"/>
                    <a:pt x="515" y="599"/>
                    <a:pt x="515" y="599"/>
                  </a:cubicBezTo>
                  <a:cubicBezTo>
                    <a:pt x="512" y="598"/>
                    <a:pt x="510" y="596"/>
                    <a:pt x="509" y="596"/>
                  </a:cubicBezTo>
                  <a:cubicBezTo>
                    <a:pt x="509" y="589"/>
                    <a:pt x="509" y="589"/>
                    <a:pt x="509" y="589"/>
                  </a:cubicBezTo>
                  <a:cubicBezTo>
                    <a:pt x="511" y="590"/>
                    <a:pt x="513" y="591"/>
                    <a:pt x="515" y="592"/>
                  </a:cubicBezTo>
                  <a:close/>
                  <a:moveTo>
                    <a:pt x="515" y="602"/>
                  </a:moveTo>
                  <a:cubicBezTo>
                    <a:pt x="515" y="608"/>
                    <a:pt x="515" y="608"/>
                    <a:pt x="515" y="608"/>
                  </a:cubicBezTo>
                  <a:cubicBezTo>
                    <a:pt x="513" y="609"/>
                    <a:pt x="511" y="610"/>
                    <a:pt x="509" y="611"/>
                  </a:cubicBezTo>
                  <a:cubicBezTo>
                    <a:pt x="509" y="605"/>
                    <a:pt x="509" y="605"/>
                    <a:pt x="509" y="605"/>
                  </a:cubicBezTo>
                  <a:cubicBezTo>
                    <a:pt x="511" y="604"/>
                    <a:pt x="513" y="603"/>
                    <a:pt x="515" y="602"/>
                  </a:cubicBezTo>
                  <a:close/>
                  <a:moveTo>
                    <a:pt x="515" y="671"/>
                  </a:moveTo>
                  <a:cubicBezTo>
                    <a:pt x="515" y="674"/>
                    <a:pt x="515" y="674"/>
                    <a:pt x="515" y="674"/>
                  </a:cubicBezTo>
                  <a:cubicBezTo>
                    <a:pt x="509" y="676"/>
                    <a:pt x="509" y="676"/>
                    <a:pt x="509" y="676"/>
                  </a:cubicBezTo>
                  <a:cubicBezTo>
                    <a:pt x="509" y="664"/>
                    <a:pt x="509" y="664"/>
                    <a:pt x="509" y="664"/>
                  </a:cubicBezTo>
                  <a:cubicBezTo>
                    <a:pt x="512" y="663"/>
                    <a:pt x="512" y="663"/>
                    <a:pt x="512" y="663"/>
                  </a:cubicBezTo>
                  <a:cubicBezTo>
                    <a:pt x="513" y="666"/>
                    <a:pt x="514" y="668"/>
                    <a:pt x="515" y="671"/>
                  </a:cubicBezTo>
                  <a:close/>
                  <a:moveTo>
                    <a:pt x="515" y="730"/>
                  </a:moveTo>
                  <a:cubicBezTo>
                    <a:pt x="515" y="742"/>
                    <a:pt x="515" y="742"/>
                    <a:pt x="515" y="742"/>
                  </a:cubicBezTo>
                  <a:cubicBezTo>
                    <a:pt x="513" y="742"/>
                    <a:pt x="511" y="741"/>
                    <a:pt x="509" y="741"/>
                  </a:cubicBezTo>
                  <a:cubicBezTo>
                    <a:pt x="509" y="731"/>
                    <a:pt x="509" y="731"/>
                    <a:pt x="509" y="731"/>
                  </a:cubicBezTo>
                  <a:cubicBezTo>
                    <a:pt x="515" y="730"/>
                    <a:pt x="515" y="730"/>
                    <a:pt x="515" y="730"/>
                  </a:cubicBezTo>
                  <a:close/>
                  <a:moveTo>
                    <a:pt x="509" y="141"/>
                  </a:moveTo>
                  <a:cubicBezTo>
                    <a:pt x="509" y="132"/>
                    <a:pt x="509" y="132"/>
                    <a:pt x="509" y="132"/>
                  </a:cubicBezTo>
                  <a:cubicBezTo>
                    <a:pt x="511" y="134"/>
                    <a:pt x="512" y="137"/>
                    <a:pt x="510" y="141"/>
                  </a:cubicBezTo>
                  <a:cubicBezTo>
                    <a:pt x="510" y="141"/>
                    <a:pt x="509" y="141"/>
                    <a:pt x="509" y="141"/>
                  </a:cubicBezTo>
                  <a:close/>
                  <a:moveTo>
                    <a:pt x="504" y="16"/>
                  </a:moveTo>
                  <a:cubicBezTo>
                    <a:pt x="505" y="16"/>
                    <a:pt x="507" y="17"/>
                    <a:pt x="509" y="17"/>
                  </a:cubicBezTo>
                  <a:cubicBezTo>
                    <a:pt x="509" y="28"/>
                    <a:pt x="509" y="28"/>
                    <a:pt x="509" y="28"/>
                  </a:cubicBezTo>
                  <a:cubicBezTo>
                    <a:pt x="507" y="26"/>
                    <a:pt x="506" y="25"/>
                    <a:pt x="504" y="24"/>
                  </a:cubicBezTo>
                  <a:cubicBezTo>
                    <a:pt x="504" y="16"/>
                    <a:pt x="504" y="16"/>
                    <a:pt x="504" y="16"/>
                  </a:cubicBezTo>
                  <a:close/>
                  <a:moveTo>
                    <a:pt x="509" y="778"/>
                  </a:moveTo>
                  <a:cubicBezTo>
                    <a:pt x="507" y="778"/>
                    <a:pt x="505" y="779"/>
                    <a:pt x="504" y="779"/>
                  </a:cubicBezTo>
                  <a:cubicBezTo>
                    <a:pt x="504" y="771"/>
                    <a:pt x="504" y="771"/>
                    <a:pt x="504" y="771"/>
                  </a:cubicBezTo>
                  <a:cubicBezTo>
                    <a:pt x="505" y="771"/>
                    <a:pt x="505" y="770"/>
                    <a:pt x="506" y="770"/>
                  </a:cubicBezTo>
                  <a:cubicBezTo>
                    <a:pt x="505" y="770"/>
                    <a:pt x="505" y="769"/>
                    <a:pt x="504" y="768"/>
                  </a:cubicBezTo>
                  <a:cubicBezTo>
                    <a:pt x="504" y="756"/>
                    <a:pt x="504" y="756"/>
                    <a:pt x="504" y="756"/>
                  </a:cubicBezTo>
                  <a:cubicBezTo>
                    <a:pt x="505" y="757"/>
                    <a:pt x="507" y="758"/>
                    <a:pt x="509" y="760"/>
                  </a:cubicBezTo>
                  <a:cubicBezTo>
                    <a:pt x="509" y="778"/>
                    <a:pt x="509" y="778"/>
                    <a:pt x="509" y="778"/>
                  </a:cubicBezTo>
                  <a:close/>
                  <a:moveTo>
                    <a:pt x="509" y="56"/>
                  </a:moveTo>
                  <a:cubicBezTo>
                    <a:pt x="509" y="65"/>
                    <a:pt x="509" y="65"/>
                    <a:pt x="509" y="65"/>
                  </a:cubicBezTo>
                  <a:cubicBezTo>
                    <a:pt x="508" y="65"/>
                    <a:pt x="507" y="65"/>
                    <a:pt x="506" y="65"/>
                  </a:cubicBezTo>
                  <a:cubicBezTo>
                    <a:pt x="505" y="64"/>
                    <a:pt x="505" y="64"/>
                    <a:pt x="504" y="63"/>
                  </a:cubicBezTo>
                  <a:cubicBezTo>
                    <a:pt x="504" y="54"/>
                    <a:pt x="504" y="54"/>
                    <a:pt x="504" y="54"/>
                  </a:cubicBezTo>
                  <a:cubicBezTo>
                    <a:pt x="505" y="54"/>
                    <a:pt x="507" y="55"/>
                    <a:pt x="509" y="56"/>
                  </a:cubicBezTo>
                  <a:close/>
                  <a:moveTo>
                    <a:pt x="509" y="132"/>
                  </a:moveTo>
                  <a:cubicBezTo>
                    <a:pt x="509" y="141"/>
                    <a:pt x="509" y="141"/>
                    <a:pt x="509" y="141"/>
                  </a:cubicBezTo>
                  <a:cubicBezTo>
                    <a:pt x="507" y="142"/>
                    <a:pt x="505" y="143"/>
                    <a:pt x="504" y="143"/>
                  </a:cubicBezTo>
                  <a:cubicBezTo>
                    <a:pt x="504" y="129"/>
                    <a:pt x="504" y="129"/>
                    <a:pt x="504" y="129"/>
                  </a:cubicBezTo>
                  <a:cubicBezTo>
                    <a:pt x="506" y="130"/>
                    <a:pt x="508" y="130"/>
                    <a:pt x="509" y="132"/>
                  </a:cubicBezTo>
                  <a:close/>
                  <a:moveTo>
                    <a:pt x="509" y="193"/>
                  </a:moveTo>
                  <a:cubicBezTo>
                    <a:pt x="509" y="224"/>
                    <a:pt x="509" y="224"/>
                    <a:pt x="509" y="224"/>
                  </a:cubicBezTo>
                  <a:cubicBezTo>
                    <a:pt x="507" y="222"/>
                    <a:pt x="505" y="222"/>
                    <a:pt x="504" y="221"/>
                  </a:cubicBezTo>
                  <a:cubicBezTo>
                    <a:pt x="504" y="190"/>
                    <a:pt x="504" y="190"/>
                    <a:pt x="504" y="190"/>
                  </a:cubicBezTo>
                  <a:cubicBezTo>
                    <a:pt x="505" y="191"/>
                    <a:pt x="507" y="192"/>
                    <a:pt x="509" y="193"/>
                  </a:cubicBezTo>
                  <a:close/>
                  <a:moveTo>
                    <a:pt x="509" y="272"/>
                  </a:moveTo>
                  <a:cubicBezTo>
                    <a:pt x="509" y="277"/>
                    <a:pt x="509" y="277"/>
                    <a:pt x="509" y="277"/>
                  </a:cubicBezTo>
                  <a:cubicBezTo>
                    <a:pt x="508" y="277"/>
                    <a:pt x="508" y="278"/>
                    <a:pt x="508" y="279"/>
                  </a:cubicBezTo>
                  <a:cubicBezTo>
                    <a:pt x="509" y="280"/>
                    <a:pt x="509" y="280"/>
                    <a:pt x="509" y="280"/>
                  </a:cubicBezTo>
                  <a:cubicBezTo>
                    <a:pt x="509" y="284"/>
                    <a:pt x="509" y="284"/>
                    <a:pt x="509" y="284"/>
                  </a:cubicBezTo>
                  <a:cubicBezTo>
                    <a:pt x="507" y="284"/>
                    <a:pt x="505" y="283"/>
                    <a:pt x="504" y="283"/>
                  </a:cubicBezTo>
                  <a:cubicBezTo>
                    <a:pt x="504" y="277"/>
                    <a:pt x="504" y="277"/>
                    <a:pt x="504" y="277"/>
                  </a:cubicBezTo>
                  <a:cubicBezTo>
                    <a:pt x="505" y="275"/>
                    <a:pt x="507" y="274"/>
                    <a:pt x="509" y="272"/>
                  </a:cubicBezTo>
                  <a:close/>
                  <a:moveTo>
                    <a:pt x="509" y="296"/>
                  </a:moveTo>
                  <a:cubicBezTo>
                    <a:pt x="509" y="299"/>
                    <a:pt x="509" y="299"/>
                    <a:pt x="509" y="299"/>
                  </a:cubicBezTo>
                  <a:cubicBezTo>
                    <a:pt x="507" y="298"/>
                    <a:pt x="505" y="297"/>
                    <a:pt x="504" y="296"/>
                  </a:cubicBezTo>
                  <a:cubicBezTo>
                    <a:pt x="504" y="291"/>
                    <a:pt x="504" y="291"/>
                    <a:pt x="504" y="291"/>
                  </a:cubicBezTo>
                  <a:cubicBezTo>
                    <a:pt x="507" y="293"/>
                    <a:pt x="507" y="294"/>
                    <a:pt x="509" y="296"/>
                  </a:cubicBezTo>
                  <a:close/>
                  <a:moveTo>
                    <a:pt x="509" y="301"/>
                  </a:moveTo>
                  <a:cubicBezTo>
                    <a:pt x="509" y="307"/>
                    <a:pt x="509" y="307"/>
                    <a:pt x="509" y="307"/>
                  </a:cubicBezTo>
                  <a:cubicBezTo>
                    <a:pt x="508" y="307"/>
                    <a:pt x="508" y="307"/>
                    <a:pt x="508" y="307"/>
                  </a:cubicBezTo>
                  <a:cubicBezTo>
                    <a:pt x="508" y="308"/>
                    <a:pt x="506" y="310"/>
                    <a:pt x="504" y="312"/>
                  </a:cubicBezTo>
                  <a:cubicBezTo>
                    <a:pt x="504" y="305"/>
                    <a:pt x="504" y="305"/>
                    <a:pt x="504" y="305"/>
                  </a:cubicBezTo>
                  <a:cubicBezTo>
                    <a:pt x="506" y="304"/>
                    <a:pt x="508" y="303"/>
                    <a:pt x="509" y="301"/>
                  </a:cubicBezTo>
                  <a:close/>
                  <a:moveTo>
                    <a:pt x="509" y="330"/>
                  </a:moveTo>
                  <a:cubicBezTo>
                    <a:pt x="509" y="342"/>
                    <a:pt x="509" y="342"/>
                    <a:pt x="509" y="342"/>
                  </a:cubicBezTo>
                  <a:cubicBezTo>
                    <a:pt x="508" y="343"/>
                    <a:pt x="507" y="343"/>
                    <a:pt x="506" y="343"/>
                  </a:cubicBezTo>
                  <a:cubicBezTo>
                    <a:pt x="504" y="340"/>
                    <a:pt x="504" y="340"/>
                    <a:pt x="504" y="340"/>
                  </a:cubicBezTo>
                  <a:cubicBezTo>
                    <a:pt x="504" y="330"/>
                    <a:pt x="504" y="330"/>
                    <a:pt x="504" y="330"/>
                  </a:cubicBezTo>
                  <a:cubicBezTo>
                    <a:pt x="506" y="330"/>
                    <a:pt x="507" y="330"/>
                    <a:pt x="509" y="330"/>
                  </a:cubicBezTo>
                  <a:close/>
                  <a:moveTo>
                    <a:pt x="509" y="390"/>
                  </a:moveTo>
                  <a:cubicBezTo>
                    <a:pt x="509" y="399"/>
                    <a:pt x="509" y="399"/>
                    <a:pt x="509" y="399"/>
                  </a:cubicBezTo>
                  <a:cubicBezTo>
                    <a:pt x="508" y="397"/>
                    <a:pt x="507" y="395"/>
                    <a:pt x="506" y="393"/>
                  </a:cubicBezTo>
                  <a:cubicBezTo>
                    <a:pt x="505" y="399"/>
                    <a:pt x="505" y="405"/>
                    <a:pt x="505" y="411"/>
                  </a:cubicBezTo>
                  <a:cubicBezTo>
                    <a:pt x="506" y="411"/>
                    <a:pt x="508" y="411"/>
                    <a:pt x="509" y="410"/>
                  </a:cubicBezTo>
                  <a:cubicBezTo>
                    <a:pt x="509" y="414"/>
                    <a:pt x="509" y="414"/>
                    <a:pt x="509" y="414"/>
                  </a:cubicBezTo>
                  <a:cubicBezTo>
                    <a:pt x="504" y="414"/>
                    <a:pt x="504" y="414"/>
                    <a:pt x="504" y="414"/>
                  </a:cubicBezTo>
                  <a:cubicBezTo>
                    <a:pt x="504" y="415"/>
                    <a:pt x="504" y="415"/>
                    <a:pt x="504" y="415"/>
                  </a:cubicBezTo>
                  <a:cubicBezTo>
                    <a:pt x="504" y="388"/>
                    <a:pt x="504" y="388"/>
                    <a:pt x="504" y="388"/>
                  </a:cubicBezTo>
                  <a:cubicBezTo>
                    <a:pt x="504" y="389"/>
                    <a:pt x="504" y="389"/>
                    <a:pt x="504" y="389"/>
                  </a:cubicBezTo>
                  <a:cubicBezTo>
                    <a:pt x="505" y="389"/>
                    <a:pt x="505" y="389"/>
                    <a:pt x="506" y="390"/>
                  </a:cubicBezTo>
                  <a:cubicBezTo>
                    <a:pt x="509" y="390"/>
                    <a:pt x="509" y="390"/>
                    <a:pt x="509" y="390"/>
                  </a:cubicBezTo>
                  <a:close/>
                  <a:moveTo>
                    <a:pt x="509" y="474"/>
                  </a:moveTo>
                  <a:cubicBezTo>
                    <a:pt x="509" y="484"/>
                    <a:pt x="509" y="484"/>
                    <a:pt x="509" y="484"/>
                  </a:cubicBezTo>
                  <a:cubicBezTo>
                    <a:pt x="506" y="480"/>
                    <a:pt x="506" y="477"/>
                    <a:pt x="509" y="474"/>
                  </a:cubicBezTo>
                  <a:close/>
                  <a:moveTo>
                    <a:pt x="509" y="496"/>
                  </a:moveTo>
                  <a:cubicBezTo>
                    <a:pt x="509" y="506"/>
                    <a:pt x="509" y="506"/>
                    <a:pt x="509" y="506"/>
                  </a:cubicBezTo>
                  <a:cubicBezTo>
                    <a:pt x="507" y="510"/>
                    <a:pt x="505" y="512"/>
                    <a:pt x="504" y="516"/>
                  </a:cubicBezTo>
                  <a:cubicBezTo>
                    <a:pt x="504" y="507"/>
                    <a:pt x="504" y="507"/>
                    <a:pt x="504" y="507"/>
                  </a:cubicBezTo>
                  <a:cubicBezTo>
                    <a:pt x="506" y="504"/>
                    <a:pt x="507" y="501"/>
                    <a:pt x="504" y="497"/>
                  </a:cubicBezTo>
                  <a:cubicBezTo>
                    <a:pt x="504" y="491"/>
                    <a:pt x="504" y="491"/>
                    <a:pt x="504" y="491"/>
                  </a:cubicBezTo>
                  <a:cubicBezTo>
                    <a:pt x="509" y="496"/>
                    <a:pt x="509" y="496"/>
                    <a:pt x="509" y="496"/>
                  </a:cubicBezTo>
                  <a:close/>
                  <a:moveTo>
                    <a:pt x="509" y="522"/>
                  </a:moveTo>
                  <a:cubicBezTo>
                    <a:pt x="509" y="531"/>
                    <a:pt x="509" y="531"/>
                    <a:pt x="509" y="531"/>
                  </a:cubicBezTo>
                  <a:cubicBezTo>
                    <a:pt x="504" y="527"/>
                    <a:pt x="504" y="527"/>
                    <a:pt x="504" y="527"/>
                  </a:cubicBezTo>
                  <a:cubicBezTo>
                    <a:pt x="504" y="521"/>
                    <a:pt x="504" y="521"/>
                    <a:pt x="504" y="521"/>
                  </a:cubicBezTo>
                  <a:cubicBezTo>
                    <a:pt x="505" y="522"/>
                    <a:pt x="505" y="524"/>
                    <a:pt x="506" y="525"/>
                  </a:cubicBezTo>
                  <a:cubicBezTo>
                    <a:pt x="507" y="524"/>
                    <a:pt x="508" y="523"/>
                    <a:pt x="509" y="522"/>
                  </a:cubicBezTo>
                  <a:close/>
                  <a:moveTo>
                    <a:pt x="509" y="579"/>
                  </a:moveTo>
                  <a:cubicBezTo>
                    <a:pt x="509" y="585"/>
                    <a:pt x="509" y="585"/>
                    <a:pt x="509" y="585"/>
                  </a:cubicBezTo>
                  <a:cubicBezTo>
                    <a:pt x="505" y="587"/>
                    <a:pt x="505" y="587"/>
                    <a:pt x="505" y="587"/>
                  </a:cubicBezTo>
                  <a:cubicBezTo>
                    <a:pt x="506" y="588"/>
                    <a:pt x="508" y="588"/>
                    <a:pt x="509" y="589"/>
                  </a:cubicBezTo>
                  <a:cubicBezTo>
                    <a:pt x="509" y="596"/>
                    <a:pt x="509" y="596"/>
                    <a:pt x="509" y="596"/>
                  </a:cubicBezTo>
                  <a:cubicBezTo>
                    <a:pt x="507" y="595"/>
                    <a:pt x="505" y="594"/>
                    <a:pt x="504" y="594"/>
                  </a:cubicBezTo>
                  <a:cubicBezTo>
                    <a:pt x="504" y="582"/>
                    <a:pt x="504" y="582"/>
                    <a:pt x="504" y="582"/>
                  </a:cubicBezTo>
                  <a:cubicBezTo>
                    <a:pt x="505" y="581"/>
                    <a:pt x="507" y="580"/>
                    <a:pt x="509" y="579"/>
                  </a:cubicBezTo>
                  <a:close/>
                  <a:moveTo>
                    <a:pt x="509" y="605"/>
                  </a:moveTo>
                  <a:cubicBezTo>
                    <a:pt x="509" y="611"/>
                    <a:pt x="509" y="611"/>
                    <a:pt x="509" y="611"/>
                  </a:cubicBezTo>
                  <a:cubicBezTo>
                    <a:pt x="508" y="611"/>
                    <a:pt x="506" y="611"/>
                    <a:pt x="505" y="612"/>
                  </a:cubicBezTo>
                  <a:cubicBezTo>
                    <a:pt x="505" y="612"/>
                    <a:pt x="504" y="612"/>
                    <a:pt x="504" y="613"/>
                  </a:cubicBezTo>
                  <a:cubicBezTo>
                    <a:pt x="504" y="605"/>
                    <a:pt x="504" y="605"/>
                    <a:pt x="504" y="605"/>
                  </a:cubicBezTo>
                  <a:cubicBezTo>
                    <a:pt x="505" y="605"/>
                    <a:pt x="507" y="605"/>
                    <a:pt x="509" y="605"/>
                  </a:cubicBezTo>
                  <a:close/>
                  <a:moveTo>
                    <a:pt x="509" y="664"/>
                  </a:moveTo>
                  <a:cubicBezTo>
                    <a:pt x="509" y="676"/>
                    <a:pt x="509" y="676"/>
                    <a:pt x="509" y="676"/>
                  </a:cubicBezTo>
                  <a:cubicBezTo>
                    <a:pt x="504" y="678"/>
                    <a:pt x="504" y="678"/>
                    <a:pt x="504" y="678"/>
                  </a:cubicBezTo>
                  <a:cubicBezTo>
                    <a:pt x="504" y="666"/>
                    <a:pt x="504" y="666"/>
                    <a:pt x="504" y="666"/>
                  </a:cubicBezTo>
                  <a:cubicBezTo>
                    <a:pt x="509" y="664"/>
                    <a:pt x="509" y="664"/>
                    <a:pt x="509" y="664"/>
                  </a:cubicBezTo>
                  <a:close/>
                  <a:moveTo>
                    <a:pt x="509" y="731"/>
                  </a:moveTo>
                  <a:cubicBezTo>
                    <a:pt x="509" y="741"/>
                    <a:pt x="509" y="741"/>
                    <a:pt x="509" y="741"/>
                  </a:cubicBezTo>
                  <a:cubicBezTo>
                    <a:pt x="507" y="741"/>
                    <a:pt x="505" y="741"/>
                    <a:pt x="504" y="741"/>
                  </a:cubicBezTo>
                  <a:cubicBezTo>
                    <a:pt x="504" y="732"/>
                    <a:pt x="504" y="732"/>
                    <a:pt x="504" y="732"/>
                  </a:cubicBezTo>
                  <a:lnTo>
                    <a:pt x="509" y="731"/>
                  </a:lnTo>
                  <a:close/>
                  <a:moveTo>
                    <a:pt x="499" y="14"/>
                  </a:moveTo>
                  <a:cubicBezTo>
                    <a:pt x="501" y="15"/>
                    <a:pt x="502" y="15"/>
                    <a:pt x="504" y="16"/>
                  </a:cubicBezTo>
                  <a:cubicBezTo>
                    <a:pt x="504" y="24"/>
                    <a:pt x="504" y="24"/>
                    <a:pt x="504" y="24"/>
                  </a:cubicBezTo>
                  <a:cubicBezTo>
                    <a:pt x="502" y="23"/>
                    <a:pt x="501" y="22"/>
                    <a:pt x="499" y="22"/>
                  </a:cubicBezTo>
                  <a:cubicBezTo>
                    <a:pt x="499" y="14"/>
                    <a:pt x="499" y="14"/>
                    <a:pt x="499" y="14"/>
                  </a:cubicBezTo>
                  <a:close/>
                  <a:moveTo>
                    <a:pt x="504" y="779"/>
                  </a:moveTo>
                  <a:cubicBezTo>
                    <a:pt x="502" y="780"/>
                    <a:pt x="501" y="781"/>
                    <a:pt x="499" y="781"/>
                  </a:cubicBezTo>
                  <a:cubicBezTo>
                    <a:pt x="499" y="772"/>
                    <a:pt x="499" y="772"/>
                    <a:pt x="499" y="772"/>
                  </a:cubicBezTo>
                  <a:cubicBezTo>
                    <a:pt x="501" y="772"/>
                    <a:pt x="502" y="772"/>
                    <a:pt x="504" y="771"/>
                  </a:cubicBezTo>
                  <a:cubicBezTo>
                    <a:pt x="504" y="779"/>
                    <a:pt x="504" y="779"/>
                    <a:pt x="504" y="779"/>
                  </a:cubicBezTo>
                  <a:close/>
                  <a:moveTo>
                    <a:pt x="504" y="54"/>
                  </a:moveTo>
                  <a:cubicBezTo>
                    <a:pt x="504" y="63"/>
                    <a:pt x="504" y="63"/>
                    <a:pt x="504" y="63"/>
                  </a:cubicBezTo>
                  <a:cubicBezTo>
                    <a:pt x="502" y="63"/>
                    <a:pt x="501" y="62"/>
                    <a:pt x="499" y="61"/>
                  </a:cubicBezTo>
                  <a:cubicBezTo>
                    <a:pt x="499" y="49"/>
                    <a:pt x="499" y="49"/>
                    <a:pt x="499" y="49"/>
                  </a:cubicBezTo>
                  <a:cubicBezTo>
                    <a:pt x="500" y="51"/>
                    <a:pt x="502" y="52"/>
                    <a:pt x="504" y="54"/>
                  </a:cubicBezTo>
                  <a:close/>
                  <a:moveTo>
                    <a:pt x="504" y="129"/>
                  </a:moveTo>
                  <a:cubicBezTo>
                    <a:pt x="504" y="143"/>
                    <a:pt x="504" y="143"/>
                    <a:pt x="504" y="143"/>
                  </a:cubicBezTo>
                  <a:cubicBezTo>
                    <a:pt x="502" y="143"/>
                    <a:pt x="501" y="143"/>
                    <a:pt x="499" y="143"/>
                  </a:cubicBezTo>
                  <a:cubicBezTo>
                    <a:pt x="499" y="127"/>
                    <a:pt x="499" y="127"/>
                    <a:pt x="499" y="127"/>
                  </a:cubicBezTo>
                  <a:cubicBezTo>
                    <a:pt x="501" y="128"/>
                    <a:pt x="502" y="128"/>
                    <a:pt x="504" y="129"/>
                  </a:cubicBezTo>
                  <a:close/>
                  <a:moveTo>
                    <a:pt x="504" y="190"/>
                  </a:moveTo>
                  <a:cubicBezTo>
                    <a:pt x="504" y="221"/>
                    <a:pt x="504" y="221"/>
                    <a:pt x="504" y="221"/>
                  </a:cubicBezTo>
                  <a:cubicBezTo>
                    <a:pt x="502" y="219"/>
                    <a:pt x="501" y="219"/>
                    <a:pt x="499" y="217"/>
                  </a:cubicBezTo>
                  <a:cubicBezTo>
                    <a:pt x="499" y="213"/>
                    <a:pt x="499" y="213"/>
                    <a:pt x="499" y="213"/>
                  </a:cubicBezTo>
                  <a:cubicBezTo>
                    <a:pt x="499" y="213"/>
                    <a:pt x="500" y="214"/>
                    <a:pt x="501" y="215"/>
                  </a:cubicBezTo>
                  <a:cubicBezTo>
                    <a:pt x="501" y="215"/>
                    <a:pt x="502" y="215"/>
                    <a:pt x="503" y="215"/>
                  </a:cubicBezTo>
                  <a:cubicBezTo>
                    <a:pt x="503" y="205"/>
                    <a:pt x="503" y="198"/>
                    <a:pt x="499" y="194"/>
                  </a:cubicBezTo>
                  <a:cubicBezTo>
                    <a:pt x="499" y="188"/>
                    <a:pt x="499" y="188"/>
                    <a:pt x="499" y="188"/>
                  </a:cubicBezTo>
                  <a:cubicBezTo>
                    <a:pt x="501" y="188"/>
                    <a:pt x="502" y="189"/>
                    <a:pt x="504" y="190"/>
                  </a:cubicBezTo>
                  <a:close/>
                  <a:moveTo>
                    <a:pt x="504" y="277"/>
                  </a:moveTo>
                  <a:cubicBezTo>
                    <a:pt x="504" y="283"/>
                    <a:pt x="504" y="283"/>
                    <a:pt x="504" y="283"/>
                  </a:cubicBezTo>
                  <a:cubicBezTo>
                    <a:pt x="502" y="284"/>
                    <a:pt x="500" y="285"/>
                    <a:pt x="499" y="287"/>
                  </a:cubicBezTo>
                  <a:cubicBezTo>
                    <a:pt x="499" y="281"/>
                    <a:pt x="499" y="281"/>
                    <a:pt x="499" y="281"/>
                  </a:cubicBezTo>
                  <a:cubicBezTo>
                    <a:pt x="504" y="277"/>
                    <a:pt x="504" y="277"/>
                    <a:pt x="504" y="277"/>
                  </a:cubicBezTo>
                  <a:close/>
                  <a:moveTo>
                    <a:pt x="504" y="291"/>
                  </a:moveTo>
                  <a:cubicBezTo>
                    <a:pt x="504" y="296"/>
                    <a:pt x="504" y="296"/>
                    <a:pt x="504" y="296"/>
                  </a:cubicBezTo>
                  <a:cubicBezTo>
                    <a:pt x="502" y="295"/>
                    <a:pt x="501" y="294"/>
                    <a:pt x="499" y="293"/>
                  </a:cubicBezTo>
                  <a:cubicBezTo>
                    <a:pt x="499" y="288"/>
                    <a:pt x="499" y="288"/>
                    <a:pt x="499" y="288"/>
                  </a:cubicBezTo>
                  <a:cubicBezTo>
                    <a:pt x="501" y="289"/>
                    <a:pt x="503" y="290"/>
                    <a:pt x="504" y="291"/>
                  </a:cubicBezTo>
                  <a:close/>
                  <a:moveTo>
                    <a:pt x="504" y="305"/>
                  </a:moveTo>
                  <a:cubicBezTo>
                    <a:pt x="504" y="312"/>
                    <a:pt x="504" y="312"/>
                    <a:pt x="504" y="312"/>
                  </a:cubicBezTo>
                  <a:cubicBezTo>
                    <a:pt x="502" y="313"/>
                    <a:pt x="501" y="315"/>
                    <a:pt x="499" y="317"/>
                  </a:cubicBezTo>
                  <a:cubicBezTo>
                    <a:pt x="499" y="311"/>
                    <a:pt x="499" y="311"/>
                    <a:pt x="499" y="311"/>
                  </a:cubicBezTo>
                  <a:cubicBezTo>
                    <a:pt x="500" y="311"/>
                    <a:pt x="501" y="310"/>
                    <a:pt x="502" y="309"/>
                  </a:cubicBezTo>
                  <a:cubicBezTo>
                    <a:pt x="501" y="308"/>
                    <a:pt x="500" y="308"/>
                    <a:pt x="499" y="307"/>
                  </a:cubicBezTo>
                  <a:cubicBezTo>
                    <a:pt x="499" y="302"/>
                    <a:pt x="499" y="302"/>
                    <a:pt x="499" y="302"/>
                  </a:cubicBezTo>
                  <a:cubicBezTo>
                    <a:pt x="503" y="305"/>
                    <a:pt x="503" y="305"/>
                    <a:pt x="503" y="305"/>
                  </a:cubicBezTo>
                  <a:cubicBezTo>
                    <a:pt x="504" y="305"/>
                    <a:pt x="504" y="305"/>
                    <a:pt x="504" y="305"/>
                  </a:cubicBezTo>
                  <a:close/>
                  <a:moveTo>
                    <a:pt x="504" y="330"/>
                  </a:moveTo>
                  <a:cubicBezTo>
                    <a:pt x="504" y="340"/>
                    <a:pt x="504" y="340"/>
                    <a:pt x="504" y="340"/>
                  </a:cubicBezTo>
                  <a:cubicBezTo>
                    <a:pt x="501" y="338"/>
                    <a:pt x="500" y="338"/>
                    <a:pt x="499" y="337"/>
                  </a:cubicBezTo>
                  <a:cubicBezTo>
                    <a:pt x="499" y="333"/>
                    <a:pt x="499" y="333"/>
                    <a:pt x="499" y="333"/>
                  </a:cubicBezTo>
                  <a:cubicBezTo>
                    <a:pt x="499" y="332"/>
                    <a:pt x="499" y="331"/>
                    <a:pt x="499" y="330"/>
                  </a:cubicBezTo>
                  <a:cubicBezTo>
                    <a:pt x="504" y="330"/>
                    <a:pt x="504" y="330"/>
                    <a:pt x="504" y="330"/>
                  </a:cubicBezTo>
                  <a:close/>
                  <a:moveTo>
                    <a:pt x="504" y="388"/>
                  </a:moveTo>
                  <a:cubicBezTo>
                    <a:pt x="504" y="415"/>
                    <a:pt x="504" y="415"/>
                    <a:pt x="504" y="415"/>
                  </a:cubicBezTo>
                  <a:cubicBezTo>
                    <a:pt x="503" y="423"/>
                    <a:pt x="501" y="431"/>
                    <a:pt x="499" y="438"/>
                  </a:cubicBezTo>
                  <a:cubicBezTo>
                    <a:pt x="499" y="421"/>
                    <a:pt x="499" y="421"/>
                    <a:pt x="499" y="421"/>
                  </a:cubicBezTo>
                  <a:cubicBezTo>
                    <a:pt x="500" y="420"/>
                    <a:pt x="500" y="418"/>
                    <a:pt x="501" y="416"/>
                  </a:cubicBezTo>
                  <a:cubicBezTo>
                    <a:pt x="499" y="416"/>
                    <a:pt x="499" y="416"/>
                    <a:pt x="499" y="416"/>
                  </a:cubicBezTo>
                  <a:cubicBezTo>
                    <a:pt x="499" y="411"/>
                    <a:pt x="499" y="411"/>
                    <a:pt x="499" y="411"/>
                  </a:cubicBezTo>
                  <a:cubicBezTo>
                    <a:pt x="500" y="410"/>
                    <a:pt x="500" y="409"/>
                    <a:pt x="501" y="409"/>
                  </a:cubicBezTo>
                  <a:cubicBezTo>
                    <a:pt x="501" y="406"/>
                    <a:pt x="501" y="404"/>
                    <a:pt x="501" y="402"/>
                  </a:cubicBezTo>
                  <a:cubicBezTo>
                    <a:pt x="500" y="402"/>
                    <a:pt x="499" y="403"/>
                    <a:pt x="499" y="403"/>
                  </a:cubicBezTo>
                  <a:cubicBezTo>
                    <a:pt x="499" y="398"/>
                    <a:pt x="499" y="398"/>
                    <a:pt x="499" y="398"/>
                  </a:cubicBezTo>
                  <a:cubicBezTo>
                    <a:pt x="501" y="396"/>
                    <a:pt x="503" y="393"/>
                    <a:pt x="500" y="389"/>
                  </a:cubicBezTo>
                  <a:cubicBezTo>
                    <a:pt x="499" y="390"/>
                    <a:pt x="499" y="390"/>
                    <a:pt x="499" y="390"/>
                  </a:cubicBezTo>
                  <a:cubicBezTo>
                    <a:pt x="499" y="383"/>
                    <a:pt x="499" y="383"/>
                    <a:pt x="499" y="383"/>
                  </a:cubicBezTo>
                  <a:cubicBezTo>
                    <a:pt x="500" y="381"/>
                    <a:pt x="500" y="379"/>
                    <a:pt x="499" y="377"/>
                  </a:cubicBezTo>
                  <a:cubicBezTo>
                    <a:pt x="499" y="365"/>
                    <a:pt x="499" y="365"/>
                    <a:pt x="499" y="365"/>
                  </a:cubicBezTo>
                  <a:cubicBezTo>
                    <a:pt x="501" y="373"/>
                    <a:pt x="503" y="380"/>
                    <a:pt x="504" y="388"/>
                  </a:cubicBezTo>
                  <a:close/>
                  <a:moveTo>
                    <a:pt x="504" y="491"/>
                  </a:moveTo>
                  <a:cubicBezTo>
                    <a:pt x="504" y="497"/>
                    <a:pt x="504" y="497"/>
                    <a:pt x="504" y="497"/>
                  </a:cubicBezTo>
                  <a:cubicBezTo>
                    <a:pt x="503" y="496"/>
                    <a:pt x="503" y="495"/>
                    <a:pt x="502" y="495"/>
                  </a:cubicBezTo>
                  <a:cubicBezTo>
                    <a:pt x="501" y="496"/>
                    <a:pt x="500" y="498"/>
                    <a:pt x="499" y="499"/>
                  </a:cubicBezTo>
                  <a:cubicBezTo>
                    <a:pt x="499" y="486"/>
                    <a:pt x="499" y="486"/>
                    <a:pt x="499" y="486"/>
                  </a:cubicBezTo>
                  <a:cubicBezTo>
                    <a:pt x="504" y="491"/>
                    <a:pt x="504" y="491"/>
                    <a:pt x="504" y="491"/>
                  </a:cubicBezTo>
                  <a:close/>
                  <a:moveTo>
                    <a:pt x="504" y="507"/>
                  </a:moveTo>
                  <a:cubicBezTo>
                    <a:pt x="504" y="516"/>
                    <a:pt x="504" y="516"/>
                    <a:pt x="504" y="516"/>
                  </a:cubicBezTo>
                  <a:cubicBezTo>
                    <a:pt x="502" y="519"/>
                    <a:pt x="502" y="519"/>
                    <a:pt x="502" y="519"/>
                  </a:cubicBezTo>
                  <a:cubicBezTo>
                    <a:pt x="503" y="520"/>
                    <a:pt x="503" y="520"/>
                    <a:pt x="504" y="521"/>
                  </a:cubicBezTo>
                  <a:cubicBezTo>
                    <a:pt x="504" y="527"/>
                    <a:pt x="504" y="527"/>
                    <a:pt x="504" y="527"/>
                  </a:cubicBezTo>
                  <a:cubicBezTo>
                    <a:pt x="499" y="522"/>
                    <a:pt x="499" y="522"/>
                    <a:pt x="499" y="522"/>
                  </a:cubicBezTo>
                  <a:cubicBezTo>
                    <a:pt x="499" y="516"/>
                    <a:pt x="499" y="516"/>
                    <a:pt x="499" y="516"/>
                  </a:cubicBezTo>
                  <a:cubicBezTo>
                    <a:pt x="499" y="516"/>
                    <a:pt x="499" y="516"/>
                    <a:pt x="499" y="516"/>
                  </a:cubicBezTo>
                  <a:cubicBezTo>
                    <a:pt x="501" y="512"/>
                    <a:pt x="503" y="510"/>
                    <a:pt x="504" y="507"/>
                  </a:cubicBezTo>
                  <a:close/>
                  <a:moveTo>
                    <a:pt x="504" y="582"/>
                  </a:moveTo>
                  <a:cubicBezTo>
                    <a:pt x="504" y="594"/>
                    <a:pt x="504" y="594"/>
                    <a:pt x="504" y="594"/>
                  </a:cubicBezTo>
                  <a:cubicBezTo>
                    <a:pt x="502" y="593"/>
                    <a:pt x="501" y="593"/>
                    <a:pt x="499" y="593"/>
                  </a:cubicBezTo>
                  <a:cubicBezTo>
                    <a:pt x="499" y="585"/>
                    <a:pt x="499" y="585"/>
                    <a:pt x="499" y="585"/>
                  </a:cubicBezTo>
                  <a:cubicBezTo>
                    <a:pt x="501" y="584"/>
                    <a:pt x="502" y="583"/>
                    <a:pt x="504" y="582"/>
                  </a:cubicBezTo>
                  <a:close/>
                  <a:moveTo>
                    <a:pt x="504" y="605"/>
                  </a:moveTo>
                  <a:cubicBezTo>
                    <a:pt x="504" y="613"/>
                    <a:pt x="504" y="613"/>
                    <a:pt x="504" y="613"/>
                  </a:cubicBezTo>
                  <a:cubicBezTo>
                    <a:pt x="502" y="614"/>
                    <a:pt x="501" y="615"/>
                    <a:pt x="499" y="616"/>
                  </a:cubicBezTo>
                  <a:cubicBezTo>
                    <a:pt x="499" y="611"/>
                    <a:pt x="499" y="611"/>
                    <a:pt x="499" y="611"/>
                  </a:cubicBezTo>
                  <a:cubicBezTo>
                    <a:pt x="499" y="611"/>
                    <a:pt x="499" y="611"/>
                    <a:pt x="499" y="611"/>
                  </a:cubicBezTo>
                  <a:cubicBezTo>
                    <a:pt x="499" y="610"/>
                    <a:pt x="499" y="610"/>
                    <a:pt x="499" y="610"/>
                  </a:cubicBezTo>
                  <a:cubicBezTo>
                    <a:pt x="499" y="603"/>
                    <a:pt x="499" y="603"/>
                    <a:pt x="499" y="603"/>
                  </a:cubicBezTo>
                  <a:cubicBezTo>
                    <a:pt x="502" y="605"/>
                    <a:pt x="502" y="605"/>
                    <a:pt x="502" y="605"/>
                  </a:cubicBezTo>
                  <a:cubicBezTo>
                    <a:pt x="502" y="605"/>
                    <a:pt x="503" y="605"/>
                    <a:pt x="504" y="605"/>
                  </a:cubicBezTo>
                  <a:close/>
                  <a:moveTo>
                    <a:pt x="504" y="666"/>
                  </a:moveTo>
                  <a:cubicBezTo>
                    <a:pt x="504" y="678"/>
                    <a:pt x="504" y="678"/>
                    <a:pt x="504" y="678"/>
                  </a:cubicBezTo>
                  <a:cubicBezTo>
                    <a:pt x="499" y="680"/>
                    <a:pt x="499" y="680"/>
                    <a:pt x="499" y="680"/>
                  </a:cubicBezTo>
                  <a:cubicBezTo>
                    <a:pt x="499" y="668"/>
                    <a:pt x="499" y="668"/>
                    <a:pt x="499" y="668"/>
                  </a:cubicBezTo>
                  <a:cubicBezTo>
                    <a:pt x="504" y="666"/>
                    <a:pt x="504" y="666"/>
                    <a:pt x="504" y="666"/>
                  </a:cubicBezTo>
                  <a:close/>
                  <a:moveTo>
                    <a:pt x="504" y="732"/>
                  </a:moveTo>
                  <a:cubicBezTo>
                    <a:pt x="504" y="741"/>
                    <a:pt x="504" y="741"/>
                    <a:pt x="504" y="741"/>
                  </a:cubicBezTo>
                  <a:cubicBezTo>
                    <a:pt x="502" y="741"/>
                    <a:pt x="501" y="742"/>
                    <a:pt x="499" y="742"/>
                  </a:cubicBezTo>
                  <a:cubicBezTo>
                    <a:pt x="499" y="733"/>
                    <a:pt x="499" y="733"/>
                    <a:pt x="499" y="733"/>
                  </a:cubicBezTo>
                  <a:cubicBezTo>
                    <a:pt x="501" y="732"/>
                    <a:pt x="502" y="732"/>
                    <a:pt x="504" y="732"/>
                  </a:cubicBezTo>
                  <a:close/>
                  <a:moveTo>
                    <a:pt x="504" y="756"/>
                  </a:moveTo>
                  <a:cubicBezTo>
                    <a:pt x="504" y="768"/>
                    <a:pt x="504" y="768"/>
                    <a:pt x="504" y="768"/>
                  </a:cubicBezTo>
                  <a:cubicBezTo>
                    <a:pt x="502" y="766"/>
                    <a:pt x="500" y="764"/>
                    <a:pt x="499" y="763"/>
                  </a:cubicBezTo>
                  <a:cubicBezTo>
                    <a:pt x="499" y="751"/>
                    <a:pt x="499" y="751"/>
                    <a:pt x="499" y="751"/>
                  </a:cubicBezTo>
                  <a:cubicBezTo>
                    <a:pt x="501" y="753"/>
                    <a:pt x="502" y="754"/>
                    <a:pt x="504" y="756"/>
                  </a:cubicBezTo>
                  <a:close/>
                  <a:moveTo>
                    <a:pt x="499" y="98"/>
                  </a:moveTo>
                  <a:cubicBezTo>
                    <a:pt x="499" y="87"/>
                    <a:pt x="499" y="87"/>
                    <a:pt x="499" y="87"/>
                  </a:cubicBezTo>
                  <a:cubicBezTo>
                    <a:pt x="500" y="88"/>
                    <a:pt x="501" y="89"/>
                    <a:pt x="503" y="90"/>
                  </a:cubicBezTo>
                  <a:cubicBezTo>
                    <a:pt x="502" y="93"/>
                    <a:pt x="501" y="96"/>
                    <a:pt x="501" y="98"/>
                  </a:cubicBezTo>
                  <a:lnTo>
                    <a:pt x="499" y="98"/>
                  </a:lnTo>
                  <a:close/>
                  <a:moveTo>
                    <a:pt x="496" y="14"/>
                  </a:moveTo>
                  <a:cubicBezTo>
                    <a:pt x="497" y="14"/>
                    <a:pt x="498" y="14"/>
                    <a:pt x="499" y="14"/>
                  </a:cubicBezTo>
                  <a:cubicBezTo>
                    <a:pt x="499" y="22"/>
                    <a:pt x="499" y="22"/>
                    <a:pt x="499" y="22"/>
                  </a:cubicBezTo>
                  <a:cubicBezTo>
                    <a:pt x="498" y="21"/>
                    <a:pt x="497" y="21"/>
                    <a:pt x="496" y="21"/>
                  </a:cubicBezTo>
                  <a:cubicBezTo>
                    <a:pt x="496" y="14"/>
                    <a:pt x="496" y="14"/>
                    <a:pt x="496" y="14"/>
                  </a:cubicBezTo>
                  <a:close/>
                  <a:moveTo>
                    <a:pt x="499" y="781"/>
                  </a:moveTo>
                  <a:cubicBezTo>
                    <a:pt x="498" y="782"/>
                    <a:pt x="498" y="782"/>
                    <a:pt x="497" y="782"/>
                  </a:cubicBezTo>
                  <a:cubicBezTo>
                    <a:pt x="497" y="782"/>
                    <a:pt x="496" y="782"/>
                    <a:pt x="496" y="782"/>
                  </a:cubicBezTo>
                  <a:cubicBezTo>
                    <a:pt x="496" y="773"/>
                    <a:pt x="496" y="773"/>
                    <a:pt x="496" y="773"/>
                  </a:cubicBezTo>
                  <a:cubicBezTo>
                    <a:pt x="497" y="773"/>
                    <a:pt x="498" y="773"/>
                    <a:pt x="499" y="772"/>
                  </a:cubicBezTo>
                  <a:cubicBezTo>
                    <a:pt x="499" y="781"/>
                    <a:pt x="499" y="781"/>
                    <a:pt x="499" y="781"/>
                  </a:cubicBezTo>
                  <a:close/>
                  <a:moveTo>
                    <a:pt x="499" y="49"/>
                  </a:moveTo>
                  <a:cubicBezTo>
                    <a:pt x="499" y="61"/>
                    <a:pt x="499" y="61"/>
                    <a:pt x="499" y="61"/>
                  </a:cubicBezTo>
                  <a:cubicBezTo>
                    <a:pt x="498" y="60"/>
                    <a:pt x="497" y="60"/>
                    <a:pt x="496" y="59"/>
                  </a:cubicBezTo>
                  <a:cubicBezTo>
                    <a:pt x="496" y="44"/>
                    <a:pt x="496" y="44"/>
                    <a:pt x="496" y="44"/>
                  </a:cubicBezTo>
                  <a:cubicBezTo>
                    <a:pt x="497" y="46"/>
                    <a:pt x="497" y="48"/>
                    <a:pt x="499" y="49"/>
                  </a:cubicBezTo>
                  <a:close/>
                  <a:moveTo>
                    <a:pt x="499" y="87"/>
                  </a:moveTo>
                  <a:cubicBezTo>
                    <a:pt x="499" y="98"/>
                    <a:pt x="499" y="98"/>
                    <a:pt x="499" y="98"/>
                  </a:cubicBezTo>
                  <a:cubicBezTo>
                    <a:pt x="498" y="97"/>
                    <a:pt x="497" y="97"/>
                    <a:pt x="496" y="97"/>
                  </a:cubicBezTo>
                  <a:cubicBezTo>
                    <a:pt x="496" y="86"/>
                    <a:pt x="496" y="86"/>
                    <a:pt x="496" y="86"/>
                  </a:cubicBezTo>
                  <a:cubicBezTo>
                    <a:pt x="497" y="86"/>
                    <a:pt x="498" y="87"/>
                    <a:pt x="499" y="87"/>
                  </a:cubicBezTo>
                  <a:close/>
                  <a:moveTo>
                    <a:pt x="499" y="127"/>
                  </a:moveTo>
                  <a:cubicBezTo>
                    <a:pt x="499" y="143"/>
                    <a:pt x="499" y="143"/>
                    <a:pt x="499" y="143"/>
                  </a:cubicBezTo>
                  <a:cubicBezTo>
                    <a:pt x="498" y="143"/>
                    <a:pt x="497" y="143"/>
                    <a:pt x="496" y="143"/>
                  </a:cubicBezTo>
                  <a:cubicBezTo>
                    <a:pt x="496" y="126"/>
                    <a:pt x="496" y="126"/>
                    <a:pt x="496" y="126"/>
                  </a:cubicBezTo>
                  <a:cubicBezTo>
                    <a:pt x="497" y="126"/>
                    <a:pt x="498" y="127"/>
                    <a:pt x="499" y="127"/>
                  </a:cubicBezTo>
                  <a:close/>
                  <a:moveTo>
                    <a:pt x="499" y="188"/>
                  </a:moveTo>
                  <a:cubicBezTo>
                    <a:pt x="499" y="194"/>
                    <a:pt x="499" y="194"/>
                    <a:pt x="499" y="194"/>
                  </a:cubicBezTo>
                  <a:cubicBezTo>
                    <a:pt x="498" y="194"/>
                    <a:pt x="497" y="193"/>
                    <a:pt x="496" y="192"/>
                  </a:cubicBezTo>
                  <a:cubicBezTo>
                    <a:pt x="496" y="186"/>
                    <a:pt x="496" y="186"/>
                    <a:pt x="496" y="186"/>
                  </a:cubicBezTo>
                  <a:cubicBezTo>
                    <a:pt x="497" y="187"/>
                    <a:pt x="498" y="187"/>
                    <a:pt x="499" y="188"/>
                  </a:cubicBezTo>
                  <a:close/>
                  <a:moveTo>
                    <a:pt x="499" y="213"/>
                  </a:moveTo>
                  <a:cubicBezTo>
                    <a:pt x="499" y="217"/>
                    <a:pt x="499" y="217"/>
                    <a:pt x="499" y="217"/>
                  </a:cubicBezTo>
                  <a:cubicBezTo>
                    <a:pt x="498" y="217"/>
                    <a:pt x="497" y="216"/>
                    <a:pt x="496" y="216"/>
                  </a:cubicBezTo>
                  <a:cubicBezTo>
                    <a:pt x="496" y="210"/>
                    <a:pt x="496" y="210"/>
                    <a:pt x="496" y="210"/>
                  </a:cubicBezTo>
                  <a:cubicBezTo>
                    <a:pt x="497" y="211"/>
                    <a:pt x="497" y="212"/>
                    <a:pt x="499" y="213"/>
                  </a:cubicBezTo>
                  <a:close/>
                  <a:moveTo>
                    <a:pt x="499" y="281"/>
                  </a:moveTo>
                  <a:cubicBezTo>
                    <a:pt x="499" y="287"/>
                    <a:pt x="499" y="287"/>
                    <a:pt x="499" y="287"/>
                  </a:cubicBezTo>
                  <a:cubicBezTo>
                    <a:pt x="499" y="287"/>
                    <a:pt x="499" y="287"/>
                    <a:pt x="498" y="288"/>
                  </a:cubicBezTo>
                  <a:cubicBezTo>
                    <a:pt x="499" y="288"/>
                    <a:pt x="499" y="288"/>
                    <a:pt x="499" y="288"/>
                  </a:cubicBezTo>
                  <a:cubicBezTo>
                    <a:pt x="499" y="293"/>
                    <a:pt x="499" y="293"/>
                    <a:pt x="499" y="293"/>
                  </a:cubicBezTo>
                  <a:cubicBezTo>
                    <a:pt x="498" y="293"/>
                    <a:pt x="497" y="292"/>
                    <a:pt x="496" y="292"/>
                  </a:cubicBezTo>
                  <a:cubicBezTo>
                    <a:pt x="496" y="285"/>
                    <a:pt x="496" y="285"/>
                    <a:pt x="496" y="285"/>
                  </a:cubicBezTo>
                  <a:cubicBezTo>
                    <a:pt x="499" y="281"/>
                    <a:pt x="499" y="281"/>
                    <a:pt x="499" y="281"/>
                  </a:cubicBezTo>
                  <a:close/>
                  <a:moveTo>
                    <a:pt x="499" y="302"/>
                  </a:moveTo>
                  <a:cubicBezTo>
                    <a:pt x="499" y="307"/>
                    <a:pt x="499" y="307"/>
                    <a:pt x="499" y="307"/>
                  </a:cubicBezTo>
                  <a:cubicBezTo>
                    <a:pt x="498" y="306"/>
                    <a:pt x="497" y="305"/>
                    <a:pt x="496" y="304"/>
                  </a:cubicBezTo>
                  <a:cubicBezTo>
                    <a:pt x="496" y="300"/>
                    <a:pt x="496" y="300"/>
                    <a:pt x="496" y="300"/>
                  </a:cubicBezTo>
                  <a:cubicBezTo>
                    <a:pt x="499" y="302"/>
                    <a:pt x="499" y="302"/>
                    <a:pt x="499" y="302"/>
                  </a:cubicBezTo>
                  <a:close/>
                  <a:moveTo>
                    <a:pt x="499" y="311"/>
                  </a:moveTo>
                  <a:cubicBezTo>
                    <a:pt x="499" y="317"/>
                    <a:pt x="499" y="317"/>
                    <a:pt x="499" y="317"/>
                  </a:cubicBezTo>
                  <a:cubicBezTo>
                    <a:pt x="498" y="317"/>
                    <a:pt x="497" y="319"/>
                    <a:pt x="496" y="319"/>
                  </a:cubicBezTo>
                  <a:cubicBezTo>
                    <a:pt x="496" y="313"/>
                    <a:pt x="496" y="313"/>
                    <a:pt x="496" y="313"/>
                  </a:cubicBezTo>
                  <a:cubicBezTo>
                    <a:pt x="497" y="312"/>
                    <a:pt x="498" y="312"/>
                    <a:pt x="499" y="311"/>
                  </a:cubicBezTo>
                  <a:close/>
                  <a:moveTo>
                    <a:pt x="499" y="333"/>
                  </a:moveTo>
                  <a:cubicBezTo>
                    <a:pt x="499" y="337"/>
                    <a:pt x="499" y="337"/>
                    <a:pt x="499" y="337"/>
                  </a:cubicBezTo>
                  <a:cubicBezTo>
                    <a:pt x="498" y="337"/>
                    <a:pt x="498" y="337"/>
                    <a:pt x="498" y="337"/>
                  </a:cubicBezTo>
                  <a:cubicBezTo>
                    <a:pt x="498" y="336"/>
                    <a:pt x="499" y="334"/>
                    <a:pt x="499" y="333"/>
                  </a:cubicBezTo>
                  <a:close/>
                  <a:moveTo>
                    <a:pt x="499" y="365"/>
                  </a:moveTo>
                  <a:cubicBezTo>
                    <a:pt x="499" y="377"/>
                    <a:pt x="499" y="377"/>
                    <a:pt x="499" y="377"/>
                  </a:cubicBezTo>
                  <a:cubicBezTo>
                    <a:pt x="499" y="377"/>
                    <a:pt x="498" y="376"/>
                    <a:pt x="498" y="376"/>
                  </a:cubicBezTo>
                  <a:cubicBezTo>
                    <a:pt x="496" y="378"/>
                    <a:pt x="496" y="378"/>
                    <a:pt x="496" y="378"/>
                  </a:cubicBezTo>
                  <a:cubicBezTo>
                    <a:pt x="496" y="356"/>
                    <a:pt x="496" y="356"/>
                    <a:pt x="496" y="356"/>
                  </a:cubicBezTo>
                  <a:cubicBezTo>
                    <a:pt x="497" y="359"/>
                    <a:pt x="498" y="362"/>
                    <a:pt x="499" y="365"/>
                  </a:cubicBezTo>
                  <a:close/>
                  <a:moveTo>
                    <a:pt x="499" y="383"/>
                  </a:moveTo>
                  <a:cubicBezTo>
                    <a:pt x="499" y="390"/>
                    <a:pt x="499" y="390"/>
                    <a:pt x="499" y="390"/>
                  </a:cubicBezTo>
                  <a:cubicBezTo>
                    <a:pt x="498" y="391"/>
                    <a:pt x="497" y="391"/>
                    <a:pt x="496" y="392"/>
                  </a:cubicBezTo>
                  <a:cubicBezTo>
                    <a:pt x="496" y="388"/>
                    <a:pt x="496" y="388"/>
                    <a:pt x="496" y="388"/>
                  </a:cubicBezTo>
                  <a:cubicBezTo>
                    <a:pt x="497" y="387"/>
                    <a:pt x="498" y="385"/>
                    <a:pt x="499" y="383"/>
                  </a:cubicBezTo>
                  <a:close/>
                  <a:moveTo>
                    <a:pt x="499" y="398"/>
                  </a:moveTo>
                  <a:cubicBezTo>
                    <a:pt x="499" y="403"/>
                    <a:pt x="499" y="403"/>
                    <a:pt x="499" y="403"/>
                  </a:cubicBezTo>
                  <a:cubicBezTo>
                    <a:pt x="498" y="404"/>
                    <a:pt x="497" y="405"/>
                    <a:pt x="496" y="405"/>
                  </a:cubicBezTo>
                  <a:cubicBezTo>
                    <a:pt x="496" y="401"/>
                    <a:pt x="496" y="401"/>
                    <a:pt x="496" y="401"/>
                  </a:cubicBezTo>
                  <a:cubicBezTo>
                    <a:pt x="497" y="400"/>
                    <a:pt x="498" y="399"/>
                    <a:pt x="499" y="398"/>
                  </a:cubicBezTo>
                  <a:close/>
                  <a:moveTo>
                    <a:pt x="499" y="411"/>
                  </a:moveTo>
                  <a:cubicBezTo>
                    <a:pt x="499" y="416"/>
                    <a:pt x="499" y="416"/>
                    <a:pt x="499" y="416"/>
                  </a:cubicBezTo>
                  <a:cubicBezTo>
                    <a:pt x="496" y="418"/>
                    <a:pt x="496" y="418"/>
                    <a:pt x="496" y="418"/>
                  </a:cubicBezTo>
                  <a:cubicBezTo>
                    <a:pt x="496" y="412"/>
                    <a:pt x="496" y="412"/>
                    <a:pt x="496" y="412"/>
                  </a:cubicBezTo>
                  <a:cubicBezTo>
                    <a:pt x="497" y="412"/>
                    <a:pt x="498" y="411"/>
                    <a:pt x="499" y="411"/>
                  </a:cubicBezTo>
                  <a:close/>
                  <a:moveTo>
                    <a:pt x="499" y="421"/>
                  </a:moveTo>
                  <a:cubicBezTo>
                    <a:pt x="499" y="438"/>
                    <a:pt x="499" y="438"/>
                    <a:pt x="499" y="438"/>
                  </a:cubicBezTo>
                  <a:cubicBezTo>
                    <a:pt x="498" y="440"/>
                    <a:pt x="497" y="443"/>
                    <a:pt x="496" y="446"/>
                  </a:cubicBezTo>
                  <a:cubicBezTo>
                    <a:pt x="496" y="436"/>
                    <a:pt x="496" y="436"/>
                    <a:pt x="496" y="436"/>
                  </a:cubicBezTo>
                  <a:cubicBezTo>
                    <a:pt x="496" y="436"/>
                    <a:pt x="496" y="436"/>
                    <a:pt x="496" y="436"/>
                  </a:cubicBezTo>
                  <a:cubicBezTo>
                    <a:pt x="497" y="433"/>
                    <a:pt x="497" y="431"/>
                    <a:pt x="498" y="429"/>
                  </a:cubicBezTo>
                  <a:cubicBezTo>
                    <a:pt x="497" y="429"/>
                    <a:pt x="496" y="429"/>
                    <a:pt x="496" y="429"/>
                  </a:cubicBezTo>
                  <a:cubicBezTo>
                    <a:pt x="496" y="424"/>
                    <a:pt x="496" y="424"/>
                    <a:pt x="496" y="424"/>
                  </a:cubicBezTo>
                  <a:cubicBezTo>
                    <a:pt x="497" y="423"/>
                    <a:pt x="498" y="423"/>
                    <a:pt x="499" y="421"/>
                  </a:cubicBezTo>
                  <a:close/>
                  <a:moveTo>
                    <a:pt x="499" y="486"/>
                  </a:moveTo>
                  <a:cubicBezTo>
                    <a:pt x="499" y="499"/>
                    <a:pt x="499" y="499"/>
                    <a:pt x="499" y="499"/>
                  </a:cubicBezTo>
                  <a:cubicBezTo>
                    <a:pt x="497" y="501"/>
                    <a:pt x="496" y="503"/>
                    <a:pt x="496" y="505"/>
                  </a:cubicBezTo>
                  <a:cubicBezTo>
                    <a:pt x="496" y="498"/>
                    <a:pt x="496" y="498"/>
                    <a:pt x="496" y="498"/>
                  </a:cubicBezTo>
                  <a:cubicBezTo>
                    <a:pt x="497" y="495"/>
                    <a:pt x="497" y="493"/>
                    <a:pt x="496" y="488"/>
                  </a:cubicBezTo>
                  <a:cubicBezTo>
                    <a:pt x="496" y="483"/>
                    <a:pt x="496" y="483"/>
                    <a:pt x="496" y="483"/>
                  </a:cubicBezTo>
                  <a:cubicBezTo>
                    <a:pt x="499" y="486"/>
                    <a:pt x="499" y="486"/>
                    <a:pt x="499" y="486"/>
                  </a:cubicBezTo>
                  <a:close/>
                  <a:moveTo>
                    <a:pt x="499" y="516"/>
                  </a:moveTo>
                  <a:cubicBezTo>
                    <a:pt x="499" y="522"/>
                    <a:pt x="499" y="522"/>
                    <a:pt x="499" y="522"/>
                  </a:cubicBezTo>
                  <a:cubicBezTo>
                    <a:pt x="496" y="518"/>
                    <a:pt x="496" y="518"/>
                    <a:pt x="496" y="518"/>
                  </a:cubicBezTo>
                  <a:cubicBezTo>
                    <a:pt x="496" y="514"/>
                    <a:pt x="496" y="514"/>
                    <a:pt x="496" y="514"/>
                  </a:cubicBezTo>
                  <a:cubicBezTo>
                    <a:pt x="496" y="514"/>
                    <a:pt x="497" y="515"/>
                    <a:pt x="497" y="516"/>
                  </a:cubicBezTo>
                  <a:cubicBezTo>
                    <a:pt x="499" y="516"/>
                    <a:pt x="499" y="516"/>
                    <a:pt x="499" y="516"/>
                  </a:cubicBezTo>
                  <a:close/>
                  <a:moveTo>
                    <a:pt x="499" y="585"/>
                  </a:moveTo>
                  <a:cubicBezTo>
                    <a:pt x="499" y="593"/>
                    <a:pt x="499" y="593"/>
                    <a:pt x="499" y="593"/>
                  </a:cubicBezTo>
                  <a:cubicBezTo>
                    <a:pt x="498" y="593"/>
                    <a:pt x="497" y="593"/>
                    <a:pt x="496" y="593"/>
                  </a:cubicBezTo>
                  <a:cubicBezTo>
                    <a:pt x="496" y="586"/>
                    <a:pt x="496" y="586"/>
                    <a:pt x="496" y="586"/>
                  </a:cubicBezTo>
                  <a:cubicBezTo>
                    <a:pt x="497" y="586"/>
                    <a:pt x="498" y="586"/>
                    <a:pt x="499" y="585"/>
                  </a:cubicBezTo>
                  <a:close/>
                  <a:moveTo>
                    <a:pt x="499" y="603"/>
                  </a:moveTo>
                  <a:cubicBezTo>
                    <a:pt x="499" y="610"/>
                    <a:pt x="499" y="610"/>
                    <a:pt x="499" y="610"/>
                  </a:cubicBezTo>
                  <a:cubicBezTo>
                    <a:pt x="498" y="609"/>
                    <a:pt x="497" y="609"/>
                    <a:pt x="496" y="608"/>
                  </a:cubicBezTo>
                  <a:cubicBezTo>
                    <a:pt x="496" y="601"/>
                    <a:pt x="496" y="601"/>
                    <a:pt x="496" y="601"/>
                  </a:cubicBezTo>
                  <a:cubicBezTo>
                    <a:pt x="499" y="603"/>
                    <a:pt x="499" y="603"/>
                    <a:pt x="499" y="603"/>
                  </a:cubicBezTo>
                  <a:close/>
                  <a:moveTo>
                    <a:pt x="499" y="611"/>
                  </a:moveTo>
                  <a:cubicBezTo>
                    <a:pt x="499" y="616"/>
                    <a:pt x="499" y="616"/>
                    <a:pt x="499" y="616"/>
                  </a:cubicBezTo>
                  <a:cubicBezTo>
                    <a:pt x="498" y="617"/>
                    <a:pt x="497" y="617"/>
                    <a:pt x="496" y="618"/>
                  </a:cubicBezTo>
                  <a:cubicBezTo>
                    <a:pt x="496" y="612"/>
                    <a:pt x="496" y="612"/>
                    <a:pt x="496" y="612"/>
                  </a:cubicBezTo>
                  <a:cubicBezTo>
                    <a:pt x="497" y="612"/>
                    <a:pt x="497" y="611"/>
                    <a:pt x="499" y="611"/>
                  </a:cubicBezTo>
                  <a:close/>
                  <a:moveTo>
                    <a:pt x="499" y="668"/>
                  </a:moveTo>
                  <a:cubicBezTo>
                    <a:pt x="499" y="680"/>
                    <a:pt x="499" y="680"/>
                    <a:pt x="499" y="680"/>
                  </a:cubicBezTo>
                  <a:cubicBezTo>
                    <a:pt x="496" y="681"/>
                    <a:pt x="496" y="681"/>
                    <a:pt x="496" y="681"/>
                  </a:cubicBezTo>
                  <a:cubicBezTo>
                    <a:pt x="496" y="669"/>
                    <a:pt x="496" y="669"/>
                    <a:pt x="496" y="669"/>
                  </a:cubicBezTo>
                  <a:cubicBezTo>
                    <a:pt x="499" y="668"/>
                    <a:pt x="499" y="668"/>
                    <a:pt x="499" y="668"/>
                  </a:cubicBezTo>
                  <a:close/>
                  <a:moveTo>
                    <a:pt x="499" y="733"/>
                  </a:moveTo>
                  <a:cubicBezTo>
                    <a:pt x="499" y="742"/>
                    <a:pt x="499" y="742"/>
                    <a:pt x="499" y="742"/>
                  </a:cubicBezTo>
                  <a:cubicBezTo>
                    <a:pt x="498" y="742"/>
                    <a:pt x="497" y="743"/>
                    <a:pt x="496" y="743"/>
                  </a:cubicBezTo>
                  <a:cubicBezTo>
                    <a:pt x="496" y="734"/>
                    <a:pt x="496" y="734"/>
                    <a:pt x="496" y="734"/>
                  </a:cubicBezTo>
                  <a:cubicBezTo>
                    <a:pt x="497" y="734"/>
                    <a:pt x="497" y="733"/>
                    <a:pt x="498" y="733"/>
                  </a:cubicBezTo>
                  <a:cubicBezTo>
                    <a:pt x="499" y="733"/>
                    <a:pt x="499" y="733"/>
                    <a:pt x="499" y="733"/>
                  </a:cubicBezTo>
                  <a:close/>
                  <a:moveTo>
                    <a:pt x="499" y="751"/>
                  </a:moveTo>
                  <a:cubicBezTo>
                    <a:pt x="499" y="763"/>
                    <a:pt x="499" y="763"/>
                    <a:pt x="499" y="763"/>
                  </a:cubicBezTo>
                  <a:cubicBezTo>
                    <a:pt x="498" y="762"/>
                    <a:pt x="497" y="761"/>
                    <a:pt x="496" y="760"/>
                  </a:cubicBezTo>
                  <a:cubicBezTo>
                    <a:pt x="496" y="748"/>
                    <a:pt x="496" y="748"/>
                    <a:pt x="496" y="748"/>
                  </a:cubicBezTo>
                  <a:cubicBezTo>
                    <a:pt x="497" y="749"/>
                    <a:pt x="498" y="750"/>
                    <a:pt x="499" y="751"/>
                  </a:cubicBezTo>
                  <a:close/>
                  <a:moveTo>
                    <a:pt x="496" y="563"/>
                  </a:moveTo>
                  <a:cubicBezTo>
                    <a:pt x="496" y="558"/>
                    <a:pt x="496" y="558"/>
                    <a:pt x="496" y="558"/>
                  </a:cubicBezTo>
                  <a:cubicBezTo>
                    <a:pt x="497" y="559"/>
                    <a:pt x="497" y="559"/>
                    <a:pt x="497" y="559"/>
                  </a:cubicBezTo>
                  <a:cubicBezTo>
                    <a:pt x="496" y="561"/>
                    <a:pt x="496" y="562"/>
                    <a:pt x="496" y="563"/>
                  </a:cubicBezTo>
                  <a:close/>
                  <a:moveTo>
                    <a:pt x="496" y="121"/>
                  </a:moveTo>
                  <a:cubicBezTo>
                    <a:pt x="496" y="112"/>
                    <a:pt x="496" y="112"/>
                    <a:pt x="496" y="112"/>
                  </a:cubicBezTo>
                  <a:cubicBezTo>
                    <a:pt x="497" y="114"/>
                    <a:pt x="498" y="116"/>
                    <a:pt x="498" y="119"/>
                  </a:cubicBezTo>
                  <a:cubicBezTo>
                    <a:pt x="497" y="120"/>
                    <a:pt x="496" y="120"/>
                    <a:pt x="496" y="121"/>
                  </a:cubicBezTo>
                  <a:close/>
                  <a:moveTo>
                    <a:pt x="491" y="12"/>
                  </a:moveTo>
                  <a:cubicBezTo>
                    <a:pt x="492" y="13"/>
                    <a:pt x="494" y="13"/>
                    <a:pt x="496" y="14"/>
                  </a:cubicBezTo>
                  <a:cubicBezTo>
                    <a:pt x="496" y="21"/>
                    <a:pt x="496" y="21"/>
                    <a:pt x="496" y="21"/>
                  </a:cubicBezTo>
                  <a:cubicBezTo>
                    <a:pt x="494" y="21"/>
                    <a:pt x="493" y="20"/>
                    <a:pt x="491" y="20"/>
                  </a:cubicBezTo>
                  <a:cubicBezTo>
                    <a:pt x="491" y="12"/>
                    <a:pt x="491" y="12"/>
                    <a:pt x="491" y="12"/>
                  </a:cubicBezTo>
                  <a:close/>
                  <a:moveTo>
                    <a:pt x="496" y="782"/>
                  </a:moveTo>
                  <a:cubicBezTo>
                    <a:pt x="494" y="782"/>
                    <a:pt x="492" y="783"/>
                    <a:pt x="491" y="783"/>
                  </a:cubicBezTo>
                  <a:cubicBezTo>
                    <a:pt x="491" y="774"/>
                    <a:pt x="491" y="774"/>
                    <a:pt x="491" y="774"/>
                  </a:cubicBezTo>
                  <a:cubicBezTo>
                    <a:pt x="493" y="774"/>
                    <a:pt x="494" y="774"/>
                    <a:pt x="496" y="773"/>
                  </a:cubicBezTo>
                  <a:cubicBezTo>
                    <a:pt x="496" y="782"/>
                    <a:pt x="496" y="782"/>
                    <a:pt x="496" y="782"/>
                  </a:cubicBezTo>
                  <a:close/>
                  <a:moveTo>
                    <a:pt x="496" y="44"/>
                  </a:moveTo>
                  <a:cubicBezTo>
                    <a:pt x="496" y="59"/>
                    <a:pt x="496" y="59"/>
                    <a:pt x="496" y="59"/>
                  </a:cubicBezTo>
                  <a:cubicBezTo>
                    <a:pt x="493" y="57"/>
                    <a:pt x="493" y="57"/>
                    <a:pt x="493" y="57"/>
                  </a:cubicBezTo>
                  <a:cubicBezTo>
                    <a:pt x="491" y="57"/>
                    <a:pt x="491" y="57"/>
                    <a:pt x="491" y="57"/>
                  </a:cubicBezTo>
                  <a:cubicBezTo>
                    <a:pt x="491" y="29"/>
                    <a:pt x="491" y="29"/>
                    <a:pt x="491" y="29"/>
                  </a:cubicBezTo>
                  <a:cubicBezTo>
                    <a:pt x="493" y="35"/>
                    <a:pt x="494" y="40"/>
                    <a:pt x="496" y="44"/>
                  </a:cubicBezTo>
                  <a:close/>
                  <a:moveTo>
                    <a:pt x="496" y="86"/>
                  </a:moveTo>
                  <a:cubicBezTo>
                    <a:pt x="496" y="97"/>
                    <a:pt x="496" y="97"/>
                    <a:pt x="496" y="97"/>
                  </a:cubicBezTo>
                  <a:cubicBezTo>
                    <a:pt x="495" y="97"/>
                    <a:pt x="495" y="97"/>
                    <a:pt x="495" y="97"/>
                  </a:cubicBezTo>
                  <a:cubicBezTo>
                    <a:pt x="494" y="100"/>
                    <a:pt x="493" y="103"/>
                    <a:pt x="492" y="106"/>
                  </a:cubicBezTo>
                  <a:cubicBezTo>
                    <a:pt x="493" y="108"/>
                    <a:pt x="495" y="110"/>
                    <a:pt x="496" y="112"/>
                  </a:cubicBezTo>
                  <a:cubicBezTo>
                    <a:pt x="496" y="121"/>
                    <a:pt x="496" y="121"/>
                    <a:pt x="496" y="121"/>
                  </a:cubicBezTo>
                  <a:cubicBezTo>
                    <a:pt x="494" y="122"/>
                    <a:pt x="493" y="122"/>
                    <a:pt x="491" y="122"/>
                  </a:cubicBezTo>
                  <a:cubicBezTo>
                    <a:pt x="491" y="81"/>
                    <a:pt x="491" y="81"/>
                    <a:pt x="491" y="81"/>
                  </a:cubicBezTo>
                  <a:cubicBezTo>
                    <a:pt x="491" y="82"/>
                    <a:pt x="491" y="83"/>
                    <a:pt x="491" y="84"/>
                  </a:cubicBezTo>
                  <a:cubicBezTo>
                    <a:pt x="493" y="85"/>
                    <a:pt x="494" y="85"/>
                    <a:pt x="496" y="86"/>
                  </a:cubicBezTo>
                  <a:close/>
                  <a:moveTo>
                    <a:pt x="496" y="126"/>
                  </a:moveTo>
                  <a:cubicBezTo>
                    <a:pt x="496" y="143"/>
                    <a:pt x="496" y="143"/>
                    <a:pt x="496" y="143"/>
                  </a:cubicBezTo>
                  <a:cubicBezTo>
                    <a:pt x="494" y="142"/>
                    <a:pt x="492" y="142"/>
                    <a:pt x="491" y="141"/>
                  </a:cubicBezTo>
                  <a:cubicBezTo>
                    <a:pt x="491" y="125"/>
                    <a:pt x="491" y="125"/>
                    <a:pt x="491" y="125"/>
                  </a:cubicBezTo>
                  <a:cubicBezTo>
                    <a:pt x="492" y="125"/>
                    <a:pt x="494" y="126"/>
                    <a:pt x="496" y="126"/>
                  </a:cubicBezTo>
                  <a:close/>
                  <a:moveTo>
                    <a:pt x="496" y="186"/>
                  </a:moveTo>
                  <a:cubicBezTo>
                    <a:pt x="496" y="192"/>
                    <a:pt x="496" y="192"/>
                    <a:pt x="496" y="192"/>
                  </a:cubicBezTo>
                  <a:cubicBezTo>
                    <a:pt x="494" y="191"/>
                    <a:pt x="493" y="191"/>
                    <a:pt x="491" y="190"/>
                  </a:cubicBezTo>
                  <a:cubicBezTo>
                    <a:pt x="491" y="184"/>
                    <a:pt x="491" y="184"/>
                    <a:pt x="491" y="184"/>
                  </a:cubicBezTo>
                  <a:cubicBezTo>
                    <a:pt x="492" y="185"/>
                    <a:pt x="494" y="186"/>
                    <a:pt x="496" y="186"/>
                  </a:cubicBezTo>
                  <a:close/>
                  <a:moveTo>
                    <a:pt x="496" y="210"/>
                  </a:moveTo>
                  <a:cubicBezTo>
                    <a:pt x="496" y="216"/>
                    <a:pt x="496" y="216"/>
                    <a:pt x="496" y="216"/>
                  </a:cubicBezTo>
                  <a:cubicBezTo>
                    <a:pt x="494" y="215"/>
                    <a:pt x="492" y="214"/>
                    <a:pt x="491" y="213"/>
                  </a:cubicBezTo>
                  <a:cubicBezTo>
                    <a:pt x="491" y="195"/>
                    <a:pt x="491" y="195"/>
                    <a:pt x="491" y="195"/>
                  </a:cubicBezTo>
                  <a:cubicBezTo>
                    <a:pt x="492" y="201"/>
                    <a:pt x="492" y="206"/>
                    <a:pt x="496" y="210"/>
                  </a:cubicBezTo>
                  <a:close/>
                  <a:moveTo>
                    <a:pt x="496" y="285"/>
                  </a:moveTo>
                  <a:cubicBezTo>
                    <a:pt x="496" y="292"/>
                    <a:pt x="496" y="292"/>
                    <a:pt x="496" y="292"/>
                  </a:cubicBezTo>
                  <a:cubicBezTo>
                    <a:pt x="495" y="292"/>
                    <a:pt x="495" y="292"/>
                    <a:pt x="495" y="291"/>
                  </a:cubicBezTo>
                  <a:cubicBezTo>
                    <a:pt x="493" y="292"/>
                    <a:pt x="492" y="294"/>
                    <a:pt x="491" y="294"/>
                  </a:cubicBezTo>
                  <a:cubicBezTo>
                    <a:pt x="491" y="291"/>
                    <a:pt x="491" y="291"/>
                    <a:pt x="491" y="291"/>
                  </a:cubicBezTo>
                  <a:cubicBezTo>
                    <a:pt x="493" y="289"/>
                    <a:pt x="494" y="288"/>
                    <a:pt x="494" y="286"/>
                  </a:cubicBezTo>
                  <a:cubicBezTo>
                    <a:pt x="496" y="285"/>
                    <a:pt x="496" y="285"/>
                    <a:pt x="496" y="285"/>
                  </a:cubicBezTo>
                  <a:close/>
                  <a:moveTo>
                    <a:pt x="496" y="300"/>
                  </a:moveTo>
                  <a:cubicBezTo>
                    <a:pt x="496" y="304"/>
                    <a:pt x="496" y="304"/>
                    <a:pt x="496" y="304"/>
                  </a:cubicBezTo>
                  <a:cubicBezTo>
                    <a:pt x="494" y="303"/>
                    <a:pt x="493" y="302"/>
                    <a:pt x="491" y="302"/>
                  </a:cubicBezTo>
                  <a:cubicBezTo>
                    <a:pt x="491" y="296"/>
                    <a:pt x="491" y="296"/>
                    <a:pt x="491" y="296"/>
                  </a:cubicBezTo>
                  <a:cubicBezTo>
                    <a:pt x="491" y="297"/>
                    <a:pt x="491" y="297"/>
                    <a:pt x="491" y="297"/>
                  </a:cubicBezTo>
                  <a:cubicBezTo>
                    <a:pt x="492" y="298"/>
                    <a:pt x="494" y="299"/>
                    <a:pt x="496" y="300"/>
                  </a:cubicBezTo>
                  <a:close/>
                  <a:moveTo>
                    <a:pt x="496" y="313"/>
                  </a:moveTo>
                  <a:cubicBezTo>
                    <a:pt x="496" y="319"/>
                    <a:pt x="496" y="319"/>
                    <a:pt x="496" y="319"/>
                  </a:cubicBezTo>
                  <a:cubicBezTo>
                    <a:pt x="494" y="321"/>
                    <a:pt x="492" y="323"/>
                    <a:pt x="491" y="324"/>
                  </a:cubicBezTo>
                  <a:cubicBezTo>
                    <a:pt x="491" y="320"/>
                    <a:pt x="491" y="320"/>
                    <a:pt x="491" y="320"/>
                  </a:cubicBezTo>
                  <a:cubicBezTo>
                    <a:pt x="491" y="319"/>
                    <a:pt x="492" y="318"/>
                    <a:pt x="492" y="317"/>
                  </a:cubicBezTo>
                  <a:cubicBezTo>
                    <a:pt x="492" y="317"/>
                    <a:pt x="491" y="316"/>
                    <a:pt x="491" y="316"/>
                  </a:cubicBezTo>
                  <a:cubicBezTo>
                    <a:pt x="491" y="312"/>
                    <a:pt x="491" y="312"/>
                    <a:pt x="491" y="312"/>
                  </a:cubicBezTo>
                  <a:cubicBezTo>
                    <a:pt x="492" y="313"/>
                    <a:pt x="492" y="313"/>
                    <a:pt x="492" y="313"/>
                  </a:cubicBezTo>
                  <a:cubicBezTo>
                    <a:pt x="493" y="313"/>
                    <a:pt x="495" y="313"/>
                    <a:pt x="496" y="313"/>
                  </a:cubicBezTo>
                  <a:close/>
                  <a:moveTo>
                    <a:pt x="496" y="356"/>
                  </a:moveTo>
                  <a:cubicBezTo>
                    <a:pt x="496" y="378"/>
                    <a:pt x="496" y="378"/>
                    <a:pt x="496" y="378"/>
                  </a:cubicBezTo>
                  <a:cubicBezTo>
                    <a:pt x="493" y="380"/>
                    <a:pt x="492" y="382"/>
                    <a:pt x="491" y="384"/>
                  </a:cubicBezTo>
                  <a:cubicBezTo>
                    <a:pt x="491" y="378"/>
                    <a:pt x="491" y="378"/>
                    <a:pt x="491" y="378"/>
                  </a:cubicBezTo>
                  <a:cubicBezTo>
                    <a:pt x="492" y="376"/>
                    <a:pt x="494" y="375"/>
                    <a:pt x="495" y="373"/>
                  </a:cubicBezTo>
                  <a:cubicBezTo>
                    <a:pt x="495" y="365"/>
                    <a:pt x="495" y="365"/>
                    <a:pt x="494" y="363"/>
                  </a:cubicBezTo>
                  <a:cubicBezTo>
                    <a:pt x="493" y="365"/>
                    <a:pt x="492" y="366"/>
                    <a:pt x="491" y="367"/>
                  </a:cubicBezTo>
                  <a:cubicBezTo>
                    <a:pt x="491" y="346"/>
                    <a:pt x="491" y="346"/>
                    <a:pt x="491" y="346"/>
                  </a:cubicBezTo>
                  <a:cubicBezTo>
                    <a:pt x="493" y="350"/>
                    <a:pt x="494" y="353"/>
                    <a:pt x="496" y="356"/>
                  </a:cubicBezTo>
                  <a:close/>
                  <a:moveTo>
                    <a:pt x="496" y="388"/>
                  </a:moveTo>
                  <a:cubicBezTo>
                    <a:pt x="496" y="392"/>
                    <a:pt x="496" y="392"/>
                    <a:pt x="496" y="392"/>
                  </a:cubicBezTo>
                  <a:cubicBezTo>
                    <a:pt x="493" y="395"/>
                    <a:pt x="492" y="396"/>
                    <a:pt x="491" y="399"/>
                  </a:cubicBezTo>
                  <a:cubicBezTo>
                    <a:pt x="491" y="391"/>
                    <a:pt x="491" y="391"/>
                    <a:pt x="491" y="391"/>
                  </a:cubicBezTo>
                  <a:cubicBezTo>
                    <a:pt x="492" y="390"/>
                    <a:pt x="494" y="389"/>
                    <a:pt x="496" y="388"/>
                  </a:cubicBezTo>
                  <a:close/>
                  <a:moveTo>
                    <a:pt x="496" y="401"/>
                  </a:moveTo>
                  <a:cubicBezTo>
                    <a:pt x="496" y="405"/>
                    <a:pt x="496" y="405"/>
                    <a:pt x="496" y="405"/>
                  </a:cubicBezTo>
                  <a:cubicBezTo>
                    <a:pt x="494" y="406"/>
                    <a:pt x="492" y="408"/>
                    <a:pt x="491" y="408"/>
                  </a:cubicBezTo>
                  <a:cubicBezTo>
                    <a:pt x="491" y="404"/>
                    <a:pt x="491" y="404"/>
                    <a:pt x="491" y="404"/>
                  </a:cubicBezTo>
                  <a:cubicBezTo>
                    <a:pt x="492" y="403"/>
                    <a:pt x="494" y="402"/>
                    <a:pt x="496" y="401"/>
                  </a:cubicBezTo>
                  <a:close/>
                  <a:moveTo>
                    <a:pt x="496" y="412"/>
                  </a:moveTo>
                  <a:cubicBezTo>
                    <a:pt x="496" y="418"/>
                    <a:pt x="496" y="418"/>
                    <a:pt x="496" y="418"/>
                  </a:cubicBezTo>
                  <a:cubicBezTo>
                    <a:pt x="494" y="418"/>
                    <a:pt x="492" y="419"/>
                    <a:pt x="491" y="420"/>
                  </a:cubicBezTo>
                  <a:cubicBezTo>
                    <a:pt x="491" y="414"/>
                    <a:pt x="491" y="414"/>
                    <a:pt x="491" y="414"/>
                  </a:cubicBezTo>
                  <a:cubicBezTo>
                    <a:pt x="493" y="414"/>
                    <a:pt x="494" y="413"/>
                    <a:pt x="496" y="412"/>
                  </a:cubicBezTo>
                  <a:close/>
                  <a:moveTo>
                    <a:pt x="496" y="424"/>
                  </a:moveTo>
                  <a:cubicBezTo>
                    <a:pt x="496" y="429"/>
                    <a:pt x="496" y="429"/>
                    <a:pt x="496" y="429"/>
                  </a:cubicBezTo>
                  <a:cubicBezTo>
                    <a:pt x="494" y="429"/>
                    <a:pt x="492" y="430"/>
                    <a:pt x="491" y="430"/>
                  </a:cubicBezTo>
                  <a:cubicBezTo>
                    <a:pt x="491" y="425"/>
                    <a:pt x="491" y="425"/>
                    <a:pt x="491" y="425"/>
                  </a:cubicBezTo>
                  <a:cubicBezTo>
                    <a:pt x="493" y="425"/>
                    <a:pt x="494" y="425"/>
                    <a:pt x="496" y="424"/>
                  </a:cubicBezTo>
                  <a:close/>
                  <a:moveTo>
                    <a:pt x="496" y="436"/>
                  </a:moveTo>
                  <a:cubicBezTo>
                    <a:pt x="496" y="446"/>
                    <a:pt x="496" y="446"/>
                    <a:pt x="496" y="446"/>
                  </a:cubicBezTo>
                  <a:cubicBezTo>
                    <a:pt x="494" y="449"/>
                    <a:pt x="493" y="452"/>
                    <a:pt x="491" y="456"/>
                  </a:cubicBezTo>
                  <a:cubicBezTo>
                    <a:pt x="491" y="446"/>
                    <a:pt x="491" y="446"/>
                    <a:pt x="491" y="446"/>
                  </a:cubicBezTo>
                  <a:cubicBezTo>
                    <a:pt x="492" y="445"/>
                    <a:pt x="493" y="444"/>
                    <a:pt x="494" y="441"/>
                  </a:cubicBezTo>
                  <a:cubicBezTo>
                    <a:pt x="493" y="441"/>
                    <a:pt x="492" y="441"/>
                    <a:pt x="491" y="441"/>
                  </a:cubicBezTo>
                  <a:cubicBezTo>
                    <a:pt x="491" y="437"/>
                    <a:pt x="491" y="437"/>
                    <a:pt x="491" y="437"/>
                  </a:cubicBezTo>
                  <a:cubicBezTo>
                    <a:pt x="496" y="436"/>
                    <a:pt x="496" y="436"/>
                    <a:pt x="496" y="436"/>
                  </a:cubicBezTo>
                  <a:close/>
                  <a:moveTo>
                    <a:pt x="496" y="483"/>
                  </a:moveTo>
                  <a:cubicBezTo>
                    <a:pt x="496" y="488"/>
                    <a:pt x="496" y="488"/>
                    <a:pt x="496" y="488"/>
                  </a:cubicBezTo>
                  <a:cubicBezTo>
                    <a:pt x="495" y="488"/>
                    <a:pt x="495" y="488"/>
                    <a:pt x="495" y="487"/>
                  </a:cubicBezTo>
                  <a:cubicBezTo>
                    <a:pt x="494" y="487"/>
                    <a:pt x="493" y="486"/>
                    <a:pt x="492" y="486"/>
                  </a:cubicBezTo>
                  <a:cubicBezTo>
                    <a:pt x="491" y="489"/>
                    <a:pt x="491" y="489"/>
                    <a:pt x="491" y="489"/>
                  </a:cubicBezTo>
                  <a:cubicBezTo>
                    <a:pt x="491" y="478"/>
                    <a:pt x="491" y="478"/>
                    <a:pt x="491" y="478"/>
                  </a:cubicBezTo>
                  <a:cubicBezTo>
                    <a:pt x="496" y="483"/>
                    <a:pt x="496" y="483"/>
                    <a:pt x="496" y="483"/>
                  </a:cubicBezTo>
                  <a:close/>
                  <a:moveTo>
                    <a:pt x="496" y="498"/>
                  </a:moveTo>
                  <a:cubicBezTo>
                    <a:pt x="496" y="505"/>
                    <a:pt x="496" y="505"/>
                    <a:pt x="496" y="505"/>
                  </a:cubicBezTo>
                  <a:cubicBezTo>
                    <a:pt x="494" y="507"/>
                    <a:pt x="494" y="510"/>
                    <a:pt x="496" y="514"/>
                  </a:cubicBezTo>
                  <a:cubicBezTo>
                    <a:pt x="496" y="518"/>
                    <a:pt x="496" y="518"/>
                    <a:pt x="496" y="518"/>
                  </a:cubicBezTo>
                  <a:cubicBezTo>
                    <a:pt x="491" y="514"/>
                    <a:pt x="491" y="514"/>
                    <a:pt x="491" y="514"/>
                  </a:cubicBezTo>
                  <a:cubicBezTo>
                    <a:pt x="491" y="505"/>
                    <a:pt x="491" y="505"/>
                    <a:pt x="491" y="505"/>
                  </a:cubicBezTo>
                  <a:cubicBezTo>
                    <a:pt x="493" y="502"/>
                    <a:pt x="495" y="500"/>
                    <a:pt x="496" y="498"/>
                  </a:cubicBezTo>
                  <a:close/>
                  <a:moveTo>
                    <a:pt x="496" y="558"/>
                  </a:moveTo>
                  <a:cubicBezTo>
                    <a:pt x="496" y="563"/>
                    <a:pt x="496" y="563"/>
                    <a:pt x="496" y="563"/>
                  </a:cubicBezTo>
                  <a:cubicBezTo>
                    <a:pt x="495" y="566"/>
                    <a:pt x="493" y="568"/>
                    <a:pt x="491" y="570"/>
                  </a:cubicBezTo>
                  <a:cubicBezTo>
                    <a:pt x="491" y="550"/>
                    <a:pt x="491" y="550"/>
                    <a:pt x="491" y="550"/>
                  </a:cubicBezTo>
                  <a:cubicBezTo>
                    <a:pt x="496" y="558"/>
                    <a:pt x="496" y="558"/>
                    <a:pt x="496" y="558"/>
                  </a:cubicBezTo>
                  <a:close/>
                  <a:moveTo>
                    <a:pt x="496" y="586"/>
                  </a:moveTo>
                  <a:cubicBezTo>
                    <a:pt x="496" y="593"/>
                    <a:pt x="496" y="593"/>
                    <a:pt x="496" y="593"/>
                  </a:cubicBezTo>
                  <a:cubicBezTo>
                    <a:pt x="494" y="594"/>
                    <a:pt x="493" y="594"/>
                    <a:pt x="491" y="595"/>
                  </a:cubicBezTo>
                  <a:cubicBezTo>
                    <a:pt x="491" y="589"/>
                    <a:pt x="491" y="589"/>
                    <a:pt x="491" y="589"/>
                  </a:cubicBezTo>
                  <a:cubicBezTo>
                    <a:pt x="496" y="586"/>
                    <a:pt x="496" y="586"/>
                    <a:pt x="496" y="586"/>
                  </a:cubicBezTo>
                  <a:close/>
                  <a:moveTo>
                    <a:pt x="496" y="601"/>
                  </a:moveTo>
                  <a:cubicBezTo>
                    <a:pt x="496" y="608"/>
                    <a:pt x="496" y="608"/>
                    <a:pt x="496" y="608"/>
                  </a:cubicBezTo>
                  <a:cubicBezTo>
                    <a:pt x="494" y="607"/>
                    <a:pt x="492" y="606"/>
                    <a:pt x="491" y="605"/>
                  </a:cubicBezTo>
                  <a:cubicBezTo>
                    <a:pt x="491" y="598"/>
                    <a:pt x="491" y="598"/>
                    <a:pt x="491" y="598"/>
                  </a:cubicBezTo>
                  <a:cubicBezTo>
                    <a:pt x="492" y="599"/>
                    <a:pt x="494" y="600"/>
                    <a:pt x="496" y="601"/>
                  </a:cubicBezTo>
                  <a:close/>
                  <a:moveTo>
                    <a:pt x="496" y="612"/>
                  </a:moveTo>
                  <a:cubicBezTo>
                    <a:pt x="496" y="618"/>
                    <a:pt x="496" y="618"/>
                    <a:pt x="496" y="618"/>
                  </a:cubicBezTo>
                  <a:cubicBezTo>
                    <a:pt x="494" y="619"/>
                    <a:pt x="492" y="620"/>
                    <a:pt x="491" y="620"/>
                  </a:cubicBezTo>
                  <a:cubicBezTo>
                    <a:pt x="491" y="614"/>
                    <a:pt x="491" y="614"/>
                    <a:pt x="491" y="614"/>
                  </a:cubicBezTo>
                  <a:cubicBezTo>
                    <a:pt x="493" y="613"/>
                    <a:pt x="494" y="613"/>
                    <a:pt x="496" y="612"/>
                  </a:cubicBezTo>
                  <a:close/>
                  <a:moveTo>
                    <a:pt x="496" y="669"/>
                  </a:moveTo>
                  <a:cubicBezTo>
                    <a:pt x="496" y="681"/>
                    <a:pt x="496" y="681"/>
                    <a:pt x="496" y="681"/>
                  </a:cubicBezTo>
                  <a:cubicBezTo>
                    <a:pt x="491" y="683"/>
                    <a:pt x="491" y="683"/>
                    <a:pt x="491" y="683"/>
                  </a:cubicBezTo>
                  <a:cubicBezTo>
                    <a:pt x="491" y="671"/>
                    <a:pt x="491" y="671"/>
                    <a:pt x="491" y="671"/>
                  </a:cubicBezTo>
                  <a:cubicBezTo>
                    <a:pt x="496" y="669"/>
                    <a:pt x="496" y="669"/>
                    <a:pt x="496" y="669"/>
                  </a:cubicBezTo>
                  <a:close/>
                  <a:moveTo>
                    <a:pt x="496" y="734"/>
                  </a:moveTo>
                  <a:cubicBezTo>
                    <a:pt x="496" y="743"/>
                    <a:pt x="496" y="743"/>
                    <a:pt x="496" y="743"/>
                  </a:cubicBezTo>
                  <a:cubicBezTo>
                    <a:pt x="494" y="743"/>
                    <a:pt x="493" y="744"/>
                    <a:pt x="491" y="744"/>
                  </a:cubicBezTo>
                  <a:cubicBezTo>
                    <a:pt x="493" y="746"/>
                    <a:pt x="494" y="747"/>
                    <a:pt x="496" y="748"/>
                  </a:cubicBezTo>
                  <a:cubicBezTo>
                    <a:pt x="496" y="760"/>
                    <a:pt x="496" y="760"/>
                    <a:pt x="496" y="760"/>
                  </a:cubicBezTo>
                  <a:cubicBezTo>
                    <a:pt x="494" y="758"/>
                    <a:pt x="492" y="757"/>
                    <a:pt x="491" y="755"/>
                  </a:cubicBezTo>
                  <a:cubicBezTo>
                    <a:pt x="491" y="736"/>
                    <a:pt x="491" y="736"/>
                    <a:pt x="491" y="736"/>
                  </a:cubicBezTo>
                  <a:cubicBezTo>
                    <a:pt x="492" y="736"/>
                    <a:pt x="494" y="735"/>
                    <a:pt x="496" y="734"/>
                  </a:cubicBezTo>
                  <a:close/>
                  <a:moveTo>
                    <a:pt x="491" y="257"/>
                  </a:moveTo>
                  <a:cubicBezTo>
                    <a:pt x="491" y="245"/>
                    <a:pt x="491" y="245"/>
                    <a:pt x="491" y="245"/>
                  </a:cubicBezTo>
                  <a:cubicBezTo>
                    <a:pt x="491" y="247"/>
                    <a:pt x="492" y="250"/>
                    <a:pt x="492" y="253"/>
                  </a:cubicBezTo>
                  <a:cubicBezTo>
                    <a:pt x="491" y="255"/>
                    <a:pt x="491" y="256"/>
                    <a:pt x="491" y="257"/>
                  </a:cubicBezTo>
                  <a:close/>
                  <a:moveTo>
                    <a:pt x="489" y="12"/>
                  </a:moveTo>
                  <a:cubicBezTo>
                    <a:pt x="490" y="12"/>
                    <a:pt x="490" y="12"/>
                    <a:pt x="491" y="12"/>
                  </a:cubicBezTo>
                  <a:cubicBezTo>
                    <a:pt x="491" y="20"/>
                    <a:pt x="491" y="20"/>
                    <a:pt x="491" y="20"/>
                  </a:cubicBezTo>
                  <a:cubicBezTo>
                    <a:pt x="490" y="20"/>
                    <a:pt x="490" y="20"/>
                    <a:pt x="489" y="20"/>
                  </a:cubicBezTo>
                  <a:cubicBezTo>
                    <a:pt x="489" y="12"/>
                    <a:pt x="489" y="12"/>
                    <a:pt x="489" y="12"/>
                  </a:cubicBezTo>
                  <a:close/>
                  <a:moveTo>
                    <a:pt x="491" y="783"/>
                  </a:moveTo>
                  <a:cubicBezTo>
                    <a:pt x="489" y="783"/>
                    <a:pt x="489" y="783"/>
                    <a:pt x="489" y="783"/>
                  </a:cubicBezTo>
                  <a:cubicBezTo>
                    <a:pt x="489" y="774"/>
                    <a:pt x="489" y="774"/>
                    <a:pt x="489" y="774"/>
                  </a:cubicBezTo>
                  <a:cubicBezTo>
                    <a:pt x="490" y="774"/>
                    <a:pt x="490" y="774"/>
                    <a:pt x="491" y="774"/>
                  </a:cubicBezTo>
                  <a:cubicBezTo>
                    <a:pt x="491" y="783"/>
                    <a:pt x="491" y="783"/>
                    <a:pt x="491" y="783"/>
                  </a:cubicBezTo>
                  <a:close/>
                  <a:moveTo>
                    <a:pt x="491" y="29"/>
                  </a:moveTo>
                  <a:cubicBezTo>
                    <a:pt x="491" y="57"/>
                    <a:pt x="491" y="57"/>
                    <a:pt x="491" y="57"/>
                  </a:cubicBezTo>
                  <a:cubicBezTo>
                    <a:pt x="489" y="57"/>
                    <a:pt x="489" y="57"/>
                    <a:pt x="489" y="57"/>
                  </a:cubicBezTo>
                  <a:cubicBezTo>
                    <a:pt x="489" y="24"/>
                    <a:pt x="489" y="24"/>
                    <a:pt x="489" y="24"/>
                  </a:cubicBezTo>
                  <a:cubicBezTo>
                    <a:pt x="490" y="26"/>
                    <a:pt x="490" y="27"/>
                    <a:pt x="491" y="29"/>
                  </a:cubicBezTo>
                  <a:close/>
                  <a:moveTo>
                    <a:pt x="491" y="81"/>
                  </a:moveTo>
                  <a:cubicBezTo>
                    <a:pt x="491" y="122"/>
                    <a:pt x="491" y="122"/>
                    <a:pt x="491" y="122"/>
                  </a:cubicBezTo>
                  <a:cubicBezTo>
                    <a:pt x="490" y="122"/>
                    <a:pt x="490" y="122"/>
                    <a:pt x="489" y="122"/>
                  </a:cubicBezTo>
                  <a:cubicBezTo>
                    <a:pt x="489" y="75"/>
                    <a:pt x="489" y="75"/>
                    <a:pt x="489" y="75"/>
                  </a:cubicBezTo>
                  <a:cubicBezTo>
                    <a:pt x="490" y="76"/>
                    <a:pt x="490" y="77"/>
                    <a:pt x="491" y="81"/>
                  </a:cubicBezTo>
                  <a:close/>
                  <a:moveTo>
                    <a:pt x="491" y="125"/>
                  </a:moveTo>
                  <a:cubicBezTo>
                    <a:pt x="491" y="141"/>
                    <a:pt x="491" y="141"/>
                    <a:pt x="491" y="141"/>
                  </a:cubicBezTo>
                  <a:cubicBezTo>
                    <a:pt x="490" y="141"/>
                    <a:pt x="490" y="141"/>
                    <a:pt x="489" y="141"/>
                  </a:cubicBezTo>
                  <a:cubicBezTo>
                    <a:pt x="489" y="125"/>
                    <a:pt x="489" y="125"/>
                    <a:pt x="489" y="125"/>
                  </a:cubicBezTo>
                  <a:cubicBezTo>
                    <a:pt x="491" y="125"/>
                    <a:pt x="491" y="125"/>
                    <a:pt x="491" y="125"/>
                  </a:cubicBezTo>
                  <a:close/>
                  <a:moveTo>
                    <a:pt x="491" y="184"/>
                  </a:moveTo>
                  <a:cubicBezTo>
                    <a:pt x="491" y="190"/>
                    <a:pt x="491" y="190"/>
                    <a:pt x="491" y="190"/>
                  </a:cubicBezTo>
                  <a:cubicBezTo>
                    <a:pt x="491" y="190"/>
                    <a:pt x="490" y="190"/>
                    <a:pt x="490" y="190"/>
                  </a:cubicBezTo>
                  <a:cubicBezTo>
                    <a:pt x="490" y="192"/>
                    <a:pt x="491" y="193"/>
                    <a:pt x="491" y="195"/>
                  </a:cubicBezTo>
                  <a:cubicBezTo>
                    <a:pt x="491" y="213"/>
                    <a:pt x="491" y="213"/>
                    <a:pt x="491" y="213"/>
                  </a:cubicBezTo>
                  <a:cubicBezTo>
                    <a:pt x="490" y="213"/>
                    <a:pt x="490" y="213"/>
                    <a:pt x="489" y="213"/>
                  </a:cubicBezTo>
                  <a:cubicBezTo>
                    <a:pt x="489" y="183"/>
                    <a:pt x="489" y="183"/>
                    <a:pt x="489" y="183"/>
                  </a:cubicBezTo>
                  <a:cubicBezTo>
                    <a:pt x="490" y="183"/>
                    <a:pt x="490" y="184"/>
                    <a:pt x="491" y="184"/>
                  </a:cubicBezTo>
                  <a:close/>
                  <a:moveTo>
                    <a:pt x="491" y="245"/>
                  </a:moveTo>
                  <a:cubicBezTo>
                    <a:pt x="491" y="257"/>
                    <a:pt x="491" y="257"/>
                    <a:pt x="491" y="257"/>
                  </a:cubicBezTo>
                  <a:cubicBezTo>
                    <a:pt x="490" y="259"/>
                    <a:pt x="490" y="261"/>
                    <a:pt x="489" y="263"/>
                  </a:cubicBezTo>
                  <a:cubicBezTo>
                    <a:pt x="489" y="241"/>
                    <a:pt x="489" y="241"/>
                    <a:pt x="489" y="241"/>
                  </a:cubicBezTo>
                  <a:cubicBezTo>
                    <a:pt x="490" y="242"/>
                    <a:pt x="490" y="244"/>
                    <a:pt x="491" y="245"/>
                  </a:cubicBezTo>
                  <a:close/>
                  <a:moveTo>
                    <a:pt x="491" y="291"/>
                  </a:moveTo>
                  <a:cubicBezTo>
                    <a:pt x="491" y="294"/>
                    <a:pt x="491" y="294"/>
                    <a:pt x="491" y="294"/>
                  </a:cubicBezTo>
                  <a:cubicBezTo>
                    <a:pt x="491" y="295"/>
                    <a:pt x="491" y="295"/>
                    <a:pt x="491" y="295"/>
                  </a:cubicBezTo>
                  <a:cubicBezTo>
                    <a:pt x="491" y="296"/>
                    <a:pt x="491" y="296"/>
                    <a:pt x="491" y="296"/>
                  </a:cubicBezTo>
                  <a:cubicBezTo>
                    <a:pt x="491" y="302"/>
                    <a:pt x="491" y="302"/>
                    <a:pt x="491" y="302"/>
                  </a:cubicBezTo>
                  <a:cubicBezTo>
                    <a:pt x="490" y="302"/>
                    <a:pt x="490" y="301"/>
                    <a:pt x="489" y="301"/>
                  </a:cubicBezTo>
                  <a:cubicBezTo>
                    <a:pt x="489" y="293"/>
                    <a:pt x="489" y="293"/>
                    <a:pt x="489" y="293"/>
                  </a:cubicBezTo>
                  <a:cubicBezTo>
                    <a:pt x="490" y="292"/>
                    <a:pt x="490" y="292"/>
                    <a:pt x="491" y="291"/>
                  </a:cubicBezTo>
                  <a:close/>
                  <a:moveTo>
                    <a:pt x="491" y="312"/>
                  </a:moveTo>
                  <a:cubicBezTo>
                    <a:pt x="491" y="316"/>
                    <a:pt x="491" y="316"/>
                    <a:pt x="491" y="316"/>
                  </a:cubicBezTo>
                  <a:cubicBezTo>
                    <a:pt x="489" y="315"/>
                    <a:pt x="489" y="315"/>
                    <a:pt x="489" y="315"/>
                  </a:cubicBezTo>
                  <a:cubicBezTo>
                    <a:pt x="489" y="311"/>
                    <a:pt x="489" y="311"/>
                    <a:pt x="489" y="311"/>
                  </a:cubicBezTo>
                  <a:cubicBezTo>
                    <a:pt x="491" y="312"/>
                    <a:pt x="491" y="312"/>
                    <a:pt x="491" y="312"/>
                  </a:cubicBezTo>
                  <a:close/>
                  <a:moveTo>
                    <a:pt x="491" y="320"/>
                  </a:moveTo>
                  <a:cubicBezTo>
                    <a:pt x="491" y="324"/>
                    <a:pt x="491" y="324"/>
                    <a:pt x="491" y="324"/>
                  </a:cubicBezTo>
                  <a:cubicBezTo>
                    <a:pt x="490" y="325"/>
                    <a:pt x="490" y="325"/>
                    <a:pt x="489" y="326"/>
                  </a:cubicBezTo>
                  <a:cubicBezTo>
                    <a:pt x="489" y="321"/>
                    <a:pt x="489" y="321"/>
                    <a:pt x="489" y="321"/>
                  </a:cubicBezTo>
                  <a:cubicBezTo>
                    <a:pt x="490" y="321"/>
                    <a:pt x="490" y="320"/>
                    <a:pt x="491" y="320"/>
                  </a:cubicBezTo>
                  <a:close/>
                  <a:moveTo>
                    <a:pt x="491" y="346"/>
                  </a:moveTo>
                  <a:cubicBezTo>
                    <a:pt x="491" y="367"/>
                    <a:pt x="491" y="367"/>
                    <a:pt x="491" y="367"/>
                  </a:cubicBezTo>
                  <a:cubicBezTo>
                    <a:pt x="490" y="368"/>
                    <a:pt x="489" y="369"/>
                    <a:pt x="489" y="370"/>
                  </a:cubicBezTo>
                  <a:cubicBezTo>
                    <a:pt x="489" y="363"/>
                    <a:pt x="489" y="363"/>
                    <a:pt x="489" y="363"/>
                  </a:cubicBezTo>
                  <a:cubicBezTo>
                    <a:pt x="491" y="361"/>
                    <a:pt x="491" y="361"/>
                    <a:pt x="491" y="361"/>
                  </a:cubicBezTo>
                  <a:cubicBezTo>
                    <a:pt x="490" y="358"/>
                    <a:pt x="490" y="355"/>
                    <a:pt x="490" y="352"/>
                  </a:cubicBezTo>
                  <a:cubicBezTo>
                    <a:pt x="490" y="352"/>
                    <a:pt x="489" y="352"/>
                    <a:pt x="489" y="353"/>
                  </a:cubicBezTo>
                  <a:cubicBezTo>
                    <a:pt x="489" y="344"/>
                    <a:pt x="489" y="344"/>
                    <a:pt x="489" y="344"/>
                  </a:cubicBezTo>
                  <a:cubicBezTo>
                    <a:pt x="490" y="345"/>
                    <a:pt x="490" y="346"/>
                    <a:pt x="491" y="346"/>
                  </a:cubicBezTo>
                  <a:close/>
                  <a:moveTo>
                    <a:pt x="491" y="378"/>
                  </a:moveTo>
                  <a:cubicBezTo>
                    <a:pt x="491" y="384"/>
                    <a:pt x="491" y="384"/>
                    <a:pt x="491" y="384"/>
                  </a:cubicBezTo>
                  <a:cubicBezTo>
                    <a:pt x="490" y="386"/>
                    <a:pt x="490" y="388"/>
                    <a:pt x="490" y="391"/>
                  </a:cubicBezTo>
                  <a:cubicBezTo>
                    <a:pt x="490" y="391"/>
                    <a:pt x="491" y="391"/>
                    <a:pt x="491" y="391"/>
                  </a:cubicBezTo>
                  <a:cubicBezTo>
                    <a:pt x="491" y="399"/>
                    <a:pt x="491" y="399"/>
                    <a:pt x="491" y="399"/>
                  </a:cubicBezTo>
                  <a:cubicBezTo>
                    <a:pt x="490" y="401"/>
                    <a:pt x="490" y="402"/>
                    <a:pt x="490" y="404"/>
                  </a:cubicBezTo>
                  <a:cubicBezTo>
                    <a:pt x="491" y="404"/>
                    <a:pt x="491" y="404"/>
                    <a:pt x="491" y="404"/>
                  </a:cubicBezTo>
                  <a:cubicBezTo>
                    <a:pt x="491" y="408"/>
                    <a:pt x="491" y="408"/>
                    <a:pt x="491" y="408"/>
                  </a:cubicBezTo>
                  <a:cubicBezTo>
                    <a:pt x="491" y="409"/>
                    <a:pt x="491" y="409"/>
                    <a:pt x="491" y="409"/>
                  </a:cubicBezTo>
                  <a:cubicBezTo>
                    <a:pt x="490" y="411"/>
                    <a:pt x="490" y="412"/>
                    <a:pt x="490" y="414"/>
                  </a:cubicBezTo>
                  <a:cubicBezTo>
                    <a:pt x="491" y="414"/>
                    <a:pt x="491" y="414"/>
                    <a:pt x="491" y="414"/>
                  </a:cubicBezTo>
                  <a:cubicBezTo>
                    <a:pt x="491" y="420"/>
                    <a:pt x="491" y="420"/>
                    <a:pt x="491" y="420"/>
                  </a:cubicBezTo>
                  <a:cubicBezTo>
                    <a:pt x="490" y="420"/>
                    <a:pt x="490" y="420"/>
                    <a:pt x="490" y="420"/>
                  </a:cubicBezTo>
                  <a:cubicBezTo>
                    <a:pt x="489" y="422"/>
                    <a:pt x="489" y="422"/>
                    <a:pt x="489" y="422"/>
                  </a:cubicBezTo>
                  <a:cubicBezTo>
                    <a:pt x="489" y="379"/>
                    <a:pt x="489" y="379"/>
                    <a:pt x="489" y="379"/>
                  </a:cubicBezTo>
                  <a:cubicBezTo>
                    <a:pt x="491" y="378"/>
                    <a:pt x="491" y="378"/>
                    <a:pt x="491" y="378"/>
                  </a:cubicBezTo>
                  <a:close/>
                  <a:moveTo>
                    <a:pt x="491" y="425"/>
                  </a:moveTo>
                  <a:cubicBezTo>
                    <a:pt x="491" y="430"/>
                    <a:pt x="491" y="430"/>
                    <a:pt x="491" y="430"/>
                  </a:cubicBezTo>
                  <a:cubicBezTo>
                    <a:pt x="490" y="430"/>
                    <a:pt x="490" y="431"/>
                    <a:pt x="489" y="431"/>
                  </a:cubicBezTo>
                  <a:cubicBezTo>
                    <a:pt x="489" y="426"/>
                    <a:pt x="489" y="426"/>
                    <a:pt x="489" y="426"/>
                  </a:cubicBezTo>
                  <a:cubicBezTo>
                    <a:pt x="490" y="426"/>
                    <a:pt x="490" y="426"/>
                    <a:pt x="491" y="425"/>
                  </a:cubicBezTo>
                  <a:close/>
                  <a:moveTo>
                    <a:pt x="491" y="437"/>
                  </a:moveTo>
                  <a:cubicBezTo>
                    <a:pt x="491" y="441"/>
                    <a:pt x="491" y="441"/>
                    <a:pt x="491" y="441"/>
                  </a:cubicBezTo>
                  <a:cubicBezTo>
                    <a:pt x="490" y="441"/>
                    <a:pt x="490" y="441"/>
                    <a:pt x="489" y="442"/>
                  </a:cubicBezTo>
                  <a:cubicBezTo>
                    <a:pt x="489" y="437"/>
                    <a:pt x="489" y="437"/>
                    <a:pt x="489" y="437"/>
                  </a:cubicBezTo>
                  <a:cubicBezTo>
                    <a:pt x="491" y="437"/>
                    <a:pt x="491" y="437"/>
                    <a:pt x="491" y="437"/>
                  </a:cubicBezTo>
                  <a:close/>
                  <a:moveTo>
                    <a:pt x="491" y="446"/>
                  </a:moveTo>
                  <a:cubicBezTo>
                    <a:pt x="491" y="456"/>
                    <a:pt x="491" y="456"/>
                    <a:pt x="491" y="456"/>
                  </a:cubicBezTo>
                  <a:cubicBezTo>
                    <a:pt x="490" y="457"/>
                    <a:pt x="490" y="458"/>
                    <a:pt x="489" y="459"/>
                  </a:cubicBezTo>
                  <a:cubicBezTo>
                    <a:pt x="489" y="447"/>
                    <a:pt x="489" y="447"/>
                    <a:pt x="489" y="447"/>
                  </a:cubicBezTo>
                  <a:cubicBezTo>
                    <a:pt x="490" y="447"/>
                    <a:pt x="490" y="447"/>
                    <a:pt x="491" y="446"/>
                  </a:cubicBezTo>
                  <a:close/>
                  <a:moveTo>
                    <a:pt x="491" y="478"/>
                  </a:moveTo>
                  <a:cubicBezTo>
                    <a:pt x="491" y="489"/>
                    <a:pt x="491" y="489"/>
                    <a:pt x="491" y="489"/>
                  </a:cubicBezTo>
                  <a:cubicBezTo>
                    <a:pt x="489" y="493"/>
                    <a:pt x="489" y="493"/>
                    <a:pt x="489" y="493"/>
                  </a:cubicBezTo>
                  <a:cubicBezTo>
                    <a:pt x="489" y="476"/>
                    <a:pt x="489" y="476"/>
                    <a:pt x="489" y="476"/>
                  </a:cubicBezTo>
                  <a:cubicBezTo>
                    <a:pt x="491" y="478"/>
                    <a:pt x="491" y="478"/>
                    <a:pt x="491" y="478"/>
                  </a:cubicBezTo>
                  <a:close/>
                  <a:moveTo>
                    <a:pt x="491" y="505"/>
                  </a:moveTo>
                  <a:cubicBezTo>
                    <a:pt x="491" y="514"/>
                    <a:pt x="491" y="514"/>
                    <a:pt x="491" y="514"/>
                  </a:cubicBezTo>
                  <a:cubicBezTo>
                    <a:pt x="489" y="512"/>
                    <a:pt x="489" y="512"/>
                    <a:pt x="489" y="512"/>
                  </a:cubicBezTo>
                  <a:cubicBezTo>
                    <a:pt x="489" y="507"/>
                    <a:pt x="489" y="507"/>
                    <a:pt x="489" y="507"/>
                  </a:cubicBezTo>
                  <a:cubicBezTo>
                    <a:pt x="490" y="506"/>
                    <a:pt x="490" y="506"/>
                    <a:pt x="491" y="505"/>
                  </a:cubicBezTo>
                  <a:close/>
                  <a:moveTo>
                    <a:pt x="491" y="550"/>
                  </a:moveTo>
                  <a:cubicBezTo>
                    <a:pt x="491" y="570"/>
                    <a:pt x="491" y="570"/>
                    <a:pt x="491" y="570"/>
                  </a:cubicBezTo>
                  <a:cubicBezTo>
                    <a:pt x="490" y="570"/>
                    <a:pt x="490" y="571"/>
                    <a:pt x="489" y="571"/>
                  </a:cubicBezTo>
                  <a:cubicBezTo>
                    <a:pt x="489" y="547"/>
                    <a:pt x="489" y="547"/>
                    <a:pt x="489" y="547"/>
                  </a:cubicBezTo>
                  <a:cubicBezTo>
                    <a:pt x="491" y="550"/>
                    <a:pt x="491" y="550"/>
                    <a:pt x="491" y="550"/>
                  </a:cubicBezTo>
                  <a:close/>
                  <a:moveTo>
                    <a:pt x="491" y="589"/>
                  </a:moveTo>
                  <a:cubicBezTo>
                    <a:pt x="491" y="595"/>
                    <a:pt x="491" y="595"/>
                    <a:pt x="491" y="595"/>
                  </a:cubicBezTo>
                  <a:cubicBezTo>
                    <a:pt x="490" y="596"/>
                    <a:pt x="490" y="596"/>
                    <a:pt x="489" y="596"/>
                  </a:cubicBezTo>
                  <a:cubicBezTo>
                    <a:pt x="489" y="590"/>
                    <a:pt x="489" y="590"/>
                    <a:pt x="489" y="590"/>
                  </a:cubicBezTo>
                  <a:cubicBezTo>
                    <a:pt x="491" y="589"/>
                    <a:pt x="491" y="589"/>
                    <a:pt x="491" y="589"/>
                  </a:cubicBezTo>
                  <a:close/>
                  <a:moveTo>
                    <a:pt x="491" y="598"/>
                  </a:moveTo>
                  <a:cubicBezTo>
                    <a:pt x="491" y="605"/>
                    <a:pt x="491" y="605"/>
                    <a:pt x="491" y="605"/>
                  </a:cubicBezTo>
                  <a:cubicBezTo>
                    <a:pt x="490" y="604"/>
                    <a:pt x="490" y="604"/>
                    <a:pt x="489" y="604"/>
                  </a:cubicBezTo>
                  <a:cubicBezTo>
                    <a:pt x="489" y="596"/>
                    <a:pt x="489" y="596"/>
                    <a:pt x="489" y="596"/>
                  </a:cubicBezTo>
                  <a:cubicBezTo>
                    <a:pt x="491" y="598"/>
                    <a:pt x="491" y="598"/>
                    <a:pt x="491" y="598"/>
                  </a:cubicBezTo>
                  <a:close/>
                  <a:moveTo>
                    <a:pt x="491" y="614"/>
                  </a:moveTo>
                  <a:cubicBezTo>
                    <a:pt x="491" y="620"/>
                    <a:pt x="491" y="620"/>
                    <a:pt x="491" y="620"/>
                  </a:cubicBezTo>
                  <a:cubicBezTo>
                    <a:pt x="490" y="621"/>
                    <a:pt x="490" y="621"/>
                    <a:pt x="489" y="621"/>
                  </a:cubicBezTo>
                  <a:cubicBezTo>
                    <a:pt x="489" y="614"/>
                    <a:pt x="489" y="614"/>
                    <a:pt x="489" y="614"/>
                  </a:cubicBezTo>
                  <a:cubicBezTo>
                    <a:pt x="491" y="614"/>
                    <a:pt x="491" y="614"/>
                    <a:pt x="491" y="614"/>
                  </a:cubicBezTo>
                  <a:close/>
                  <a:moveTo>
                    <a:pt x="491" y="671"/>
                  </a:moveTo>
                  <a:cubicBezTo>
                    <a:pt x="491" y="683"/>
                    <a:pt x="491" y="683"/>
                    <a:pt x="491" y="683"/>
                  </a:cubicBezTo>
                  <a:cubicBezTo>
                    <a:pt x="489" y="683"/>
                    <a:pt x="489" y="683"/>
                    <a:pt x="489" y="683"/>
                  </a:cubicBezTo>
                  <a:cubicBezTo>
                    <a:pt x="489" y="671"/>
                    <a:pt x="489" y="671"/>
                    <a:pt x="489" y="671"/>
                  </a:cubicBezTo>
                  <a:cubicBezTo>
                    <a:pt x="491" y="671"/>
                    <a:pt x="491" y="671"/>
                    <a:pt x="491" y="671"/>
                  </a:cubicBezTo>
                  <a:close/>
                  <a:moveTo>
                    <a:pt x="491" y="736"/>
                  </a:moveTo>
                  <a:cubicBezTo>
                    <a:pt x="491" y="755"/>
                    <a:pt x="491" y="755"/>
                    <a:pt x="491" y="755"/>
                  </a:cubicBezTo>
                  <a:cubicBezTo>
                    <a:pt x="490" y="755"/>
                    <a:pt x="490" y="754"/>
                    <a:pt x="489" y="754"/>
                  </a:cubicBezTo>
                  <a:cubicBezTo>
                    <a:pt x="489" y="737"/>
                    <a:pt x="489" y="737"/>
                    <a:pt x="489" y="737"/>
                  </a:cubicBezTo>
                  <a:cubicBezTo>
                    <a:pt x="490" y="736"/>
                    <a:pt x="490" y="736"/>
                    <a:pt x="491" y="736"/>
                  </a:cubicBezTo>
                  <a:close/>
                  <a:moveTo>
                    <a:pt x="489" y="145"/>
                  </a:moveTo>
                  <a:cubicBezTo>
                    <a:pt x="489" y="142"/>
                    <a:pt x="489" y="142"/>
                    <a:pt x="489" y="142"/>
                  </a:cubicBezTo>
                  <a:cubicBezTo>
                    <a:pt x="489" y="142"/>
                    <a:pt x="489" y="142"/>
                    <a:pt x="489" y="142"/>
                  </a:cubicBezTo>
                  <a:cubicBezTo>
                    <a:pt x="489" y="144"/>
                    <a:pt x="489" y="145"/>
                    <a:pt x="489" y="145"/>
                  </a:cubicBezTo>
                  <a:close/>
                  <a:moveTo>
                    <a:pt x="486" y="12"/>
                  </a:moveTo>
                  <a:cubicBezTo>
                    <a:pt x="487" y="12"/>
                    <a:pt x="488" y="12"/>
                    <a:pt x="489" y="12"/>
                  </a:cubicBezTo>
                  <a:cubicBezTo>
                    <a:pt x="489" y="20"/>
                    <a:pt x="489" y="20"/>
                    <a:pt x="489" y="20"/>
                  </a:cubicBezTo>
                  <a:cubicBezTo>
                    <a:pt x="488" y="20"/>
                    <a:pt x="488" y="20"/>
                    <a:pt x="488" y="20"/>
                  </a:cubicBezTo>
                  <a:cubicBezTo>
                    <a:pt x="488" y="21"/>
                    <a:pt x="488" y="22"/>
                    <a:pt x="489" y="24"/>
                  </a:cubicBezTo>
                  <a:cubicBezTo>
                    <a:pt x="489" y="57"/>
                    <a:pt x="489" y="57"/>
                    <a:pt x="489" y="57"/>
                  </a:cubicBezTo>
                  <a:cubicBezTo>
                    <a:pt x="488" y="57"/>
                    <a:pt x="487" y="57"/>
                    <a:pt x="486" y="57"/>
                  </a:cubicBezTo>
                  <a:cubicBezTo>
                    <a:pt x="486" y="50"/>
                    <a:pt x="486" y="50"/>
                    <a:pt x="486" y="50"/>
                  </a:cubicBezTo>
                  <a:cubicBezTo>
                    <a:pt x="488" y="50"/>
                    <a:pt x="488" y="50"/>
                    <a:pt x="488" y="50"/>
                  </a:cubicBezTo>
                  <a:cubicBezTo>
                    <a:pt x="487" y="48"/>
                    <a:pt x="487" y="46"/>
                    <a:pt x="486" y="45"/>
                  </a:cubicBezTo>
                  <a:cubicBezTo>
                    <a:pt x="486" y="12"/>
                    <a:pt x="486" y="12"/>
                    <a:pt x="486" y="12"/>
                  </a:cubicBezTo>
                  <a:close/>
                  <a:moveTo>
                    <a:pt x="489" y="783"/>
                  </a:moveTo>
                  <a:cubicBezTo>
                    <a:pt x="488" y="783"/>
                    <a:pt x="487" y="783"/>
                    <a:pt x="486" y="783"/>
                  </a:cubicBezTo>
                  <a:cubicBezTo>
                    <a:pt x="486" y="774"/>
                    <a:pt x="486" y="774"/>
                    <a:pt x="486" y="774"/>
                  </a:cubicBezTo>
                  <a:cubicBezTo>
                    <a:pt x="487" y="774"/>
                    <a:pt x="488" y="774"/>
                    <a:pt x="489" y="774"/>
                  </a:cubicBezTo>
                  <a:cubicBezTo>
                    <a:pt x="489" y="783"/>
                    <a:pt x="489" y="783"/>
                    <a:pt x="489" y="783"/>
                  </a:cubicBezTo>
                  <a:close/>
                  <a:moveTo>
                    <a:pt x="489" y="75"/>
                  </a:moveTo>
                  <a:cubicBezTo>
                    <a:pt x="489" y="122"/>
                    <a:pt x="489" y="122"/>
                    <a:pt x="489" y="122"/>
                  </a:cubicBezTo>
                  <a:cubicBezTo>
                    <a:pt x="488" y="121"/>
                    <a:pt x="487" y="121"/>
                    <a:pt x="486" y="121"/>
                  </a:cubicBezTo>
                  <a:cubicBezTo>
                    <a:pt x="486" y="75"/>
                    <a:pt x="486" y="75"/>
                    <a:pt x="486" y="75"/>
                  </a:cubicBezTo>
                  <a:cubicBezTo>
                    <a:pt x="489" y="75"/>
                    <a:pt x="489" y="75"/>
                    <a:pt x="489" y="75"/>
                  </a:cubicBezTo>
                  <a:cubicBezTo>
                    <a:pt x="489" y="75"/>
                    <a:pt x="489" y="75"/>
                    <a:pt x="489" y="75"/>
                  </a:cubicBezTo>
                  <a:close/>
                  <a:moveTo>
                    <a:pt x="489" y="125"/>
                  </a:moveTo>
                  <a:cubicBezTo>
                    <a:pt x="489" y="141"/>
                    <a:pt x="489" y="141"/>
                    <a:pt x="489" y="141"/>
                  </a:cubicBezTo>
                  <a:cubicBezTo>
                    <a:pt x="488" y="140"/>
                    <a:pt x="487" y="140"/>
                    <a:pt x="486" y="140"/>
                  </a:cubicBezTo>
                  <a:cubicBezTo>
                    <a:pt x="486" y="124"/>
                    <a:pt x="486" y="124"/>
                    <a:pt x="486" y="124"/>
                  </a:cubicBezTo>
                  <a:cubicBezTo>
                    <a:pt x="487" y="124"/>
                    <a:pt x="488" y="125"/>
                    <a:pt x="489" y="125"/>
                  </a:cubicBezTo>
                  <a:close/>
                  <a:moveTo>
                    <a:pt x="489" y="142"/>
                  </a:moveTo>
                  <a:cubicBezTo>
                    <a:pt x="489" y="145"/>
                    <a:pt x="489" y="145"/>
                    <a:pt x="489" y="145"/>
                  </a:cubicBezTo>
                  <a:cubicBezTo>
                    <a:pt x="489" y="146"/>
                    <a:pt x="488" y="147"/>
                    <a:pt x="488" y="148"/>
                  </a:cubicBezTo>
                  <a:cubicBezTo>
                    <a:pt x="486" y="148"/>
                    <a:pt x="486" y="148"/>
                    <a:pt x="486" y="148"/>
                  </a:cubicBezTo>
                  <a:cubicBezTo>
                    <a:pt x="486" y="141"/>
                    <a:pt x="486" y="141"/>
                    <a:pt x="486" y="141"/>
                  </a:cubicBezTo>
                  <a:cubicBezTo>
                    <a:pt x="487" y="141"/>
                    <a:pt x="488" y="142"/>
                    <a:pt x="489" y="142"/>
                  </a:cubicBezTo>
                  <a:close/>
                  <a:moveTo>
                    <a:pt x="489" y="183"/>
                  </a:moveTo>
                  <a:cubicBezTo>
                    <a:pt x="489" y="213"/>
                    <a:pt x="489" y="213"/>
                    <a:pt x="489" y="213"/>
                  </a:cubicBezTo>
                  <a:cubicBezTo>
                    <a:pt x="488" y="213"/>
                    <a:pt x="487" y="212"/>
                    <a:pt x="486" y="212"/>
                  </a:cubicBezTo>
                  <a:cubicBezTo>
                    <a:pt x="486" y="182"/>
                    <a:pt x="486" y="182"/>
                    <a:pt x="486" y="182"/>
                  </a:cubicBezTo>
                  <a:cubicBezTo>
                    <a:pt x="487" y="183"/>
                    <a:pt x="488" y="183"/>
                    <a:pt x="489" y="183"/>
                  </a:cubicBezTo>
                  <a:close/>
                  <a:moveTo>
                    <a:pt x="489" y="241"/>
                  </a:moveTo>
                  <a:cubicBezTo>
                    <a:pt x="489" y="263"/>
                    <a:pt x="489" y="263"/>
                    <a:pt x="489" y="263"/>
                  </a:cubicBezTo>
                  <a:cubicBezTo>
                    <a:pt x="489" y="264"/>
                    <a:pt x="489" y="264"/>
                    <a:pt x="489" y="264"/>
                  </a:cubicBezTo>
                  <a:cubicBezTo>
                    <a:pt x="488" y="264"/>
                    <a:pt x="487" y="265"/>
                    <a:pt x="486" y="266"/>
                  </a:cubicBezTo>
                  <a:cubicBezTo>
                    <a:pt x="486" y="237"/>
                    <a:pt x="486" y="237"/>
                    <a:pt x="486" y="237"/>
                  </a:cubicBezTo>
                  <a:cubicBezTo>
                    <a:pt x="487" y="238"/>
                    <a:pt x="488" y="240"/>
                    <a:pt x="489" y="241"/>
                  </a:cubicBezTo>
                  <a:close/>
                  <a:moveTo>
                    <a:pt x="489" y="293"/>
                  </a:moveTo>
                  <a:cubicBezTo>
                    <a:pt x="489" y="301"/>
                    <a:pt x="489" y="301"/>
                    <a:pt x="489" y="301"/>
                  </a:cubicBezTo>
                  <a:cubicBezTo>
                    <a:pt x="488" y="301"/>
                    <a:pt x="487" y="301"/>
                    <a:pt x="486" y="301"/>
                  </a:cubicBezTo>
                  <a:cubicBezTo>
                    <a:pt x="486" y="295"/>
                    <a:pt x="486" y="295"/>
                    <a:pt x="486" y="295"/>
                  </a:cubicBezTo>
                  <a:cubicBezTo>
                    <a:pt x="487" y="294"/>
                    <a:pt x="488" y="294"/>
                    <a:pt x="489" y="293"/>
                  </a:cubicBezTo>
                  <a:close/>
                  <a:moveTo>
                    <a:pt x="489" y="311"/>
                  </a:moveTo>
                  <a:cubicBezTo>
                    <a:pt x="489" y="315"/>
                    <a:pt x="489" y="315"/>
                    <a:pt x="489" y="315"/>
                  </a:cubicBezTo>
                  <a:cubicBezTo>
                    <a:pt x="488" y="314"/>
                    <a:pt x="487" y="314"/>
                    <a:pt x="486" y="313"/>
                  </a:cubicBezTo>
                  <a:cubicBezTo>
                    <a:pt x="486" y="309"/>
                    <a:pt x="486" y="309"/>
                    <a:pt x="486" y="309"/>
                  </a:cubicBezTo>
                  <a:cubicBezTo>
                    <a:pt x="489" y="311"/>
                    <a:pt x="489" y="311"/>
                    <a:pt x="489" y="311"/>
                  </a:cubicBezTo>
                  <a:close/>
                  <a:moveTo>
                    <a:pt x="489" y="321"/>
                  </a:moveTo>
                  <a:cubicBezTo>
                    <a:pt x="489" y="326"/>
                    <a:pt x="489" y="326"/>
                    <a:pt x="489" y="326"/>
                  </a:cubicBezTo>
                  <a:cubicBezTo>
                    <a:pt x="488" y="327"/>
                    <a:pt x="487" y="328"/>
                    <a:pt x="486" y="329"/>
                  </a:cubicBezTo>
                  <a:cubicBezTo>
                    <a:pt x="486" y="322"/>
                    <a:pt x="486" y="322"/>
                    <a:pt x="486" y="322"/>
                  </a:cubicBezTo>
                  <a:cubicBezTo>
                    <a:pt x="487" y="322"/>
                    <a:pt x="488" y="321"/>
                    <a:pt x="489" y="321"/>
                  </a:cubicBezTo>
                  <a:close/>
                  <a:moveTo>
                    <a:pt x="489" y="344"/>
                  </a:moveTo>
                  <a:cubicBezTo>
                    <a:pt x="489" y="353"/>
                    <a:pt x="489" y="353"/>
                    <a:pt x="489" y="353"/>
                  </a:cubicBezTo>
                  <a:cubicBezTo>
                    <a:pt x="488" y="353"/>
                    <a:pt x="487" y="354"/>
                    <a:pt x="486" y="354"/>
                  </a:cubicBezTo>
                  <a:cubicBezTo>
                    <a:pt x="486" y="340"/>
                    <a:pt x="486" y="340"/>
                    <a:pt x="486" y="340"/>
                  </a:cubicBezTo>
                  <a:cubicBezTo>
                    <a:pt x="487" y="341"/>
                    <a:pt x="488" y="342"/>
                    <a:pt x="489" y="344"/>
                  </a:cubicBezTo>
                  <a:close/>
                  <a:moveTo>
                    <a:pt x="489" y="363"/>
                  </a:moveTo>
                  <a:cubicBezTo>
                    <a:pt x="489" y="370"/>
                    <a:pt x="489" y="370"/>
                    <a:pt x="489" y="370"/>
                  </a:cubicBezTo>
                  <a:cubicBezTo>
                    <a:pt x="488" y="372"/>
                    <a:pt x="487" y="375"/>
                    <a:pt x="488" y="380"/>
                  </a:cubicBezTo>
                  <a:cubicBezTo>
                    <a:pt x="489" y="379"/>
                    <a:pt x="489" y="379"/>
                    <a:pt x="489" y="379"/>
                  </a:cubicBezTo>
                  <a:cubicBezTo>
                    <a:pt x="489" y="422"/>
                    <a:pt x="489" y="422"/>
                    <a:pt x="489" y="422"/>
                  </a:cubicBezTo>
                  <a:cubicBezTo>
                    <a:pt x="488" y="423"/>
                    <a:pt x="488" y="425"/>
                    <a:pt x="488" y="426"/>
                  </a:cubicBezTo>
                  <a:cubicBezTo>
                    <a:pt x="488" y="426"/>
                    <a:pt x="488" y="426"/>
                    <a:pt x="489" y="426"/>
                  </a:cubicBezTo>
                  <a:cubicBezTo>
                    <a:pt x="489" y="431"/>
                    <a:pt x="489" y="431"/>
                    <a:pt x="489" y="431"/>
                  </a:cubicBezTo>
                  <a:cubicBezTo>
                    <a:pt x="488" y="431"/>
                    <a:pt x="487" y="432"/>
                    <a:pt x="486" y="433"/>
                  </a:cubicBezTo>
                  <a:cubicBezTo>
                    <a:pt x="486" y="366"/>
                    <a:pt x="486" y="366"/>
                    <a:pt x="486" y="366"/>
                  </a:cubicBezTo>
                  <a:cubicBezTo>
                    <a:pt x="487" y="365"/>
                    <a:pt x="488" y="364"/>
                    <a:pt x="489" y="363"/>
                  </a:cubicBezTo>
                  <a:close/>
                  <a:moveTo>
                    <a:pt x="489" y="437"/>
                  </a:moveTo>
                  <a:cubicBezTo>
                    <a:pt x="489" y="442"/>
                    <a:pt x="489" y="442"/>
                    <a:pt x="489" y="442"/>
                  </a:cubicBezTo>
                  <a:cubicBezTo>
                    <a:pt x="488" y="442"/>
                    <a:pt x="487" y="442"/>
                    <a:pt x="486" y="442"/>
                  </a:cubicBezTo>
                  <a:cubicBezTo>
                    <a:pt x="486" y="438"/>
                    <a:pt x="486" y="438"/>
                    <a:pt x="486" y="438"/>
                  </a:cubicBezTo>
                  <a:cubicBezTo>
                    <a:pt x="489" y="437"/>
                    <a:pt x="489" y="437"/>
                    <a:pt x="489" y="437"/>
                  </a:cubicBezTo>
                  <a:close/>
                  <a:moveTo>
                    <a:pt x="489" y="447"/>
                  </a:moveTo>
                  <a:cubicBezTo>
                    <a:pt x="489" y="459"/>
                    <a:pt x="489" y="459"/>
                    <a:pt x="489" y="459"/>
                  </a:cubicBezTo>
                  <a:cubicBezTo>
                    <a:pt x="488" y="460"/>
                    <a:pt x="487" y="462"/>
                    <a:pt x="486" y="463"/>
                  </a:cubicBezTo>
                  <a:cubicBezTo>
                    <a:pt x="486" y="456"/>
                    <a:pt x="486" y="456"/>
                    <a:pt x="486" y="456"/>
                  </a:cubicBezTo>
                  <a:cubicBezTo>
                    <a:pt x="487" y="455"/>
                    <a:pt x="488" y="454"/>
                    <a:pt x="488" y="453"/>
                  </a:cubicBezTo>
                  <a:cubicBezTo>
                    <a:pt x="488" y="453"/>
                    <a:pt x="487" y="453"/>
                    <a:pt x="486" y="453"/>
                  </a:cubicBezTo>
                  <a:cubicBezTo>
                    <a:pt x="486" y="448"/>
                    <a:pt x="486" y="448"/>
                    <a:pt x="486" y="448"/>
                  </a:cubicBezTo>
                  <a:cubicBezTo>
                    <a:pt x="487" y="448"/>
                    <a:pt x="488" y="448"/>
                    <a:pt x="489" y="447"/>
                  </a:cubicBezTo>
                  <a:close/>
                  <a:moveTo>
                    <a:pt x="489" y="476"/>
                  </a:moveTo>
                  <a:cubicBezTo>
                    <a:pt x="489" y="493"/>
                    <a:pt x="489" y="493"/>
                    <a:pt x="489" y="493"/>
                  </a:cubicBezTo>
                  <a:cubicBezTo>
                    <a:pt x="486" y="498"/>
                    <a:pt x="486" y="498"/>
                    <a:pt x="486" y="498"/>
                  </a:cubicBezTo>
                  <a:cubicBezTo>
                    <a:pt x="486" y="489"/>
                    <a:pt x="486" y="489"/>
                    <a:pt x="486" y="489"/>
                  </a:cubicBezTo>
                  <a:cubicBezTo>
                    <a:pt x="488" y="486"/>
                    <a:pt x="489" y="484"/>
                    <a:pt x="486" y="479"/>
                  </a:cubicBezTo>
                  <a:cubicBezTo>
                    <a:pt x="486" y="473"/>
                    <a:pt x="486" y="473"/>
                    <a:pt x="486" y="473"/>
                  </a:cubicBezTo>
                  <a:cubicBezTo>
                    <a:pt x="489" y="476"/>
                    <a:pt x="489" y="476"/>
                    <a:pt x="489" y="476"/>
                  </a:cubicBezTo>
                  <a:close/>
                  <a:moveTo>
                    <a:pt x="489" y="507"/>
                  </a:moveTo>
                  <a:cubicBezTo>
                    <a:pt x="489" y="512"/>
                    <a:pt x="489" y="512"/>
                    <a:pt x="489" y="512"/>
                  </a:cubicBezTo>
                  <a:cubicBezTo>
                    <a:pt x="486" y="509"/>
                    <a:pt x="486" y="509"/>
                    <a:pt x="486" y="509"/>
                  </a:cubicBezTo>
                  <a:cubicBezTo>
                    <a:pt x="486" y="503"/>
                    <a:pt x="486" y="503"/>
                    <a:pt x="486" y="503"/>
                  </a:cubicBezTo>
                  <a:cubicBezTo>
                    <a:pt x="487" y="505"/>
                    <a:pt x="488" y="506"/>
                    <a:pt x="489" y="507"/>
                  </a:cubicBezTo>
                  <a:cubicBezTo>
                    <a:pt x="489" y="507"/>
                    <a:pt x="489" y="507"/>
                    <a:pt x="489" y="507"/>
                  </a:cubicBezTo>
                  <a:close/>
                  <a:moveTo>
                    <a:pt x="489" y="547"/>
                  </a:moveTo>
                  <a:cubicBezTo>
                    <a:pt x="489" y="571"/>
                    <a:pt x="489" y="571"/>
                    <a:pt x="489" y="571"/>
                  </a:cubicBezTo>
                  <a:cubicBezTo>
                    <a:pt x="488" y="572"/>
                    <a:pt x="487" y="573"/>
                    <a:pt x="486" y="574"/>
                  </a:cubicBezTo>
                  <a:cubicBezTo>
                    <a:pt x="486" y="559"/>
                    <a:pt x="486" y="559"/>
                    <a:pt x="486" y="559"/>
                  </a:cubicBezTo>
                  <a:cubicBezTo>
                    <a:pt x="486" y="559"/>
                    <a:pt x="486" y="558"/>
                    <a:pt x="486" y="558"/>
                  </a:cubicBezTo>
                  <a:cubicBezTo>
                    <a:pt x="486" y="558"/>
                    <a:pt x="486" y="558"/>
                    <a:pt x="486" y="558"/>
                  </a:cubicBezTo>
                  <a:cubicBezTo>
                    <a:pt x="486" y="542"/>
                    <a:pt x="486" y="542"/>
                    <a:pt x="486" y="542"/>
                  </a:cubicBezTo>
                  <a:cubicBezTo>
                    <a:pt x="489" y="547"/>
                    <a:pt x="489" y="547"/>
                    <a:pt x="489" y="547"/>
                  </a:cubicBezTo>
                  <a:close/>
                  <a:moveTo>
                    <a:pt x="489" y="590"/>
                  </a:moveTo>
                  <a:cubicBezTo>
                    <a:pt x="489" y="596"/>
                    <a:pt x="489" y="596"/>
                    <a:pt x="489" y="596"/>
                  </a:cubicBezTo>
                  <a:cubicBezTo>
                    <a:pt x="489" y="596"/>
                    <a:pt x="489" y="596"/>
                    <a:pt x="489" y="596"/>
                  </a:cubicBezTo>
                  <a:cubicBezTo>
                    <a:pt x="489" y="596"/>
                    <a:pt x="489" y="596"/>
                    <a:pt x="489" y="596"/>
                  </a:cubicBezTo>
                  <a:cubicBezTo>
                    <a:pt x="489" y="604"/>
                    <a:pt x="489" y="604"/>
                    <a:pt x="489" y="604"/>
                  </a:cubicBezTo>
                  <a:cubicBezTo>
                    <a:pt x="488" y="603"/>
                    <a:pt x="487" y="603"/>
                    <a:pt x="486" y="602"/>
                  </a:cubicBezTo>
                  <a:cubicBezTo>
                    <a:pt x="486" y="592"/>
                    <a:pt x="486" y="592"/>
                    <a:pt x="486" y="592"/>
                  </a:cubicBezTo>
                  <a:cubicBezTo>
                    <a:pt x="487" y="591"/>
                    <a:pt x="487" y="591"/>
                    <a:pt x="488" y="590"/>
                  </a:cubicBezTo>
                  <a:cubicBezTo>
                    <a:pt x="489" y="590"/>
                    <a:pt x="489" y="590"/>
                    <a:pt x="489" y="590"/>
                  </a:cubicBezTo>
                  <a:close/>
                  <a:moveTo>
                    <a:pt x="489" y="614"/>
                  </a:moveTo>
                  <a:cubicBezTo>
                    <a:pt x="489" y="621"/>
                    <a:pt x="489" y="621"/>
                    <a:pt x="489" y="621"/>
                  </a:cubicBezTo>
                  <a:cubicBezTo>
                    <a:pt x="488" y="622"/>
                    <a:pt x="487" y="622"/>
                    <a:pt x="486" y="622"/>
                  </a:cubicBezTo>
                  <a:cubicBezTo>
                    <a:pt x="486" y="614"/>
                    <a:pt x="486" y="614"/>
                    <a:pt x="486" y="614"/>
                  </a:cubicBezTo>
                  <a:cubicBezTo>
                    <a:pt x="486" y="615"/>
                    <a:pt x="486" y="615"/>
                    <a:pt x="486" y="615"/>
                  </a:cubicBezTo>
                  <a:cubicBezTo>
                    <a:pt x="489" y="614"/>
                    <a:pt x="489" y="614"/>
                    <a:pt x="489" y="614"/>
                  </a:cubicBezTo>
                  <a:close/>
                  <a:moveTo>
                    <a:pt x="489" y="671"/>
                  </a:moveTo>
                  <a:cubicBezTo>
                    <a:pt x="489" y="683"/>
                    <a:pt x="489" y="683"/>
                    <a:pt x="489" y="683"/>
                  </a:cubicBezTo>
                  <a:cubicBezTo>
                    <a:pt x="486" y="684"/>
                    <a:pt x="486" y="684"/>
                    <a:pt x="486" y="684"/>
                  </a:cubicBezTo>
                  <a:cubicBezTo>
                    <a:pt x="486" y="673"/>
                    <a:pt x="486" y="673"/>
                    <a:pt x="486" y="673"/>
                  </a:cubicBezTo>
                  <a:cubicBezTo>
                    <a:pt x="489" y="671"/>
                    <a:pt x="489" y="671"/>
                    <a:pt x="489" y="671"/>
                  </a:cubicBezTo>
                  <a:close/>
                  <a:moveTo>
                    <a:pt x="489" y="737"/>
                  </a:moveTo>
                  <a:cubicBezTo>
                    <a:pt x="489" y="754"/>
                    <a:pt x="489" y="754"/>
                    <a:pt x="489" y="754"/>
                  </a:cubicBezTo>
                  <a:cubicBezTo>
                    <a:pt x="488" y="753"/>
                    <a:pt x="487" y="753"/>
                    <a:pt x="486" y="752"/>
                  </a:cubicBezTo>
                  <a:cubicBezTo>
                    <a:pt x="486" y="738"/>
                    <a:pt x="486" y="738"/>
                    <a:pt x="486" y="738"/>
                  </a:cubicBezTo>
                  <a:cubicBezTo>
                    <a:pt x="487" y="737"/>
                    <a:pt x="488" y="737"/>
                    <a:pt x="489" y="737"/>
                  </a:cubicBezTo>
                  <a:close/>
                  <a:moveTo>
                    <a:pt x="485" y="11"/>
                  </a:moveTo>
                  <a:cubicBezTo>
                    <a:pt x="486" y="12"/>
                    <a:pt x="486" y="12"/>
                    <a:pt x="486" y="12"/>
                  </a:cubicBezTo>
                  <a:cubicBezTo>
                    <a:pt x="486" y="45"/>
                    <a:pt x="486" y="45"/>
                    <a:pt x="486" y="45"/>
                  </a:cubicBezTo>
                  <a:cubicBezTo>
                    <a:pt x="485" y="42"/>
                    <a:pt x="485" y="42"/>
                    <a:pt x="485" y="42"/>
                  </a:cubicBezTo>
                  <a:cubicBezTo>
                    <a:pt x="485" y="11"/>
                    <a:pt x="485" y="11"/>
                    <a:pt x="485" y="11"/>
                  </a:cubicBezTo>
                  <a:close/>
                  <a:moveTo>
                    <a:pt x="486" y="783"/>
                  </a:moveTo>
                  <a:cubicBezTo>
                    <a:pt x="485" y="784"/>
                    <a:pt x="485" y="784"/>
                    <a:pt x="485" y="784"/>
                  </a:cubicBezTo>
                  <a:cubicBezTo>
                    <a:pt x="485" y="774"/>
                    <a:pt x="485" y="774"/>
                    <a:pt x="485" y="774"/>
                  </a:cubicBezTo>
                  <a:cubicBezTo>
                    <a:pt x="486" y="774"/>
                    <a:pt x="486" y="774"/>
                    <a:pt x="486" y="774"/>
                  </a:cubicBezTo>
                  <a:cubicBezTo>
                    <a:pt x="486" y="783"/>
                    <a:pt x="486" y="783"/>
                    <a:pt x="486" y="783"/>
                  </a:cubicBezTo>
                  <a:close/>
                  <a:moveTo>
                    <a:pt x="486" y="50"/>
                  </a:moveTo>
                  <a:cubicBezTo>
                    <a:pt x="486" y="57"/>
                    <a:pt x="486" y="57"/>
                    <a:pt x="486" y="57"/>
                  </a:cubicBezTo>
                  <a:cubicBezTo>
                    <a:pt x="485" y="57"/>
                    <a:pt x="485" y="57"/>
                    <a:pt x="485" y="57"/>
                  </a:cubicBezTo>
                  <a:cubicBezTo>
                    <a:pt x="485" y="50"/>
                    <a:pt x="485" y="50"/>
                    <a:pt x="485" y="50"/>
                  </a:cubicBezTo>
                  <a:cubicBezTo>
                    <a:pt x="486" y="50"/>
                    <a:pt x="486" y="50"/>
                    <a:pt x="486" y="50"/>
                  </a:cubicBezTo>
                  <a:close/>
                  <a:moveTo>
                    <a:pt x="486" y="75"/>
                  </a:moveTo>
                  <a:cubicBezTo>
                    <a:pt x="486" y="121"/>
                    <a:pt x="486" y="121"/>
                    <a:pt x="486" y="121"/>
                  </a:cubicBezTo>
                  <a:cubicBezTo>
                    <a:pt x="485" y="121"/>
                    <a:pt x="485" y="121"/>
                    <a:pt x="485" y="121"/>
                  </a:cubicBezTo>
                  <a:cubicBezTo>
                    <a:pt x="485" y="75"/>
                    <a:pt x="485" y="75"/>
                    <a:pt x="485" y="75"/>
                  </a:cubicBezTo>
                  <a:cubicBezTo>
                    <a:pt x="486" y="75"/>
                    <a:pt x="486" y="75"/>
                    <a:pt x="486" y="75"/>
                  </a:cubicBezTo>
                  <a:close/>
                  <a:moveTo>
                    <a:pt x="486" y="124"/>
                  </a:moveTo>
                  <a:cubicBezTo>
                    <a:pt x="486" y="140"/>
                    <a:pt x="486" y="140"/>
                    <a:pt x="486" y="140"/>
                  </a:cubicBezTo>
                  <a:cubicBezTo>
                    <a:pt x="485" y="139"/>
                    <a:pt x="485" y="139"/>
                    <a:pt x="485" y="139"/>
                  </a:cubicBezTo>
                  <a:cubicBezTo>
                    <a:pt x="485" y="124"/>
                    <a:pt x="485" y="124"/>
                    <a:pt x="485" y="124"/>
                  </a:cubicBezTo>
                  <a:cubicBezTo>
                    <a:pt x="486" y="124"/>
                    <a:pt x="486" y="124"/>
                    <a:pt x="486" y="124"/>
                  </a:cubicBezTo>
                  <a:close/>
                  <a:moveTo>
                    <a:pt x="486" y="141"/>
                  </a:moveTo>
                  <a:cubicBezTo>
                    <a:pt x="486" y="148"/>
                    <a:pt x="486" y="148"/>
                    <a:pt x="486" y="148"/>
                  </a:cubicBezTo>
                  <a:cubicBezTo>
                    <a:pt x="485" y="148"/>
                    <a:pt x="485" y="148"/>
                    <a:pt x="485" y="148"/>
                  </a:cubicBezTo>
                  <a:cubicBezTo>
                    <a:pt x="485" y="141"/>
                    <a:pt x="485" y="141"/>
                    <a:pt x="485" y="141"/>
                  </a:cubicBezTo>
                  <a:cubicBezTo>
                    <a:pt x="486" y="141"/>
                    <a:pt x="486" y="141"/>
                    <a:pt x="486" y="141"/>
                  </a:cubicBezTo>
                  <a:close/>
                  <a:moveTo>
                    <a:pt x="486" y="182"/>
                  </a:moveTo>
                  <a:cubicBezTo>
                    <a:pt x="486" y="212"/>
                    <a:pt x="486" y="212"/>
                    <a:pt x="486" y="212"/>
                  </a:cubicBezTo>
                  <a:cubicBezTo>
                    <a:pt x="485" y="211"/>
                    <a:pt x="485" y="211"/>
                    <a:pt x="485" y="211"/>
                  </a:cubicBezTo>
                  <a:cubicBezTo>
                    <a:pt x="485" y="206"/>
                    <a:pt x="485" y="206"/>
                    <a:pt x="485" y="206"/>
                  </a:cubicBezTo>
                  <a:cubicBezTo>
                    <a:pt x="486" y="205"/>
                    <a:pt x="486" y="205"/>
                    <a:pt x="486" y="205"/>
                  </a:cubicBezTo>
                  <a:cubicBezTo>
                    <a:pt x="486" y="203"/>
                    <a:pt x="486" y="201"/>
                    <a:pt x="485" y="200"/>
                  </a:cubicBezTo>
                  <a:cubicBezTo>
                    <a:pt x="485" y="182"/>
                    <a:pt x="485" y="182"/>
                    <a:pt x="485" y="182"/>
                  </a:cubicBezTo>
                  <a:cubicBezTo>
                    <a:pt x="486" y="182"/>
                    <a:pt x="486" y="182"/>
                    <a:pt x="486" y="182"/>
                  </a:cubicBezTo>
                  <a:close/>
                  <a:moveTo>
                    <a:pt x="486" y="237"/>
                  </a:moveTo>
                  <a:cubicBezTo>
                    <a:pt x="486" y="266"/>
                    <a:pt x="486" y="266"/>
                    <a:pt x="486" y="266"/>
                  </a:cubicBezTo>
                  <a:cubicBezTo>
                    <a:pt x="486" y="266"/>
                    <a:pt x="486" y="266"/>
                    <a:pt x="485" y="266"/>
                  </a:cubicBezTo>
                  <a:cubicBezTo>
                    <a:pt x="485" y="236"/>
                    <a:pt x="485" y="236"/>
                    <a:pt x="485" y="236"/>
                  </a:cubicBezTo>
                  <a:cubicBezTo>
                    <a:pt x="486" y="237"/>
                    <a:pt x="486" y="237"/>
                    <a:pt x="486" y="237"/>
                  </a:cubicBezTo>
                  <a:close/>
                  <a:moveTo>
                    <a:pt x="486" y="295"/>
                  </a:moveTo>
                  <a:cubicBezTo>
                    <a:pt x="486" y="301"/>
                    <a:pt x="486" y="301"/>
                    <a:pt x="486" y="301"/>
                  </a:cubicBezTo>
                  <a:cubicBezTo>
                    <a:pt x="486" y="301"/>
                    <a:pt x="486" y="301"/>
                    <a:pt x="485" y="301"/>
                  </a:cubicBezTo>
                  <a:cubicBezTo>
                    <a:pt x="485" y="296"/>
                    <a:pt x="485" y="296"/>
                    <a:pt x="485" y="296"/>
                  </a:cubicBezTo>
                  <a:cubicBezTo>
                    <a:pt x="486" y="295"/>
                    <a:pt x="486" y="295"/>
                    <a:pt x="486" y="295"/>
                  </a:cubicBezTo>
                  <a:close/>
                  <a:moveTo>
                    <a:pt x="486" y="309"/>
                  </a:moveTo>
                  <a:cubicBezTo>
                    <a:pt x="486" y="313"/>
                    <a:pt x="486" y="313"/>
                    <a:pt x="486" y="313"/>
                  </a:cubicBezTo>
                  <a:cubicBezTo>
                    <a:pt x="486" y="313"/>
                    <a:pt x="486" y="313"/>
                    <a:pt x="485" y="313"/>
                  </a:cubicBezTo>
                  <a:cubicBezTo>
                    <a:pt x="485" y="308"/>
                    <a:pt x="485" y="308"/>
                    <a:pt x="485" y="308"/>
                  </a:cubicBezTo>
                  <a:cubicBezTo>
                    <a:pt x="486" y="309"/>
                    <a:pt x="486" y="309"/>
                    <a:pt x="486" y="309"/>
                  </a:cubicBezTo>
                  <a:close/>
                  <a:moveTo>
                    <a:pt x="486" y="322"/>
                  </a:moveTo>
                  <a:cubicBezTo>
                    <a:pt x="486" y="329"/>
                    <a:pt x="486" y="329"/>
                    <a:pt x="486" y="329"/>
                  </a:cubicBezTo>
                  <a:cubicBezTo>
                    <a:pt x="486" y="329"/>
                    <a:pt x="486" y="330"/>
                    <a:pt x="485" y="330"/>
                  </a:cubicBezTo>
                  <a:cubicBezTo>
                    <a:pt x="485" y="323"/>
                    <a:pt x="485" y="323"/>
                    <a:pt x="485" y="323"/>
                  </a:cubicBezTo>
                  <a:cubicBezTo>
                    <a:pt x="486" y="323"/>
                    <a:pt x="486" y="322"/>
                    <a:pt x="486" y="322"/>
                  </a:cubicBezTo>
                  <a:close/>
                  <a:moveTo>
                    <a:pt x="486" y="340"/>
                  </a:moveTo>
                  <a:cubicBezTo>
                    <a:pt x="486" y="354"/>
                    <a:pt x="486" y="354"/>
                    <a:pt x="486" y="354"/>
                  </a:cubicBezTo>
                  <a:cubicBezTo>
                    <a:pt x="486" y="355"/>
                    <a:pt x="486" y="355"/>
                    <a:pt x="485" y="355"/>
                  </a:cubicBezTo>
                  <a:cubicBezTo>
                    <a:pt x="485" y="339"/>
                    <a:pt x="485" y="339"/>
                    <a:pt x="485" y="339"/>
                  </a:cubicBezTo>
                  <a:cubicBezTo>
                    <a:pt x="486" y="340"/>
                    <a:pt x="486" y="340"/>
                    <a:pt x="486" y="340"/>
                  </a:cubicBezTo>
                  <a:close/>
                  <a:moveTo>
                    <a:pt x="486" y="366"/>
                  </a:moveTo>
                  <a:cubicBezTo>
                    <a:pt x="486" y="433"/>
                    <a:pt x="486" y="433"/>
                    <a:pt x="486" y="433"/>
                  </a:cubicBezTo>
                  <a:cubicBezTo>
                    <a:pt x="486" y="433"/>
                    <a:pt x="486" y="433"/>
                    <a:pt x="485" y="434"/>
                  </a:cubicBezTo>
                  <a:cubicBezTo>
                    <a:pt x="485" y="420"/>
                    <a:pt x="485" y="420"/>
                    <a:pt x="485" y="420"/>
                  </a:cubicBezTo>
                  <a:cubicBezTo>
                    <a:pt x="486" y="420"/>
                    <a:pt x="486" y="419"/>
                    <a:pt x="486" y="419"/>
                  </a:cubicBezTo>
                  <a:cubicBezTo>
                    <a:pt x="486" y="410"/>
                    <a:pt x="486" y="400"/>
                    <a:pt x="485" y="390"/>
                  </a:cubicBezTo>
                  <a:cubicBezTo>
                    <a:pt x="485" y="367"/>
                    <a:pt x="485" y="367"/>
                    <a:pt x="485" y="367"/>
                  </a:cubicBezTo>
                  <a:cubicBezTo>
                    <a:pt x="486" y="366"/>
                    <a:pt x="486" y="366"/>
                    <a:pt x="486" y="366"/>
                  </a:cubicBezTo>
                  <a:close/>
                  <a:moveTo>
                    <a:pt x="486" y="438"/>
                  </a:moveTo>
                  <a:cubicBezTo>
                    <a:pt x="486" y="442"/>
                    <a:pt x="486" y="442"/>
                    <a:pt x="486" y="442"/>
                  </a:cubicBezTo>
                  <a:cubicBezTo>
                    <a:pt x="485" y="442"/>
                    <a:pt x="485" y="442"/>
                    <a:pt x="485" y="442"/>
                  </a:cubicBezTo>
                  <a:cubicBezTo>
                    <a:pt x="485" y="438"/>
                    <a:pt x="485" y="438"/>
                    <a:pt x="485" y="438"/>
                  </a:cubicBezTo>
                  <a:cubicBezTo>
                    <a:pt x="486" y="438"/>
                    <a:pt x="486" y="438"/>
                    <a:pt x="486" y="438"/>
                  </a:cubicBezTo>
                  <a:close/>
                  <a:moveTo>
                    <a:pt x="486" y="448"/>
                  </a:moveTo>
                  <a:cubicBezTo>
                    <a:pt x="486" y="453"/>
                    <a:pt x="486" y="453"/>
                    <a:pt x="486" y="453"/>
                  </a:cubicBezTo>
                  <a:cubicBezTo>
                    <a:pt x="485" y="453"/>
                    <a:pt x="485" y="453"/>
                    <a:pt x="485" y="453"/>
                  </a:cubicBezTo>
                  <a:cubicBezTo>
                    <a:pt x="485" y="448"/>
                    <a:pt x="485" y="448"/>
                    <a:pt x="485" y="448"/>
                  </a:cubicBezTo>
                  <a:cubicBezTo>
                    <a:pt x="486" y="448"/>
                    <a:pt x="486" y="448"/>
                    <a:pt x="486" y="448"/>
                  </a:cubicBezTo>
                  <a:close/>
                  <a:moveTo>
                    <a:pt x="486" y="456"/>
                  </a:moveTo>
                  <a:cubicBezTo>
                    <a:pt x="486" y="463"/>
                    <a:pt x="486" y="463"/>
                    <a:pt x="486" y="463"/>
                  </a:cubicBezTo>
                  <a:cubicBezTo>
                    <a:pt x="485" y="465"/>
                    <a:pt x="485" y="465"/>
                    <a:pt x="485" y="465"/>
                  </a:cubicBezTo>
                  <a:cubicBezTo>
                    <a:pt x="485" y="457"/>
                    <a:pt x="485" y="457"/>
                    <a:pt x="485" y="457"/>
                  </a:cubicBezTo>
                  <a:cubicBezTo>
                    <a:pt x="486" y="456"/>
                    <a:pt x="486" y="456"/>
                    <a:pt x="486" y="456"/>
                  </a:cubicBezTo>
                  <a:close/>
                  <a:moveTo>
                    <a:pt x="486" y="473"/>
                  </a:moveTo>
                  <a:cubicBezTo>
                    <a:pt x="486" y="479"/>
                    <a:pt x="486" y="479"/>
                    <a:pt x="486" y="479"/>
                  </a:cubicBezTo>
                  <a:cubicBezTo>
                    <a:pt x="486" y="479"/>
                    <a:pt x="486" y="478"/>
                    <a:pt x="485" y="478"/>
                  </a:cubicBezTo>
                  <a:cubicBezTo>
                    <a:pt x="485" y="472"/>
                    <a:pt x="485" y="472"/>
                    <a:pt x="485" y="472"/>
                  </a:cubicBezTo>
                  <a:cubicBezTo>
                    <a:pt x="486" y="473"/>
                    <a:pt x="486" y="473"/>
                    <a:pt x="486" y="473"/>
                  </a:cubicBezTo>
                  <a:close/>
                  <a:moveTo>
                    <a:pt x="486" y="489"/>
                  </a:moveTo>
                  <a:cubicBezTo>
                    <a:pt x="486" y="498"/>
                    <a:pt x="486" y="498"/>
                    <a:pt x="486" y="498"/>
                  </a:cubicBezTo>
                  <a:cubicBezTo>
                    <a:pt x="485" y="499"/>
                    <a:pt x="485" y="499"/>
                    <a:pt x="485" y="499"/>
                  </a:cubicBezTo>
                  <a:cubicBezTo>
                    <a:pt x="485" y="491"/>
                    <a:pt x="485" y="491"/>
                    <a:pt x="485" y="491"/>
                  </a:cubicBezTo>
                  <a:cubicBezTo>
                    <a:pt x="486" y="490"/>
                    <a:pt x="486" y="490"/>
                    <a:pt x="486" y="489"/>
                  </a:cubicBezTo>
                  <a:close/>
                  <a:moveTo>
                    <a:pt x="486" y="503"/>
                  </a:moveTo>
                  <a:cubicBezTo>
                    <a:pt x="486" y="509"/>
                    <a:pt x="486" y="509"/>
                    <a:pt x="486" y="509"/>
                  </a:cubicBezTo>
                  <a:cubicBezTo>
                    <a:pt x="485" y="508"/>
                    <a:pt x="485" y="508"/>
                    <a:pt x="485" y="508"/>
                  </a:cubicBezTo>
                  <a:cubicBezTo>
                    <a:pt x="485" y="502"/>
                    <a:pt x="485" y="502"/>
                    <a:pt x="485" y="502"/>
                  </a:cubicBezTo>
                  <a:cubicBezTo>
                    <a:pt x="486" y="503"/>
                    <a:pt x="486" y="503"/>
                    <a:pt x="486" y="503"/>
                  </a:cubicBezTo>
                  <a:close/>
                  <a:moveTo>
                    <a:pt x="486" y="542"/>
                  </a:moveTo>
                  <a:cubicBezTo>
                    <a:pt x="486" y="558"/>
                    <a:pt x="486" y="558"/>
                    <a:pt x="486" y="558"/>
                  </a:cubicBezTo>
                  <a:cubicBezTo>
                    <a:pt x="485" y="558"/>
                    <a:pt x="485" y="558"/>
                    <a:pt x="485" y="558"/>
                  </a:cubicBezTo>
                  <a:cubicBezTo>
                    <a:pt x="485" y="541"/>
                    <a:pt x="485" y="541"/>
                    <a:pt x="485" y="541"/>
                  </a:cubicBezTo>
                  <a:cubicBezTo>
                    <a:pt x="486" y="542"/>
                    <a:pt x="486" y="542"/>
                    <a:pt x="486" y="542"/>
                  </a:cubicBezTo>
                  <a:close/>
                  <a:moveTo>
                    <a:pt x="486" y="559"/>
                  </a:moveTo>
                  <a:cubicBezTo>
                    <a:pt x="486" y="574"/>
                    <a:pt x="486" y="574"/>
                    <a:pt x="486" y="574"/>
                  </a:cubicBezTo>
                  <a:cubicBezTo>
                    <a:pt x="485" y="574"/>
                    <a:pt x="485" y="574"/>
                    <a:pt x="485" y="574"/>
                  </a:cubicBezTo>
                  <a:cubicBezTo>
                    <a:pt x="485" y="563"/>
                    <a:pt x="485" y="563"/>
                    <a:pt x="485" y="563"/>
                  </a:cubicBezTo>
                  <a:cubicBezTo>
                    <a:pt x="486" y="563"/>
                    <a:pt x="486" y="563"/>
                    <a:pt x="486" y="563"/>
                  </a:cubicBezTo>
                  <a:cubicBezTo>
                    <a:pt x="486" y="562"/>
                    <a:pt x="486" y="560"/>
                    <a:pt x="486" y="559"/>
                  </a:cubicBezTo>
                  <a:close/>
                  <a:moveTo>
                    <a:pt x="486" y="592"/>
                  </a:moveTo>
                  <a:cubicBezTo>
                    <a:pt x="486" y="602"/>
                    <a:pt x="486" y="602"/>
                    <a:pt x="486" y="602"/>
                  </a:cubicBezTo>
                  <a:cubicBezTo>
                    <a:pt x="486" y="602"/>
                    <a:pt x="486" y="602"/>
                    <a:pt x="485" y="602"/>
                  </a:cubicBezTo>
                  <a:cubicBezTo>
                    <a:pt x="485" y="592"/>
                    <a:pt x="485" y="592"/>
                    <a:pt x="485" y="592"/>
                  </a:cubicBezTo>
                  <a:cubicBezTo>
                    <a:pt x="486" y="592"/>
                    <a:pt x="486" y="592"/>
                    <a:pt x="486" y="592"/>
                  </a:cubicBezTo>
                  <a:close/>
                  <a:moveTo>
                    <a:pt x="486" y="614"/>
                  </a:moveTo>
                  <a:cubicBezTo>
                    <a:pt x="486" y="622"/>
                    <a:pt x="486" y="622"/>
                    <a:pt x="486" y="622"/>
                  </a:cubicBezTo>
                  <a:cubicBezTo>
                    <a:pt x="485" y="623"/>
                    <a:pt x="485" y="623"/>
                    <a:pt x="485" y="623"/>
                  </a:cubicBezTo>
                  <a:cubicBezTo>
                    <a:pt x="485" y="614"/>
                    <a:pt x="485" y="614"/>
                    <a:pt x="485" y="614"/>
                  </a:cubicBezTo>
                  <a:cubicBezTo>
                    <a:pt x="486" y="614"/>
                    <a:pt x="486" y="614"/>
                    <a:pt x="486" y="614"/>
                  </a:cubicBezTo>
                  <a:close/>
                  <a:moveTo>
                    <a:pt x="486" y="673"/>
                  </a:moveTo>
                  <a:cubicBezTo>
                    <a:pt x="486" y="684"/>
                    <a:pt x="486" y="684"/>
                    <a:pt x="486" y="684"/>
                  </a:cubicBezTo>
                  <a:cubicBezTo>
                    <a:pt x="485" y="685"/>
                    <a:pt x="485" y="685"/>
                    <a:pt x="485" y="685"/>
                  </a:cubicBezTo>
                  <a:cubicBezTo>
                    <a:pt x="485" y="673"/>
                    <a:pt x="485" y="673"/>
                    <a:pt x="485" y="673"/>
                  </a:cubicBezTo>
                  <a:cubicBezTo>
                    <a:pt x="486" y="673"/>
                    <a:pt x="486" y="673"/>
                    <a:pt x="486" y="673"/>
                  </a:cubicBezTo>
                  <a:close/>
                  <a:moveTo>
                    <a:pt x="486" y="738"/>
                  </a:moveTo>
                  <a:cubicBezTo>
                    <a:pt x="486" y="752"/>
                    <a:pt x="486" y="752"/>
                    <a:pt x="486" y="752"/>
                  </a:cubicBezTo>
                  <a:cubicBezTo>
                    <a:pt x="486" y="752"/>
                    <a:pt x="486" y="752"/>
                    <a:pt x="485" y="751"/>
                  </a:cubicBezTo>
                  <a:cubicBezTo>
                    <a:pt x="485" y="738"/>
                    <a:pt x="485" y="738"/>
                    <a:pt x="485" y="738"/>
                  </a:cubicBezTo>
                  <a:lnTo>
                    <a:pt x="486" y="738"/>
                  </a:lnTo>
                  <a:close/>
                  <a:moveTo>
                    <a:pt x="484" y="11"/>
                  </a:moveTo>
                  <a:cubicBezTo>
                    <a:pt x="485" y="11"/>
                    <a:pt x="485" y="11"/>
                    <a:pt x="485" y="11"/>
                  </a:cubicBezTo>
                  <a:cubicBezTo>
                    <a:pt x="485" y="42"/>
                    <a:pt x="485" y="42"/>
                    <a:pt x="485" y="42"/>
                  </a:cubicBezTo>
                  <a:cubicBezTo>
                    <a:pt x="485" y="40"/>
                    <a:pt x="484" y="38"/>
                    <a:pt x="484" y="37"/>
                  </a:cubicBezTo>
                  <a:cubicBezTo>
                    <a:pt x="484" y="11"/>
                    <a:pt x="484" y="11"/>
                    <a:pt x="484" y="11"/>
                  </a:cubicBezTo>
                  <a:close/>
                  <a:moveTo>
                    <a:pt x="485" y="784"/>
                  </a:moveTo>
                  <a:cubicBezTo>
                    <a:pt x="484" y="784"/>
                    <a:pt x="484" y="784"/>
                    <a:pt x="484" y="784"/>
                  </a:cubicBezTo>
                  <a:cubicBezTo>
                    <a:pt x="484" y="774"/>
                    <a:pt x="484" y="774"/>
                    <a:pt x="484" y="774"/>
                  </a:cubicBezTo>
                  <a:cubicBezTo>
                    <a:pt x="484" y="774"/>
                    <a:pt x="485" y="774"/>
                    <a:pt x="485" y="774"/>
                  </a:cubicBezTo>
                  <a:cubicBezTo>
                    <a:pt x="485" y="774"/>
                    <a:pt x="485" y="774"/>
                    <a:pt x="485" y="774"/>
                  </a:cubicBezTo>
                  <a:cubicBezTo>
                    <a:pt x="485" y="784"/>
                    <a:pt x="485" y="784"/>
                    <a:pt x="485" y="784"/>
                  </a:cubicBezTo>
                  <a:close/>
                  <a:moveTo>
                    <a:pt x="485" y="50"/>
                  </a:moveTo>
                  <a:cubicBezTo>
                    <a:pt x="485" y="57"/>
                    <a:pt x="485" y="57"/>
                    <a:pt x="485" y="57"/>
                  </a:cubicBezTo>
                  <a:cubicBezTo>
                    <a:pt x="484" y="57"/>
                    <a:pt x="484" y="57"/>
                    <a:pt x="484" y="57"/>
                  </a:cubicBezTo>
                  <a:cubicBezTo>
                    <a:pt x="484" y="50"/>
                    <a:pt x="484" y="50"/>
                    <a:pt x="484" y="50"/>
                  </a:cubicBezTo>
                  <a:cubicBezTo>
                    <a:pt x="485" y="50"/>
                    <a:pt x="485" y="50"/>
                    <a:pt x="485" y="50"/>
                  </a:cubicBezTo>
                  <a:close/>
                  <a:moveTo>
                    <a:pt x="485" y="75"/>
                  </a:moveTo>
                  <a:cubicBezTo>
                    <a:pt x="485" y="121"/>
                    <a:pt x="485" y="121"/>
                    <a:pt x="485" y="121"/>
                  </a:cubicBezTo>
                  <a:cubicBezTo>
                    <a:pt x="485" y="121"/>
                    <a:pt x="484" y="120"/>
                    <a:pt x="484" y="120"/>
                  </a:cubicBezTo>
                  <a:cubicBezTo>
                    <a:pt x="484" y="75"/>
                    <a:pt x="484" y="75"/>
                    <a:pt x="484" y="75"/>
                  </a:cubicBezTo>
                  <a:cubicBezTo>
                    <a:pt x="485" y="75"/>
                    <a:pt x="485" y="75"/>
                    <a:pt x="485" y="75"/>
                  </a:cubicBezTo>
                  <a:close/>
                  <a:moveTo>
                    <a:pt x="485" y="124"/>
                  </a:moveTo>
                  <a:cubicBezTo>
                    <a:pt x="485" y="139"/>
                    <a:pt x="485" y="139"/>
                    <a:pt x="485" y="139"/>
                  </a:cubicBezTo>
                  <a:cubicBezTo>
                    <a:pt x="484" y="139"/>
                    <a:pt x="484" y="139"/>
                    <a:pt x="484" y="139"/>
                  </a:cubicBezTo>
                  <a:cubicBezTo>
                    <a:pt x="484" y="124"/>
                    <a:pt x="484" y="124"/>
                    <a:pt x="484" y="124"/>
                  </a:cubicBezTo>
                  <a:cubicBezTo>
                    <a:pt x="484" y="124"/>
                    <a:pt x="485" y="124"/>
                    <a:pt x="485" y="124"/>
                  </a:cubicBezTo>
                  <a:close/>
                  <a:moveTo>
                    <a:pt x="485" y="141"/>
                  </a:moveTo>
                  <a:cubicBezTo>
                    <a:pt x="485" y="148"/>
                    <a:pt x="485" y="148"/>
                    <a:pt x="485" y="148"/>
                  </a:cubicBezTo>
                  <a:cubicBezTo>
                    <a:pt x="484" y="148"/>
                    <a:pt x="484" y="148"/>
                    <a:pt x="484" y="148"/>
                  </a:cubicBezTo>
                  <a:cubicBezTo>
                    <a:pt x="484" y="140"/>
                    <a:pt x="484" y="140"/>
                    <a:pt x="484" y="140"/>
                  </a:cubicBezTo>
                  <a:cubicBezTo>
                    <a:pt x="484" y="140"/>
                    <a:pt x="485" y="140"/>
                    <a:pt x="485" y="141"/>
                  </a:cubicBezTo>
                  <a:close/>
                  <a:moveTo>
                    <a:pt x="485" y="182"/>
                  </a:moveTo>
                  <a:cubicBezTo>
                    <a:pt x="485" y="200"/>
                    <a:pt x="485" y="200"/>
                    <a:pt x="485" y="200"/>
                  </a:cubicBezTo>
                  <a:cubicBezTo>
                    <a:pt x="485" y="197"/>
                    <a:pt x="485" y="195"/>
                    <a:pt x="484" y="193"/>
                  </a:cubicBezTo>
                  <a:cubicBezTo>
                    <a:pt x="484" y="181"/>
                    <a:pt x="484" y="181"/>
                    <a:pt x="484" y="181"/>
                  </a:cubicBezTo>
                  <a:cubicBezTo>
                    <a:pt x="485" y="182"/>
                    <a:pt x="485" y="182"/>
                    <a:pt x="485" y="182"/>
                  </a:cubicBezTo>
                  <a:close/>
                  <a:moveTo>
                    <a:pt x="485" y="206"/>
                  </a:moveTo>
                  <a:cubicBezTo>
                    <a:pt x="485" y="211"/>
                    <a:pt x="485" y="211"/>
                    <a:pt x="485" y="211"/>
                  </a:cubicBezTo>
                  <a:cubicBezTo>
                    <a:pt x="485" y="211"/>
                    <a:pt x="484" y="211"/>
                    <a:pt x="484" y="211"/>
                  </a:cubicBezTo>
                  <a:cubicBezTo>
                    <a:pt x="484" y="206"/>
                    <a:pt x="484" y="206"/>
                    <a:pt x="484" y="206"/>
                  </a:cubicBezTo>
                  <a:cubicBezTo>
                    <a:pt x="484" y="206"/>
                    <a:pt x="485" y="206"/>
                    <a:pt x="485" y="206"/>
                  </a:cubicBezTo>
                  <a:close/>
                  <a:moveTo>
                    <a:pt x="485" y="236"/>
                  </a:moveTo>
                  <a:cubicBezTo>
                    <a:pt x="485" y="266"/>
                    <a:pt x="485" y="266"/>
                    <a:pt x="485" y="266"/>
                  </a:cubicBezTo>
                  <a:cubicBezTo>
                    <a:pt x="485" y="267"/>
                    <a:pt x="484" y="267"/>
                    <a:pt x="484" y="268"/>
                  </a:cubicBezTo>
                  <a:cubicBezTo>
                    <a:pt x="484" y="235"/>
                    <a:pt x="484" y="235"/>
                    <a:pt x="484" y="235"/>
                  </a:cubicBezTo>
                  <a:cubicBezTo>
                    <a:pt x="484" y="236"/>
                    <a:pt x="485" y="236"/>
                    <a:pt x="485" y="236"/>
                  </a:cubicBezTo>
                  <a:close/>
                  <a:moveTo>
                    <a:pt x="485" y="296"/>
                  </a:moveTo>
                  <a:cubicBezTo>
                    <a:pt x="485" y="301"/>
                    <a:pt x="485" y="301"/>
                    <a:pt x="485" y="301"/>
                  </a:cubicBezTo>
                  <a:cubicBezTo>
                    <a:pt x="485" y="302"/>
                    <a:pt x="484" y="302"/>
                    <a:pt x="484" y="302"/>
                  </a:cubicBezTo>
                  <a:cubicBezTo>
                    <a:pt x="484" y="297"/>
                    <a:pt x="484" y="297"/>
                    <a:pt x="484" y="297"/>
                  </a:cubicBezTo>
                  <a:cubicBezTo>
                    <a:pt x="485" y="296"/>
                    <a:pt x="485" y="296"/>
                    <a:pt x="485" y="296"/>
                  </a:cubicBezTo>
                  <a:close/>
                  <a:moveTo>
                    <a:pt x="485" y="308"/>
                  </a:moveTo>
                  <a:cubicBezTo>
                    <a:pt x="485" y="313"/>
                    <a:pt x="485" y="313"/>
                    <a:pt x="485" y="313"/>
                  </a:cubicBezTo>
                  <a:cubicBezTo>
                    <a:pt x="485" y="313"/>
                    <a:pt x="484" y="312"/>
                    <a:pt x="484" y="312"/>
                  </a:cubicBezTo>
                  <a:cubicBezTo>
                    <a:pt x="484" y="308"/>
                    <a:pt x="484" y="308"/>
                    <a:pt x="484" y="308"/>
                  </a:cubicBezTo>
                  <a:cubicBezTo>
                    <a:pt x="485" y="308"/>
                    <a:pt x="485" y="308"/>
                    <a:pt x="485" y="308"/>
                  </a:cubicBezTo>
                  <a:close/>
                  <a:moveTo>
                    <a:pt x="485" y="323"/>
                  </a:moveTo>
                  <a:cubicBezTo>
                    <a:pt x="485" y="330"/>
                    <a:pt x="485" y="330"/>
                    <a:pt x="485" y="330"/>
                  </a:cubicBezTo>
                  <a:cubicBezTo>
                    <a:pt x="485" y="330"/>
                    <a:pt x="484" y="331"/>
                    <a:pt x="484" y="332"/>
                  </a:cubicBezTo>
                  <a:cubicBezTo>
                    <a:pt x="484" y="322"/>
                    <a:pt x="484" y="322"/>
                    <a:pt x="484" y="322"/>
                  </a:cubicBezTo>
                  <a:cubicBezTo>
                    <a:pt x="485" y="323"/>
                    <a:pt x="485" y="323"/>
                    <a:pt x="485" y="323"/>
                  </a:cubicBezTo>
                  <a:cubicBezTo>
                    <a:pt x="485" y="323"/>
                    <a:pt x="485" y="323"/>
                    <a:pt x="485" y="323"/>
                  </a:cubicBezTo>
                  <a:close/>
                  <a:moveTo>
                    <a:pt x="485" y="339"/>
                  </a:moveTo>
                  <a:cubicBezTo>
                    <a:pt x="485" y="355"/>
                    <a:pt x="485" y="355"/>
                    <a:pt x="485" y="355"/>
                  </a:cubicBezTo>
                  <a:cubicBezTo>
                    <a:pt x="485" y="356"/>
                    <a:pt x="484" y="357"/>
                    <a:pt x="484" y="359"/>
                  </a:cubicBezTo>
                  <a:cubicBezTo>
                    <a:pt x="484" y="350"/>
                    <a:pt x="484" y="350"/>
                    <a:pt x="484" y="350"/>
                  </a:cubicBezTo>
                  <a:cubicBezTo>
                    <a:pt x="484" y="349"/>
                    <a:pt x="485" y="347"/>
                    <a:pt x="484" y="346"/>
                  </a:cubicBezTo>
                  <a:cubicBezTo>
                    <a:pt x="484" y="338"/>
                    <a:pt x="484" y="338"/>
                    <a:pt x="484" y="338"/>
                  </a:cubicBezTo>
                  <a:cubicBezTo>
                    <a:pt x="484" y="338"/>
                    <a:pt x="485" y="339"/>
                    <a:pt x="485" y="339"/>
                  </a:cubicBezTo>
                  <a:close/>
                  <a:moveTo>
                    <a:pt x="485" y="367"/>
                  </a:moveTo>
                  <a:cubicBezTo>
                    <a:pt x="485" y="390"/>
                    <a:pt x="485" y="390"/>
                    <a:pt x="485" y="390"/>
                  </a:cubicBezTo>
                  <a:cubicBezTo>
                    <a:pt x="485" y="387"/>
                    <a:pt x="485" y="384"/>
                    <a:pt x="484" y="381"/>
                  </a:cubicBezTo>
                  <a:cubicBezTo>
                    <a:pt x="484" y="369"/>
                    <a:pt x="484" y="369"/>
                    <a:pt x="484" y="369"/>
                  </a:cubicBezTo>
                  <a:cubicBezTo>
                    <a:pt x="485" y="367"/>
                    <a:pt x="485" y="367"/>
                    <a:pt x="485" y="367"/>
                  </a:cubicBezTo>
                  <a:close/>
                  <a:moveTo>
                    <a:pt x="485" y="420"/>
                  </a:moveTo>
                  <a:cubicBezTo>
                    <a:pt x="485" y="434"/>
                    <a:pt x="485" y="434"/>
                    <a:pt x="485" y="434"/>
                  </a:cubicBezTo>
                  <a:cubicBezTo>
                    <a:pt x="485" y="434"/>
                    <a:pt x="484" y="435"/>
                    <a:pt x="484" y="436"/>
                  </a:cubicBezTo>
                  <a:cubicBezTo>
                    <a:pt x="484" y="423"/>
                    <a:pt x="484" y="423"/>
                    <a:pt x="484" y="423"/>
                  </a:cubicBezTo>
                  <a:cubicBezTo>
                    <a:pt x="485" y="422"/>
                    <a:pt x="485" y="421"/>
                    <a:pt x="485" y="420"/>
                  </a:cubicBezTo>
                  <a:close/>
                  <a:moveTo>
                    <a:pt x="485" y="438"/>
                  </a:moveTo>
                  <a:cubicBezTo>
                    <a:pt x="485" y="442"/>
                    <a:pt x="485" y="442"/>
                    <a:pt x="485" y="442"/>
                  </a:cubicBezTo>
                  <a:cubicBezTo>
                    <a:pt x="484" y="442"/>
                    <a:pt x="484" y="442"/>
                    <a:pt x="484" y="442"/>
                  </a:cubicBezTo>
                  <a:cubicBezTo>
                    <a:pt x="484" y="438"/>
                    <a:pt x="484" y="438"/>
                    <a:pt x="484" y="438"/>
                  </a:cubicBezTo>
                  <a:cubicBezTo>
                    <a:pt x="485" y="438"/>
                    <a:pt x="485" y="438"/>
                    <a:pt x="485" y="438"/>
                  </a:cubicBezTo>
                  <a:close/>
                  <a:moveTo>
                    <a:pt x="485" y="448"/>
                  </a:moveTo>
                  <a:cubicBezTo>
                    <a:pt x="485" y="453"/>
                    <a:pt x="485" y="453"/>
                    <a:pt x="485" y="453"/>
                  </a:cubicBezTo>
                  <a:cubicBezTo>
                    <a:pt x="484" y="453"/>
                    <a:pt x="484" y="453"/>
                    <a:pt x="484" y="453"/>
                  </a:cubicBezTo>
                  <a:cubicBezTo>
                    <a:pt x="484" y="448"/>
                    <a:pt x="484" y="448"/>
                    <a:pt x="484" y="448"/>
                  </a:cubicBezTo>
                  <a:cubicBezTo>
                    <a:pt x="484" y="448"/>
                    <a:pt x="485" y="448"/>
                    <a:pt x="485" y="448"/>
                  </a:cubicBezTo>
                  <a:close/>
                  <a:moveTo>
                    <a:pt x="485" y="457"/>
                  </a:moveTo>
                  <a:cubicBezTo>
                    <a:pt x="485" y="465"/>
                    <a:pt x="485" y="465"/>
                    <a:pt x="485" y="465"/>
                  </a:cubicBezTo>
                  <a:cubicBezTo>
                    <a:pt x="485" y="465"/>
                    <a:pt x="484" y="466"/>
                    <a:pt x="484" y="467"/>
                  </a:cubicBezTo>
                  <a:cubicBezTo>
                    <a:pt x="484" y="458"/>
                    <a:pt x="484" y="458"/>
                    <a:pt x="484" y="458"/>
                  </a:cubicBezTo>
                  <a:cubicBezTo>
                    <a:pt x="484" y="458"/>
                    <a:pt x="484" y="458"/>
                    <a:pt x="484" y="458"/>
                  </a:cubicBezTo>
                  <a:cubicBezTo>
                    <a:pt x="485" y="457"/>
                    <a:pt x="485" y="457"/>
                    <a:pt x="485" y="457"/>
                  </a:cubicBezTo>
                  <a:close/>
                  <a:moveTo>
                    <a:pt x="485" y="472"/>
                  </a:moveTo>
                  <a:cubicBezTo>
                    <a:pt x="485" y="478"/>
                    <a:pt x="485" y="478"/>
                    <a:pt x="485" y="478"/>
                  </a:cubicBezTo>
                  <a:cubicBezTo>
                    <a:pt x="485" y="478"/>
                    <a:pt x="485" y="477"/>
                    <a:pt x="485" y="477"/>
                  </a:cubicBezTo>
                  <a:cubicBezTo>
                    <a:pt x="484" y="477"/>
                    <a:pt x="484" y="478"/>
                    <a:pt x="484" y="478"/>
                  </a:cubicBezTo>
                  <a:cubicBezTo>
                    <a:pt x="484" y="471"/>
                    <a:pt x="484" y="471"/>
                    <a:pt x="484" y="471"/>
                  </a:cubicBezTo>
                  <a:cubicBezTo>
                    <a:pt x="485" y="472"/>
                    <a:pt x="485" y="472"/>
                    <a:pt x="485" y="472"/>
                  </a:cubicBezTo>
                  <a:close/>
                  <a:moveTo>
                    <a:pt x="485" y="491"/>
                  </a:moveTo>
                  <a:cubicBezTo>
                    <a:pt x="485" y="499"/>
                    <a:pt x="485" y="499"/>
                    <a:pt x="485" y="499"/>
                  </a:cubicBezTo>
                  <a:cubicBezTo>
                    <a:pt x="485" y="501"/>
                    <a:pt x="485" y="501"/>
                    <a:pt x="485" y="501"/>
                  </a:cubicBezTo>
                  <a:cubicBezTo>
                    <a:pt x="485" y="502"/>
                    <a:pt x="485" y="502"/>
                    <a:pt x="485" y="502"/>
                  </a:cubicBezTo>
                  <a:cubicBezTo>
                    <a:pt x="485" y="508"/>
                    <a:pt x="485" y="508"/>
                    <a:pt x="485" y="508"/>
                  </a:cubicBezTo>
                  <a:cubicBezTo>
                    <a:pt x="484" y="507"/>
                    <a:pt x="484" y="507"/>
                    <a:pt x="484" y="507"/>
                  </a:cubicBezTo>
                  <a:cubicBezTo>
                    <a:pt x="484" y="493"/>
                    <a:pt x="484" y="493"/>
                    <a:pt x="484" y="493"/>
                  </a:cubicBezTo>
                  <a:cubicBezTo>
                    <a:pt x="484" y="492"/>
                    <a:pt x="485" y="492"/>
                    <a:pt x="485" y="491"/>
                  </a:cubicBezTo>
                  <a:close/>
                  <a:moveTo>
                    <a:pt x="485" y="541"/>
                  </a:moveTo>
                  <a:cubicBezTo>
                    <a:pt x="485" y="558"/>
                    <a:pt x="485" y="558"/>
                    <a:pt x="485" y="558"/>
                  </a:cubicBezTo>
                  <a:cubicBezTo>
                    <a:pt x="485" y="558"/>
                    <a:pt x="484" y="559"/>
                    <a:pt x="484" y="559"/>
                  </a:cubicBezTo>
                  <a:cubicBezTo>
                    <a:pt x="484" y="539"/>
                    <a:pt x="484" y="539"/>
                    <a:pt x="484" y="539"/>
                  </a:cubicBezTo>
                  <a:cubicBezTo>
                    <a:pt x="485" y="541"/>
                    <a:pt x="485" y="541"/>
                    <a:pt x="485" y="541"/>
                  </a:cubicBezTo>
                  <a:close/>
                  <a:moveTo>
                    <a:pt x="485" y="563"/>
                  </a:moveTo>
                  <a:cubicBezTo>
                    <a:pt x="485" y="574"/>
                    <a:pt x="485" y="574"/>
                    <a:pt x="485" y="574"/>
                  </a:cubicBezTo>
                  <a:cubicBezTo>
                    <a:pt x="484" y="575"/>
                    <a:pt x="484" y="575"/>
                    <a:pt x="484" y="575"/>
                  </a:cubicBezTo>
                  <a:cubicBezTo>
                    <a:pt x="484" y="564"/>
                    <a:pt x="484" y="564"/>
                    <a:pt x="484" y="564"/>
                  </a:cubicBezTo>
                  <a:cubicBezTo>
                    <a:pt x="485" y="563"/>
                    <a:pt x="485" y="563"/>
                    <a:pt x="485" y="563"/>
                  </a:cubicBezTo>
                  <a:close/>
                  <a:moveTo>
                    <a:pt x="485" y="592"/>
                  </a:moveTo>
                  <a:cubicBezTo>
                    <a:pt x="485" y="602"/>
                    <a:pt x="485" y="602"/>
                    <a:pt x="485" y="602"/>
                  </a:cubicBezTo>
                  <a:cubicBezTo>
                    <a:pt x="485" y="602"/>
                    <a:pt x="484" y="602"/>
                    <a:pt x="484" y="602"/>
                  </a:cubicBezTo>
                  <a:cubicBezTo>
                    <a:pt x="484" y="593"/>
                    <a:pt x="484" y="593"/>
                    <a:pt x="484" y="593"/>
                  </a:cubicBezTo>
                  <a:cubicBezTo>
                    <a:pt x="484" y="593"/>
                    <a:pt x="485" y="593"/>
                    <a:pt x="485" y="592"/>
                  </a:cubicBezTo>
                  <a:close/>
                  <a:moveTo>
                    <a:pt x="485" y="614"/>
                  </a:moveTo>
                  <a:cubicBezTo>
                    <a:pt x="485" y="623"/>
                    <a:pt x="485" y="623"/>
                    <a:pt x="485" y="623"/>
                  </a:cubicBezTo>
                  <a:cubicBezTo>
                    <a:pt x="484" y="623"/>
                    <a:pt x="484" y="623"/>
                    <a:pt x="484" y="623"/>
                  </a:cubicBezTo>
                  <a:cubicBezTo>
                    <a:pt x="484" y="613"/>
                    <a:pt x="484" y="613"/>
                    <a:pt x="484" y="613"/>
                  </a:cubicBezTo>
                  <a:cubicBezTo>
                    <a:pt x="485" y="614"/>
                    <a:pt x="485" y="614"/>
                    <a:pt x="485" y="614"/>
                  </a:cubicBezTo>
                  <a:close/>
                  <a:moveTo>
                    <a:pt x="485" y="673"/>
                  </a:moveTo>
                  <a:cubicBezTo>
                    <a:pt x="485" y="685"/>
                    <a:pt x="485" y="685"/>
                    <a:pt x="485" y="685"/>
                  </a:cubicBezTo>
                  <a:cubicBezTo>
                    <a:pt x="484" y="685"/>
                    <a:pt x="484" y="685"/>
                    <a:pt x="484" y="685"/>
                  </a:cubicBezTo>
                  <a:cubicBezTo>
                    <a:pt x="484" y="673"/>
                    <a:pt x="484" y="673"/>
                    <a:pt x="484" y="673"/>
                  </a:cubicBezTo>
                  <a:cubicBezTo>
                    <a:pt x="485" y="673"/>
                    <a:pt x="485" y="673"/>
                    <a:pt x="485" y="673"/>
                  </a:cubicBezTo>
                  <a:close/>
                  <a:moveTo>
                    <a:pt x="485" y="738"/>
                  </a:moveTo>
                  <a:cubicBezTo>
                    <a:pt x="485" y="751"/>
                    <a:pt x="485" y="751"/>
                    <a:pt x="485" y="751"/>
                  </a:cubicBezTo>
                  <a:cubicBezTo>
                    <a:pt x="485" y="751"/>
                    <a:pt x="484" y="751"/>
                    <a:pt x="484" y="751"/>
                  </a:cubicBezTo>
                  <a:cubicBezTo>
                    <a:pt x="484" y="738"/>
                    <a:pt x="484" y="738"/>
                    <a:pt x="484" y="738"/>
                  </a:cubicBezTo>
                  <a:cubicBezTo>
                    <a:pt x="484" y="738"/>
                    <a:pt x="485" y="738"/>
                    <a:pt x="485" y="738"/>
                  </a:cubicBezTo>
                  <a:close/>
                  <a:moveTo>
                    <a:pt x="484" y="11"/>
                  </a:moveTo>
                  <a:cubicBezTo>
                    <a:pt x="484" y="11"/>
                    <a:pt x="484" y="11"/>
                    <a:pt x="484" y="11"/>
                  </a:cubicBezTo>
                  <a:cubicBezTo>
                    <a:pt x="484" y="37"/>
                    <a:pt x="484" y="37"/>
                    <a:pt x="484" y="37"/>
                  </a:cubicBezTo>
                  <a:cubicBezTo>
                    <a:pt x="484" y="35"/>
                    <a:pt x="484" y="35"/>
                    <a:pt x="484" y="35"/>
                  </a:cubicBezTo>
                  <a:cubicBezTo>
                    <a:pt x="484" y="11"/>
                    <a:pt x="484" y="11"/>
                    <a:pt x="484" y="11"/>
                  </a:cubicBezTo>
                  <a:close/>
                  <a:moveTo>
                    <a:pt x="484" y="784"/>
                  </a:moveTo>
                  <a:cubicBezTo>
                    <a:pt x="484" y="784"/>
                    <a:pt x="484" y="784"/>
                    <a:pt x="484" y="784"/>
                  </a:cubicBezTo>
                  <a:cubicBezTo>
                    <a:pt x="484" y="774"/>
                    <a:pt x="484" y="774"/>
                    <a:pt x="484" y="774"/>
                  </a:cubicBezTo>
                  <a:cubicBezTo>
                    <a:pt x="484" y="774"/>
                    <a:pt x="484" y="774"/>
                    <a:pt x="484" y="774"/>
                  </a:cubicBezTo>
                  <a:cubicBezTo>
                    <a:pt x="484" y="784"/>
                    <a:pt x="484" y="784"/>
                    <a:pt x="484" y="784"/>
                  </a:cubicBezTo>
                  <a:close/>
                  <a:moveTo>
                    <a:pt x="484" y="50"/>
                  </a:moveTo>
                  <a:cubicBezTo>
                    <a:pt x="484" y="57"/>
                    <a:pt x="484" y="57"/>
                    <a:pt x="484" y="57"/>
                  </a:cubicBezTo>
                  <a:cubicBezTo>
                    <a:pt x="484" y="56"/>
                    <a:pt x="484" y="56"/>
                    <a:pt x="484" y="56"/>
                  </a:cubicBezTo>
                  <a:cubicBezTo>
                    <a:pt x="484" y="50"/>
                    <a:pt x="484" y="50"/>
                    <a:pt x="484" y="50"/>
                  </a:cubicBezTo>
                  <a:cubicBezTo>
                    <a:pt x="484" y="50"/>
                    <a:pt x="484" y="50"/>
                    <a:pt x="484" y="50"/>
                  </a:cubicBezTo>
                  <a:close/>
                  <a:moveTo>
                    <a:pt x="484" y="75"/>
                  </a:moveTo>
                  <a:cubicBezTo>
                    <a:pt x="484" y="120"/>
                    <a:pt x="484" y="120"/>
                    <a:pt x="484" y="120"/>
                  </a:cubicBezTo>
                  <a:cubicBezTo>
                    <a:pt x="484" y="120"/>
                    <a:pt x="484" y="120"/>
                    <a:pt x="484" y="120"/>
                  </a:cubicBezTo>
                  <a:cubicBezTo>
                    <a:pt x="484" y="122"/>
                    <a:pt x="484" y="123"/>
                    <a:pt x="484" y="124"/>
                  </a:cubicBezTo>
                  <a:cubicBezTo>
                    <a:pt x="484" y="124"/>
                    <a:pt x="484" y="124"/>
                    <a:pt x="484" y="124"/>
                  </a:cubicBezTo>
                  <a:cubicBezTo>
                    <a:pt x="484" y="139"/>
                    <a:pt x="484" y="139"/>
                    <a:pt x="484" y="139"/>
                  </a:cubicBezTo>
                  <a:cubicBezTo>
                    <a:pt x="484" y="139"/>
                    <a:pt x="484" y="139"/>
                    <a:pt x="484" y="139"/>
                  </a:cubicBezTo>
                  <a:cubicBezTo>
                    <a:pt x="484" y="75"/>
                    <a:pt x="484" y="75"/>
                    <a:pt x="484" y="75"/>
                  </a:cubicBezTo>
                  <a:cubicBezTo>
                    <a:pt x="484" y="75"/>
                    <a:pt x="484" y="75"/>
                    <a:pt x="484" y="75"/>
                  </a:cubicBezTo>
                  <a:cubicBezTo>
                    <a:pt x="484" y="75"/>
                    <a:pt x="484" y="75"/>
                    <a:pt x="484" y="75"/>
                  </a:cubicBezTo>
                  <a:close/>
                  <a:moveTo>
                    <a:pt x="484" y="140"/>
                  </a:moveTo>
                  <a:cubicBezTo>
                    <a:pt x="484" y="148"/>
                    <a:pt x="484" y="148"/>
                    <a:pt x="484" y="148"/>
                  </a:cubicBezTo>
                  <a:cubicBezTo>
                    <a:pt x="484" y="148"/>
                    <a:pt x="484" y="148"/>
                    <a:pt x="484" y="148"/>
                  </a:cubicBezTo>
                  <a:cubicBezTo>
                    <a:pt x="484" y="140"/>
                    <a:pt x="484" y="140"/>
                    <a:pt x="484" y="140"/>
                  </a:cubicBezTo>
                  <a:cubicBezTo>
                    <a:pt x="484" y="140"/>
                    <a:pt x="484" y="140"/>
                    <a:pt x="484" y="140"/>
                  </a:cubicBezTo>
                  <a:close/>
                  <a:moveTo>
                    <a:pt x="484" y="181"/>
                  </a:moveTo>
                  <a:cubicBezTo>
                    <a:pt x="484" y="193"/>
                    <a:pt x="484" y="193"/>
                    <a:pt x="484" y="193"/>
                  </a:cubicBezTo>
                  <a:cubicBezTo>
                    <a:pt x="484" y="192"/>
                    <a:pt x="484" y="192"/>
                    <a:pt x="484" y="191"/>
                  </a:cubicBezTo>
                  <a:cubicBezTo>
                    <a:pt x="484" y="181"/>
                    <a:pt x="484" y="181"/>
                    <a:pt x="484" y="181"/>
                  </a:cubicBezTo>
                  <a:cubicBezTo>
                    <a:pt x="484" y="181"/>
                    <a:pt x="484" y="181"/>
                    <a:pt x="484" y="181"/>
                  </a:cubicBezTo>
                  <a:close/>
                  <a:moveTo>
                    <a:pt x="484" y="206"/>
                  </a:moveTo>
                  <a:cubicBezTo>
                    <a:pt x="484" y="211"/>
                    <a:pt x="484" y="211"/>
                    <a:pt x="484" y="211"/>
                  </a:cubicBezTo>
                  <a:cubicBezTo>
                    <a:pt x="484" y="211"/>
                    <a:pt x="484" y="211"/>
                    <a:pt x="484" y="211"/>
                  </a:cubicBezTo>
                  <a:cubicBezTo>
                    <a:pt x="484" y="206"/>
                    <a:pt x="484" y="206"/>
                    <a:pt x="484" y="206"/>
                  </a:cubicBezTo>
                  <a:cubicBezTo>
                    <a:pt x="484" y="206"/>
                    <a:pt x="484" y="206"/>
                    <a:pt x="484" y="206"/>
                  </a:cubicBezTo>
                  <a:cubicBezTo>
                    <a:pt x="484" y="206"/>
                    <a:pt x="484" y="206"/>
                    <a:pt x="484" y="206"/>
                  </a:cubicBezTo>
                  <a:close/>
                  <a:moveTo>
                    <a:pt x="484" y="235"/>
                  </a:moveTo>
                  <a:cubicBezTo>
                    <a:pt x="484" y="268"/>
                    <a:pt x="484" y="268"/>
                    <a:pt x="484" y="268"/>
                  </a:cubicBezTo>
                  <a:cubicBezTo>
                    <a:pt x="484" y="268"/>
                    <a:pt x="484" y="268"/>
                    <a:pt x="484" y="268"/>
                  </a:cubicBezTo>
                  <a:cubicBezTo>
                    <a:pt x="484" y="235"/>
                    <a:pt x="484" y="235"/>
                    <a:pt x="484" y="235"/>
                  </a:cubicBezTo>
                  <a:cubicBezTo>
                    <a:pt x="484" y="235"/>
                    <a:pt x="484" y="235"/>
                    <a:pt x="484" y="235"/>
                  </a:cubicBezTo>
                  <a:close/>
                  <a:moveTo>
                    <a:pt x="484" y="297"/>
                  </a:moveTo>
                  <a:cubicBezTo>
                    <a:pt x="484" y="302"/>
                    <a:pt x="484" y="302"/>
                    <a:pt x="484" y="302"/>
                  </a:cubicBezTo>
                  <a:cubicBezTo>
                    <a:pt x="484" y="302"/>
                    <a:pt x="484" y="302"/>
                    <a:pt x="484" y="302"/>
                  </a:cubicBezTo>
                  <a:cubicBezTo>
                    <a:pt x="484" y="297"/>
                    <a:pt x="484" y="297"/>
                    <a:pt x="484" y="297"/>
                  </a:cubicBezTo>
                  <a:cubicBezTo>
                    <a:pt x="484" y="297"/>
                    <a:pt x="484" y="297"/>
                    <a:pt x="484" y="297"/>
                  </a:cubicBezTo>
                  <a:close/>
                  <a:moveTo>
                    <a:pt x="484" y="308"/>
                  </a:moveTo>
                  <a:cubicBezTo>
                    <a:pt x="484" y="312"/>
                    <a:pt x="484" y="312"/>
                    <a:pt x="484" y="312"/>
                  </a:cubicBezTo>
                  <a:cubicBezTo>
                    <a:pt x="484" y="312"/>
                    <a:pt x="484" y="312"/>
                    <a:pt x="484" y="312"/>
                  </a:cubicBezTo>
                  <a:cubicBezTo>
                    <a:pt x="484" y="307"/>
                    <a:pt x="484" y="307"/>
                    <a:pt x="484" y="307"/>
                  </a:cubicBezTo>
                  <a:cubicBezTo>
                    <a:pt x="484" y="308"/>
                    <a:pt x="484" y="308"/>
                    <a:pt x="484" y="308"/>
                  </a:cubicBezTo>
                  <a:close/>
                  <a:moveTo>
                    <a:pt x="484" y="322"/>
                  </a:moveTo>
                  <a:cubicBezTo>
                    <a:pt x="484" y="332"/>
                    <a:pt x="484" y="332"/>
                    <a:pt x="484" y="332"/>
                  </a:cubicBezTo>
                  <a:cubicBezTo>
                    <a:pt x="484" y="332"/>
                    <a:pt x="484" y="332"/>
                    <a:pt x="484" y="332"/>
                  </a:cubicBezTo>
                  <a:cubicBezTo>
                    <a:pt x="484" y="327"/>
                    <a:pt x="484" y="327"/>
                    <a:pt x="484" y="327"/>
                  </a:cubicBezTo>
                  <a:cubicBezTo>
                    <a:pt x="484" y="327"/>
                    <a:pt x="484" y="327"/>
                    <a:pt x="484" y="327"/>
                  </a:cubicBezTo>
                  <a:cubicBezTo>
                    <a:pt x="484" y="327"/>
                    <a:pt x="484" y="327"/>
                    <a:pt x="484" y="327"/>
                  </a:cubicBezTo>
                  <a:cubicBezTo>
                    <a:pt x="484" y="322"/>
                    <a:pt x="484" y="322"/>
                    <a:pt x="484" y="322"/>
                  </a:cubicBezTo>
                  <a:cubicBezTo>
                    <a:pt x="484" y="322"/>
                    <a:pt x="484" y="322"/>
                    <a:pt x="484" y="322"/>
                  </a:cubicBezTo>
                  <a:close/>
                  <a:moveTo>
                    <a:pt x="484" y="338"/>
                  </a:moveTo>
                  <a:cubicBezTo>
                    <a:pt x="484" y="346"/>
                    <a:pt x="484" y="346"/>
                    <a:pt x="484" y="346"/>
                  </a:cubicBezTo>
                  <a:cubicBezTo>
                    <a:pt x="484" y="345"/>
                    <a:pt x="484" y="345"/>
                    <a:pt x="484" y="344"/>
                  </a:cubicBezTo>
                  <a:cubicBezTo>
                    <a:pt x="484" y="337"/>
                    <a:pt x="484" y="337"/>
                    <a:pt x="484" y="337"/>
                  </a:cubicBezTo>
                  <a:cubicBezTo>
                    <a:pt x="484" y="338"/>
                    <a:pt x="484" y="338"/>
                    <a:pt x="484" y="338"/>
                  </a:cubicBezTo>
                  <a:close/>
                  <a:moveTo>
                    <a:pt x="484" y="350"/>
                  </a:moveTo>
                  <a:cubicBezTo>
                    <a:pt x="484" y="359"/>
                    <a:pt x="484" y="359"/>
                    <a:pt x="484" y="359"/>
                  </a:cubicBezTo>
                  <a:cubicBezTo>
                    <a:pt x="483" y="361"/>
                    <a:pt x="484" y="365"/>
                    <a:pt x="484" y="369"/>
                  </a:cubicBezTo>
                  <a:cubicBezTo>
                    <a:pt x="484" y="369"/>
                    <a:pt x="484" y="369"/>
                    <a:pt x="484" y="369"/>
                  </a:cubicBezTo>
                  <a:cubicBezTo>
                    <a:pt x="484" y="381"/>
                    <a:pt x="484" y="381"/>
                    <a:pt x="484" y="381"/>
                  </a:cubicBezTo>
                  <a:cubicBezTo>
                    <a:pt x="484" y="380"/>
                    <a:pt x="484" y="379"/>
                    <a:pt x="484" y="378"/>
                  </a:cubicBezTo>
                  <a:cubicBezTo>
                    <a:pt x="484" y="351"/>
                    <a:pt x="484" y="351"/>
                    <a:pt x="484" y="351"/>
                  </a:cubicBezTo>
                  <a:cubicBezTo>
                    <a:pt x="484" y="351"/>
                    <a:pt x="484" y="350"/>
                    <a:pt x="484" y="350"/>
                  </a:cubicBezTo>
                  <a:close/>
                  <a:moveTo>
                    <a:pt x="484" y="423"/>
                  </a:moveTo>
                  <a:cubicBezTo>
                    <a:pt x="484" y="436"/>
                    <a:pt x="484" y="436"/>
                    <a:pt x="484" y="436"/>
                  </a:cubicBezTo>
                  <a:cubicBezTo>
                    <a:pt x="484" y="436"/>
                    <a:pt x="484" y="436"/>
                    <a:pt x="484" y="437"/>
                  </a:cubicBezTo>
                  <a:cubicBezTo>
                    <a:pt x="484" y="425"/>
                    <a:pt x="484" y="425"/>
                    <a:pt x="484" y="425"/>
                  </a:cubicBezTo>
                  <a:cubicBezTo>
                    <a:pt x="484" y="423"/>
                    <a:pt x="484" y="423"/>
                    <a:pt x="484" y="423"/>
                  </a:cubicBezTo>
                  <a:close/>
                  <a:moveTo>
                    <a:pt x="484" y="438"/>
                  </a:moveTo>
                  <a:cubicBezTo>
                    <a:pt x="484" y="442"/>
                    <a:pt x="484" y="442"/>
                    <a:pt x="484" y="442"/>
                  </a:cubicBezTo>
                  <a:cubicBezTo>
                    <a:pt x="484" y="442"/>
                    <a:pt x="484" y="442"/>
                    <a:pt x="484" y="442"/>
                  </a:cubicBezTo>
                  <a:cubicBezTo>
                    <a:pt x="484" y="438"/>
                    <a:pt x="484" y="438"/>
                    <a:pt x="484" y="438"/>
                  </a:cubicBezTo>
                  <a:cubicBezTo>
                    <a:pt x="484" y="438"/>
                    <a:pt x="484" y="438"/>
                    <a:pt x="484" y="438"/>
                  </a:cubicBezTo>
                  <a:close/>
                  <a:moveTo>
                    <a:pt x="484" y="448"/>
                  </a:moveTo>
                  <a:cubicBezTo>
                    <a:pt x="484" y="453"/>
                    <a:pt x="484" y="453"/>
                    <a:pt x="484" y="453"/>
                  </a:cubicBezTo>
                  <a:cubicBezTo>
                    <a:pt x="484" y="453"/>
                    <a:pt x="484" y="453"/>
                    <a:pt x="484" y="453"/>
                  </a:cubicBezTo>
                  <a:cubicBezTo>
                    <a:pt x="484" y="448"/>
                    <a:pt x="484" y="448"/>
                    <a:pt x="484" y="448"/>
                  </a:cubicBezTo>
                  <a:cubicBezTo>
                    <a:pt x="484" y="448"/>
                    <a:pt x="484" y="448"/>
                    <a:pt x="484" y="448"/>
                  </a:cubicBezTo>
                  <a:close/>
                  <a:moveTo>
                    <a:pt x="484" y="458"/>
                  </a:moveTo>
                  <a:cubicBezTo>
                    <a:pt x="484" y="467"/>
                    <a:pt x="484" y="467"/>
                    <a:pt x="484" y="467"/>
                  </a:cubicBezTo>
                  <a:cubicBezTo>
                    <a:pt x="484" y="467"/>
                    <a:pt x="484" y="467"/>
                    <a:pt x="484" y="467"/>
                  </a:cubicBezTo>
                  <a:cubicBezTo>
                    <a:pt x="484" y="458"/>
                    <a:pt x="484" y="458"/>
                    <a:pt x="484" y="458"/>
                  </a:cubicBezTo>
                  <a:cubicBezTo>
                    <a:pt x="484" y="458"/>
                    <a:pt x="484" y="458"/>
                    <a:pt x="484" y="458"/>
                  </a:cubicBezTo>
                  <a:close/>
                  <a:moveTo>
                    <a:pt x="484" y="471"/>
                  </a:moveTo>
                  <a:cubicBezTo>
                    <a:pt x="484" y="478"/>
                    <a:pt x="484" y="478"/>
                    <a:pt x="484" y="478"/>
                  </a:cubicBezTo>
                  <a:cubicBezTo>
                    <a:pt x="484" y="478"/>
                    <a:pt x="484" y="478"/>
                    <a:pt x="484" y="478"/>
                  </a:cubicBezTo>
                  <a:cubicBezTo>
                    <a:pt x="484" y="471"/>
                    <a:pt x="484" y="471"/>
                    <a:pt x="484" y="471"/>
                  </a:cubicBezTo>
                  <a:cubicBezTo>
                    <a:pt x="484" y="471"/>
                    <a:pt x="484" y="471"/>
                    <a:pt x="484" y="471"/>
                  </a:cubicBezTo>
                  <a:close/>
                  <a:moveTo>
                    <a:pt x="484" y="493"/>
                  </a:moveTo>
                  <a:cubicBezTo>
                    <a:pt x="484" y="507"/>
                    <a:pt x="484" y="507"/>
                    <a:pt x="484" y="507"/>
                  </a:cubicBezTo>
                  <a:cubicBezTo>
                    <a:pt x="484" y="506"/>
                    <a:pt x="484" y="506"/>
                    <a:pt x="484" y="506"/>
                  </a:cubicBezTo>
                  <a:cubicBezTo>
                    <a:pt x="484" y="494"/>
                    <a:pt x="484" y="494"/>
                    <a:pt x="484" y="494"/>
                  </a:cubicBezTo>
                  <a:cubicBezTo>
                    <a:pt x="484" y="494"/>
                    <a:pt x="484" y="493"/>
                    <a:pt x="484" y="493"/>
                  </a:cubicBezTo>
                  <a:close/>
                  <a:moveTo>
                    <a:pt x="484" y="539"/>
                  </a:moveTo>
                  <a:cubicBezTo>
                    <a:pt x="484" y="559"/>
                    <a:pt x="484" y="559"/>
                    <a:pt x="484" y="559"/>
                  </a:cubicBezTo>
                  <a:cubicBezTo>
                    <a:pt x="484" y="559"/>
                    <a:pt x="484" y="559"/>
                    <a:pt x="484" y="559"/>
                  </a:cubicBezTo>
                  <a:cubicBezTo>
                    <a:pt x="484" y="538"/>
                    <a:pt x="484" y="538"/>
                    <a:pt x="484" y="538"/>
                  </a:cubicBezTo>
                  <a:cubicBezTo>
                    <a:pt x="484" y="539"/>
                    <a:pt x="484" y="539"/>
                    <a:pt x="484" y="539"/>
                  </a:cubicBezTo>
                  <a:close/>
                  <a:moveTo>
                    <a:pt x="484" y="564"/>
                  </a:moveTo>
                  <a:cubicBezTo>
                    <a:pt x="484" y="575"/>
                    <a:pt x="484" y="575"/>
                    <a:pt x="484" y="575"/>
                  </a:cubicBezTo>
                  <a:cubicBezTo>
                    <a:pt x="484" y="576"/>
                    <a:pt x="484" y="576"/>
                    <a:pt x="484" y="576"/>
                  </a:cubicBezTo>
                  <a:cubicBezTo>
                    <a:pt x="484" y="564"/>
                    <a:pt x="484" y="564"/>
                    <a:pt x="484" y="564"/>
                  </a:cubicBezTo>
                  <a:cubicBezTo>
                    <a:pt x="484" y="564"/>
                    <a:pt x="484" y="564"/>
                    <a:pt x="484" y="564"/>
                  </a:cubicBezTo>
                  <a:close/>
                  <a:moveTo>
                    <a:pt x="484" y="593"/>
                  </a:moveTo>
                  <a:cubicBezTo>
                    <a:pt x="484" y="602"/>
                    <a:pt x="484" y="602"/>
                    <a:pt x="484" y="602"/>
                  </a:cubicBezTo>
                  <a:cubicBezTo>
                    <a:pt x="484" y="602"/>
                    <a:pt x="484" y="601"/>
                    <a:pt x="484" y="601"/>
                  </a:cubicBezTo>
                  <a:cubicBezTo>
                    <a:pt x="484" y="594"/>
                    <a:pt x="484" y="594"/>
                    <a:pt x="484" y="594"/>
                  </a:cubicBezTo>
                  <a:cubicBezTo>
                    <a:pt x="484" y="593"/>
                    <a:pt x="484" y="593"/>
                    <a:pt x="484" y="593"/>
                  </a:cubicBezTo>
                  <a:close/>
                  <a:moveTo>
                    <a:pt x="484" y="613"/>
                  </a:moveTo>
                  <a:cubicBezTo>
                    <a:pt x="484" y="623"/>
                    <a:pt x="484" y="623"/>
                    <a:pt x="484" y="623"/>
                  </a:cubicBezTo>
                  <a:cubicBezTo>
                    <a:pt x="484" y="624"/>
                    <a:pt x="484" y="624"/>
                    <a:pt x="484" y="624"/>
                  </a:cubicBezTo>
                  <a:cubicBezTo>
                    <a:pt x="484" y="613"/>
                    <a:pt x="484" y="613"/>
                    <a:pt x="484" y="613"/>
                  </a:cubicBezTo>
                  <a:cubicBezTo>
                    <a:pt x="484" y="613"/>
                    <a:pt x="484" y="613"/>
                    <a:pt x="484" y="613"/>
                  </a:cubicBezTo>
                  <a:close/>
                  <a:moveTo>
                    <a:pt x="484" y="673"/>
                  </a:moveTo>
                  <a:cubicBezTo>
                    <a:pt x="484" y="685"/>
                    <a:pt x="484" y="685"/>
                    <a:pt x="484" y="685"/>
                  </a:cubicBezTo>
                  <a:cubicBezTo>
                    <a:pt x="484" y="685"/>
                    <a:pt x="484" y="685"/>
                    <a:pt x="484" y="685"/>
                  </a:cubicBezTo>
                  <a:cubicBezTo>
                    <a:pt x="484" y="684"/>
                    <a:pt x="484" y="684"/>
                    <a:pt x="484" y="684"/>
                  </a:cubicBezTo>
                  <a:cubicBezTo>
                    <a:pt x="484" y="673"/>
                    <a:pt x="484" y="673"/>
                    <a:pt x="484" y="673"/>
                  </a:cubicBezTo>
                  <a:cubicBezTo>
                    <a:pt x="484" y="673"/>
                    <a:pt x="484" y="673"/>
                    <a:pt x="484" y="673"/>
                  </a:cubicBezTo>
                  <a:close/>
                  <a:moveTo>
                    <a:pt x="484" y="738"/>
                  </a:moveTo>
                  <a:cubicBezTo>
                    <a:pt x="484" y="751"/>
                    <a:pt x="484" y="751"/>
                    <a:pt x="484" y="751"/>
                  </a:cubicBezTo>
                  <a:cubicBezTo>
                    <a:pt x="484" y="751"/>
                    <a:pt x="484" y="751"/>
                    <a:pt x="484" y="751"/>
                  </a:cubicBezTo>
                  <a:cubicBezTo>
                    <a:pt x="484" y="738"/>
                    <a:pt x="484" y="738"/>
                    <a:pt x="484" y="738"/>
                  </a:cubicBezTo>
                  <a:close/>
                  <a:moveTo>
                    <a:pt x="478" y="10"/>
                  </a:moveTo>
                  <a:cubicBezTo>
                    <a:pt x="478" y="10"/>
                    <a:pt x="479" y="10"/>
                    <a:pt x="479" y="10"/>
                  </a:cubicBezTo>
                  <a:cubicBezTo>
                    <a:pt x="481" y="10"/>
                    <a:pt x="482" y="11"/>
                    <a:pt x="484" y="11"/>
                  </a:cubicBezTo>
                  <a:cubicBezTo>
                    <a:pt x="484" y="35"/>
                    <a:pt x="484" y="35"/>
                    <a:pt x="484" y="35"/>
                  </a:cubicBezTo>
                  <a:cubicBezTo>
                    <a:pt x="482" y="30"/>
                    <a:pt x="480" y="25"/>
                    <a:pt x="478" y="22"/>
                  </a:cubicBezTo>
                  <a:cubicBezTo>
                    <a:pt x="478" y="10"/>
                    <a:pt x="478" y="10"/>
                    <a:pt x="478" y="10"/>
                  </a:cubicBezTo>
                  <a:close/>
                  <a:moveTo>
                    <a:pt x="484" y="784"/>
                  </a:moveTo>
                  <a:cubicBezTo>
                    <a:pt x="482" y="784"/>
                    <a:pt x="480" y="785"/>
                    <a:pt x="478" y="785"/>
                  </a:cubicBezTo>
                  <a:cubicBezTo>
                    <a:pt x="478" y="770"/>
                    <a:pt x="478" y="770"/>
                    <a:pt x="478" y="770"/>
                  </a:cubicBezTo>
                  <a:cubicBezTo>
                    <a:pt x="480" y="772"/>
                    <a:pt x="482" y="773"/>
                    <a:pt x="484" y="774"/>
                  </a:cubicBezTo>
                  <a:cubicBezTo>
                    <a:pt x="484" y="784"/>
                    <a:pt x="484" y="784"/>
                    <a:pt x="484" y="784"/>
                  </a:cubicBezTo>
                  <a:close/>
                  <a:moveTo>
                    <a:pt x="484" y="50"/>
                  </a:moveTo>
                  <a:cubicBezTo>
                    <a:pt x="484" y="56"/>
                    <a:pt x="484" y="56"/>
                    <a:pt x="484" y="56"/>
                  </a:cubicBezTo>
                  <a:cubicBezTo>
                    <a:pt x="482" y="56"/>
                    <a:pt x="480" y="56"/>
                    <a:pt x="478" y="56"/>
                  </a:cubicBezTo>
                  <a:cubicBezTo>
                    <a:pt x="478" y="48"/>
                    <a:pt x="478" y="48"/>
                    <a:pt x="478" y="48"/>
                  </a:cubicBezTo>
                  <a:cubicBezTo>
                    <a:pt x="483" y="50"/>
                    <a:pt x="483" y="50"/>
                    <a:pt x="483" y="50"/>
                  </a:cubicBezTo>
                  <a:cubicBezTo>
                    <a:pt x="484" y="50"/>
                    <a:pt x="484" y="50"/>
                    <a:pt x="484" y="50"/>
                  </a:cubicBezTo>
                  <a:close/>
                  <a:moveTo>
                    <a:pt x="484" y="75"/>
                  </a:moveTo>
                  <a:cubicBezTo>
                    <a:pt x="484" y="139"/>
                    <a:pt x="484" y="139"/>
                    <a:pt x="484" y="139"/>
                  </a:cubicBezTo>
                  <a:cubicBezTo>
                    <a:pt x="482" y="138"/>
                    <a:pt x="480" y="137"/>
                    <a:pt x="478" y="136"/>
                  </a:cubicBezTo>
                  <a:cubicBezTo>
                    <a:pt x="478" y="106"/>
                    <a:pt x="478" y="106"/>
                    <a:pt x="478" y="106"/>
                  </a:cubicBezTo>
                  <a:cubicBezTo>
                    <a:pt x="481" y="105"/>
                    <a:pt x="481" y="105"/>
                    <a:pt x="481" y="105"/>
                  </a:cubicBezTo>
                  <a:cubicBezTo>
                    <a:pt x="481" y="104"/>
                    <a:pt x="481" y="103"/>
                    <a:pt x="481" y="102"/>
                  </a:cubicBezTo>
                  <a:cubicBezTo>
                    <a:pt x="480" y="102"/>
                    <a:pt x="479" y="102"/>
                    <a:pt x="478" y="101"/>
                  </a:cubicBezTo>
                  <a:cubicBezTo>
                    <a:pt x="478" y="80"/>
                    <a:pt x="478" y="80"/>
                    <a:pt x="478" y="80"/>
                  </a:cubicBezTo>
                  <a:cubicBezTo>
                    <a:pt x="479" y="80"/>
                    <a:pt x="480" y="80"/>
                    <a:pt x="480" y="80"/>
                  </a:cubicBezTo>
                  <a:cubicBezTo>
                    <a:pt x="482" y="78"/>
                    <a:pt x="482" y="77"/>
                    <a:pt x="484" y="75"/>
                  </a:cubicBezTo>
                  <a:close/>
                  <a:moveTo>
                    <a:pt x="484" y="140"/>
                  </a:moveTo>
                  <a:cubicBezTo>
                    <a:pt x="482" y="139"/>
                    <a:pt x="480" y="139"/>
                    <a:pt x="478" y="138"/>
                  </a:cubicBezTo>
                  <a:cubicBezTo>
                    <a:pt x="478" y="147"/>
                    <a:pt x="478" y="147"/>
                    <a:pt x="478" y="147"/>
                  </a:cubicBezTo>
                  <a:cubicBezTo>
                    <a:pt x="480" y="148"/>
                    <a:pt x="482" y="148"/>
                    <a:pt x="484" y="148"/>
                  </a:cubicBezTo>
                  <a:cubicBezTo>
                    <a:pt x="484" y="140"/>
                    <a:pt x="484" y="140"/>
                    <a:pt x="484" y="140"/>
                  </a:cubicBezTo>
                  <a:close/>
                  <a:moveTo>
                    <a:pt x="484" y="181"/>
                  </a:moveTo>
                  <a:cubicBezTo>
                    <a:pt x="484" y="191"/>
                    <a:pt x="484" y="191"/>
                    <a:pt x="484" y="191"/>
                  </a:cubicBezTo>
                  <a:cubicBezTo>
                    <a:pt x="482" y="189"/>
                    <a:pt x="481" y="186"/>
                    <a:pt x="478" y="185"/>
                  </a:cubicBezTo>
                  <a:cubicBezTo>
                    <a:pt x="478" y="179"/>
                    <a:pt x="478" y="179"/>
                    <a:pt x="478" y="179"/>
                  </a:cubicBezTo>
                  <a:cubicBezTo>
                    <a:pt x="480" y="180"/>
                    <a:pt x="482" y="180"/>
                    <a:pt x="484" y="181"/>
                  </a:cubicBezTo>
                  <a:close/>
                  <a:moveTo>
                    <a:pt x="484" y="206"/>
                  </a:moveTo>
                  <a:cubicBezTo>
                    <a:pt x="484" y="211"/>
                    <a:pt x="484" y="211"/>
                    <a:pt x="484" y="211"/>
                  </a:cubicBezTo>
                  <a:cubicBezTo>
                    <a:pt x="482" y="210"/>
                    <a:pt x="480" y="210"/>
                    <a:pt x="478" y="209"/>
                  </a:cubicBezTo>
                  <a:cubicBezTo>
                    <a:pt x="478" y="209"/>
                    <a:pt x="478" y="209"/>
                    <a:pt x="478" y="209"/>
                  </a:cubicBezTo>
                  <a:cubicBezTo>
                    <a:pt x="478" y="202"/>
                    <a:pt x="478" y="202"/>
                    <a:pt x="478" y="202"/>
                  </a:cubicBezTo>
                  <a:cubicBezTo>
                    <a:pt x="479" y="203"/>
                    <a:pt x="481" y="205"/>
                    <a:pt x="484" y="206"/>
                  </a:cubicBezTo>
                  <a:close/>
                  <a:moveTo>
                    <a:pt x="484" y="235"/>
                  </a:moveTo>
                  <a:cubicBezTo>
                    <a:pt x="484" y="268"/>
                    <a:pt x="484" y="268"/>
                    <a:pt x="484" y="268"/>
                  </a:cubicBezTo>
                  <a:cubicBezTo>
                    <a:pt x="481" y="271"/>
                    <a:pt x="479" y="275"/>
                    <a:pt x="478" y="279"/>
                  </a:cubicBezTo>
                  <a:cubicBezTo>
                    <a:pt x="478" y="251"/>
                    <a:pt x="478" y="251"/>
                    <a:pt x="478" y="251"/>
                  </a:cubicBezTo>
                  <a:cubicBezTo>
                    <a:pt x="479" y="251"/>
                    <a:pt x="479" y="251"/>
                    <a:pt x="479" y="251"/>
                  </a:cubicBezTo>
                  <a:cubicBezTo>
                    <a:pt x="481" y="251"/>
                    <a:pt x="482" y="250"/>
                    <a:pt x="483" y="250"/>
                  </a:cubicBezTo>
                  <a:cubicBezTo>
                    <a:pt x="482" y="246"/>
                    <a:pt x="481" y="244"/>
                    <a:pt x="478" y="243"/>
                  </a:cubicBezTo>
                  <a:cubicBezTo>
                    <a:pt x="478" y="232"/>
                    <a:pt x="478" y="232"/>
                    <a:pt x="478" y="232"/>
                  </a:cubicBezTo>
                  <a:cubicBezTo>
                    <a:pt x="480" y="233"/>
                    <a:pt x="482" y="234"/>
                    <a:pt x="484" y="235"/>
                  </a:cubicBezTo>
                  <a:close/>
                  <a:moveTo>
                    <a:pt x="484" y="297"/>
                  </a:moveTo>
                  <a:cubicBezTo>
                    <a:pt x="484" y="302"/>
                    <a:pt x="484" y="302"/>
                    <a:pt x="484" y="302"/>
                  </a:cubicBezTo>
                  <a:cubicBezTo>
                    <a:pt x="483" y="302"/>
                    <a:pt x="483" y="302"/>
                    <a:pt x="482" y="302"/>
                  </a:cubicBezTo>
                  <a:cubicBezTo>
                    <a:pt x="482" y="304"/>
                    <a:pt x="482" y="305"/>
                    <a:pt x="482" y="306"/>
                  </a:cubicBezTo>
                  <a:cubicBezTo>
                    <a:pt x="484" y="307"/>
                    <a:pt x="484" y="307"/>
                    <a:pt x="484" y="307"/>
                  </a:cubicBezTo>
                  <a:cubicBezTo>
                    <a:pt x="484" y="312"/>
                    <a:pt x="484" y="312"/>
                    <a:pt x="484" y="312"/>
                  </a:cubicBezTo>
                  <a:cubicBezTo>
                    <a:pt x="482" y="311"/>
                    <a:pt x="480" y="310"/>
                    <a:pt x="478" y="309"/>
                  </a:cubicBezTo>
                  <a:cubicBezTo>
                    <a:pt x="478" y="302"/>
                    <a:pt x="478" y="302"/>
                    <a:pt x="478" y="302"/>
                  </a:cubicBezTo>
                  <a:cubicBezTo>
                    <a:pt x="479" y="301"/>
                    <a:pt x="482" y="299"/>
                    <a:pt x="484" y="297"/>
                  </a:cubicBezTo>
                  <a:close/>
                  <a:moveTo>
                    <a:pt x="484" y="322"/>
                  </a:moveTo>
                  <a:cubicBezTo>
                    <a:pt x="484" y="327"/>
                    <a:pt x="484" y="327"/>
                    <a:pt x="484" y="327"/>
                  </a:cubicBezTo>
                  <a:cubicBezTo>
                    <a:pt x="482" y="325"/>
                    <a:pt x="480" y="324"/>
                    <a:pt x="478" y="322"/>
                  </a:cubicBezTo>
                  <a:cubicBezTo>
                    <a:pt x="478" y="318"/>
                    <a:pt x="478" y="318"/>
                    <a:pt x="478" y="318"/>
                  </a:cubicBezTo>
                  <a:cubicBezTo>
                    <a:pt x="480" y="319"/>
                    <a:pt x="482" y="320"/>
                    <a:pt x="484" y="322"/>
                  </a:cubicBezTo>
                  <a:close/>
                  <a:moveTo>
                    <a:pt x="484" y="327"/>
                  </a:moveTo>
                  <a:cubicBezTo>
                    <a:pt x="484" y="332"/>
                    <a:pt x="484" y="332"/>
                    <a:pt x="484" y="332"/>
                  </a:cubicBezTo>
                  <a:cubicBezTo>
                    <a:pt x="483" y="334"/>
                    <a:pt x="482" y="335"/>
                    <a:pt x="482" y="336"/>
                  </a:cubicBezTo>
                  <a:cubicBezTo>
                    <a:pt x="483" y="336"/>
                    <a:pt x="483" y="337"/>
                    <a:pt x="484" y="337"/>
                  </a:cubicBezTo>
                  <a:cubicBezTo>
                    <a:pt x="484" y="344"/>
                    <a:pt x="484" y="344"/>
                    <a:pt x="484" y="344"/>
                  </a:cubicBezTo>
                  <a:cubicBezTo>
                    <a:pt x="483" y="343"/>
                    <a:pt x="482" y="342"/>
                    <a:pt x="481" y="340"/>
                  </a:cubicBezTo>
                  <a:cubicBezTo>
                    <a:pt x="480" y="344"/>
                    <a:pt x="478" y="346"/>
                    <a:pt x="478" y="349"/>
                  </a:cubicBezTo>
                  <a:cubicBezTo>
                    <a:pt x="478" y="331"/>
                    <a:pt x="478" y="331"/>
                    <a:pt x="478" y="331"/>
                  </a:cubicBezTo>
                  <a:cubicBezTo>
                    <a:pt x="478" y="331"/>
                    <a:pt x="478" y="331"/>
                    <a:pt x="478" y="331"/>
                  </a:cubicBezTo>
                  <a:cubicBezTo>
                    <a:pt x="480" y="330"/>
                    <a:pt x="482" y="328"/>
                    <a:pt x="484" y="327"/>
                  </a:cubicBezTo>
                  <a:close/>
                  <a:moveTo>
                    <a:pt x="484" y="351"/>
                  </a:moveTo>
                  <a:cubicBezTo>
                    <a:pt x="484" y="378"/>
                    <a:pt x="484" y="378"/>
                    <a:pt x="484" y="378"/>
                  </a:cubicBezTo>
                  <a:cubicBezTo>
                    <a:pt x="482" y="373"/>
                    <a:pt x="480" y="367"/>
                    <a:pt x="478" y="362"/>
                  </a:cubicBezTo>
                  <a:cubicBezTo>
                    <a:pt x="478" y="354"/>
                    <a:pt x="478" y="354"/>
                    <a:pt x="478" y="354"/>
                  </a:cubicBezTo>
                  <a:cubicBezTo>
                    <a:pt x="478" y="355"/>
                    <a:pt x="479" y="357"/>
                    <a:pt x="479" y="358"/>
                  </a:cubicBezTo>
                  <a:cubicBezTo>
                    <a:pt x="481" y="355"/>
                    <a:pt x="483" y="353"/>
                    <a:pt x="484" y="351"/>
                  </a:cubicBezTo>
                  <a:close/>
                  <a:moveTo>
                    <a:pt x="484" y="425"/>
                  </a:moveTo>
                  <a:cubicBezTo>
                    <a:pt x="484" y="437"/>
                    <a:pt x="484" y="437"/>
                    <a:pt x="484" y="437"/>
                  </a:cubicBezTo>
                  <a:cubicBezTo>
                    <a:pt x="483" y="437"/>
                    <a:pt x="483" y="438"/>
                    <a:pt x="483" y="438"/>
                  </a:cubicBezTo>
                  <a:cubicBezTo>
                    <a:pt x="484" y="438"/>
                    <a:pt x="484" y="438"/>
                    <a:pt x="484" y="438"/>
                  </a:cubicBezTo>
                  <a:cubicBezTo>
                    <a:pt x="484" y="442"/>
                    <a:pt x="484" y="442"/>
                    <a:pt x="484" y="442"/>
                  </a:cubicBezTo>
                  <a:cubicBezTo>
                    <a:pt x="480" y="443"/>
                    <a:pt x="480" y="443"/>
                    <a:pt x="480" y="443"/>
                  </a:cubicBezTo>
                  <a:cubicBezTo>
                    <a:pt x="480" y="445"/>
                    <a:pt x="479" y="447"/>
                    <a:pt x="478" y="449"/>
                  </a:cubicBezTo>
                  <a:cubicBezTo>
                    <a:pt x="480" y="448"/>
                    <a:pt x="482" y="448"/>
                    <a:pt x="484" y="448"/>
                  </a:cubicBezTo>
                  <a:cubicBezTo>
                    <a:pt x="484" y="453"/>
                    <a:pt x="484" y="453"/>
                    <a:pt x="484" y="453"/>
                  </a:cubicBezTo>
                  <a:cubicBezTo>
                    <a:pt x="482" y="453"/>
                    <a:pt x="480" y="452"/>
                    <a:pt x="478" y="453"/>
                  </a:cubicBezTo>
                  <a:cubicBezTo>
                    <a:pt x="478" y="441"/>
                    <a:pt x="478" y="441"/>
                    <a:pt x="478" y="441"/>
                  </a:cubicBezTo>
                  <a:cubicBezTo>
                    <a:pt x="481" y="434"/>
                    <a:pt x="482" y="429"/>
                    <a:pt x="484" y="425"/>
                  </a:cubicBezTo>
                  <a:close/>
                  <a:moveTo>
                    <a:pt x="484" y="458"/>
                  </a:moveTo>
                  <a:cubicBezTo>
                    <a:pt x="484" y="467"/>
                    <a:pt x="484" y="467"/>
                    <a:pt x="484" y="467"/>
                  </a:cubicBezTo>
                  <a:cubicBezTo>
                    <a:pt x="483" y="468"/>
                    <a:pt x="483" y="469"/>
                    <a:pt x="482" y="469"/>
                  </a:cubicBezTo>
                  <a:cubicBezTo>
                    <a:pt x="484" y="471"/>
                    <a:pt x="484" y="471"/>
                    <a:pt x="484" y="471"/>
                  </a:cubicBezTo>
                  <a:cubicBezTo>
                    <a:pt x="484" y="478"/>
                    <a:pt x="484" y="478"/>
                    <a:pt x="484" y="478"/>
                  </a:cubicBezTo>
                  <a:cubicBezTo>
                    <a:pt x="482" y="482"/>
                    <a:pt x="479" y="484"/>
                    <a:pt x="478" y="487"/>
                  </a:cubicBezTo>
                  <a:cubicBezTo>
                    <a:pt x="478" y="481"/>
                    <a:pt x="478" y="481"/>
                    <a:pt x="478" y="481"/>
                  </a:cubicBezTo>
                  <a:cubicBezTo>
                    <a:pt x="479" y="478"/>
                    <a:pt x="480" y="476"/>
                    <a:pt x="479" y="472"/>
                  </a:cubicBezTo>
                  <a:cubicBezTo>
                    <a:pt x="478" y="473"/>
                    <a:pt x="478" y="473"/>
                    <a:pt x="478" y="473"/>
                  </a:cubicBezTo>
                  <a:cubicBezTo>
                    <a:pt x="478" y="467"/>
                    <a:pt x="478" y="467"/>
                    <a:pt x="478" y="467"/>
                  </a:cubicBezTo>
                  <a:cubicBezTo>
                    <a:pt x="479" y="467"/>
                    <a:pt x="480" y="466"/>
                    <a:pt x="482" y="465"/>
                  </a:cubicBezTo>
                  <a:cubicBezTo>
                    <a:pt x="480" y="464"/>
                    <a:pt x="479" y="463"/>
                    <a:pt x="478" y="463"/>
                  </a:cubicBezTo>
                  <a:cubicBezTo>
                    <a:pt x="478" y="459"/>
                    <a:pt x="478" y="459"/>
                    <a:pt x="478" y="459"/>
                  </a:cubicBezTo>
                  <a:cubicBezTo>
                    <a:pt x="480" y="459"/>
                    <a:pt x="482" y="459"/>
                    <a:pt x="484" y="458"/>
                  </a:cubicBezTo>
                  <a:close/>
                  <a:moveTo>
                    <a:pt x="484" y="494"/>
                  </a:moveTo>
                  <a:cubicBezTo>
                    <a:pt x="484" y="506"/>
                    <a:pt x="484" y="506"/>
                    <a:pt x="484" y="506"/>
                  </a:cubicBezTo>
                  <a:cubicBezTo>
                    <a:pt x="478" y="501"/>
                    <a:pt x="478" y="501"/>
                    <a:pt x="478" y="501"/>
                  </a:cubicBezTo>
                  <a:cubicBezTo>
                    <a:pt x="478" y="496"/>
                    <a:pt x="478" y="496"/>
                    <a:pt x="478" y="496"/>
                  </a:cubicBezTo>
                  <a:cubicBezTo>
                    <a:pt x="478" y="497"/>
                    <a:pt x="479" y="497"/>
                    <a:pt x="479" y="498"/>
                  </a:cubicBezTo>
                  <a:cubicBezTo>
                    <a:pt x="480" y="498"/>
                    <a:pt x="481" y="498"/>
                    <a:pt x="482" y="498"/>
                  </a:cubicBezTo>
                  <a:cubicBezTo>
                    <a:pt x="482" y="497"/>
                    <a:pt x="483" y="495"/>
                    <a:pt x="484" y="494"/>
                  </a:cubicBezTo>
                  <a:close/>
                  <a:moveTo>
                    <a:pt x="484" y="538"/>
                  </a:moveTo>
                  <a:cubicBezTo>
                    <a:pt x="484" y="559"/>
                    <a:pt x="484" y="559"/>
                    <a:pt x="484" y="559"/>
                  </a:cubicBezTo>
                  <a:cubicBezTo>
                    <a:pt x="482" y="560"/>
                    <a:pt x="480" y="560"/>
                    <a:pt x="478" y="561"/>
                  </a:cubicBezTo>
                  <a:cubicBezTo>
                    <a:pt x="478" y="551"/>
                    <a:pt x="478" y="551"/>
                    <a:pt x="478" y="551"/>
                  </a:cubicBezTo>
                  <a:cubicBezTo>
                    <a:pt x="478" y="551"/>
                    <a:pt x="479" y="550"/>
                    <a:pt x="480" y="550"/>
                  </a:cubicBezTo>
                  <a:cubicBezTo>
                    <a:pt x="480" y="548"/>
                    <a:pt x="480" y="547"/>
                    <a:pt x="480" y="545"/>
                  </a:cubicBezTo>
                  <a:cubicBezTo>
                    <a:pt x="479" y="545"/>
                    <a:pt x="478" y="545"/>
                    <a:pt x="478" y="545"/>
                  </a:cubicBezTo>
                  <a:cubicBezTo>
                    <a:pt x="478" y="528"/>
                    <a:pt x="478" y="528"/>
                    <a:pt x="478" y="528"/>
                  </a:cubicBezTo>
                  <a:cubicBezTo>
                    <a:pt x="480" y="531"/>
                    <a:pt x="482" y="535"/>
                    <a:pt x="484" y="538"/>
                  </a:cubicBezTo>
                  <a:close/>
                  <a:moveTo>
                    <a:pt x="484" y="564"/>
                  </a:moveTo>
                  <a:cubicBezTo>
                    <a:pt x="484" y="576"/>
                    <a:pt x="484" y="576"/>
                    <a:pt x="484" y="576"/>
                  </a:cubicBezTo>
                  <a:cubicBezTo>
                    <a:pt x="483" y="576"/>
                    <a:pt x="482" y="577"/>
                    <a:pt x="481" y="578"/>
                  </a:cubicBezTo>
                  <a:cubicBezTo>
                    <a:pt x="482" y="581"/>
                    <a:pt x="482" y="584"/>
                    <a:pt x="482" y="586"/>
                  </a:cubicBezTo>
                  <a:cubicBezTo>
                    <a:pt x="478" y="585"/>
                    <a:pt x="478" y="585"/>
                    <a:pt x="478" y="585"/>
                  </a:cubicBezTo>
                  <a:cubicBezTo>
                    <a:pt x="478" y="567"/>
                    <a:pt x="478" y="567"/>
                    <a:pt x="478" y="567"/>
                  </a:cubicBezTo>
                  <a:cubicBezTo>
                    <a:pt x="480" y="566"/>
                    <a:pt x="482" y="565"/>
                    <a:pt x="484" y="564"/>
                  </a:cubicBezTo>
                  <a:close/>
                  <a:moveTo>
                    <a:pt x="484" y="594"/>
                  </a:moveTo>
                  <a:cubicBezTo>
                    <a:pt x="484" y="601"/>
                    <a:pt x="484" y="601"/>
                    <a:pt x="484" y="601"/>
                  </a:cubicBezTo>
                  <a:cubicBezTo>
                    <a:pt x="482" y="601"/>
                    <a:pt x="480" y="601"/>
                    <a:pt x="478" y="601"/>
                  </a:cubicBezTo>
                  <a:cubicBezTo>
                    <a:pt x="478" y="595"/>
                    <a:pt x="478" y="595"/>
                    <a:pt x="478" y="595"/>
                  </a:cubicBezTo>
                  <a:cubicBezTo>
                    <a:pt x="480" y="595"/>
                    <a:pt x="482" y="594"/>
                    <a:pt x="484" y="594"/>
                  </a:cubicBezTo>
                  <a:close/>
                  <a:moveTo>
                    <a:pt x="484" y="613"/>
                  </a:moveTo>
                  <a:cubicBezTo>
                    <a:pt x="484" y="624"/>
                    <a:pt x="484" y="624"/>
                    <a:pt x="484" y="624"/>
                  </a:cubicBezTo>
                  <a:cubicBezTo>
                    <a:pt x="482" y="624"/>
                    <a:pt x="480" y="625"/>
                    <a:pt x="478" y="626"/>
                  </a:cubicBezTo>
                  <a:cubicBezTo>
                    <a:pt x="478" y="620"/>
                    <a:pt x="478" y="620"/>
                    <a:pt x="478" y="620"/>
                  </a:cubicBezTo>
                  <a:cubicBezTo>
                    <a:pt x="479" y="619"/>
                    <a:pt x="479" y="619"/>
                    <a:pt x="479" y="619"/>
                  </a:cubicBezTo>
                  <a:cubicBezTo>
                    <a:pt x="479" y="618"/>
                    <a:pt x="478" y="617"/>
                    <a:pt x="478" y="616"/>
                  </a:cubicBezTo>
                  <a:cubicBezTo>
                    <a:pt x="478" y="609"/>
                    <a:pt x="478" y="609"/>
                    <a:pt x="478" y="609"/>
                  </a:cubicBezTo>
                  <a:cubicBezTo>
                    <a:pt x="480" y="611"/>
                    <a:pt x="481" y="611"/>
                    <a:pt x="484" y="613"/>
                  </a:cubicBezTo>
                  <a:close/>
                  <a:moveTo>
                    <a:pt x="484" y="673"/>
                  </a:moveTo>
                  <a:cubicBezTo>
                    <a:pt x="484" y="684"/>
                    <a:pt x="484" y="684"/>
                    <a:pt x="484" y="684"/>
                  </a:cubicBezTo>
                  <a:cubicBezTo>
                    <a:pt x="482" y="681"/>
                    <a:pt x="482" y="678"/>
                    <a:pt x="480" y="675"/>
                  </a:cubicBezTo>
                  <a:cubicBezTo>
                    <a:pt x="484" y="673"/>
                    <a:pt x="484" y="673"/>
                    <a:pt x="484" y="673"/>
                  </a:cubicBezTo>
                  <a:close/>
                  <a:moveTo>
                    <a:pt x="484" y="738"/>
                  </a:moveTo>
                  <a:cubicBezTo>
                    <a:pt x="484" y="751"/>
                    <a:pt x="484" y="751"/>
                    <a:pt x="484" y="751"/>
                  </a:cubicBezTo>
                  <a:cubicBezTo>
                    <a:pt x="482" y="750"/>
                    <a:pt x="480" y="749"/>
                    <a:pt x="478" y="749"/>
                  </a:cubicBezTo>
                  <a:cubicBezTo>
                    <a:pt x="478" y="740"/>
                    <a:pt x="478" y="740"/>
                    <a:pt x="478" y="740"/>
                  </a:cubicBezTo>
                  <a:cubicBezTo>
                    <a:pt x="480" y="739"/>
                    <a:pt x="482" y="739"/>
                    <a:pt x="484" y="738"/>
                  </a:cubicBezTo>
                  <a:close/>
                  <a:moveTo>
                    <a:pt x="475" y="9"/>
                  </a:moveTo>
                  <a:cubicBezTo>
                    <a:pt x="476" y="9"/>
                    <a:pt x="477" y="9"/>
                    <a:pt x="478" y="10"/>
                  </a:cubicBezTo>
                  <a:cubicBezTo>
                    <a:pt x="478" y="22"/>
                    <a:pt x="478" y="22"/>
                    <a:pt x="478" y="22"/>
                  </a:cubicBezTo>
                  <a:cubicBezTo>
                    <a:pt x="477" y="21"/>
                    <a:pt x="476" y="20"/>
                    <a:pt x="475" y="19"/>
                  </a:cubicBezTo>
                  <a:cubicBezTo>
                    <a:pt x="475" y="9"/>
                    <a:pt x="475" y="9"/>
                    <a:pt x="475" y="9"/>
                  </a:cubicBezTo>
                  <a:close/>
                  <a:moveTo>
                    <a:pt x="478" y="785"/>
                  </a:moveTo>
                  <a:cubicBezTo>
                    <a:pt x="475" y="786"/>
                    <a:pt x="475" y="786"/>
                    <a:pt x="475" y="786"/>
                  </a:cubicBezTo>
                  <a:cubicBezTo>
                    <a:pt x="475" y="768"/>
                    <a:pt x="475" y="768"/>
                    <a:pt x="475" y="768"/>
                  </a:cubicBezTo>
                  <a:cubicBezTo>
                    <a:pt x="476" y="769"/>
                    <a:pt x="477" y="770"/>
                    <a:pt x="478" y="770"/>
                  </a:cubicBezTo>
                  <a:cubicBezTo>
                    <a:pt x="478" y="785"/>
                    <a:pt x="478" y="785"/>
                    <a:pt x="478" y="785"/>
                  </a:cubicBezTo>
                  <a:close/>
                  <a:moveTo>
                    <a:pt x="478" y="48"/>
                  </a:moveTo>
                  <a:cubicBezTo>
                    <a:pt x="478" y="56"/>
                    <a:pt x="478" y="56"/>
                    <a:pt x="478" y="56"/>
                  </a:cubicBezTo>
                  <a:cubicBezTo>
                    <a:pt x="477" y="56"/>
                    <a:pt x="476" y="55"/>
                    <a:pt x="475" y="55"/>
                  </a:cubicBezTo>
                  <a:cubicBezTo>
                    <a:pt x="475" y="47"/>
                    <a:pt x="475" y="47"/>
                    <a:pt x="475" y="47"/>
                  </a:cubicBezTo>
                  <a:cubicBezTo>
                    <a:pt x="478" y="48"/>
                    <a:pt x="478" y="48"/>
                    <a:pt x="478" y="48"/>
                  </a:cubicBezTo>
                  <a:close/>
                  <a:moveTo>
                    <a:pt x="478" y="80"/>
                  </a:moveTo>
                  <a:cubicBezTo>
                    <a:pt x="478" y="101"/>
                    <a:pt x="478" y="101"/>
                    <a:pt x="478" y="101"/>
                  </a:cubicBezTo>
                  <a:cubicBezTo>
                    <a:pt x="477" y="101"/>
                    <a:pt x="476" y="101"/>
                    <a:pt x="475" y="101"/>
                  </a:cubicBezTo>
                  <a:cubicBezTo>
                    <a:pt x="475" y="79"/>
                    <a:pt x="475" y="79"/>
                    <a:pt x="475" y="79"/>
                  </a:cubicBezTo>
                  <a:cubicBezTo>
                    <a:pt x="476" y="80"/>
                    <a:pt x="477" y="80"/>
                    <a:pt x="478" y="80"/>
                  </a:cubicBezTo>
                  <a:close/>
                  <a:moveTo>
                    <a:pt x="478" y="106"/>
                  </a:moveTo>
                  <a:cubicBezTo>
                    <a:pt x="478" y="136"/>
                    <a:pt x="478" y="136"/>
                    <a:pt x="478" y="136"/>
                  </a:cubicBezTo>
                  <a:cubicBezTo>
                    <a:pt x="475" y="135"/>
                    <a:pt x="475" y="135"/>
                    <a:pt x="475" y="135"/>
                  </a:cubicBezTo>
                  <a:cubicBezTo>
                    <a:pt x="475" y="117"/>
                    <a:pt x="475" y="117"/>
                    <a:pt x="475" y="117"/>
                  </a:cubicBezTo>
                  <a:cubicBezTo>
                    <a:pt x="476" y="117"/>
                    <a:pt x="476" y="117"/>
                    <a:pt x="476" y="117"/>
                  </a:cubicBezTo>
                  <a:cubicBezTo>
                    <a:pt x="476" y="115"/>
                    <a:pt x="476" y="114"/>
                    <a:pt x="475" y="111"/>
                  </a:cubicBezTo>
                  <a:cubicBezTo>
                    <a:pt x="475" y="107"/>
                    <a:pt x="475" y="107"/>
                    <a:pt x="475" y="107"/>
                  </a:cubicBezTo>
                  <a:cubicBezTo>
                    <a:pt x="478" y="106"/>
                    <a:pt x="478" y="106"/>
                    <a:pt x="478" y="106"/>
                  </a:cubicBezTo>
                  <a:close/>
                  <a:moveTo>
                    <a:pt x="478" y="138"/>
                  </a:moveTo>
                  <a:cubicBezTo>
                    <a:pt x="478" y="147"/>
                    <a:pt x="478" y="147"/>
                    <a:pt x="478" y="147"/>
                  </a:cubicBezTo>
                  <a:cubicBezTo>
                    <a:pt x="477" y="147"/>
                    <a:pt x="476" y="147"/>
                    <a:pt x="475" y="147"/>
                  </a:cubicBezTo>
                  <a:cubicBezTo>
                    <a:pt x="475" y="137"/>
                    <a:pt x="475" y="137"/>
                    <a:pt x="475" y="137"/>
                  </a:cubicBezTo>
                  <a:cubicBezTo>
                    <a:pt x="476" y="137"/>
                    <a:pt x="477" y="138"/>
                    <a:pt x="478" y="138"/>
                  </a:cubicBezTo>
                  <a:close/>
                  <a:moveTo>
                    <a:pt x="478" y="179"/>
                  </a:moveTo>
                  <a:cubicBezTo>
                    <a:pt x="478" y="185"/>
                    <a:pt x="478" y="185"/>
                    <a:pt x="478" y="185"/>
                  </a:cubicBezTo>
                  <a:cubicBezTo>
                    <a:pt x="477" y="184"/>
                    <a:pt x="476" y="183"/>
                    <a:pt x="475" y="183"/>
                  </a:cubicBezTo>
                  <a:cubicBezTo>
                    <a:pt x="475" y="178"/>
                    <a:pt x="475" y="178"/>
                    <a:pt x="475" y="178"/>
                  </a:cubicBezTo>
                  <a:cubicBezTo>
                    <a:pt x="476" y="179"/>
                    <a:pt x="477" y="179"/>
                    <a:pt x="478" y="179"/>
                  </a:cubicBezTo>
                  <a:close/>
                  <a:moveTo>
                    <a:pt x="478" y="202"/>
                  </a:moveTo>
                  <a:cubicBezTo>
                    <a:pt x="478" y="209"/>
                    <a:pt x="478" y="209"/>
                    <a:pt x="478" y="209"/>
                  </a:cubicBezTo>
                  <a:cubicBezTo>
                    <a:pt x="477" y="209"/>
                    <a:pt x="476" y="208"/>
                    <a:pt x="475" y="207"/>
                  </a:cubicBezTo>
                  <a:cubicBezTo>
                    <a:pt x="475" y="198"/>
                    <a:pt x="475" y="198"/>
                    <a:pt x="475" y="198"/>
                  </a:cubicBezTo>
                  <a:cubicBezTo>
                    <a:pt x="476" y="199"/>
                    <a:pt x="477" y="200"/>
                    <a:pt x="478" y="202"/>
                  </a:cubicBezTo>
                  <a:close/>
                  <a:moveTo>
                    <a:pt x="478" y="232"/>
                  </a:moveTo>
                  <a:cubicBezTo>
                    <a:pt x="478" y="243"/>
                    <a:pt x="478" y="243"/>
                    <a:pt x="478" y="243"/>
                  </a:cubicBezTo>
                  <a:cubicBezTo>
                    <a:pt x="477" y="243"/>
                    <a:pt x="476" y="243"/>
                    <a:pt x="475" y="243"/>
                  </a:cubicBezTo>
                  <a:cubicBezTo>
                    <a:pt x="475" y="231"/>
                    <a:pt x="475" y="231"/>
                    <a:pt x="475" y="231"/>
                  </a:cubicBezTo>
                  <a:cubicBezTo>
                    <a:pt x="476" y="231"/>
                    <a:pt x="477" y="232"/>
                    <a:pt x="478" y="232"/>
                  </a:cubicBezTo>
                  <a:close/>
                  <a:moveTo>
                    <a:pt x="478" y="251"/>
                  </a:moveTo>
                  <a:cubicBezTo>
                    <a:pt x="478" y="279"/>
                    <a:pt x="478" y="279"/>
                    <a:pt x="478" y="279"/>
                  </a:cubicBezTo>
                  <a:cubicBezTo>
                    <a:pt x="477" y="281"/>
                    <a:pt x="477" y="284"/>
                    <a:pt x="476" y="286"/>
                  </a:cubicBezTo>
                  <a:cubicBezTo>
                    <a:pt x="475" y="287"/>
                    <a:pt x="475" y="287"/>
                    <a:pt x="475" y="287"/>
                  </a:cubicBezTo>
                  <a:cubicBezTo>
                    <a:pt x="475" y="267"/>
                    <a:pt x="475" y="267"/>
                    <a:pt x="475" y="267"/>
                  </a:cubicBezTo>
                  <a:cubicBezTo>
                    <a:pt x="476" y="266"/>
                    <a:pt x="476" y="266"/>
                    <a:pt x="477" y="266"/>
                  </a:cubicBezTo>
                  <a:cubicBezTo>
                    <a:pt x="477" y="264"/>
                    <a:pt x="477" y="262"/>
                    <a:pt x="477" y="260"/>
                  </a:cubicBezTo>
                  <a:cubicBezTo>
                    <a:pt x="477" y="260"/>
                    <a:pt x="476" y="260"/>
                    <a:pt x="475" y="260"/>
                  </a:cubicBezTo>
                  <a:cubicBezTo>
                    <a:pt x="475" y="250"/>
                    <a:pt x="475" y="250"/>
                    <a:pt x="475" y="250"/>
                  </a:cubicBezTo>
                  <a:cubicBezTo>
                    <a:pt x="478" y="251"/>
                    <a:pt x="478" y="251"/>
                    <a:pt x="478" y="251"/>
                  </a:cubicBezTo>
                  <a:close/>
                  <a:moveTo>
                    <a:pt x="478" y="302"/>
                  </a:moveTo>
                  <a:cubicBezTo>
                    <a:pt x="478" y="309"/>
                    <a:pt x="478" y="309"/>
                    <a:pt x="478" y="309"/>
                  </a:cubicBezTo>
                  <a:cubicBezTo>
                    <a:pt x="478" y="309"/>
                    <a:pt x="477" y="309"/>
                    <a:pt x="477" y="309"/>
                  </a:cubicBezTo>
                  <a:cubicBezTo>
                    <a:pt x="476" y="310"/>
                    <a:pt x="476" y="310"/>
                    <a:pt x="475" y="310"/>
                  </a:cubicBezTo>
                  <a:cubicBezTo>
                    <a:pt x="475" y="307"/>
                    <a:pt x="475" y="307"/>
                    <a:pt x="475" y="307"/>
                  </a:cubicBezTo>
                  <a:cubicBezTo>
                    <a:pt x="476" y="306"/>
                    <a:pt x="476" y="306"/>
                    <a:pt x="476" y="306"/>
                  </a:cubicBezTo>
                  <a:cubicBezTo>
                    <a:pt x="476" y="305"/>
                    <a:pt x="477" y="304"/>
                    <a:pt x="478" y="302"/>
                  </a:cubicBezTo>
                  <a:close/>
                  <a:moveTo>
                    <a:pt x="478" y="318"/>
                  </a:moveTo>
                  <a:cubicBezTo>
                    <a:pt x="478" y="322"/>
                    <a:pt x="478" y="322"/>
                    <a:pt x="478" y="322"/>
                  </a:cubicBezTo>
                  <a:cubicBezTo>
                    <a:pt x="477" y="322"/>
                    <a:pt x="476" y="321"/>
                    <a:pt x="475" y="321"/>
                  </a:cubicBezTo>
                  <a:cubicBezTo>
                    <a:pt x="475" y="316"/>
                    <a:pt x="475" y="316"/>
                    <a:pt x="475" y="316"/>
                  </a:cubicBezTo>
                  <a:cubicBezTo>
                    <a:pt x="478" y="318"/>
                    <a:pt x="478" y="318"/>
                    <a:pt x="478" y="318"/>
                  </a:cubicBezTo>
                  <a:close/>
                  <a:moveTo>
                    <a:pt x="478" y="331"/>
                  </a:moveTo>
                  <a:cubicBezTo>
                    <a:pt x="478" y="349"/>
                    <a:pt x="478" y="349"/>
                    <a:pt x="478" y="349"/>
                  </a:cubicBezTo>
                  <a:cubicBezTo>
                    <a:pt x="478" y="351"/>
                    <a:pt x="478" y="352"/>
                    <a:pt x="478" y="354"/>
                  </a:cubicBezTo>
                  <a:cubicBezTo>
                    <a:pt x="478" y="362"/>
                    <a:pt x="478" y="362"/>
                    <a:pt x="478" y="362"/>
                  </a:cubicBezTo>
                  <a:cubicBezTo>
                    <a:pt x="477" y="360"/>
                    <a:pt x="476" y="358"/>
                    <a:pt x="475" y="357"/>
                  </a:cubicBezTo>
                  <a:cubicBezTo>
                    <a:pt x="475" y="344"/>
                    <a:pt x="475" y="344"/>
                    <a:pt x="475" y="344"/>
                  </a:cubicBezTo>
                  <a:cubicBezTo>
                    <a:pt x="477" y="341"/>
                    <a:pt x="477" y="337"/>
                    <a:pt x="475" y="333"/>
                  </a:cubicBezTo>
                  <a:cubicBezTo>
                    <a:pt x="475" y="328"/>
                    <a:pt x="475" y="328"/>
                    <a:pt x="475" y="328"/>
                  </a:cubicBezTo>
                  <a:cubicBezTo>
                    <a:pt x="478" y="331"/>
                    <a:pt x="478" y="331"/>
                    <a:pt x="478" y="331"/>
                  </a:cubicBezTo>
                  <a:close/>
                  <a:moveTo>
                    <a:pt x="478" y="441"/>
                  </a:moveTo>
                  <a:cubicBezTo>
                    <a:pt x="478" y="453"/>
                    <a:pt x="478" y="453"/>
                    <a:pt x="478" y="453"/>
                  </a:cubicBezTo>
                  <a:cubicBezTo>
                    <a:pt x="477" y="453"/>
                    <a:pt x="476" y="454"/>
                    <a:pt x="475" y="454"/>
                  </a:cubicBezTo>
                  <a:cubicBezTo>
                    <a:pt x="475" y="447"/>
                    <a:pt x="475" y="447"/>
                    <a:pt x="475" y="447"/>
                  </a:cubicBezTo>
                  <a:cubicBezTo>
                    <a:pt x="476" y="445"/>
                    <a:pt x="477" y="443"/>
                    <a:pt x="478" y="441"/>
                  </a:cubicBezTo>
                  <a:close/>
                  <a:moveTo>
                    <a:pt x="478" y="459"/>
                  </a:moveTo>
                  <a:cubicBezTo>
                    <a:pt x="478" y="463"/>
                    <a:pt x="478" y="463"/>
                    <a:pt x="478" y="463"/>
                  </a:cubicBezTo>
                  <a:cubicBezTo>
                    <a:pt x="477" y="463"/>
                    <a:pt x="476" y="463"/>
                    <a:pt x="475" y="463"/>
                  </a:cubicBezTo>
                  <a:cubicBezTo>
                    <a:pt x="475" y="459"/>
                    <a:pt x="475" y="459"/>
                    <a:pt x="475" y="459"/>
                  </a:cubicBezTo>
                  <a:cubicBezTo>
                    <a:pt x="478" y="459"/>
                    <a:pt x="478" y="459"/>
                    <a:pt x="478" y="459"/>
                  </a:cubicBezTo>
                  <a:close/>
                  <a:moveTo>
                    <a:pt x="478" y="467"/>
                  </a:moveTo>
                  <a:cubicBezTo>
                    <a:pt x="478" y="473"/>
                    <a:pt x="478" y="473"/>
                    <a:pt x="478" y="473"/>
                  </a:cubicBezTo>
                  <a:cubicBezTo>
                    <a:pt x="477" y="474"/>
                    <a:pt x="476" y="475"/>
                    <a:pt x="475" y="476"/>
                  </a:cubicBezTo>
                  <a:cubicBezTo>
                    <a:pt x="475" y="469"/>
                    <a:pt x="475" y="469"/>
                    <a:pt x="475" y="469"/>
                  </a:cubicBezTo>
                  <a:cubicBezTo>
                    <a:pt x="476" y="469"/>
                    <a:pt x="477" y="468"/>
                    <a:pt x="478" y="467"/>
                  </a:cubicBezTo>
                  <a:close/>
                  <a:moveTo>
                    <a:pt x="478" y="481"/>
                  </a:moveTo>
                  <a:cubicBezTo>
                    <a:pt x="478" y="487"/>
                    <a:pt x="478" y="487"/>
                    <a:pt x="478" y="487"/>
                  </a:cubicBezTo>
                  <a:cubicBezTo>
                    <a:pt x="476" y="490"/>
                    <a:pt x="476" y="493"/>
                    <a:pt x="478" y="496"/>
                  </a:cubicBezTo>
                  <a:cubicBezTo>
                    <a:pt x="478" y="501"/>
                    <a:pt x="478" y="501"/>
                    <a:pt x="478" y="501"/>
                  </a:cubicBezTo>
                  <a:cubicBezTo>
                    <a:pt x="475" y="498"/>
                    <a:pt x="475" y="498"/>
                    <a:pt x="475" y="498"/>
                  </a:cubicBezTo>
                  <a:cubicBezTo>
                    <a:pt x="475" y="485"/>
                    <a:pt x="475" y="485"/>
                    <a:pt x="475" y="485"/>
                  </a:cubicBezTo>
                  <a:cubicBezTo>
                    <a:pt x="476" y="483"/>
                    <a:pt x="477" y="482"/>
                    <a:pt x="478" y="481"/>
                  </a:cubicBezTo>
                  <a:close/>
                  <a:moveTo>
                    <a:pt x="478" y="528"/>
                  </a:moveTo>
                  <a:cubicBezTo>
                    <a:pt x="478" y="545"/>
                    <a:pt x="478" y="545"/>
                    <a:pt x="478" y="545"/>
                  </a:cubicBezTo>
                  <a:cubicBezTo>
                    <a:pt x="477" y="545"/>
                    <a:pt x="476" y="545"/>
                    <a:pt x="475" y="545"/>
                  </a:cubicBezTo>
                  <a:cubicBezTo>
                    <a:pt x="475" y="526"/>
                    <a:pt x="475" y="526"/>
                    <a:pt x="475" y="526"/>
                  </a:cubicBezTo>
                  <a:cubicBezTo>
                    <a:pt x="476" y="526"/>
                    <a:pt x="477" y="527"/>
                    <a:pt x="477" y="527"/>
                  </a:cubicBezTo>
                  <a:cubicBezTo>
                    <a:pt x="478" y="528"/>
                    <a:pt x="478" y="528"/>
                    <a:pt x="478" y="528"/>
                  </a:cubicBezTo>
                  <a:close/>
                  <a:moveTo>
                    <a:pt x="478" y="551"/>
                  </a:moveTo>
                  <a:cubicBezTo>
                    <a:pt x="478" y="561"/>
                    <a:pt x="478" y="561"/>
                    <a:pt x="478" y="561"/>
                  </a:cubicBezTo>
                  <a:cubicBezTo>
                    <a:pt x="477" y="562"/>
                    <a:pt x="476" y="562"/>
                    <a:pt x="475" y="562"/>
                  </a:cubicBezTo>
                  <a:cubicBezTo>
                    <a:pt x="475" y="552"/>
                    <a:pt x="475" y="552"/>
                    <a:pt x="475" y="552"/>
                  </a:cubicBezTo>
                  <a:cubicBezTo>
                    <a:pt x="476" y="552"/>
                    <a:pt x="477" y="552"/>
                    <a:pt x="478" y="551"/>
                  </a:cubicBezTo>
                  <a:close/>
                  <a:moveTo>
                    <a:pt x="478" y="567"/>
                  </a:moveTo>
                  <a:cubicBezTo>
                    <a:pt x="478" y="585"/>
                    <a:pt x="478" y="585"/>
                    <a:pt x="478" y="585"/>
                  </a:cubicBezTo>
                  <a:cubicBezTo>
                    <a:pt x="475" y="584"/>
                    <a:pt x="475" y="584"/>
                    <a:pt x="475" y="584"/>
                  </a:cubicBezTo>
                  <a:cubicBezTo>
                    <a:pt x="475" y="569"/>
                    <a:pt x="475" y="569"/>
                    <a:pt x="475" y="569"/>
                  </a:cubicBezTo>
                  <a:cubicBezTo>
                    <a:pt x="478" y="567"/>
                    <a:pt x="478" y="567"/>
                    <a:pt x="478" y="567"/>
                  </a:cubicBezTo>
                  <a:close/>
                  <a:moveTo>
                    <a:pt x="478" y="595"/>
                  </a:moveTo>
                  <a:cubicBezTo>
                    <a:pt x="478" y="601"/>
                    <a:pt x="478" y="601"/>
                    <a:pt x="478" y="601"/>
                  </a:cubicBezTo>
                  <a:cubicBezTo>
                    <a:pt x="477" y="601"/>
                    <a:pt x="476" y="601"/>
                    <a:pt x="475" y="602"/>
                  </a:cubicBezTo>
                  <a:cubicBezTo>
                    <a:pt x="475" y="596"/>
                    <a:pt x="475" y="596"/>
                    <a:pt x="475" y="596"/>
                  </a:cubicBezTo>
                  <a:cubicBezTo>
                    <a:pt x="476" y="596"/>
                    <a:pt x="477" y="596"/>
                    <a:pt x="478" y="595"/>
                  </a:cubicBezTo>
                  <a:close/>
                  <a:moveTo>
                    <a:pt x="478" y="609"/>
                  </a:moveTo>
                  <a:cubicBezTo>
                    <a:pt x="478" y="616"/>
                    <a:pt x="478" y="616"/>
                    <a:pt x="478" y="616"/>
                  </a:cubicBezTo>
                  <a:cubicBezTo>
                    <a:pt x="477" y="615"/>
                    <a:pt x="476" y="613"/>
                    <a:pt x="475" y="613"/>
                  </a:cubicBezTo>
                  <a:cubicBezTo>
                    <a:pt x="475" y="607"/>
                    <a:pt x="475" y="607"/>
                    <a:pt x="475" y="607"/>
                  </a:cubicBezTo>
                  <a:cubicBezTo>
                    <a:pt x="476" y="608"/>
                    <a:pt x="477" y="609"/>
                    <a:pt x="478" y="609"/>
                  </a:cubicBezTo>
                  <a:close/>
                  <a:moveTo>
                    <a:pt x="478" y="620"/>
                  </a:moveTo>
                  <a:cubicBezTo>
                    <a:pt x="478" y="626"/>
                    <a:pt x="478" y="626"/>
                    <a:pt x="478" y="626"/>
                  </a:cubicBezTo>
                  <a:cubicBezTo>
                    <a:pt x="477" y="626"/>
                    <a:pt x="476" y="626"/>
                    <a:pt x="475" y="626"/>
                  </a:cubicBezTo>
                  <a:cubicBezTo>
                    <a:pt x="475" y="620"/>
                    <a:pt x="475" y="620"/>
                    <a:pt x="475" y="620"/>
                  </a:cubicBezTo>
                  <a:cubicBezTo>
                    <a:pt x="478" y="620"/>
                    <a:pt x="478" y="620"/>
                    <a:pt x="478" y="620"/>
                  </a:cubicBezTo>
                  <a:close/>
                  <a:moveTo>
                    <a:pt x="478" y="740"/>
                  </a:moveTo>
                  <a:cubicBezTo>
                    <a:pt x="478" y="749"/>
                    <a:pt x="478" y="749"/>
                    <a:pt x="478" y="749"/>
                  </a:cubicBezTo>
                  <a:cubicBezTo>
                    <a:pt x="477" y="749"/>
                    <a:pt x="476" y="749"/>
                    <a:pt x="475" y="749"/>
                  </a:cubicBezTo>
                  <a:cubicBezTo>
                    <a:pt x="475" y="740"/>
                    <a:pt x="475" y="740"/>
                    <a:pt x="475" y="740"/>
                  </a:cubicBezTo>
                  <a:cubicBezTo>
                    <a:pt x="476" y="740"/>
                    <a:pt x="477" y="740"/>
                    <a:pt x="478" y="740"/>
                  </a:cubicBezTo>
                  <a:close/>
                  <a:moveTo>
                    <a:pt x="475" y="522"/>
                  </a:moveTo>
                  <a:cubicBezTo>
                    <a:pt x="475" y="514"/>
                    <a:pt x="475" y="514"/>
                    <a:pt x="475" y="514"/>
                  </a:cubicBezTo>
                  <a:cubicBezTo>
                    <a:pt x="476" y="516"/>
                    <a:pt x="476" y="519"/>
                    <a:pt x="477" y="522"/>
                  </a:cubicBezTo>
                  <a:cubicBezTo>
                    <a:pt x="476" y="522"/>
                    <a:pt x="476" y="522"/>
                    <a:pt x="475" y="522"/>
                  </a:cubicBezTo>
                  <a:close/>
                  <a:moveTo>
                    <a:pt x="471" y="7"/>
                  </a:moveTo>
                  <a:cubicBezTo>
                    <a:pt x="472" y="8"/>
                    <a:pt x="474" y="8"/>
                    <a:pt x="475" y="9"/>
                  </a:cubicBezTo>
                  <a:cubicBezTo>
                    <a:pt x="475" y="19"/>
                    <a:pt x="475" y="19"/>
                    <a:pt x="475" y="19"/>
                  </a:cubicBezTo>
                  <a:cubicBezTo>
                    <a:pt x="474" y="18"/>
                    <a:pt x="473" y="17"/>
                    <a:pt x="471" y="16"/>
                  </a:cubicBezTo>
                  <a:cubicBezTo>
                    <a:pt x="471" y="7"/>
                    <a:pt x="471" y="7"/>
                    <a:pt x="471" y="7"/>
                  </a:cubicBezTo>
                  <a:close/>
                  <a:moveTo>
                    <a:pt x="475" y="786"/>
                  </a:moveTo>
                  <a:cubicBezTo>
                    <a:pt x="474" y="786"/>
                    <a:pt x="472" y="786"/>
                    <a:pt x="471" y="787"/>
                  </a:cubicBezTo>
                  <a:cubicBezTo>
                    <a:pt x="471" y="779"/>
                    <a:pt x="471" y="779"/>
                    <a:pt x="471" y="779"/>
                  </a:cubicBezTo>
                  <a:cubicBezTo>
                    <a:pt x="472" y="778"/>
                    <a:pt x="472" y="778"/>
                    <a:pt x="473" y="778"/>
                  </a:cubicBezTo>
                  <a:cubicBezTo>
                    <a:pt x="471" y="776"/>
                    <a:pt x="471" y="776"/>
                    <a:pt x="471" y="776"/>
                  </a:cubicBezTo>
                  <a:cubicBezTo>
                    <a:pt x="471" y="764"/>
                    <a:pt x="471" y="764"/>
                    <a:pt x="471" y="764"/>
                  </a:cubicBezTo>
                  <a:cubicBezTo>
                    <a:pt x="472" y="765"/>
                    <a:pt x="474" y="767"/>
                    <a:pt x="475" y="768"/>
                  </a:cubicBezTo>
                  <a:cubicBezTo>
                    <a:pt x="475" y="786"/>
                    <a:pt x="475" y="786"/>
                    <a:pt x="475" y="786"/>
                  </a:cubicBezTo>
                  <a:close/>
                  <a:moveTo>
                    <a:pt x="475" y="47"/>
                  </a:moveTo>
                  <a:cubicBezTo>
                    <a:pt x="475" y="55"/>
                    <a:pt x="475" y="55"/>
                    <a:pt x="475" y="55"/>
                  </a:cubicBezTo>
                  <a:cubicBezTo>
                    <a:pt x="474" y="55"/>
                    <a:pt x="472" y="54"/>
                    <a:pt x="471" y="54"/>
                  </a:cubicBezTo>
                  <a:cubicBezTo>
                    <a:pt x="471" y="46"/>
                    <a:pt x="471" y="46"/>
                    <a:pt x="471" y="46"/>
                  </a:cubicBezTo>
                  <a:cubicBezTo>
                    <a:pt x="475" y="47"/>
                    <a:pt x="475" y="47"/>
                    <a:pt x="475" y="47"/>
                  </a:cubicBezTo>
                  <a:close/>
                  <a:moveTo>
                    <a:pt x="475" y="79"/>
                  </a:moveTo>
                  <a:cubicBezTo>
                    <a:pt x="475" y="101"/>
                    <a:pt x="475" y="101"/>
                    <a:pt x="475" y="101"/>
                  </a:cubicBezTo>
                  <a:cubicBezTo>
                    <a:pt x="474" y="101"/>
                    <a:pt x="474" y="101"/>
                    <a:pt x="472" y="101"/>
                  </a:cubicBezTo>
                  <a:cubicBezTo>
                    <a:pt x="472" y="103"/>
                    <a:pt x="472" y="104"/>
                    <a:pt x="471" y="105"/>
                  </a:cubicBezTo>
                  <a:cubicBezTo>
                    <a:pt x="471" y="78"/>
                    <a:pt x="471" y="78"/>
                    <a:pt x="471" y="78"/>
                  </a:cubicBezTo>
                  <a:cubicBezTo>
                    <a:pt x="472" y="79"/>
                    <a:pt x="474" y="79"/>
                    <a:pt x="475" y="79"/>
                  </a:cubicBezTo>
                  <a:close/>
                  <a:moveTo>
                    <a:pt x="475" y="107"/>
                  </a:moveTo>
                  <a:cubicBezTo>
                    <a:pt x="475" y="111"/>
                    <a:pt x="475" y="111"/>
                    <a:pt x="475" y="111"/>
                  </a:cubicBezTo>
                  <a:cubicBezTo>
                    <a:pt x="475" y="110"/>
                    <a:pt x="475" y="109"/>
                    <a:pt x="475" y="107"/>
                  </a:cubicBezTo>
                  <a:cubicBezTo>
                    <a:pt x="475" y="107"/>
                    <a:pt x="475" y="107"/>
                    <a:pt x="475" y="107"/>
                  </a:cubicBezTo>
                  <a:close/>
                  <a:moveTo>
                    <a:pt x="475" y="117"/>
                  </a:moveTo>
                  <a:cubicBezTo>
                    <a:pt x="475" y="135"/>
                    <a:pt x="475" y="135"/>
                    <a:pt x="475" y="135"/>
                  </a:cubicBezTo>
                  <a:cubicBezTo>
                    <a:pt x="474" y="134"/>
                    <a:pt x="472" y="133"/>
                    <a:pt x="471" y="133"/>
                  </a:cubicBezTo>
                  <a:cubicBezTo>
                    <a:pt x="471" y="118"/>
                    <a:pt x="471" y="118"/>
                    <a:pt x="471" y="118"/>
                  </a:cubicBezTo>
                  <a:cubicBezTo>
                    <a:pt x="472" y="118"/>
                    <a:pt x="474" y="117"/>
                    <a:pt x="475" y="117"/>
                  </a:cubicBezTo>
                  <a:close/>
                  <a:moveTo>
                    <a:pt x="475" y="137"/>
                  </a:moveTo>
                  <a:cubicBezTo>
                    <a:pt x="475" y="147"/>
                    <a:pt x="475" y="147"/>
                    <a:pt x="475" y="147"/>
                  </a:cubicBezTo>
                  <a:cubicBezTo>
                    <a:pt x="474" y="147"/>
                    <a:pt x="472" y="147"/>
                    <a:pt x="471" y="147"/>
                  </a:cubicBezTo>
                  <a:cubicBezTo>
                    <a:pt x="471" y="136"/>
                    <a:pt x="471" y="136"/>
                    <a:pt x="471" y="136"/>
                  </a:cubicBezTo>
                  <a:cubicBezTo>
                    <a:pt x="472" y="136"/>
                    <a:pt x="474" y="137"/>
                    <a:pt x="475" y="137"/>
                  </a:cubicBezTo>
                  <a:close/>
                  <a:moveTo>
                    <a:pt x="475" y="178"/>
                  </a:moveTo>
                  <a:cubicBezTo>
                    <a:pt x="475" y="183"/>
                    <a:pt x="475" y="183"/>
                    <a:pt x="475" y="183"/>
                  </a:cubicBezTo>
                  <a:cubicBezTo>
                    <a:pt x="474" y="183"/>
                    <a:pt x="473" y="182"/>
                    <a:pt x="472" y="182"/>
                  </a:cubicBezTo>
                  <a:cubicBezTo>
                    <a:pt x="473" y="189"/>
                    <a:pt x="473" y="194"/>
                    <a:pt x="475" y="198"/>
                  </a:cubicBezTo>
                  <a:cubicBezTo>
                    <a:pt x="475" y="207"/>
                    <a:pt x="475" y="207"/>
                    <a:pt x="475" y="207"/>
                  </a:cubicBezTo>
                  <a:cubicBezTo>
                    <a:pt x="474" y="207"/>
                    <a:pt x="472" y="206"/>
                    <a:pt x="471" y="205"/>
                  </a:cubicBezTo>
                  <a:cubicBezTo>
                    <a:pt x="471" y="177"/>
                    <a:pt x="471" y="177"/>
                    <a:pt x="471" y="177"/>
                  </a:cubicBezTo>
                  <a:cubicBezTo>
                    <a:pt x="472" y="177"/>
                    <a:pt x="474" y="178"/>
                    <a:pt x="475" y="178"/>
                  </a:cubicBezTo>
                  <a:close/>
                  <a:moveTo>
                    <a:pt x="475" y="231"/>
                  </a:moveTo>
                  <a:cubicBezTo>
                    <a:pt x="475" y="243"/>
                    <a:pt x="475" y="243"/>
                    <a:pt x="475" y="243"/>
                  </a:cubicBezTo>
                  <a:cubicBezTo>
                    <a:pt x="475" y="243"/>
                    <a:pt x="475" y="243"/>
                    <a:pt x="475" y="243"/>
                  </a:cubicBezTo>
                  <a:cubicBezTo>
                    <a:pt x="475" y="242"/>
                    <a:pt x="475" y="241"/>
                    <a:pt x="475" y="241"/>
                  </a:cubicBezTo>
                  <a:cubicBezTo>
                    <a:pt x="474" y="240"/>
                    <a:pt x="472" y="239"/>
                    <a:pt x="471" y="238"/>
                  </a:cubicBezTo>
                  <a:cubicBezTo>
                    <a:pt x="471" y="229"/>
                    <a:pt x="471" y="229"/>
                    <a:pt x="471" y="229"/>
                  </a:cubicBezTo>
                  <a:cubicBezTo>
                    <a:pt x="471" y="229"/>
                    <a:pt x="472" y="230"/>
                    <a:pt x="472" y="230"/>
                  </a:cubicBezTo>
                  <a:cubicBezTo>
                    <a:pt x="473" y="230"/>
                    <a:pt x="474" y="231"/>
                    <a:pt x="475" y="231"/>
                  </a:cubicBezTo>
                  <a:close/>
                  <a:moveTo>
                    <a:pt x="475" y="250"/>
                  </a:moveTo>
                  <a:cubicBezTo>
                    <a:pt x="475" y="260"/>
                    <a:pt x="475" y="260"/>
                    <a:pt x="475" y="260"/>
                  </a:cubicBezTo>
                  <a:cubicBezTo>
                    <a:pt x="474" y="260"/>
                    <a:pt x="472" y="259"/>
                    <a:pt x="471" y="259"/>
                  </a:cubicBezTo>
                  <a:cubicBezTo>
                    <a:pt x="471" y="249"/>
                    <a:pt x="471" y="249"/>
                    <a:pt x="471" y="249"/>
                  </a:cubicBezTo>
                  <a:cubicBezTo>
                    <a:pt x="475" y="250"/>
                    <a:pt x="475" y="250"/>
                    <a:pt x="475" y="250"/>
                  </a:cubicBezTo>
                  <a:close/>
                  <a:moveTo>
                    <a:pt x="475" y="267"/>
                  </a:moveTo>
                  <a:cubicBezTo>
                    <a:pt x="475" y="287"/>
                    <a:pt x="475" y="287"/>
                    <a:pt x="475" y="287"/>
                  </a:cubicBezTo>
                  <a:cubicBezTo>
                    <a:pt x="474" y="289"/>
                    <a:pt x="472" y="290"/>
                    <a:pt x="471" y="291"/>
                  </a:cubicBezTo>
                  <a:cubicBezTo>
                    <a:pt x="471" y="280"/>
                    <a:pt x="471" y="280"/>
                    <a:pt x="471" y="280"/>
                  </a:cubicBezTo>
                  <a:cubicBezTo>
                    <a:pt x="471" y="280"/>
                    <a:pt x="471" y="280"/>
                    <a:pt x="471" y="280"/>
                  </a:cubicBezTo>
                  <a:cubicBezTo>
                    <a:pt x="471" y="280"/>
                    <a:pt x="471" y="280"/>
                    <a:pt x="471" y="280"/>
                  </a:cubicBezTo>
                  <a:cubicBezTo>
                    <a:pt x="471" y="267"/>
                    <a:pt x="471" y="267"/>
                    <a:pt x="471" y="267"/>
                  </a:cubicBezTo>
                  <a:cubicBezTo>
                    <a:pt x="472" y="267"/>
                    <a:pt x="472" y="267"/>
                    <a:pt x="472" y="267"/>
                  </a:cubicBezTo>
                  <a:cubicBezTo>
                    <a:pt x="473" y="267"/>
                    <a:pt x="474" y="267"/>
                    <a:pt x="475" y="267"/>
                  </a:cubicBezTo>
                  <a:close/>
                  <a:moveTo>
                    <a:pt x="475" y="307"/>
                  </a:moveTo>
                  <a:cubicBezTo>
                    <a:pt x="475" y="310"/>
                    <a:pt x="475" y="310"/>
                    <a:pt x="475" y="310"/>
                  </a:cubicBezTo>
                  <a:cubicBezTo>
                    <a:pt x="474" y="311"/>
                    <a:pt x="474" y="312"/>
                    <a:pt x="473" y="312"/>
                  </a:cubicBezTo>
                  <a:cubicBezTo>
                    <a:pt x="473" y="313"/>
                    <a:pt x="473" y="314"/>
                    <a:pt x="473" y="315"/>
                  </a:cubicBezTo>
                  <a:cubicBezTo>
                    <a:pt x="475" y="316"/>
                    <a:pt x="475" y="316"/>
                    <a:pt x="475" y="316"/>
                  </a:cubicBezTo>
                  <a:cubicBezTo>
                    <a:pt x="475" y="321"/>
                    <a:pt x="475" y="321"/>
                    <a:pt x="475" y="321"/>
                  </a:cubicBezTo>
                  <a:cubicBezTo>
                    <a:pt x="474" y="320"/>
                    <a:pt x="473" y="319"/>
                    <a:pt x="471" y="319"/>
                  </a:cubicBezTo>
                  <a:cubicBezTo>
                    <a:pt x="471" y="310"/>
                    <a:pt x="471" y="310"/>
                    <a:pt x="471" y="310"/>
                  </a:cubicBezTo>
                  <a:cubicBezTo>
                    <a:pt x="472" y="308"/>
                    <a:pt x="474" y="308"/>
                    <a:pt x="475" y="307"/>
                  </a:cubicBezTo>
                  <a:close/>
                  <a:moveTo>
                    <a:pt x="475" y="328"/>
                  </a:moveTo>
                  <a:cubicBezTo>
                    <a:pt x="475" y="333"/>
                    <a:pt x="475" y="333"/>
                    <a:pt x="475" y="333"/>
                  </a:cubicBezTo>
                  <a:cubicBezTo>
                    <a:pt x="475" y="332"/>
                    <a:pt x="474" y="331"/>
                    <a:pt x="473" y="330"/>
                  </a:cubicBezTo>
                  <a:cubicBezTo>
                    <a:pt x="472" y="332"/>
                    <a:pt x="472" y="335"/>
                    <a:pt x="471" y="337"/>
                  </a:cubicBezTo>
                  <a:cubicBezTo>
                    <a:pt x="471" y="323"/>
                    <a:pt x="471" y="323"/>
                    <a:pt x="471" y="323"/>
                  </a:cubicBezTo>
                  <a:cubicBezTo>
                    <a:pt x="472" y="325"/>
                    <a:pt x="474" y="326"/>
                    <a:pt x="475" y="328"/>
                  </a:cubicBezTo>
                  <a:close/>
                  <a:moveTo>
                    <a:pt x="475" y="344"/>
                  </a:moveTo>
                  <a:cubicBezTo>
                    <a:pt x="475" y="357"/>
                    <a:pt x="475" y="357"/>
                    <a:pt x="475" y="357"/>
                  </a:cubicBezTo>
                  <a:cubicBezTo>
                    <a:pt x="474" y="355"/>
                    <a:pt x="473" y="353"/>
                    <a:pt x="471" y="351"/>
                  </a:cubicBezTo>
                  <a:cubicBezTo>
                    <a:pt x="471" y="344"/>
                    <a:pt x="471" y="344"/>
                    <a:pt x="471" y="344"/>
                  </a:cubicBezTo>
                  <a:cubicBezTo>
                    <a:pt x="471" y="345"/>
                    <a:pt x="472" y="346"/>
                    <a:pt x="472" y="347"/>
                  </a:cubicBezTo>
                  <a:cubicBezTo>
                    <a:pt x="474" y="347"/>
                    <a:pt x="475" y="346"/>
                    <a:pt x="475" y="344"/>
                  </a:cubicBezTo>
                  <a:close/>
                  <a:moveTo>
                    <a:pt x="475" y="447"/>
                  </a:moveTo>
                  <a:cubicBezTo>
                    <a:pt x="475" y="454"/>
                    <a:pt x="475" y="454"/>
                    <a:pt x="475" y="454"/>
                  </a:cubicBezTo>
                  <a:cubicBezTo>
                    <a:pt x="474" y="455"/>
                    <a:pt x="473" y="456"/>
                    <a:pt x="472" y="458"/>
                  </a:cubicBezTo>
                  <a:cubicBezTo>
                    <a:pt x="473" y="459"/>
                    <a:pt x="474" y="459"/>
                    <a:pt x="475" y="459"/>
                  </a:cubicBezTo>
                  <a:cubicBezTo>
                    <a:pt x="475" y="459"/>
                    <a:pt x="475" y="459"/>
                    <a:pt x="475" y="459"/>
                  </a:cubicBezTo>
                  <a:cubicBezTo>
                    <a:pt x="475" y="463"/>
                    <a:pt x="475" y="463"/>
                    <a:pt x="475" y="463"/>
                  </a:cubicBezTo>
                  <a:cubicBezTo>
                    <a:pt x="474" y="463"/>
                    <a:pt x="472" y="463"/>
                    <a:pt x="471" y="463"/>
                  </a:cubicBezTo>
                  <a:cubicBezTo>
                    <a:pt x="471" y="453"/>
                    <a:pt x="471" y="453"/>
                    <a:pt x="471" y="453"/>
                  </a:cubicBezTo>
                  <a:cubicBezTo>
                    <a:pt x="472" y="452"/>
                    <a:pt x="473" y="451"/>
                    <a:pt x="474" y="450"/>
                  </a:cubicBezTo>
                  <a:cubicBezTo>
                    <a:pt x="474" y="449"/>
                    <a:pt x="475" y="448"/>
                    <a:pt x="475" y="447"/>
                  </a:cubicBezTo>
                  <a:close/>
                  <a:moveTo>
                    <a:pt x="475" y="469"/>
                  </a:moveTo>
                  <a:cubicBezTo>
                    <a:pt x="475" y="476"/>
                    <a:pt x="475" y="476"/>
                    <a:pt x="475" y="476"/>
                  </a:cubicBezTo>
                  <a:cubicBezTo>
                    <a:pt x="474" y="477"/>
                    <a:pt x="472" y="478"/>
                    <a:pt x="471" y="480"/>
                  </a:cubicBezTo>
                  <a:cubicBezTo>
                    <a:pt x="471" y="476"/>
                    <a:pt x="471" y="476"/>
                    <a:pt x="471" y="476"/>
                  </a:cubicBezTo>
                  <a:cubicBezTo>
                    <a:pt x="472" y="476"/>
                    <a:pt x="472" y="475"/>
                    <a:pt x="474" y="474"/>
                  </a:cubicBezTo>
                  <a:cubicBezTo>
                    <a:pt x="473" y="474"/>
                    <a:pt x="472" y="474"/>
                    <a:pt x="471" y="474"/>
                  </a:cubicBezTo>
                  <a:cubicBezTo>
                    <a:pt x="471" y="470"/>
                    <a:pt x="471" y="470"/>
                    <a:pt x="471" y="470"/>
                  </a:cubicBezTo>
                  <a:cubicBezTo>
                    <a:pt x="471" y="470"/>
                    <a:pt x="471" y="470"/>
                    <a:pt x="471" y="470"/>
                  </a:cubicBezTo>
                  <a:cubicBezTo>
                    <a:pt x="473" y="469"/>
                    <a:pt x="474" y="469"/>
                    <a:pt x="475" y="469"/>
                  </a:cubicBezTo>
                  <a:close/>
                  <a:moveTo>
                    <a:pt x="475" y="485"/>
                  </a:moveTo>
                  <a:cubicBezTo>
                    <a:pt x="475" y="498"/>
                    <a:pt x="475" y="498"/>
                    <a:pt x="475" y="498"/>
                  </a:cubicBezTo>
                  <a:cubicBezTo>
                    <a:pt x="471" y="494"/>
                    <a:pt x="471" y="494"/>
                    <a:pt x="471" y="494"/>
                  </a:cubicBezTo>
                  <a:cubicBezTo>
                    <a:pt x="471" y="490"/>
                    <a:pt x="471" y="490"/>
                    <a:pt x="471" y="490"/>
                  </a:cubicBezTo>
                  <a:cubicBezTo>
                    <a:pt x="471" y="490"/>
                    <a:pt x="471" y="490"/>
                    <a:pt x="471" y="490"/>
                  </a:cubicBezTo>
                  <a:cubicBezTo>
                    <a:pt x="473" y="488"/>
                    <a:pt x="474" y="486"/>
                    <a:pt x="475" y="485"/>
                  </a:cubicBezTo>
                  <a:close/>
                  <a:moveTo>
                    <a:pt x="475" y="514"/>
                  </a:moveTo>
                  <a:cubicBezTo>
                    <a:pt x="475" y="522"/>
                    <a:pt x="475" y="522"/>
                    <a:pt x="475" y="522"/>
                  </a:cubicBezTo>
                  <a:cubicBezTo>
                    <a:pt x="475" y="522"/>
                    <a:pt x="474" y="522"/>
                    <a:pt x="474" y="523"/>
                  </a:cubicBezTo>
                  <a:cubicBezTo>
                    <a:pt x="472" y="522"/>
                    <a:pt x="472" y="521"/>
                    <a:pt x="471" y="520"/>
                  </a:cubicBezTo>
                  <a:cubicBezTo>
                    <a:pt x="471" y="507"/>
                    <a:pt x="471" y="507"/>
                    <a:pt x="471" y="507"/>
                  </a:cubicBezTo>
                  <a:cubicBezTo>
                    <a:pt x="474" y="507"/>
                    <a:pt x="474" y="507"/>
                    <a:pt x="474" y="507"/>
                  </a:cubicBezTo>
                  <a:cubicBezTo>
                    <a:pt x="474" y="510"/>
                    <a:pt x="475" y="512"/>
                    <a:pt x="475" y="514"/>
                  </a:cubicBezTo>
                  <a:close/>
                  <a:moveTo>
                    <a:pt x="475" y="526"/>
                  </a:moveTo>
                  <a:cubicBezTo>
                    <a:pt x="475" y="545"/>
                    <a:pt x="475" y="545"/>
                    <a:pt x="475" y="545"/>
                  </a:cubicBezTo>
                  <a:cubicBezTo>
                    <a:pt x="474" y="546"/>
                    <a:pt x="473" y="546"/>
                    <a:pt x="471" y="547"/>
                  </a:cubicBezTo>
                  <a:cubicBezTo>
                    <a:pt x="471" y="540"/>
                    <a:pt x="471" y="540"/>
                    <a:pt x="471" y="540"/>
                  </a:cubicBezTo>
                  <a:cubicBezTo>
                    <a:pt x="475" y="538"/>
                    <a:pt x="475" y="538"/>
                    <a:pt x="475" y="538"/>
                  </a:cubicBezTo>
                  <a:cubicBezTo>
                    <a:pt x="474" y="537"/>
                    <a:pt x="474" y="536"/>
                    <a:pt x="474" y="535"/>
                  </a:cubicBezTo>
                  <a:cubicBezTo>
                    <a:pt x="473" y="535"/>
                    <a:pt x="472" y="535"/>
                    <a:pt x="471" y="535"/>
                  </a:cubicBezTo>
                  <a:cubicBezTo>
                    <a:pt x="471" y="526"/>
                    <a:pt x="471" y="526"/>
                    <a:pt x="471" y="526"/>
                  </a:cubicBezTo>
                  <a:cubicBezTo>
                    <a:pt x="472" y="526"/>
                    <a:pt x="474" y="526"/>
                    <a:pt x="475" y="526"/>
                  </a:cubicBezTo>
                  <a:close/>
                  <a:moveTo>
                    <a:pt x="475" y="552"/>
                  </a:moveTo>
                  <a:cubicBezTo>
                    <a:pt x="475" y="562"/>
                    <a:pt x="475" y="562"/>
                    <a:pt x="475" y="562"/>
                  </a:cubicBezTo>
                  <a:cubicBezTo>
                    <a:pt x="474" y="563"/>
                    <a:pt x="472" y="564"/>
                    <a:pt x="471" y="565"/>
                  </a:cubicBezTo>
                  <a:cubicBezTo>
                    <a:pt x="471" y="554"/>
                    <a:pt x="471" y="554"/>
                    <a:pt x="471" y="554"/>
                  </a:cubicBezTo>
                  <a:cubicBezTo>
                    <a:pt x="472" y="554"/>
                    <a:pt x="474" y="553"/>
                    <a:pt x="475" y="552"/>
                  </a:cubicBezTo>
                  <a:close/>
                  <a:moveTo>
                    <a:pt x="475" y="569"/>
                  </a:moveTo>
                  <a:cubicBezTo>
                    <a:pt x="475" y="584"/>
                    <a:pt x="475" y="584"/>
                    <a:pt x="475" y="584"/>
                  </a:cubicBezTo>
                  <a:cubicBezTo>
                    <a:pt x="474" y="584"/>
                    <a:pt x="473" y="584"/>
                    <a:pt x="472" y="583"/>
                  </a:cubicBezTo>
                  <a:cubicBezTo>
                    <a:pt x="471" y="584"/>
                    <a:pt x="471" y="584"/>
                    <a:pt x="471" y="584"/>
                  </a:cubicBezTo>
                  <a:cubicBezTo>
                    <a:pt x="471" y="571"/>
                    <a:pt x="471" y="571"/>
                    <a:pt x="471" y="571"/>
                  </a:cubicBezTo>
                  <a:cubicBezTo>
                    <a:pt x="472" y="570"/>
                    <a:pt x="474" y="570"/>
                    <a:pt x="475" y="569"/>
                  </a:cubicBezTo>
                  <a:close/>
                  <a:moveTo>
                    <a:pt x="475" y="596"/>
                  </a:moveTo>
                  <a:cubicBezTo>
                    <a:pt x="475" y="602"/>
                    <a:pt x="475" y="602"/>
                    <a:pt x="475" y="602"/>
                  </a:cubicBezTo>
                  <a:cubicBezTo>
                    <a:pt x="474" y="602"/>
                    <a:pt x="473" y="603"/>
                    <a:pt x="471" y="603"/>
                  </a:cubicBezTo>
                  <a:cubicBezTo>
                    <a:pt x="473" y="605"/>
                    <a:pt x="474" y="606"/>
                    <a:pt x="475" y="607"/>
                  </a:cubicBezTo>
                  <a:cubicBezTo>
                    <a:pt x="475" y="613"/>
                    <a:pt x="475" y="613"/>
                    <a:pt x="475" y="613"/>
                  </a:cubicBezTo>
                  <a:cubicBezTo>
                    <a:pt x="474" y="611"/>
                    <a:pt x="473" y="610"/>
                    <a:pt x="471" y="609"/>
                  </a:cubicBezTo>
                  <a:cubicBezTo>
                    <a:pt x="471" y="598"/>
                    <a:pt x="471" y="598"/>
                    <a:pt x="471" y="598"/>
                  </a:cubicBezTo>
                  <a:cubicBezTo>
                    <a:pt x="472" y="597"/>
                    <a:pt x="473" y="597"/>
                    <a:pt x="474" y="596"/>
                  </a:cubicBezTo>
                  <a:cubicBezTo>
                    <a:pt x="474" y="596"/>
                    <a:pt x="475" y="596"/>
                    <a:pt x="475" y="596"/>
                  </a:cubicBezTo>
                  <a:close/>
                  <a:moveTo>
                    <a:pt x="475" y="620"/>
                  </a:moveTo>
                  <a:cubicBezTo>
                    <a:pt x="475" y="626"/>
                    <a:pt x="475" y="626"/>
                    <a:pt x="475" y="626"/>
                  </a:cubicBezTo>
                  <a:cubicBezTo>
                    <a:pt x="474" y="627"/>
                    <a:pt x="472" y="627"/>
                    <a:pt x="471" y="628"/>
                  </a:cubicBezTo>
                  <a:cubicBezTo>
                    <a:pt x="471" y="621"/>
                    <a:pt x="471" y="621"/>
                    <a:pt x="471" y="621"/>
                  </a:cubicBezTo>
                  <a:cubicBezTo>
                    <a:pt x="472" y="621"/>
                    <a:pt x="474" y="620"/>
                    <a:pt x="475" y="620"/>
                  </a:cubicBezTo>
                  <a:close/>
                  <a:moveTo>
                    <a:pt x="475" y="740"/>
                  </a:moveTo>
                  <a:cubicBezTo>
                    <a:pt x="475" y="749"/>
                    <a:pt x="475" y="749"/>
                    <a:pt x="475" y="749"/>
                  </a:cubicBezTo>
                  <a:cubicBezTo>
                    <a:pt x="474" y="749"/>
                    <a:pt x="473" y="749"/>
                    <a:pt x="471" y="749"/>
                  </a:cubicBezTo>
                  <a:cubicBezTo>
                    <a:pt x="471" y="741"/>
                    <a:pt x="471" y="741"/>
                    <a:pt x="471" y="741"/>
                  </a:cubicBezTo>
                  <a:cubicBezTo>
                    <a:pt x="472" y="741"/>
                    <a:pt x="474" y="741"/>
                    <a:pt x="475" y="740"/>
                  </a:cubicBezTo>
                  <a:close/>
                  <a:moveTo>
                    <a:pt x="468" y="7"/>
                  </a:moveTo>
                  <a:cubicBezTo>
                    <a:pt x="469" y="7"/>
                    <a:pt x="470" y="7"/>
                    <a:pt x="471" y="7"/>
                  </a:cubicBezTo>
                  <a:cubicBezTo>
                    <a:pt x="471" y="16"/>
                    <a:pt x="471" y="16"/>
                    <a:pt x="471" y="16"/>
                  </a:cubicBezTo>
                  <a:cubicBezTo>
                    <a:pt x="470" y="16"/>
                    <a:pt x="469" y="16"/>
                    <a:pt x="468" y="15"/>
                  </a:cubicBezTo>
                  <a:cubicBezTo>
                    <a:pt x="468" y="7"/>
                    <a:pt x="468" y="7"/>
                    <a:pt x="468" y="7"/>
                  </a:cubicBezTo>
                  <a:close/>
                  <a:moveTo>
                    <a:pt x="471" y="787"/>
                  </a:moveTo>
                  <a:cubicBezTo>
                    <a:pt x="470" y="787"/>
                    <a:pt x="469" y="787"/>
                    <a:pt x="468" y="787"/>
                  </a:cubicBezTo>
                  <a:cubicBezTo>
                    <a:pt x="468" y="780"/>
                    <a:pt x="468" y="780"/>
                    <a:pt x="468" y="780"/>
                  </a:cubicBezTo>
                  <a:cubicBezTo>
                    <a:pt x="469" y="779"/>
                    <a:pt x="470" y="779"/>
                    <a:pt x="471" y="779"/>
                  </a:cubicBezTo>
                  <a:cubicBezTo>
                    <a:pt x="471" y="787"/>
                    <a:pt x="471" y="787"/>
                    <a:pt x="471" y="787"/>
                  </a:cubicBezTo>
                  <a:close/>
                  <a:moveTo>
                    <a:pt x="471" y="46"/>
                  </a:moveTo>
                  <a:cubicBezTo>
                    <a:pt x="471" y="54"/>
                    <a:pt x="471" y="54"/>
                    <a:pt x="471" y="54"/>
                  </a:cubicBezTo>
                  <a:cubicBezTo>
                    <a:pt x="470" y="53"/>
                    <a:pt x="469" y="53"/>
                    <a:pt x="468" y="52"/>
                  </a:cubicBezTo>
                  <a:cubicBezTo>
                    <a:pt x="468" y="43"/>
                    <a:pt x="468" y="43"/>
                    <a:pt x="468" y="43"/>
                  </a:cubicBezTo>
                  <a:cubicBezTo>
                    <a:pt x="469" y="45"/>
                    <a:pt x="469" y="45"/>
                    <a:pt x="469" y="45"/>
                  </a:cubicBezTo>
                  <a:cubicBezTo>
                    <a:pt x="471" y="46"/>
                    <a:pt x="471" y="46"/>
                    <a:pt x="471" y="46"/>
                  </a:cubicBezTo>
                  <a:close/>
                  <a:moveTo>
                    <a:pt x="471" y="78"/>
                  </a:moveTo>
                  <a:cubicBezTo>
                    <a:pt x="471" y="105"/>
                    <a:pt x="471" y="105"/>
                    <a:pt x="471" y="105"/>
                  </a:cubicBezTo>
                  <a:cubicBezTo>
                    <a:pt x="469" y="109"/>
                    <a:pt x="468" y="113"/>
                    <a:pt x="469" y="118"/>
                  </a:cubicBezTo>
                  <a:cubicBezTo>
                    <a:pt x="471" y="118"/>
                    <a:pt x="471" y="118"/>
                    <a:pt x="471" y="118"/>
                  </a:cubicBezTo>
                  <a:cubicBezTo>
                    <a:pt x="471" y="133"/>
                    <a:pt x="471" y="133"/>
                    <a:pt x="471" y="133"/>
                  </a:cubicBezTo>
                  <a:cubicBezTo>
                    <a:pt x="470" y="132"/>
                    <a:pt x="469" y="132"/>
                    <a:pt x="468" y="131"/>
                  </a:cubicBezTo>
                  <a:cubicBezTo>
                    <a:pt x="468" y="77"/>
                    <a:pt x="468" y="77"/>
                    <a:pt x="468" y="77"/>
                  </a:cubicBezTo>
                  <a:cubicBezTo>
                    <a:pt x="469" y="78"/>
                    <a:pt x="470" y="78"/>
                    <a:pt x="471" y="78"/>
                  </a:cubicBezTo>
                  <a:close/>
                  <a:moveTo>
                    <a:pt x="471" y="136"/>
                  </a:moveTo>
                  <a:cubicBezTo>
                    <a:pt x="471" y="147"/>
                    <a:pt x="471" y="147"/>
                    <a:pt x="471" y="147"/>
                  </a:cubicBezTo>
                  <a:cubicBezTo>
                    <a:pt x="470" y="146"/>
                    <a:pt x="469" y="146"/>
                    <a:pt x="468" y="146"/>
                  </a:cubicBezTo>
                  <a:cubicBezTo>
                    <a:pt x="468" y="134"/>
                    <a:pt x="468" y="134"/>
                    <a:pt x="468" y="134"/>
                  </a:cubicBezTo>
                  <a:cubicBezTo>
                    <a:pt x="469" y="135"/>
                    <a:pt x="470" y="135"/>
                    <a:pt x="471" y="136"/>
                  </a:cubicBezTo>
                  <a:close/>
                  <a:moveTo>
                    <a:pt x="471" y="177"/>
                  </a:moveTo>
                  <a:cubicBezTo>
                    <a:pt x="471" y="205"/>
                    <a:pt x="471" y="205"/>
                    <a:pt x="471" y="205"/>
                  </a:cubicBezTo>
                  <a:cubicBezTo>
                    <a:pt x="470" y="205"/>
                    <a:pt x="469" y="204"/>
                    <a:pt x="468" y="204"/>
                  </a:cubicBezTo>
                  <a:cubicBezTo>
                    <a:pt x="468" y="199"/>
                    <a:pt x="468" y="199"/>
                    <a:pt x="468" y="199"/>
                  </a:cubicBezTo>
                  <a:cubicBezTo>
                    <a:pt x="469" y="199"/>
                    <a:pt x="469" y="199"/>
                    <a:pt x="469" y="199"/>
                  </a:cubicBezTo>
                  <a:cubicBezTo>
                    <a:pt x="468" y="198"/>
                    <a:pt x="468" y="196"/>
                    <a:pt x="468" y="195"/>
                  </a:cubicBezTo>
                  <a:cubicBezTo>
                    <a:pt x="468" y="176"/>
                    <a:pt x="468" y="176"/>
                    <a:pt x="468" y="176"/>
                  </a:cubicBezTo>
                  <a:cubicBezTo>
                    <a:pt x="469" y="176"/>
                    <a:pt x="470" y="177"/>
                    <a:pt x="471" y="177"/>
                  </a:cubicBezTo>
                  <a:close/>
                  <a:moveTo>
                    <a:pt x="471" y="229"/>
                  </a:moveTo>
                  <a:cubicBezTo>
                    <a:pt x="471" y="238"/>
                    <a:pt x="471" y="238"/>
                    <a:pt x="471" y="238"/>
                  </a:cubicBezTo>
                  <a:cubicBezTo>
                    <a:pt x="470" y="238"/>
                    <a:pt x="469" y="238"/>
                    <a:pt x="468" y="237"/>
                  </a:cubicBezTo>
                  <a:cubicBezTo>
                    <a:pt x="468" y="218"/>
                    <a:pt x="468" y="218"/>
                    <a:pt x="468" y="218"/>
                  </a:cubicBezTo>
                  <a:cubicBezTo>
                    <a:pt x="469" y="217"/>
                    <a:pt x="469" y="217"/>
                    <a:pt x="470" y="217"/>
                  </a:cubicBezTo>
                  <a:cubicBezTo>
                    <a:pt x="470" y="222"/>
                    <a:pt x="469" y="225"/>
                    <a:pt x="471" y="229"/>
                  </a:cubicBezTo>
                  <a:close/>
                  <a:moveTo>
                    <a:pt x="471" y="249"/>
                  </a:moveTo>
                  <a:cubicBezTo>
                    <a:pt x="471" y="259"/>
                    <a:pt x="471" y="259"/>
                    <a:pt x="471" y="259"/>
                  </a:cubicBezTo>
                  <a:cubicBezTo>
                    <a:pt x="470" y="259"/>
                    <a:pt x="469" y="258"/>
                    <a:pt x="468" y="258"/>
                  </a:cubicBezTo>
                  <a:cubicBezTo>
                    <a:pt x="468" y="248"/>
                    <a:pt x="468" y="248"/>
                    <a:pt x="468" y="248"/>
                  </a:cubicBezTo>
                  <a:cubicBezTo>
                    <a:pt x="469" y="248"/>
                    <a:pt x="469" y="249"/>
                    <a:pt x="470" y="249"/>
                  </a:cubicBezTo>
                  <a:cubicBezTo>
                    <a:pt x="471" y="249"/>
                    <a:pt x="471" y="249"/>
                    <a:pt x="471" y="249"/>
                  </a:cubicBezTo>
                  <a:close/>
                  <a:moveTo>
                    <a:pt x="471" y="267"/>
                  </a:moveTo>
                  <a:cubicBezTo>
                    <a:pt x="471" y="280"/>
                    <a:pt x="471" y="280"/>
                    <a:pt x="471" y="280"/>
                  </a:cubicBezTo>
                  <a:cubicBezTo>
                    <a:pt x="471" y="278"/>
                    <a:pt x="470" y="275"/>
                    <a:pt x="470" y="273"/>
                  </a:cubicBezTo>
                  <a:cubicBezTo>
                    <a:pt x="469" y="273"/>
                    <a:pt x="469" y="273"/>
                    <a:pt x="468" y="273"/>
                  </a:cubicBezTo>
                  <a:cubicBezTo>
                    <a:pt x="468" y="266"/>
                    <a:pt x="468" y="266"/>
                    <a:pt x="468" y="266"/>
                  </a:cubicBezTo>
                  <a:cubicBezTo>
                    <a:pt x="469" y="266"/>
                    <a:pt x="470" y="266"/>
                    <a:pt x="471" y="267"/>
                  </a:cubicBezTo>
                  <a:close/>
                  <a:moveTo>
                    <a:pt x="471" y="280"/>
                  </a:moveTo>
                  <a:cubicBezTo>
                    <a:pt x="471" y="291"/>
                    <a:pt x="471" y="291"/>
                    <a:pt x="471" y="291"/>
                  </a:cubicBezTo>
                  <a:cubicBezTo>
                    <a:pt x="470" y="291"/>
                    <a:pt x="469" y="292"/>
                    <a:pt x="468" y="293"/>
                  </a:cubicBezTo>
                  <a:cubicBezTo>
                    <a:pt x="468" y="283"/>
                    <a:pt x="468" y="283"/>
                    <a:pt x="468" y="283"/>
                  </a:cubicBezTo>
                  <a:cubicBezTo>
                    <a:pt x="468" y="282"/>
                    <a:pt x="469" y="281"/>
                    <a:pt x="469" y="280"/>
                  </a:cubicBezTo>
                  <a:cubicBezTo>
                    <a:pt x="471" y="280"/>
                    <a:pt x="471" y="280"/>
                    <a:pt x="471" y="280"/>
                  </a:cubicBezTo>
                  <a:close/>
                  <a:moveTo>
                    <a:pt x="471" y="310"/>
                  </a:moveTo>
                  <a:cubicBezTo>
                    <a:pt x="471" y="319"/>
                    <a:pt x="471" y="319"/>
                    <a:pt x="471" y="319"/>
                  </a:cubicBezTo>
                  <a:cubicBezTo>
                    <a:pt x="470" y="319"/>
                    <a:pt x="469" y="318"/>
                    <a:pt x="468" y="318"/>
                  </a:cubicBezTo>
                  <a:cubicBezTo>
                    <a:pt x="468" y="313"/>
                    <a:pt x="468" y="313"/>
                    <a:pt x="468" y="313"/>
                  </a:cubicBezTo>
                  <a:cubicBezTo>
                    <a:pt x="469" y="312"/>
                    <a:pt x="470" y="311"/>
                    <a:pt x="471" y="310"/>
                  </a:cubicBezTo>
                  <a:close/>
                  <a:moveTo>
                    <a:pt x="471" y="323"/>
                  </a:moveTo>
                  <a:cubicBezTo>
                    <a:pt x="471" y="337"/>
                    <a:pt x="471" y="337"/>
                    <a:pt x="471" y="337"/>
                  </a:cubicBezTo>
                  <a:cubicBezTo>
                    <a:pt x="471" y="339"/>
                    <a:pt x="470" y="342"/>
                    <a:pt x="471" y="344"/>
                  </a:cubicBezTo>
                  <a:cubicBezTo>
                    <a:pt x="471" y="351"/>
                    <a:pt x="471" y="351"/>
                    <a:pt x="471" y="351"/>
                  </a:cubicBezTo>
                  <a:cubicBezTo>
                    <a:pt x="470" y="350"/>
                    <a:pt x="469" y="349"/>
                    <a:pt x="468" y="347"/>
                  </a:cubicBezTo>
                  <a:cubicBezTo>
                    <a:pt x="468" y="332"/>
                    <a:pt x="468" y="332"/>
                    <a:pt x="468" y="332"/>
                  </a:cubicBezTo>
                  <a:cubicBezTo>
                    <a:pt x="468" y="330"/>
                    <a:pt x="468" y="329"/>
                    <a:pt x="468" y="327"/>
                  </a:cubicBezTo>
                  <a:cubicBezTo>
                    <a:pt x="468" y="319"/>
                    <a:pt x="468" y="319"/>
                    <a:pt x="468" y="319"/>
                  </a:cubicBezTo>
                  <a:cubicBezTo>
                    <a:pt x="468" y="320"/>
                    <a:pt x="469" y="321"/>
                    <a:pt x="471" y="323"/>
                  </a:cubicBezTo>
                  <a:close/>
                  <a:moveTo>
                    <a:pt x="471" y="453"/>
                  </a:moveTo>
                  <a:cubicBezTo>
                    <a:pt x="471" y="463"/>
                    <a:pt x="471" y="463"/>
                    <a:pt x="471" y="463"/>
                  </a:cubicBezTo>
                  <a:cubicBezTo>
                    <a:pt x="470" y="463"/>
                    <a:pt x="469" y="464"/>
                    <a:pt x="468" y="464"/>
                  </a:cubicBezTo>
                  <a:cubicBezTo>
                    <a:pt x="468" y="457"/>
                    <a:pt x="468" y="457"/>
                    <a:pt x="468" y="457"/>
                  </a:cubicBezTo>
                  <a:cubicBezTo>
                    <a:pt x="469" y="456"/>
                    <a:pt x="470" y="454"/>
                    <a:pt x="471" y="453"/>
                  </a:cubicBezTo>
                  <a:close/>
                  <a:moveTo>
                    <a:pt x="471" y="470"/>
                  </a:moveTo>
                  <a:cubicBezTo>
                    <a:pt x="471" y="474"/>
                    <a:pt x="471" y="474"/>
                    <a:pt x="471" y="474"/>
                  </a:cubicBezTo>
                  <a:cubicBezTo>
                    <a:pt x="470" y="473"/>
                    <a:pt x="469" y="473"/>
                    <a:pt x="468" y="473"/>
                  </a:cubicBezTo>
                  <a:cubicBezTo>
                    <a:pt x="468" y="468"/>
                    <a:pt x="468" y="468"/>
                    <a:pt x="468" y="468"/>
                  </a:cubicBezTo>
                  <a:cubicBezTo>
                    <a:pt x="471" y="470"/>
                    <a:pt x="471" y="470"/>
                    <a:pt x="471" y="470"/>
                  </a:cubicBezTo>
                  <a:close/>
                  <a:moveTo>
                    <a:pt x="471" y="476"/>
                  </a:moveTo>
                  <a:cubicBezTo>
                    <a:pt x="471" y="480"/>
                    <a:pt x="471" y="480"/>
                    <a:pt x="471" y="480"/>
                  </a:cubicBezTo>
                  <a:cubicBezTo>
                    <a:pt x="468" y="482"/>
                    <a:pt x="467" y="485"/>
                    <a:pt x="471" y="490"/>
                  </a:cubicBezTo>
                  <a:cubicBezTo>
                    <a:pt x="471" y="494"/>
                    <a:pt x="471" y="494"/>
                    <a:pt x="471" y="494"/>
                  </a:cubicBezTo>
                  <a:cubicBezTo>
                    <a:pt x="468" y="491"/>
                    <a:pt x="468" y="491"/>
                    <a:pt x="468" y="491"/>
                  </a:cubicBezTo>
                  <a:cubicBezTo>
                    <a:pt x="468" y="478"/>
                    <a:pt x="468" y="478"/>
                    <a:pt x="468" y="478"/>
                  </a:cubicBezTo>
                  <a:cubicBezTo>
                    <a:pt x="469" y="477"/>
                    <a:pt x="470" y="477"/>
                    <a:pt x="471" y="476"/>
                  </a:cubicBezTo>
                  <a:close/>
                  <a:moveTo>
                    <a:pt x="471" y="507"/>
                  </a:moveTo>
                  <a:cubicBezTo>
                    <a:pt x="471" y="520"/>
                    <a:pt x="471" y="520"/>
                    <a:pt x="471" y="520"/>
                  </a:cubicBezTo>
                  <a:cubicBezTo>
                    <a:pt x="468" y="517"/>
                    <a:pt x="468" y="512"/>
                    <a:pt x="468" y="507"/>
                  </a:cubicBezTo>
                  <a:cubicBezTo>
                    <a:pt x="471" y="507"/>
                    <a:pt x="471" y="507"/>
                    <a:pt x="471" y="507"/>
                  </a:cubicBezTo>
                  <a:close/>
                  <a:moveTo>
                    <a:pt x="471" y="526"/>
                  </a:moveTo>
                  <a:cubicBezTo>
                    <a:pt x="471" y="535"/>
                    <a:pt x="471" y="535"/>
                    <a:pt x="471" y="535"/>
                  </a:cubicBezTo>
                  <a:cubicBezTo>
                    <a:pt x="470" y="536"/>
                    <a:pt x="469" y="536"/>
                    <a:pt x="468" y="536"/>
                  </a:cubicBezTo>
                  <a:cubicBezTo>
                    <a:pt x="468" y="527"/>
                    <a:pt x="468" y="527"/>
                    <a:pt x="468" y="527"/>
                  </a:cubicBezTo>
                  <a:cubicBezTo>
                    <a:pt x="469" y="527"/>
                    <a:pt x="470" y="526"/>
                    <a:pt x="471" y="526"/>
                  </a:cubicBezTo>
                  <a:close/>
                  <a:moveTo>
                    <a:pt x="471" y="540"/>
                  </a:moveTo>
                  <a:cubicBezTo>
                    <a:pt x="471" y="547"/>
                    <a:pt x="471" y="547"/>
                    <a:pt x="471" y="547"/>
                  </a:cubicBezTo>
                  <a:cubicBezTo>
                    <a:pt x="470" y="548"/>
                    <a:pt x="470" y="548"/>
                    <a:pt x="470" y="548"/>
                  </a:cubicBezTo>
                  <a:cubicBezTo>
                    <a:pt x="470" y="548"/>
                    <a:pt x="470" y="549"/>
                    <a:pt x="470" y="550"/>
                  </a:cubicBezTo>
                  <a:cubicBezTo>
                    <a:pt x="469" y="550"/>
                    <a:pt x="469" y="550"/>
                    <a:pt x="468" y="551"/>
                  </a:cubicBezTo>
                  <a:cubicBezTo>
                    <a:pt x="468" y="542"/>
                    <a:pt x="468" y="542"/>
                    <a:pt x="468" y="542"/>
                  </a:cubicBezTo>
                  <a:cubicBezTo>
                    <a:pt x="471" y="540"/>
                    <a:pt x="471" y="540"/>
                    <a:pt x="471" y="540"/>
                  </a:cubicBezTo>
                  <a:close/>
                  <a:moveTo>
                    <a:pt x="471" y="554"/>
                  </a:moveTo>
                  <a:cubicBezTo>
                    <a:pt x="471" y="565"/>
                    <a:pt x="471" y="565"/>
                    <a:pt x="471" y="565"/>
                  </a:cubicBezTo>
                  <a:cubicBezTo>
                    <a:pt x="470" y="565"/>
                    <a:pt x="469" y="565"/>
                    <a:pt x="468" y="566"/>
                  </a:cubicBezTo>
                  <a:cubicBezTo>
                    <a:pt x="468" y="556"/>
                    <a:pt x="468" y="556"/>
                    <a:pt x="468" y="556"/>
                  </a:cubicBezTo>
                  <a:cubicBezTo>
                    <a:pt x="469" y="555"/>
                    <a:pt x="470" y="555"/>
                    <a:pt x="471" y="554"/>
                  </a:cubicBezTo>
                  <a:close/>
                  <a:moveTo>
                    <a:pt x="471" y="571"/>
                  </a:moveTo>
                  <a:cubicBezTo>
                    <a:pt x="471" y="584"/>
                    <a:pt x="471" y="584"/>
                    <a:pt x="471" y="584"/>
                  </a:cubicBezTo>
                  <a:cubicBezTo>
                    <a:pt x="468" y="585"/>
                    <a:pt x="468" y="585"/>
                    <a:pt x="468" y="585"/>
                  </a:cubicBezTo>
                  <a:cubicBezTo>
                    <a:pt x="468" y="573"/>
                    <a:pt x="468" y="573"/>
                    <a:pt x="468" y="573"/>
                  </a:cubicBezTo>
                  <a:cubicBezTo>
                    <a:pt x="469" y="572"/>
                    <a:pt x="470" y="572"/>
                    <a:pt x="471" y="571"/>
                  </a:cubicBezTo>
                  <a:close/>
                  <a:moveTo>
                    <a:pt x="471" y="598"/>
                  </a:moveTo>
                  <a:cubicBezTo>
                    <a:pt x="471" y="609"/>
                    <a:pt x="471" y="609"/>
                    <a:pt x="471" y="609"/>
                  </a:cubicBezTo>
                  <a:cubicBezTo>
                    <a:pt x="470" y="609"/>
                    <a:pt x="469" y="609"/>
                    <a:pt x="468" y="608"/>
                  </a:cubicBezTo>
                  <a:cubicBezTo>
                    <a:pt x="468" y="599"/>
                    <a:pt x="468" y="599"/>
                    <a:pt x="468" y="599"/>
                  </a:cubicBezTo>
                  <a:cubicBezTo>
                    <a:pt x="469" y="599"/>
                    <a:pt x="470" y="598"/>
                    <a:pt x="471" y="598"/>
                  </a:cubicBezTo>
                  <a:close/>
                  <a:moveTo>
                    <a:pt x="471" y="621"/>
                  </a:moveTo>
                  <a:cubicBezTo>
                    <a:pt x="471" y="628"/>
                    <a:pt x="471" y="628"/>
                    <a:pt x="471" y="628"/>
                  </a:cubicBezTo>
                  <a:cubicBezTo>
                    <a:pt x="470" y="628"/>
                    <a:pt x="469" y="628"/>
                    <a:pt x="468" y="628"/>
                  </a:cubicBezTo>
                  <a:cubicBezTo>
                    <a:pt x="468" y="622"/>
                    <a:pt x="468" y="622"/>
                    <a:pt x="468" y="622"/>
                  </a:cubicBezTo>
                  <a:cubicBezTo>
                    <a:pt x="469" y="621"/>
                    <a:pt x="470" y="621"/>
                    <a:pt x="471" y="621"/>
                  </a:cubicBezTo>
                  <a:close/>
                  <a:moveTo>
                    <a:pt x="471" y="741"/>
                  </a:moveTo>
                  <a:cubicBezTo>
                    <a:pt x="471" y="749"/>
                    <a:pt x="471" y="749"/>
                    <a:pt x="471" y="749"/>
                  </a:cubicBezTo>
                  <a:cubicBezTo>
                    <a:pt x="470" y="749"/>
                    <a:pt x="469" y="749"/>
                    <a:pt x="468" y="750"/>
                  </a:cubicBezTo>
                  <a:cubicBezTo>
                    <a:pt x="468" y="742"/>
                    <a:pt x="468" y="742"/>
                    <a:pt x="468" y="742"/>
                  </a:cubicBezTo>
                  <a:cubicBezTo>
                    <a:pt x="469" y="742"/>
                    <a:pt x="470" y="742"/>
                    <a:pt x="471" y="741"/>
                  </a:cubicBezTo>
                  <a:close/>
                  <a:moveTo>
                    <a:pt x="471" y="764"/>
                  </a:moveTo>
                  <a:cubicBezTo>
                    <a:pt x="471" y="776"/>
                    <a:pt x="471" y="776"/>
                    <a:pt x="471" y="776"/>
                  </a:cubicBezTo>
                  <a:cubicBezTo>
                    <a:pt x="468" y="772"/>
                    <a:pt x="468" y="772"/>
                    <a:pt x="468" y="772"/>
                  </a:cubicBezTo>
                  <a:cubicBezTo>
                    <a:pt x="468" y="760"/>
                    <a:pt x="468" y="760"/>
                    <a:pt x="468" y="760"/>
                  </a:cubicBezTo>
                  <a:cubicBezTo>
                    <a:pt x="469" y="762"/>
                    <a:pt x="470" y="763"/>
                    <a:pt x="471" y="764"/>
                  </a:cubicBezTo>
                  <a:close/>
                  <a:moveTo>
                    <a:pt x="467" y="6"/>
                  </a:moveTo>
                  <a:cubicBezTo>
                    <a:pt x="468" y="7"/>
                    <a:pt x="468" y="7"/>
                    <a:pt x="468" y="7"/>
                  </a:cubicBezTo>
                  <a:cubicBezTo>
                    <a:pt x="468" y="15"/>
                    <a:pt x="468" y="15"/>
                    <a:pt x="468" y="15"/>
                  </a:cubicBezTo>
                  <a:cubicBezTo>
                    <a:pt x="467" y="15"/>
                    <a:pt x="467" y="15"/>
                    <a:pt x="467" y="15"/>
                  </a:cubicBezTo>
                  <a:cubicBezTo>
                    <a:pt x="467" y="6"/>
                    <a:pt x="467" y="6"/>
                    <a:pt x="467" y="6"/>
                  </a:cubicBezTo>
                  <a:close/>
                  <a:moveTo>
                    <a:pt x="468" y="787"/>
                  </a:moveTo>
                  <a:cubicBezTo>
                    <a:pt x="467" y="787"/>
                    <a:pt x="467" y="787"/>
                    <a:pt x="467" y="787"/>
                  </a:cubicBezTo>
                  <a:cubicBezTo>
                    <a:pt x="467" y="780"/>
                    <a:pt x="467" y="780"/>
                    <a:pt x="467" y="780"/>
                  </a:cubicBezTo>
                  <a:cubicBezTo>
                    <a:pt x="468" y="780"/>
                    <a:pt x="468" y="780"/>
                    <a:pt x="468" y="780"/>
                  </a:cubicBezTo>
                  <a:cubicBezTo>
                    <a:pt x="468" y="787"/>
                    <a:pt x="468" y="787"/>
                    <a:pt x="468" y="787"/>
                  </a:cubicBezTo>
                  <a:close/>
                  <a:moveTo>
                    <a:pt x="468" y="43"/>
                  </a:moveTo>
                  <a:cubicBezTo>
                    <a:pt x="468" y="52"/>
                    <a:pt x="468" y="52"/>
                    <a:pt x="468" y="52"/>
                  </a:cubicBezTo>
                  <a:cubicBezTo>
                    <a:pt x="467" y="52"/>
                    <a:pt x="467" y="52"/>
                    <a:pt x="467" y="52"/>
                  </a:cubicBezTo>
                  <a:cubicBezTo>
                    <a:pt x="467" y="41"/>
                    <a:pt x="467" y="41"/>
                    <a:pt x="467" y="41"/>
                  </a:cubicBezTo>
                  <a:cubicBezTo>
                    <a:pt x="468" y="43"/>
                    <a:pt x="468" y="43"/>
                    <a:pt x="468" y="43"/>
                  </a:cubicBezTo>
                  <a:close/>
                  <a:moveTo>
                    <a:pt x="468" y="77"/>
                  </a:moveTo>
                  <a:cubicBezTo>
                    <a:pt x="468" y="131"/>
                    <a:pt x="468" y="131"/>
                    <a:pt x="468" y="131"/>
                  </a:cubicBezTo>
                  <a:cubicBezTo>
                    <a:pt x="467" y="131"/>
                    <a:pt x="467" y="131"/>
                    <a:pt x="467" y="131"/>
                  </a:cubicBezTo>
                  <a:cubicBezTo>
                    <a:pt x="467" y="77"/>
                    <a:pt x="467" y="77"/>
                    <a:pt x="467" y="77"/>
                  </a:cubicBezTo>
                  <a:cubicBezTo>
                    <a:pt x="468" y="77"/>
                    <a:pt x="468" y="77"/>
                    <a:pt x="468" y="77"/>
                  </a:cubicBezTo>
                  <a:close/>
                  <a:moveTo>
                    <a:pt x="468" y="134"/>
                  </a:moveTo>
                  <a:cubicBezTo>
                    <a:pt x="468" y="146"/>
                    <a:pt x="468" y="146"/>
                    <a:pt x="468" y="146"/>
                  </a:cubicBezTo>
                  <a:cubicBezTo>
                    <a:pt x="467" y="146"/>
                    <a:pt x="467" y="145"/>
                    <a:pt x="467" y="145"/>
                  </a:cubicBezTo>
                  <a:cubicBezTo>
                    <a:pt x="467" y="133"/>
                    <a:pt x="467" y="133"/>
                    <a:pt x="467" y="133"/>
                  </a:cubicBezTo>
                  <a:cubicBezTo>
                    <a:pt x="467" y="134"/>
                    <a:pt x="467" y="134"/>
                    <a:pt x="468" y="134"/>
                  </a:cubicBezTo>
                  <a:close/>
                  <a:moveTo>
                    <a:pt x="468" y="176"/>
                  </a:moveTo>
                  <a:cubicBezTo>
                    <a:pt x="468" y="195"/>
                    <a:pt x="468" y="195"/>
                    <a:pt x="468" y="195"/>
                  </a:cubicBezTo>
                  <a:cubicBezTo>
                    <a:pt x="467" y="193"/>
                    <a:pt x="467" y="191"/>
                    <a:pt x="467" y="190"/>
                  </a:cubicBezTo>
                  <a:cubicBezTo>
                    <a:pt x="467" y="176"/>
                    <a:pt x="467" y="176"/>
                    <a:pt x="467" y="176"/>
                  </a:cubicBezTo>
                  <a:cubicBezTo>
                    <a:pt x="468" y="176"/>
                    <a:pt x="468" y="176"/>
                    <a:pt x="468" y="176"/>
                  </a:cubicBezTo>
                  <a:close/>
                  <a:moveTo>
                    <a:pt x="468" y="199"/>
                  </a:moveTo>
                  <a:cubicBezTo>
                    <a:pt x="468" y="204"/>
                    <a:pt x="468" y="204"/>
                    <a:pt x="468" y="204"/>
                  </a:cubicBezTo>
                  <a:cubicBezTo>
                    <a:pt x="467" y="203"/>
                    <a:pt x="467" y="203"/>
                    <a:pt x="467" y="203"/>
                  </a:cubicBezTo>
                  <a:cubicBezTo>
                    <a:pt x="467" y="199"/>
                    <a:pt x="467" y="199"/>
                    <a:pt x="467" y="199"/>
                  </a:cubicBezTo>
                  <a:cubicBezTo>
                    <a:pt x="468" y="199"/>
                    <a:pt x="468" y="199"/>
                    <a:pt x="468" y="199"/>
                  </a:cubicBezTo>
                  <a:close/>
                  <a:moveTo>
                    <a:pt x="468" y="218"/>
                  </a:moveTo>
                  <a:cubicBezTo>
                    <a:pt x="468" y="237"/>
                    <a:pt x="468" y="237"/>
                    <a:pt x="468" y="237"/>
                  </a:cubicBezTo>
                  <a:cubicBezTo>
                    <a:pt x="467" y="237"/>
                    <a:pt x="467" y="237"/>
                    <a:pt x="467" y="237"/>
                  </a:cubicBezTo>
                  <a:cubicBezTo>
                    <a:pt x="467" y="218"/>
                    <a:pt x="467" y="218"/>
                    <a:pt x="467" y="218"/>
                  </a:cubicBezTo>
                  <a:cubicBezTo>
                    <a:pt x="468" y="218"/>
                    <a:pt x="468" y="218"/>
                    <a:pt x="468" y="218"/>
                  </a:cubicBezTo>
                  <a:close/>
                  <a:moveTo>
                    <a:pt x="468" y="248"/>
                  </a:moveTo>
                  <a:cubicBezTo>
                    <a:pt x="468" y="258"/>
                    <a:pt x="468" y="258"/>
                    <a:pt x="468" y="258"/>
                  </a:cubicBezTo>
                  <a:cubicBezTo>
                    <a:pt x="467" y="258"/>
                    <a:pt x="467" y="258"/>
                    <a:pt x="467" y="258"/>
                  </a:cubicBezTo>
                  <a:cubicBezTo>
                    <a:pt x="467" y="247"/>
                    <a:pt x="467" y="247"/>
                    <a:pt x="467" y="247"/>
                  </a:cubicBezTo>
                  <a:cubicBezTo>
                    <a:pt x="467" y="248"/>
                    <a:pt x="467" y="248"/>
                    <a:pt x="468" y="248"/>
                  </a:cubicBezTo>
                  <a:close/>
                  <a:moveTo>
                    <a:pt x="468" y="266"/>
                  </a:moveTo>
                  <a:cubicBezTo>
                    <a:pt x="468" y="273"/>
                    <a:pt x="468" y="273"/>
                    <a:pt x="468" y="273"/>
                  </a:cubicBezTo>
                  <a:cubicBezTo>
                    <a:pt x="467" y="273"/>
                    <a:pt x="467" y="273"/>
                    <a:pt x="467" y="273"/>
                  </a:cubicBezTo>
                  <a:cubicBezTo>
                    <a:pt x="467" y="265"/>
                    <a:pt x="467" y="265"/>
                    <a:pt x="467" y="265"/>
                  </a:cubicBezTo>
                  <a:cubicBezTo>
                    <a:pt x="468" y="266"/>
                    <a:pt x="468" y="266"/>
                    <a:pt x="468" y="266"/>
                  </a:cubicBezTo>
                  <a:close/>
                  <a:moveTo>
                    <a:pt x="468" y="283"/>
                  </a:moveTo>
                  <a:cubicBezTo>
                    <a:pt x="468" y="293"/>
                    <a:pt x="468" y="293"/>
                    <a:pt x="468" y="293"/>
                  </a:cubicBezTo>
                  <a:cubicBezTo>
                    <a:pt x="467" y="293"/>
                    <a:pt x="467" y="293"/>
                    <a:pt x="467" y="293"/>
                  </a:cubicBezTo>
                  <a:cubicBezTo>
                    <a:pt x="467" y="283"/>
                    <a:pt x="467" y="283"/>
                    <a:pt x="467" y="283"/>
                  </a:cubicBezTo>
                  <a:cubicBezTo>
                    <a:pt x="467" y="283"/>
                    <a:pt x="467" y="283"/>
                    <a:pt x="468" y="283"/>
                  </a:cubicBezTo>
                  <a:close/>
                  <a:moveTo>
                    <a:pt x="468" y="313"/>
                  </a:moveTo>
                  <a:cubicBezTo>
                    <a:pt x="468" y="318"/>
                    <a:pt x="468" y="318"/>
                    <a:pt x="468" y="318"/>
                  </a:cubicBezTo>
                  <a:cubicBezTo>
                    <a:pt x="467" y="318"/>
                    <a:pt x="467" y="318"/>
                    <a:pt x="467" y="318"/>
                  </a:cubicBezTo>
                  <a:cubicBezTo>
                    <a:pt x="468" y="318"/>
                    <a:pt x="468" y="319"/>
                    <a:pt x="468" y="319"/>
                  </a:cubicBezTo>
                  <a:cubicBezTo>
                    <a:pt x="468" y="327"/>
                    <a:pt x="468" y="327"/>
                    <a:pt x="468" y="327"/>
                  </a:cubicBezTo>
                  <a:cubicBezTo>
                    <a:pt x="468" y="326"/>
                    <a:pt x="467" y="325"/>
                    <a:pt x="467" y="325"/>
                  </a:cubicBezTo>
                  <a:cubicBezTo>
                    <a:pt x="467" y="314"/>
                    <a:pt x="467" y="314"/>
                    <a:pt x="467" y="314"/>
                  </a:cubicBezTo>
                  <a:cubicBezTo>
                    <a:pt x="467" y="314"/>
                    <a:pt x="467" y="313"/>
                    <a:pt x="468" y="313"/>
                  </a:cubicBezTo>
                  <a:close/>
                  <a:moveTo>
                    <a:pt x="468" y="332"/>
                  </a:moveTo>
                  <a:cubicBezTo>
                    <a:pt x="468" y="347"/>
                    <a:pt x="468" y="347"/>
                    <a:pt x="468" y="347"/>
                  </a:cubicBezTo>
                  <a:cubicBezTo>
                    <a:pt x="467" y="347"/>
                    <a:pt x="467" y="346"/>
                    <a:pt x="467" y="346"/>
                  </a:cubicBezTo>
                  <a:cubicBezTo>
                    <a:pt x="467" y="346"/>
                    <a:pt x="467" y="346"/>
                    <a:pt x="467" y="346"/>
                  </a:cubicBezTo>
                  <a:cubicBezTo>
                    <a:pt x="467" y="335"/>
                    <a:pt x="467" y="335"/>
                    <a:pt x="467" y="335"/>
                  </a:cubicBezTo>
                  <a:cubicBezTo>
                    <a:pt x="467" y="334"/>
                    <a:pt x="468" y="333"/>
                    <a:pt x="468" y="332"/>
                  </a:cubicBezTo>
                  <a:close/>
                  <a:moveTo>
                    <a:pt x="468" y="457"/>
                  </a:moveTo>
                  <a:cubicBezTo>
                    <a:pt x="468" y="464"/>
                    <a:pt x="468" y="464"/>
                    <a:pt x="468" y="464"/>
                  </a:cubicBezTo>
                  <a:cubicBezTo>
                    <a:pt x="467" y="464"/>
                    <a:pt x="467" y="465"/>
                    <a:pt x="467" y="465"/>
                  </a:cubicBezTo>
                  <a:cubicBezTo>
                    <a:pt x="467" y="458"/>
                    <a:pt x="467" y="458"/>
                    <a:pt x="467" y="458"/>
                  </a:cubicBezTo>
                  <a:cubicBezTo>
                    <a:pt x="468" y="457"/>
                    <a:pt x="468" y="457"/>
                    <a:pt x="468" y="457"/>
                  </a:cubicBezTo>
                  <a:close/>
                  <a:moveTo>
                    <a:pt x="468" y="468"/>
                  </a:moveTo>
                  <a:cubicBezTo>
                    <a:pt x="468" y="473"/>
                    <a:pt x="468" y="473"/>
                    <a:pt x="468" y="473"/>
                  </a:cubicBezTo>
                  <a:cubicBezTo>
                    <a:pt x="467" y="473"/>
                    <a:pt x="467" y="473"/>
                    <a:pt x="467" y="473"/>
                  </a:cubicBezTo>
                  <a:cubicBezTo>
                    <a:pt x="467" y="468"/>
                    <a:pt x="467" y="468"/>
                    <a:pt x="467" y="468"/>
                  </a:cubicBezTo>
                  <a:cubicBezTo>
                    <a:pt x="468" y="468"/>
                    <a:pt x="468" y="468"/>
                    <a:pt x="468" y="468"/>
                  </a:cubicBezTo>
                  <a:close/>
                  <a:moveTo>
                    <a:pt x="468" y="478"/>
                  </a:moveTo>
                  <a:cubicBezTo>
                    <a:pt x="468" y="491"/>
                    <a:pt x="468" y="491"/>
                    <a:pt x="468" y="491"/>
                  </a:cubicBezTo>
                  <a:cubicBezTo>
                    <a:pt x="467" y="490"/>
                    <a:pt x="467" y="490"/>
                    <a:pt x="467" y="490"/>
                  </a:cubicBezTo>
                  <a:cubicBezTo>
                    <a:pt x="467" y="478"/>
                    <a:pt x="467" y="478"/>
                    <a:pt x="467" y="478"/>
                  </a:cubicBezTo>
                  <a:cubicBezTo>
                    <a:pt x="468" y="478"/>
                    <a:pt x="468" y="478"/>
                    <a:pt x="468" y="478"/>
                  </a:cubicBezTo>
                  <a:close/>
                  <a:moveTo>
                    <a:pt x="468" y="527"/>
                  </a:moveTo>
                  <a:cubicBezTo>
                    <a:pt x="468" y="536"/>
                    <a:pt x="468" y="536"/>
                    <a:pt x="468" y="536"/>
                  </a:cubicBezTo>
                  <a:cubicBezTo>
                    <a:pt x="467" y="536"/>
                    <a:pt x="467" y="536"/>
                    <a:pt x="467" y="537"/>
                  </a:cubicBezTo>
                  <a:cubicBezTo>
                    <a:pt x="467" y="528"/>
                    <a:pt x="467" y="528"/>
                    <a:pt x="467" y="528"/>
                  </a:cubicBezTo>
                  <a:cubicBezTo>
                    <a:pt x="467" y="528"/>
                    <a:pt x="467" y="527"/>
                    <a:pt x="468" y="527"/>
                  </a:cubicBezTo>
                  <a:close/>
                  <a:moveTo>
                    <a:pt x="468" y="542"/>
                  </a:moveTo>
                  <a:cubicBezTo>
                    <a:pt x="468" y="551"/>
                    <a:pt x="468" y="551"/>
                    <a:pt x="468" y="551"/>
                  </a:cubicBezTo>
                  <a:cubicBezTo>
                    <a:pt x="467" y="551"/>
                    <a:pt x="467" y="551"/>
                    <a:pt x="467" y="551"/>
                  </a:cubicBezTo>
                  <a:cubicBezTo>
                    <a:pt x="467" y="542"/>
                    <a:pt x="467" y="542"/>
                    <a:pt x="467" y="542"/>
                  </a:cubicBezTo>
                  <a:cubicBezTo>
                    <a:pt x="468" y="542"/>
                    <a:pt x="468" y="542"/>
                    <a:pt x="468" y="542"/>
                  </a:cubicBezTo>
                  <a:close/>
                  <a:moveTo>
                    <a:pt x="468" y="556"/>
                  </a:moveTo>
                  <a:cubicBezTo>
                    <a:pt x="468" y="566"/>
                    <a:pt x="468" y="566"/>
                    <a:pt x="468" y="566"/>
                  </a:cubicBezTo>
                  <a:cubicBezTo>
                    <a:pt x="467" y="567"/>
                    <a:pt x="467" y="567"/>
                    <a:pt x="467" y="567"/>
                  </a:cubicBezTo>
                  <a:cubicBezTo>
                    <a:pt x="467" y="556"/>
                    <a:pt x="467" y="556"/>
                    <a:pt x="467" y="556"/>
                  </a:cubicBezTo>
                  <a:cubicBezTo>
                    <a:pt x="468" y="556"/>
                    <a:pt x="468" y="556"/>
                    <a:pt x="468" y="556"/>
                  </a:cubicBezTo>
                  <a:close/>
                  <a:moveTo>
                    <a:pt x="468" y="573"/>
                  </a:moveTo>
                  <a:cubicBezTo>
                    <a:pt x="468" y="585"/>
                    <a:pt x="468" y="585"/>
                    <a:pt x="468" y="585"/>
                  </a:cubicBezTo>
                  <a:cubicBezTo>
                    <a:pt x="467" y="585"/>
                    <a:pt x="467" y="585"/>
                    <a:pt x="467" y="585"/>
                  </a:cubicBezTo>
                  <a:cubicBezTo>
                    <a:pt x="467" y="573"/>
                    <a:pt x="467" y="573"/>
                    <a:pt x="467" y="573"/>
                  </a:cubicBezTo>
                  <a:cubicBezTo>
                    <a:pt x="468" y="573"/>
                    <a:pt x="468" y="573"/>
                    <a:pt x="468" y="573"/>
                  </a:cubicBezTo>
                  <a:close/>
                  <a:moveTo>
                    <a:pt x="468" y="599"/>
                  </a:moveTo>
                  <a:cubicBezTo>
                    <a:pt x="468" y="608"/>
                    <a:pt x="468" y="608"/>
                    <a:pt x="468" y="608"/>
                  </a:cubicBezTo>
                  <a:cubicBezTo>
                    <a:pt x="467" y="608"/>
                    <a:pt x="467" y="608"/>
                    <a:pt x="467" y="608"/>
                  </a:cubicBezTo>
                  <a:cubicBezTo>
                    <a:pt x="467" y="600"/>
                    <a:pt x="467" y="600"/>
                    <a:pt x="467" y="600"/>
                  </a:cubicBezTo>
                  <a:cubicBezTo>
                    <a:pt x="468" y="599"/>
                    <a:pt x="468" y="599"/>
                    <a:pt x="468" y="599"/>
                  </a:cubicBezTo>
                  <a:close/>
                  <a:moveTo>
                    <a:pt x="468" y="622"/>
                  </a:moveTo>
                  <a:cubicBezTo>
                    <a:pt x="468" y="628"/>
                    <a:pt x="468" y="628"/>
                    <a:pt x="468" y="628"/>
                  </a:cubicBezTo>
                  <a:cubicBezTo>
                    <a:pt x="467" y="629"/>
                    <a:pt x="467" y="629"/>
                    <a:pt x="467" y="629"/>
                  </a:cubicBezTo>
                  <a:cubicBezTo>
                    <a:pt x="467" y="621"/>
                    <a:pt x="467" y="621"/>
                    <a:pt x="467" y="621"/>
                  </a:cubicBezTo>
                  <a:cubicBezTo>
                    <a:pt x="467" y="622"/>
                    <a:pt x="467" y="622"/>
                    <a:pt x="467" y="622"/>
                  </a:cubicBezTo>
                  <a:cubicBezTo>
                    <a:pt x="468" y="622"/>
                    <a:pt x="468" y="622"/>
                    <a:pt x="468" y="622"/>
                  </a:cubicBezTo>
                  <a:close/>
                  <a:moveTo>
                    <a:pt x="468" y="742"/>
                  </a:moveTo>
                  <a:cubicBezTo>
                    <a:pt x="468" y="750"/>
                    <a:pt x="468" y="750"/>
                    <a:pt x="468" y="750"/>
                  </a:cubicBezTo>
                  <a:cubicBezTo>
                    <a:pt x="467" y="750"/>
                    <a:pt x="467" y="750"/>
                    <a:pt x="467" y="750"/>
                  </a:cubicBezTo>
                  <a:cubicBezTo>
                    <a:pt x="467" y="742"/>
                    <a:pt x="467" y="742"/>
                    <a:pt x="467" y="742"/>
                  </a:cubicBezTo>
                  <a:cubicBezTo>
                    <a:pt x="468" y="742"/>
                    <a:pt x="468" y="742"/>
                    <a:pt x="468" y="742"/>
                  </a:cubicBezTo>
                  <a:close/>
                  <a:moveTo>
                    <a:pt x="468" y="760"/>
                  </a:moveTo>
                  <a:cubicBezTo>
                    <a:pt x="468" y="772"/>
                    <a:pt x="468" y="772"/>
                    <a:pt x="468" y="772"/>
                  </a:cubicBezTo>
                  <a:cubicBezTo>
                    <a:pt x="467" y="771"/>
                    <a:pt x="467" y="771"/>
                    <a:pt x="467" y="771"/>
                  </a:cubicBezTo>
                  <a:cubicBezTo>
                    <a:pt x="467" y="759"/>
                    <a:pt x="467" y="759"/>
                    <a:pt x="467" y="759"/>
                  </a:cubicBezTo>
                  <a:cubicBezTo>
                    <a:pt x="468" y="760"/>
                    <a:pt x="468" y="760"/>
                    <a:pt x="468" y="760"/>
                  </a:cubicBezTo>
                  <a:close/>
                  <a:moveTo>
                    <a:pt x="467" y="379"/>
                  </a:moveTo>
                  <a:cubicBezTo>
                    <a:pt x="467" y="379"/>
                    <a:pt x="467" y="379"/>
                    <a:pt x="467" y="379"/>
                  </a:cubicBezTo>
                  <a:cubicBezTo>
                    <a:pt x="467" y="379"/>
                    <a:pt x="467" y="379"/>
                    <a:pt x="467" y="379"/>
                  </a:cubicBezTo>
                  <a:close/>
                  <a:moveTo>
                    <a:pt x="458" y="5"/>
                  </a:moveTo>
                  <a:cubicBezTo>
                    <a:pt x="461" y="6"/>
                    <a:pt x="464" y="6"/>
                    <a:pt x="467" y="6"/>
                  </a:cubicBezTo>
                  <a:cubicBezTo>
                    <a:pt x="467" y="15"/>
                    <a:pt x="467" y="15"/>
                    <a:pt x="467" y="15"/>
                  </a:cubicBezTo>
                  <a:cubicBezTo>
                    <a:pt x="464" y="14"/>
                    <a:pt x="461" y="14"/>
                    <a:pt x="458" y="14"/>
                  </a:cubicBezTo>
                  <a:cubicBezTo>
                    <a:pt x="458" y="5"/>
                    <a:pt x="458" y="5"/>
                    <a:pt x="458" y="5"/>
                  </a:cubicBezTo>
                  <a:close/>
                  <a:moveTo>
                    <a:pt x="467" y="787"/>
                  </a:moveTo>
                  <a:cubicBezTo>
                    <a:pt x="464" y="788"/>
                    <a:pt x="461" y="788"/>
                    <a:pt x="458" y="789"/>
                  </a:cubicBezTo>
                  <a:cubicBezTo>
                    <a:pt x="458" y="781"/>
                    <a:pt x="458" y="781"/>
                    <a:pt x="458" y="781"/>
                  </a:cubicBezTo>
                  <a:cubicBezTo>
                    <a:pt x="461" y="781"/>
                    <a:pt x="464" y="781"/>
                    <a:pt x="467" y="780"/>
                  </a:cubicBezTo>
                  <a:cubicBezTo>
                    <a:pt x="467" y="787"/>
                    <a:pt x="467" y="787"/>
                    <a:pt x="467" y="787"/>
                  </a:cubicBezTo>
                  <a:close/>
                  <a:moveTo>
                    <a:pt x="467" y="41"/>
                  </a:moveTo>
                  <a:cubicBezTo>
                    <a:pt x="467" y="52"/>
                    <a:pt x="467" y="52"/>
                    <a:pt x="467" y="52"/>
                  </a:cubicBezTo>
                  <a:cubicBezTo>
                    <a:pt x="466" y="51"/>
                    <a:pt x="465" y="51"/>
                    <a:pt x="464" y="50"/>
                  </a:cubicBezTo>
                  <a:cubicBezTo>
                    <a:pt x="462" y="50"/>
                    <a:pt x="460" y="50"/>
                    <a:pt x="458" y="50"/>
                  </a:cubicBezTo>
                  <a:cubicBezTo>
                    <a:pt x="458" y="20"/>
                    <a:pt x="458" y="20"/>
                    <a:pt x="458" y="20"/>
                  </a:cubicBezTo>
                  <a:cubicBezTo>
                    <a:pt x="461" y="27"/>
                    <a:pt x="464" y="34"/>
                    <a:pt x="467" y="41"/>
                  </a:cubicBezTo>
                  <a:close/>
                  <a:moveTo>
                    <a:pt x="467" y="77"/>
                  </a:moveTo>
                  <a:cubicBezTo>
                    <a:pt x="467" y="131"/>
                    <a:pt x="467" y="131"/>
                    <a:pt x="467" y="131"/>
                  </a:cubicBezTo>
                  <a:cubicBezTo>
                    <a:pt x="466" y="130"/>
                    <a:pt x="465" y="130"/>
                    <a:pt x="464" y="130"/>
                  </a:cubicBezTo>
                  <a:cubicBezTo>
                    <a:pt x="465" y="131"/>
                    <a:pt x="465" y="133"/>
                    <a:pt x="467" y="133"/>
                  </a:cubicBezTo>
                  <a:cubicBezTo>
                    <a:pt x="467" y="145"/>
                    <a:pt x="467" y="145"/>
                    <a:pt x="467" y="145"/>
                  </a:cubicBezTo>
                  <a:cubicBezTo>
                    <a:pt x="465" y="145"/>
                    <a:pt x="463" y="144"/>
                    <a:pt x="461" y="143"/>
                  </a:cubicBezTo>
                  <a:cubicBezTo>
                    <a:pt x="459" y="145"/>
                    <a:pt x="459" y="147"/>
                    <a:pt x="458" y="149"/>
                  </a:cubicBezTo>
                  <a:cubicBezTo>
                    <a:pt x="458" y="113"/>
                    <a:pt x="458" y="113"/>
                    <a:pt x="458" y="113"/>
                  </a:cubicBezTo>
                  <a:cubicBezTo>
                    <a:pt x="459" y="111"/>
                    <a:pt x="459" y="110"/>
                    <a:pt x="461" y="99"/>
                  </a:cubicBezTo>
                  <a:cubicBezTo>
                    <a:pt x="460" y="99"/>
                    <a:pt x="459" y="99"/>
                    <a:pt x="458" y="99"/>
                  </a:cubicBezTo>
                  <a:cubicBezTo>
                    <a:pt x="458" y="70"/>
                    <a:pt x="458" y="70"/>
                    <a:pt x="458" y="70"/>
                  </a:cubicBezTo>
                  <a:cubicBezTo>
                    <a:pt x="459" y="70"/>
                    <a:pt x="460" y="71"/>
                    <a:pt x="461" y="72"/>
                  </a:cubicBezTo>
                  <a:cubicBezTo>
                    <a:pt x="461" y="73"/>
                    <a:pt x="461" y="74"/>
                    <a:pt x="461" y="75"/>
                  </a:cubicBezTo>
                  <a:cubicBezTo>
                    <a:pt x="463" y="75"/>
                    <a:pt x="465" y="76"/>
                    <a:pt x="467" y="77"/>
                  </a:cubicBezTo>
                  <a:close/>
                  <a:moveTo>
                    <a:pt x="467" y="176"/>
                  </a:moveTo>
                  <a:cubicBezTo>
                    <a:pt x="467" y="190"/>
                    <a:pt x="467" y="190"/>
                    <a:pt x="467" y="190"/>
                  </a:cubicBezTo>
                  <a:cubicBezTo>
                    <a:pt x="466" y="184"/>
                    <a:pt x="464" y="180"/>
                    <a:pt x="458" y="178"/>
                  </a:cubicBezTo>
                  <a:cubicBezTo>
                    <a:pt x="458" y="172"/>
                    <a:pt x="458" y="172"/>
                    <a:pt x="458" y="172"/>
                  </a:cubicBezTo>
                  <a:cubicBezTo>
                    <a:pt x="460" y="173"/>
                    <a:pt x="463" y="174"/>
                    <a:pt x="465" y="175"/>
                  </a:cubicBezTo>
                  <a:cubicBezTo>
                    <a:pt x="466" y="175"/>
                    <a:pt x="466" y="175"/>
                    <a:pt x="467" y="176"/>
                  </a:cubicBezTo>
                  <a:close/>
                  <a:moveTo>
                    <a:pt x="467" y="199"/>
                  </a:moveTo>
                  <a:cubicBezTo>
                    <a:pt x="467" y="203"/>
                    <a:pt x="467" y="203"/>
                    <a:pt x="467" y="203"/>
                  </a:cubicBezTo>
                  <a:cubicBezTo>
                    <a:pt x="464" y="202"/>
                    <a:pt x="461" y="201"/>
                    <a:pt x="458" y="200"/>
                  </a:cubicBezTo>
                  <a:cubicBezTo>
                    <a:pt x="458" y="193"/>
                    <a:pt x="458" y="193"/>
                    <a:pt x="458" y="193"/>
                  </a:cubicBezTo>
                  <a:cubicBezTo>
                    <a:pt x="459" y="195"/>
                    <a:pt x="462" y="197"/>
                    <a:pt x="465" y="199"/>
                  </a:cubicBezTo>
                  <a:cubicBezTo>
                    <a:pt x="467" y="199"/>
                    <a:pt x="467" y="199"/>
                    <a:pt x="467" y="199"/>
                  </a:cubicBezTo>
                  <a:close/>
                  <a:moveTo>
                    <a:pt x="467" y="218"/>
                  </a:moveTo>
                  <a:cubicBezTo>
                    <a:pt x="467" y="237"/>
                    <a:pt x="467" y="237"/>
                    <a:pt x="467" y="237"/>
                  </a:cubicBezTo>
                  <a:cubicBezTo>
                    <a:pt x="464" y="236"/>
                    <a:pt x="461" y="235"/>
                    <a:pt x="458" y="234"/>
                  </a:cubicBezTo>
                  <a:cubicBezTo>
                    <a:pt x="458" y="224"/>
                    <a:pt x="458" y="224"/>
                    <a:pt x="458" y="224"/>
                  </a:cubicBezTo>
                  <a:cubicBezTo>
                    <a:pt x="458" y="224"/>
                    <a:pt x="459" y="224"/>
                    <a:pt x="459" y="224"/>
                  </a:cubicBezTo>
                  <a:cubicBezTo>
                    <a:pt x="463" y="221"/>
                    <a:pt x="464" y="220"/>
                    <a:pt x="467" y="218"/>
                  </a:cubicBezTo>
                  <a:close/>
                  <a:moveTo>
                    <a:pt x="467" y="247"/>
                  </a:moveTo>
                  <a:cubicBezTo>
                    <a:pt x="467" y="258"/>
                    <a:pt x="467" y="258"/>
                    <a:pt x="467" y="258"/>
                  </a:cubicBezTo>
                  <a:cubicBezTo>
                    <a:pt x="464" y="257"/>
                    <a:pt x="461" y="256"/>
                    <a:pt x="458" y="255"/>
                  </a:cubicBezTo>
                  <a:cubicBezTo>
                    <a:pt x="458" y="245"/>
                    <a:pt x="458" y="245"/>
                    <a:pt x="458" y="245"/>
                  </a:cubicBezTo>
                  <a:cubicBezTo>
                    <a:pt x="461" y="246"/>
                    <a:pt x="464" y="246"/>
                    <a:pt x="467" y="247"/>
                  </a:cubicBezTo>
                  <a:close/>
                  <a:moveTo>
                    <a:pt x="467" y="265"/>
                  </a:moveTo>
                  <a:cubicBezTo>
                    <a:pt x="467" y="273"/>
                    <a:pt x="467" y="273"/>
                    <a:pt x="467" y="273"/>
                  </a:cubicBezTo>
                  <a:cubicBezTo>
                    <a:pt x="464" y="273"/>
                    <a:pt x="461" y="272"/>
                    <a:pt x="458" y="271"/>
                  </a:cubicBezTo>
                  <a:cubicBezTo>
                    <a:pt x="458" y="263"/>
                    <a:pt x="458" y="263"/>
                    <a:pt x="458" y="263"/>
                  </a:cubicBezTo>
                  <a:cubicBezTo>
                    <a:pt x="461" y="264"/>
                    <a:pt x="464" y="264"/>
                    <a:pt x="467" y="265"/>
                  </a:cubicBezTo>
                  <a:close/>
                  <a:moveTo>
                    <a:pt x="467" y="283"/>
                  </a:moveTo>
                  <a:cubicBezTo>
                    <a:pt x="467" y="293"/>
                    <a:pt x="467" y="293"/>
                    <a:pt x="467" y="293"/>
                  </a:cubicBezTo>
                  <a:cubicBezTo>
                    <a:pt x="466" y="294"/>
                    <a:pt x="464" y="295"/>
                    <a:pt x="462" y="296"/>
                  </a:cubicBezTo>
                  <a:cubicBezTo>
                    <a:pt x="460" y="295"/>
                    <a:pt x="459" y="295"/>
                    <a:pt x="458" y="294"/>
                  </a:cubicBezTo>
                  <a:cubicBezTo>
                    <a:pt x="458" y="285"/>
                    <a:pt x="458" y="285"/>
                    <a:pt x="458" y="285"/>
                  </a:cubicBezTo>
                  <a:cubicBezTo>
                    <a:pt x="461" y="285"/>
                    <a:pt x="465" y="285"/>
                    <a:pt x="467" y="283"/>
                  </a:cubicBezTo>
                  <a:close/>
                  <a:moveTo>
                    <a:pt x="467" y="314"/>
                  </a:moveTo>
                  <a:cubicBezTo>
                    <a:pt x="467" y="325"/>
                    <a:pt x="467" y="325"/>
                    <a:pt x="467" y="325"/>
                  </a:cubicBezTo>
                  <a:cubicBezTo>
                    <a:pt x="466" y="323"/>
                    <a:pt x="465" y="322"/>
                    <a:pt x="463" y="320"/>
                  </a:cubicBezTo>
                  <a:cubicBezTo>
                    <a:pt x="463" y="328"/>
                    <a:pt x="461" y="333"/>
                    <a:pt x="465" y="339"/>
                  </a:cubicBezTo>
                  <a:cubicBezTo>
                    <a:pt x="466" y="338"/>
                    <a:pt x="467" y="336"/>
                    <a:pt x="467" y="335"/>
                  </a:cubicBezTo>
                  <a:cubicBezTo>
                    <a:pt x="467" y="346"/>
                    <a:pt x="467" y="346"/>
                    <a:pt x="467" y="346"/>
                  </a:cubicBezTo>
                  <a:cubicBezTo>
                    <a:pt x="466" y="340"/>
                    <a:pt x="461" y="340"/>
                    <a:pt x="458" y="334"/>
                  </a:cubicBezTo>
                  <a:cubicBezTo>
                    <a:pt x="458" y="334"/>
                    <a:pt x="458" y="334"/>
                    <a:pt x="458" y="334"/>
                  </a:cubicBezTo>
                  <a:cubicBezTo>
                    <a:pt x="458" y="329"/>
                    <a:pt x="458" y="329"/>
                    <a:pt x="458" y="329"/>
                  </a:cubicBezTo>
                  <a:cubicBezTo>
                    <a:pt x="459" y="324"/>
                    <a:pt x="459" y="321"/>
                    <a:pt x="458" y="318"/>
                  </a:cubicBezTo>
                  <a:cubicBezTo>
                    <a:pt x="458" y="312"/>
                    <a:pt x="458" y="312"/>
                    <a:pt x="458" y="312"/>
                  </a:cubicBezTo>
                  <a:cubicBezTo>
                    <a:pt x="460" y="313"/>
                    <a:pt x="461" y="315"/>
                    <a:pt x="463" y="317"/>
                  </a:cubicBezTo>
                  <a:cubicBezTo>
                    <a:pt x="465" y="316"/>
                    <a:pt x="466" y="315"/>
                    <a:pt x="467" y="314"/>
                  </a:cubicBezTo>
                  <a:close/>
                  <a:moveTo>
                    <a:pt x="467" y="379"/>
                  </a:moveTo>
                  <a:cubicBezTo>
                    <a:pt x="467" y="379"/>
                    <a:pt x="467" y="379"/>
                    <a:pt x="467" y="379"/>
                  </a:cubicBezTo>
                  <a:cubicBezTo>
                    <a:pt x="458" y="386"/>
                    <a:pt x="458" y="386"/>
                    <a:pt x="458" y="386"/>
                  </a:cubicBezTo>
                  <a:cubicBezTo>
                    <a:pt x="458" y="378"/>
                    <a:pt x="458" y="378"/>
                    <a:pt x="458" y="378"/>
                  </a:cubicBezTo>
                  <a:cubicBezTo>
                    <a:pt x="467" y="379"/>
                    <a:pt x="467" y="379"/>
                    <a:pt x="467" y="379"/>
                  </a:cubicBezTo>
                  <a:close/>
                  <a:moveTo>
                    <a:pt x="467" y="458"/>
                  </a:moveTo>
                  <a:cubicBezTo>
                    <a:pt x="467" y="465"/>
                    <a:pt x="467" y="465"/>
                    <a:pt x="467" y="465"/>
                  </a:cubicBezTo>
                  <a:cubicBezTo>
                    <a:pt x="466" y="465"/>
                    <a:pt x="465" y="466"/>
                    <a:pt x="464" y="467"/>
                  </a:cubicBezTo>
                  <a:cubicBezTo>
                    <a:pt x="465" y="467"/>
                    <a:pt x="466" y="468"/>
                    <a:pt x="467" y="468"/>
                  </a:cubicBezTo>
                  <a:cubicBezTo>
                    <a:pt x="467" y="473"/>
                    <a:pt x="467" y="473"/>
                    <a:pt x="467" y="473"/>
                  </a:cubicBezTo>
                  <a:cubicBezTo>
                    <a:pt x="464" y="472"/>
                    <a:pt x="461" y="472"/>
                    <a:pt x="458" y="473"/>
                  </a:cubicBezTo>
                  <a:cubicBezTo>
                    <a:pt x="458" y="469"/>
                    <a:pt x="458" y="469"/>
                    <a:pt x="458" y="469"/>
                  </a:cubicBezTo>
                  <a:cubicBezTo>
                    <a:pt x="461" y="465"/>
                    <a:pt x="464" y="462"/>
                    <a:pt x="467" y="458"/>
                  </a:cubicBezTo>
                  <a:close/>
                  <a:moveTo>
                    <a:pt x="467" y="478"/>
                  </a:moveTo>
                  <a:cubicBezTo>
                    <a:pt x="467" y="490"/>
                    <a:pt x="467" y="490"/>
                    <a:pt x="467" y="490"/>
                  </a:cubicBezTo>
                  <a:cubicBezTo>
                    <a:pt x="465" y="488"/>
                    <a:pt x="465" y="488"/>
                    <a:pt x="465" y="488"/>
                  </a:cubicBezTo>
                  <a:cubicBezTo>
                    <a:pt x="464" y="488"/>
                    <a:pt x="464" y="488"/>
                    <a:pt x="463" y="488"/>
                  </a:cubicBezTo>
                  <a:cubicBezTo>
                    <a:pt x="461" y="489"/>
                    <a:pt x="459" y="490"/>
                    <a:pt x="458" y="492"/>
                  </a:cubicBezTo>
                  <a:cubicBezTo>
                    <a:pt x="458" y="486"/>
                    <a:pt x="458" y="486"/>
                    <a:pt x="458" y="486"/>
                  </a:cubicBezTo>
                  <a:cubicBezTo>
                    <a:pt x="459" y="486"/>
                    <a:pt x="461" y="485"/>
                    <a:pt x="463" y="483"/>
                  </a:cubicBezTo>
                  <a:cubicBezTo>
                    <a:pt x="461" y="482"/>
                    <a:pt x="459" y="482"/>
                    <a:pt x="458" y="481"/>
                  </a:cubicBezTo>
                  <a:cubicBezTo>
                    <a:pt x="458" y="476"/>
                    <a:pt x="458" y="476"/>
                    <a:pt x="458" y="476"/>
                  </a:cubicBezTo>
                  <a:cubicBezTo>
                    <a:pt x="460" y="477"/>
                    <a:pt x="463" y="478"/>
                    <a:pt x="465" y="479"/>
                  </a:cubicBezTo>
                  <a:cubicBezTo>
                    <a:pt x="467" y="478"/>
                    <a:pt x="467" y="478"/>
                    <a:pt x="467" y="478"/>
                  </a:cubicBezTo>
                  <a:close/>
                  <a:moveTo>
                    <a:pt x="467" y="528"/>
                  </a:moveTo>
                  <a:cubicBezTo>
                    <a:pt x="467" y="537"/>
                    <a:pt x="467" y="537"/>
                    <a:pt x="467" y="537"/>
                  </a:cubicBezTo>
                  <a:cubicBezTo>
                    <a:pt x="464" y="537"/>
                    <a:pt x="461" y="539"/>
                    <a:pt x="458" y="541"/>
                  </a:cubicBezTo>
                  <a:cubicBezTo>
                    <a:pt x="458" y="533"/>
                    <a:pt x="458" y="533"/>
                    <a:pt x="458" y="533"/>
                  </a:cubicBezTo>
                  <a:cubicBezTo>
                    <a:pt x="461" y="531"/>
                    <a:pt x="464" y="529"/>
                    <a:pt x="467" y="528"/>
                  </a:cubicBezTo>
                  <a:close/>
                  <a:moveTo>
                    <a:pt x="467" y="542"/>
                  </a:moveTo>
                  <a:cubicBezTo>
                    <a:pt x="467" y="551"/>
                    <a:pt x="467" y="551"/>
                    <a:pt x="467" y="551"/>
                  </a:cubicBezTo>
                  <a:cubicBezTo>
                    <a:pt x="464" y="553"/>
                    <a:pt x="461" y="555"/>
                    <a:pt x="458" y="556"/>
                  </a:cubicBezTo>
                  <a:cubicBezTo>
                    <a:pt x="458" y="547"/>
                    <a:pt x="458" y="547"/>
                    <a:pt x="458" y="547"/>
                  </a:cubicBezTo>
                  <a:cubicBezTo>
                    <a:pt x="460" y="546"/>
                    <a:pt x="463" y="544"/>
                    <a:pt x="467" y="542"/>
                  </a:cubicBezTo>
                  <a:close/>
                  <a:moveTo>
                    <a:pt x="467" y="556"/>
                  </a:moveTo>
                  <a:cubicBezTo>
                    <a:pt x="464" y="558"/>
                    <a:pt x="461" y="559"/>
                    <a:pt x="458" y="560"/>
                  </a:cubicBezTo>
                  <a:cubicBezTo>
                    <a:pt x="458" y="571"/>
                    <a:pt x="458" y="571"/>
                    <a:pt x="458" y="571"/>
                  </a:cubicBezTo>
                  <a:cubicBezTo>
                    <a:pt x="461" y="570"/>
                    <a:pt x="464" y="568"/>
                    <a:pt x="467" y="567"/>
                  </a:cubicBezTo>
                  <a:cubicBezTo>
                    <a:pt x="467" y="556"/>
                    <a:pt x="467" y="556"/>
                    <a:pt x="467" y="556"/>
                  </a:cubicBezTo>
                  <a:close/>
                  <a:moveTo>
                    <a:pt x="467" y="573"/>
                  </a:moveTo>
                  <a:cubicBezTo>
                    <a:pt x="467" y="585"/>
                    <a:pt x="467" y="585"/>
                    <a:pt x="467" y="585"/>
                  </a:cubicBezTo>
                  <a:cubicBezTo>
                    <a:pt x="463" y="586"/>
                    <a:pt x="460" y="587"/>
                    <a:pt x="458" y="588"/>
                  </a:cubicBezTo>
                  <a:cubicBezTo>
                    <a:pt x="458" y="577"/>
                    <a:pt x="458" y="577"/>
                    <a:pt x="458" y="577"/>
                  </a:cubicBezTo>
                  <a:cubicBezTo>
                    <a:pt x="461" y="576"/>
                    <a:pt x="464" y="575"/>
                    <a:pt x="467" y="573"/>
                  </a:cubicBezTo>
                  <a:close/>
                  <a:moveTo>
                    <a:pt x="467" y="600"/>
                  </a:moveTo>
                  <a:cubicBezTo>
                    <a:pt x="467" y="608"/>
                    <a:pt x="467" y="608"/>
                    <a:pt x="467" y="608"/>
                  </a:cubicBezTo>
                  <a:cubicBezTo>
                    <a:pt x="464" y="607"/>
                    <a:pt x="461" y="607"/>
                    <a:pt x="458" y="608"/>
                  </a:cubicBezTo>
                  <a:cubicBezTo>
                    <a:pt x="458" y="603"/>
                    <a:pt x="458" y="603"/>
                    <a:pt x="458" y="603"/>
                  </a:cubicBezTo>
                  <a:cubicBezTo>
                    <a:pt x="461" y="602"/>
                    <a:pt x="464" y="601"/>
                    <a:pt x="467" y="600"/>
                  </a:cubicBezTo>
                  <a:close/>
                  <a:moveTo>
                    <a:pt x="467" y="621"/>
                  </a:moveTo>
                  <a:cubicBezTo>
                    <a:pt x="467" y="629"/>
                    <a:pt x="467" y="629"/>
                    <a:pt x="467" y="629"/>
                  </a:cubicBezTo>
                  <a:cubicBezTo>
                    <a:pt x="464" y="630"/>
                    <a:pt x="461" y="630"/>
                    <a:pt x="458" y="631"/>
                  </a:cubicBezTo>
                  <a:cubicBezTo>
                    <a:pt x="458" y="626"/>
                    <a:pt x="458" y="626"/>
                    <a:pt x="458" y="626"/>
                  </a:cubicBezTo>
                  <a:cubicBezTo>
                    <a:pt x="459" y="625"/>
                    <a:pt x="460" y="625"/>
                    <a:pt x="462" y="624"/>
                  </a:cubicBezTo>
                  <a:cubicBezTo>
                    <a:pt x="460" y="623"/>
                    <a:pt x="459" y="622"/>
                    <a:pt x="458" y="621"/>
                  </a:cubicBezTo>
                  <a:cubicBezTo>
                    <a:pt x="458" y="613"/>
                    <a:pt x="458" y="613"/>
                    <a:pt x="458" y="613"/>
                  </a:cubicBezTo>
                  <a:cubicBezTo>
                    <a:pt x="461" y="615"/>
                    <a:pt x="464" y="618"/>
                    <a:pt x="467" y="621"/>
                  </a:cubicBezTo>
                  <a:close/>
                  <a:moveTo>
                    <a:pt x="467" y="742"/>
                  </a:moveTo>
                  <a:cubicBezTo>
                    <a:pt x="467" y="750"/>
                    <a:pt x="467" y="750"/>
                    <a:pt x="467" y="750"/>
                  </a:cubicBezTo>
                  <a:cubicBezTo>
                    <a:pt x="465" y="750"/>
                    <a:pt x="463" y="751"/>
                    <a:pt x="461" y="752"/>
                  </a:cubicBezTo>
                  <a:cubicBezTo>
                    <a:pt x="463" y="754"/>
                    <a:pt x="465" y="757"/>
                    <a:pt x="467" y="759"/>
                  </a:cubicBezTo>
                  <a:cubicBezTo>
                    <a:pt x="467" y="771"/>
                    <a:pt x="467" y="771"/>
                    <a:pt x="467" y="771"/>
                  </a:cubicBezTo>
                  <a:cubicBezTo>
                    <a:pt x="463" y="767"/>
                    <a:pt x="460" y="764"/>
                    <a:pt x="458" y="762"/>
                  </a:cubicBezTo>
                  <a:cubicBezTo>
                    <a:pt x="458" y="745"/>
                    <a:pt x="458" y="745"/>
                    <a:pt x="458" y="745"/>
                  </a:cubicBezTo>
                  <a:cubicBezTo>
                    <a:pt x="461" y="744"/>
                    <a:pt x="464" y="743"/>
                    <a:pt x="467" y="742"/>
                  </a:cubicBezTo>
                  <a:close/>
                  <a:moveTo>
                    <a:pt x="458" y="706"/>
                  </a:moveTo>
                  <a:cubicBezTo>
                    <a:pt x="458" y="666"/>
                    <a:pt x="458" y="666"/>
                    <a:pt x="458" y="666"/>
                  </a:cubicBezTo>
                  <a:cubicBezTo>
                    <a:pt x="459" y="666"/>
                    <a:pt x="459" y="666"/>
                    <a:pt x="459" y="666"/>
                  </a:cubicBezTo>
                  <a:cubicBezTo>
                    <a:pt x="461" y="679"/>
                    <a:pt x="464" y="692"/>
                    <a:pt x="466" y="705"/>
                  </a:cubicBezTo>
                  <a:cubicBezTo>
                    <a:pt x="463" y="705"/>
                    <a:pt x="461" y="706"/>
                    <a:pt x="458" y="706"/>
                  </a:cubicBezTo>
                  <a:close/>
                  <a:moveTo>
                    <a:pt x="458" y="526"/>
                  </a:moveTo>
                  <a:cubicBezTo>
                    <a:pt x="458" y="511"/>
                    <a:pt x="458" y="511"/>
                    <a:pt x="458" y="511"/>
                  </a:cubicBezTo>
                  <a:cubicBezTo>
                    <a:pt x="458" y="510"/>
                    <a:pt x="459" y="510"/>
                    <a:pt x="459" y="509"/>
                  </a:cubicBezTo>
                  <a:cubicBezTo>
                    <a:pt x="460" y="509"/>
                    <a:pt x="461" y="510"/>
                    <a:pt x="462" y="510"/>
                  </a:cubicBezTo>
                  <a:cubicBezTo>
                    <a:pt x="462" y="515"/>
                    <a:pt x="464" y="524"/>
                    <a:pt x="458" y="526"/>
                  </a:cubicBezTo>
                  <a:close/>
                  <a:moveTo>
                    <a:pt x="456" y="5"/>
                  </a:moveTo>
                  <a:cubicBezTo>
                    <a:pt x="458" y="5"/>
                    <a:pt x="458" y="5"/>
                    <a:pt x="458" y="5"/>
                  </a:cubicBezTo>
                  <a:cubicBezTo>
                    <a:pt x="458" y="14"/>
                    <a:pt x="458" y="14"/>
                    <a:pt x="458" y="14"/>
                  </a:cubicBezTo>
                  <a:cubicBezTo>
                    <a:pt x="457" y="14"/>
                    <a:pt x="457" y="14"/>
                    <a:pt x="456" y="14"/>
                  </a:cubicBezTo>
                  <a:cubicBezTo>
                    <a:pt x="456" y="5"/>
                    <a:pt x="456" y="5"/>
                    <a:pt x="456" y="5"/>
                  </a:cubicBezTo>
                  <a:close/>
                  <a:moveTo>
                    <a:pt x="458" y="789"/>
                  </a:moveTo>
                  <a:cubicBezTo>
                    <a:pt x="457" y="789"/>
                    <a:pt x="457" y="789"/>
                    <a:pt x="456" y="789"/>
                  </a:cubicBezTo>
                  <a:cubicBezTo>
                    <a:pt x="456" y="781"/>
                    <a:pt x="456" y="781"/>
                    <a:pt x="456" y="781"/>
                  </a:cubicBezTo>
                  <a:cubicBezTo>
                    <a:pt x="457" y="781"/>
                    <a:pt x="457" y="781"/>
                    <a:pt x="458" y="781"/>
                  </a:cubicBezTo>
                  <a:cubicBezTo>
                    <a:pt x="458" y="789"/>
                    <a:pt x="458" y="789"/>
                    <a:pt x="458" y="789"/>
                  </a:cubicBezTo>
                  <a:close/>
                  <a:moveTo>
                    <a:pt x="458" y="20"/>
                  </a:moveTo>
                  <a:cubicBezTo>
                    <a:pt x="458" y="50"/>
                    <a:pt x="458" y="50"/>
                    <a:pt x="458" y="50"/>
                  </a:cubicBezTo>
                  <a:cubicBezTo>
                    <a:pt x="456" y="50"/>
                    <a:pt x="456" y="50"/>
                    <a:pt x="456" y="50"/>
                  </a:cubicBezTo>
                  <a:cubicBezTo>
                    <a:pt x="456" y="42"/>
                    <a:pt x="456" y="42"/>
                    <a:pt x="456" y="42"/>
                  </a:cubicBezTo>
                  <a:cubicBezTo>
                    <a:pt x="457" y="42"/>
                    <a:pt x="457" y="42"/>
                    <a:pt x="457" y="42"/>
                  </a:cubicBezTo>
                  <a:cubicBezTo>
                    <a:pt x="456" y="41"/>
                    <a:pt x="456" y="40"/>
                    <a:pt x="456" y="39"/>
                  </a:cubicBezTo>
                  <a:cubicBezTo>
                    <a:pt x="456" y="16"/>
                    <a:pt x="456" y="16"/>
                    <a:pt x="456" y="16"/>
                  </a:cubicBezTo>
                  <a:cubicBezTo>
                    <a:pt x="458" y="20"/>
                    <a:pt x="458" y="20"/>
                    <a:pt x="458" y="20"/>
                  </a:cubicBezTo>
                  <a:close/>
                  <a:moveTo>
                    <a:pt x="458" y="70"/>
                  </a:moveTo>
                  <a:cubicBezTo>
                    <a:pt x="458" y="99"/>
                    <a:pt x="458" y="99"/>
                    <a:pt x="458" y="99"/>
                  </a:cubicBezTo>
                  <a:cubicBezTo>
                    <a:pt x="456" y="98"/>
                    <a:pt x="456" y="98"/>
                    <a:pt x="456" y="98"/>
                  </a:cubicBezTo>
                  <a:cubicBezTo>
                    <a:pt x="456" y="70"/>
                    <a:pt x="456" y="70"/>
                    <a:pt x="456" y="70"/>
                  </a:cubicBezTo>
                  <a:cubicBezTo>
                    <a:pt x="456" y="70"/>
                    <a:pt x="457" y="70"/>
                    <a:pt x="458" y="70"/>
                  </a:cubicBezTo>
                  <a:close/>
                  <a:moveTo>
                    <a:pt x="458" y="113"/>
                  </a:moveTo>
                  <a:cubicBezTo>
                    <a:pt x="458" y="149"/>
                    <a:pt x="458" y="149"/>
                    <a:pt x="458" y="149"/>
                  </a:cubicBezTo>
                  <a:cubicBezTo>
                    <a:pt x="457" y="150"/>
                    <a:pt x="457" y="151"/>
                    <a:pt x="456" y="152"/>
                  </a:cubicBezTo>
                  <a:cubicBezTo>
                    <a:pt x="456" y="128"/>
                    <a:pt x="456" y="128"/>
                    <a:pt x="456" y="128"/>
                  </a:cubicBezTo>
                  <a:cubicBezTo>
                    <a:pt x="456" y="128"/>
                    <a:pt x="456" y="128"/>
                    <a:pt x="456" y="128"/>
                  </a:cubicBezTo>
                  <a:cubicBezTo>
                    <a:pt x="456" y="128"/>
                    <a:pt x="456" y="127"/>
                    <a:pt x="456" y="126"/>
                  </a:cubicBezTo>
                  <a:cubicBezTo>
                    <a:pt x="456" y="126"/>
                    <a:pt x="456" y="126"/>
                    <a:pt x="456" y="126"/>
                  </a:cubicBezTo>
                  <a:cubicBezTo>
                    <a:pt x="456" y="114"/>
                    <a:pt x="456" y="114"/>
                    <a:pt x="456" y="114"/>
                  </a:cubicBezTo>
                  <a:cubicBezTo>
                    <a:pt x="457" y="114"/>
                    <a:pt x="457" y="114"/>
                    <a:pt x="457" y="114"/>
                  </a:cubicBezTo>
                  <a:cubicBezTo>
                    <a:pt x="458" y="113"/>
                    <a:pt x="458" y="113"/>
                    <a:pt x="458" y="113"/>
                  </a:cubicBezTo>
                  <a:close/>
                  <a:moveTo>
                    <a:pt x="458" y="172"/>
                  </a:moveTo>
                  <a:cubicBezTo>
                    <a:pt x="458" y="178"/>
                    <a:pt x="458" y="178"/>
                    <a:pt x="458" y="178"/>
                  </a:cubicBezTo>
                  <a:cubicBezTo>
                    <a:pt x="457" y="178"/>
                    <a:pt x="457" y="177"/>
                    <a:pt x="456" y="177"/>
                  </a:cubicBezTo>
                  <a:cubicBezTo>
                    <a:pt x="456" y="171"/>
                    <a:pt x="456" y="171"/>
                    <a:pt x="456" y="171"/>
                  </a:cubicBezTo>
                  <a:cubicBezTo>
                    <a:pt x="457" y="171"/>
                    <a:pt x="457" y="172"/>
                    <a:pt x="458" y="172"/>
                  </a:cubicBezTo>
                  <a:close/>
                  <a:moveTo>
                    <a:pt x="458" y="193"/>
                  </a:moveTo>
                  <a:cubicBezTo>
                    <a:pt x="458" y="200"/>
                    <a:pt x="458" y="200"/>
                    <a:pt x="458" y="200"/>
                  </a:cubicBezTo>
                  <a:cubicBezTo>
                    <a:pt x="457" y="200"/>
                    <a:pt x="457" y="200"/>
                    <a:pt x="456" y="200"/>
                  </a:cubicBezTo>
                  <a:cubicBezTo>
                    <a:pt x="456" y="190"/>
                    <a:pt x="456" y="190"/>
                    <a:pt x="456" y="190"/>
                  </a:cubicBezTo>
                  <a:cubicBezTo>
                    <a:pt x="456" y="191"/>
                    <a:pt x="457" y="192"/>
                    <a:pt x="458" y="193"/>
                  </a:cubicBezTo>
                  <a:close/>
                  <a:moveTo>
                    <a:pt x="458" y="224"/>
                  </a:moveTo>
                  <a:cubicBezTo>
                    <a:pt x="458" y="234"/>
                    <a:pt x="458" y="234"/>
                    <a:pt x="458" y="234"/>
                  </a:cubicBezTo>
                  <a:cubicBezTo>
                    <a:pt x="457" y="234"/>
                    <a:pt x="456" y="234"/>
                    <a:pt x="456" y="234"/>
                  </a:cubicBezTo>
                  <a:cubicBezTo>
                    <a:pt x="456" y="224"/>
                    <a:pt x="456" y="224"/>
                    <a:pt x="456" y="224"/>
                  </a:cubicBezTo>
                  <a:cubicBezTo>
                    <a:pt x="457" y="224"/>
                    <a:pt x="457" y="224"/>
                    <a:pt x="458" y="224"/>
                  </a:cubicBezTo>
                  <a:close/>
                  <a:moveTo>
                    <a:pt x="458" y="245"/>
                  </a:moveTo>
                  <a:cubicBezTo>
                    <a:pt x="458" y="255"/>
                    <a:pt x="458" y="255"/>
                    <a:pt x="458" y="255"/>
                  </a:cubicBezTo>
                  <a:cubicBezTo>
                    <a:pt x="457" y="255"/>
                    <a:pt x="456" y="255"/>
                    <a:pt x="456" y="255"/>
                  </a:cubicBezTo>
                  <a:cubicBezTo>
                    <a:pt x="456" y="245"/>
                    <a:pt x="456" y="245"/>
                    <a:pt x="456" y="245"/>
                  </a:cubicBezTo>
                  <a:cubicBezTo>
                    <a:pt x="458" y="245"/>
                    <a:pt x="458" y="245"/>
                    <a:pt x="458" y="245"/>
                  </a:cubicBezTo>
                  <a:close/>
                  <a:moveTo>
                    <a:pt x="458" y="263"/>
                  </a:moveTo>
                  <a:cubicBezTo>
                    <a:pt x="458" y="271"/>
                    <a:pt x="458" y="271"/>
                    <a:pt x="458" y="271"/>
                  </a:cubicBezTo>
                  <a:cubicBezTo>
                    <a:pt x="456" y="271"/>
                    <a:pt x="456" y="271"/>
                    <a:pt x="456" y="271"/>
                  </a:cubicBezTo>
                  <a:cubicBezTo>
                    <a:pt x="456" y="262"/>
                    <a:pt x="456" y="262"/>
                    <a:pt x="456" y="262"/>
                  </a:cubicBezTo>
                  <a:cubicBezTo>
                    <a:pt x="458" y="263"/>
                    <a:pt x="458" y="263"/>
                    <a:pt x="458" y="263"/>
                  </a:cubicBezTo>
                  <a:close/>
                  <a:moveTo>
                    <a:pt x="458" y="285"/>
                  </a:moveTo>
                  <a:cubicBezTo>
                    <a:pt x="458" y="294"/>
                    <a:pt x="458" y="294"/>
                    <a:pt x="458" y="294"/>
                  </a:cubicBezTo>
                  <a:cubicBezTo>
                    <a:pt x="456" y="294"/>
                    <a:pt x="456" y="294"/>
                    <a:pt x="456" y="294"/>
                  </a:cubicBezTo>
                  <a:cubicBezTo>
                    <a:pt x="456" y="285"/>
                    <a:pt x="456" y="285"/>
                    <a:pt x="456" y="285"/>
                  </a:cubicBezTo>
                  <a:cubicBezTo>
                    <a:pt x="456" y="285"/>
                    <a:pt x="456" y="285"/>
                    <a:pt x="456" y="285"/>
                  </a:cubicBezTo>
                  <a:cubicBezTo>
                    <a:pt x="456" y="285"/>
                    <a:pt x="457" y="285"/>
                    <a:pt x="458" y="285"/>
                  </a:cubicBezTo>
                  <a:close/>
                  <a:moveTo>
                    <a:pt x="458" y="312"/>
                  </a:moveTo>
                  <a:cubicBezTo>
                    <a:pt x="458" y="318"/>
                    <a:pt x="458" y="318"/>
                    <a:pt x="458" y="318"/>
                  </a:cubicBezTo>
                  <a:cubicBezTo>
                    <a:pt x="457" y="317"/>
                    <a:pt x="457" y="317"/>
                    <a:pt x="456" y="316"/>
                  </a:cubicBezTo>
                  <a:cubicBezTo>
                    <a:pt x="456" y="310"/>
                    <a:pt x="456" y="310"/>
                    <a:pt x="456" y="310"/>
                  </a:cubicBezTo>
                  <a:cubicBezTo>
                    <a:pt x="457" y="311"/>
                    <a:pt x="457" y="311"/>
                    <a:pt x="458" y="312"/>
                  </a:cubicBezTo>
                  <a:close/>
                  <a:moveTo>
                    <a:pt x="458" y="329"/>
                  </a:moveTo>
                  <a:cubicBezTo>
                    <a:pt x="458" y="334"/>
                    <a:pt x="458" y="334"/>
                    <a:pt x="458" y="334"/>
                  </a:cubicBezTo>
                  <a:cubicBezTo>
                    <a:pt x="457" y="334"/>
                    <a:pt x="456" y="334"/>
                    <a:pt x="456" y="334"/>
                  </a:cubicBezTo>
                  <a:cubicBezTo>
                    <a:pt x="456" y="330"/>
                    <a:pt x="456" y="330"/>
                    <a:pt x="456" y="330"/>
                  </a:cubicBezTo>
                  <a:cubicBezTo>
                    <a:pt x="456" y="330"/>
                    <a:pt x="457" y="330"/>
                    <a:pt x="457" y="331"/>
                  </a:cubicBezTo>
                  <a:cubicBezTo>
                    <a:pt x="457" y="330"/>
                    <a:pt x="457" y="330"/>
                    <a:pt x="458" y="329"/>
                  </a:cubicBezTo>
                  <a:close/>
                  <a:moveTo>
                    <a:pt x="458" y="378"/>
                  </a:moveTo>
                  <a:cubicBezTo>
                    <a:pt x="458" y="386"/>
                    <a:pt x="458" y="386"/>
                    <a:pt x="458" y="386"/>
                  </a:cubicBezTo>
                  <a:cubicBezTo>
                    <a:pt x="456" y="387"/>
                    <a:pt x="456" y="387"/>
                    <a:pt x="456" y="387"/>
                  </a:cubicBezTo>
                  <a:cubicBezTo>
                    <a:pt x="456" y="378"/>
                    <a:pt x="456" y="378"/>
                    <a:pt x="456" y="378"/>
                  </a:cubicBezTo>
                  <a:cubicBezTo>
                    <a:pt x="458" y="378"/>
                    <a:pt x="458" y="378"/>
                    <a:pt x="458" y="378"/>
                  </a:cubicBezTo>
                  <a:close/>
                  <a:moveTo>
                    <a:pt x="458" y="469"/>
                  </a:moveTo>
                  <a:cubicBezTo>
                    <a:pt x="458" y="473"/>
                    <a:pt x="458" y="473"/>
                    <a:pt x="458" y="473"/>
                  </a:cubicBezTo>
                  <a:cubicBezTo>
                    <a:pt x="457" y="473"/>
                    <a:pt x="457" y="473"/>
                    <a:pt x="456" y="474"/>
                  </a:cubicBezTo>
                  <a:cubicBezTo>
                    <a:pt x="456" y="474"/>
                    <a:pt x="456" y="475"/>
                    <a:pt x="456" y="476"/>
                  </a:cubicBezTo>
                  <a:cubicBezTo>
                    <a:pt x="457" y="476"/>
                    <a:pt x="457" y="476"/>
                    <a:pt x="458" y="476"/>
                  </a:cubicBezTo>
                  <a:cubicBezTo>
                    <a:pt x="458" y="481"/>
                    <a:pt x="458" y="481"/>
                    <a:pt x="458" y="481"/>
                  </a:cubicBezTo>
                  <a:cubicBezTo>
                    <a:pt x="457" y="481"/>
                    <a:pt x="456" y="481"/>
                    <a:pt x="456" y="481"/>
                  </a:cubicBezTo>
                  <a:cubicBezTo>
                    <a:pt x="456" y="470"/>
                    <a:pt x="456" y="470"/>
                    <a:pt x="456" y="470"/>
                  </a:cubicBezTo>
                  <a:cubicBezTo>
                    <a:pt x="457" y="469"/>
                    <a:pt x="457" y="469"/>
                    <a:pt x="458" y="469"/>
                  </a:cubicBezTo>
                  <a:close/>
                  <a:moveTo>
                    <a:pt x="458" y="486"/>
                  </a:moveTo>
                  <a:cubicBezTo>
                    <a:pt x="458" y="492"/>
                    <a:pt x="458" y="492"/>
                    <a:pt x="458" y="492"/>
                  </a:cubicBezTo>
                  <a:cubicBezTo>
                    <a:pt x="457" y="492"/>
                    <a:pt x="456" y="492"/>
                    <a:pt x="456" y="493"/>
                  </a:cubicBezTo>
                  <a:cubicBezTo>
                    <a:pt x="456" y="486"/>
                    <a:pt x="456" y="486"/>
                    <a:pt x="456" y="486"/>
                  </a:cubicBezTo>
                  <a:cubicBezTo>
                    <a:pt x="457" y="486"/>
                    <a:pt x="457" y="486"/>
                    <a:pt x="458" y="486"/>
                  </a:cubicBezTo>
                  <a:close/>
                  <a:moveTo>
                    <a:pt x="458" y="511"/>
                  </a:moveTo>
                  <a:cubicBezTo>
                    <a:pt x="458" y="526"/>
                    <a:pt x="458" y="526"/>
                    <a:pt x="458" y="526"/>
                  </a:cubicBezTo>
                  <a:cubicBezTo>
                    <a:pt x="457" y="526"/>
                    <a:pt x="457" y="526"/>
                    <a:pt x="457" y="526"/>
                  </a:cubicBezTo>
                  <a:cubicBezTo>
                    <a:pt x="457" y="525"/>
                    <a:pt x="456" y="525"/>
                    <a:pt x="456" y="525"/>
                  </a:cubicBezTo>
                  <a:cubicBezTo>
                    <a:pt x="456" y="512"/>
                    <a:pt x="456" y="512"/>
                    <a:pt x="456" y="512"/>
                  </a:cubicBezTo>
                  <a:cubicBezTo>
                    <a:pt x="456" y="512"/>
                    <a:pt x="457" y="512"/>
                    <a:pt x="457" y="512"/>
                  </a:cubicBezTo>
                  <a:cubicBezTo>
                    <a:pt x="457" y="511"/>
                    <a:pt x="457" y="511"/>
                    <a:pt x="458" y="511"/>
                  </a:cubicBezTo>
                  <a:close/>
                  <a:moveTo>
                    <a:pt x="458" y="533"/>
                  </a:moveTo>
                  <a:cubicBezTo>
                    <a:pt x="458" y="541"/>
                    <a:pt x="458" y="541"/>
                    <a:pt x="458" y="541"/>
                  </a:cubicBezTo>
                  <a:cubicBezTo>
                    <a:pt x="457" y="541"/>
                    <a:pt x="456" y="541"/>
                    <a:pt x="456" y="542"/>
                  </a:cubicBezTo>
                  <a:cubicBezTo>
                    <a:pt x="456" y="534"/>
                    <a:pt x="456" y="534"/>
                    <a:pt x="456" y="534"/>
                  </a:cubicBezTo>
                  <a:cubicBezTo>
                    <a:pt x="456" y="533"/>
                    <a:pt x="457" y="533"/>
                    <a:pt x="458" y="533"/>
                  </a:cubicBezTo>
                  <a:close/>
                  <a:moveTo>
                    <a:pt x="458" y="547"/>
                  </a:moveTo>
                  <a:cubicBezTo>
                    <a:pt x="458" y="556"/>
                    <a:pt x="458" y="556"/>
                    <a:pt x="458" y="556"/>
                  </a:cubicBezTo>
                  <a:cubicBezTo>
                    <a:pt x="457" y="557"/>
                    <a:pt x="456" y="557"/>
                    <a:pt x="456" y="557"/>
                  </a:cubicBezTo>
                  <a:cubicBezTo>
                    <a:pt x="456" y="548"/>
                    <a:pt x="456" y="548"/>
                    <a:pt x="456" y="548"/>
                  </a:cubicBezTo>
                  <a:cubicBezTo>
                    <a:pt x="458" y="547"/>
                    <a:pt x="458" y="547"/>
                    <a:pt x="458" y="547"/>
                  </a:cubicBezTo>
                  <a:close/>
                  <a:moveTo>
                    <a:pt x="458" y="560"/>
                  </a:moveTo>
                  <a:cubicBezTo>
                    <a:pt x="458" y="571"/>
                    <a:pt x="458" y="571"/>
                    <a:pt x="458" y="571"/>
                  </a:cubicBezTo>
                  <a:cubicBezTo>
                    <a:pt x="457" y="571"/>
                    <a:pt x="457" y="572"/>
                    <a:pt x="456" y="572"/>
                  </a:cubicBezTo>
                  <a:cubicBezTo>
                    <a:pt x="456" y="561"/>
                    <a:pt x="456" y="561"/>
                    <a:pt x="456" y="561"/>
                  </a:cubicBezTo>
                  <a:cubicBezTo>
                    <a:pt x="456" y="561"/>
                    <a:pt x="457" y="561"/>
                    <a:pt x="458" y="560"/>
                  </a:cubicBezTo>
                  <a:close/>
                  <a:moveTo>
                    <a:pt x="458" y="577"/>
                  </a:moveTo>
                  <a:cubicBezTo>
                    <a:pt x="458" y="588"/>
                    <a:pt x="458" y="588"/>
                    <a:pt x="458" y="588"/>
                  </a:cubicBezTo>
                  <a:cubicBezTo>
                    <a:pt x="457" y="588"/>
                    <a:pt x="456" y="588"/>
                    <a:pt x="456" y="588"/>
                  </a:cubicBezTo>
                  <a:cubicBezTo>
                    <a:pt x="456" y="578"/>
                    <a:pt x="456" y="578"/>
                    <a:pt x="456" y="578"/>
                  </a:cubicBezTo>
                  <a:cubicBezTo>
                    <a:pt x="456" y="578"/>
                    <a:pt x="457" y="578"/>
                    <a:pt x="458" y="577"/>
                  </a:cubicBezTo>
                  <a:close/>
                  <a:moveTo>
                    <a:pt x="458" y="603"/>
                  </a:moveTo>
                  <a:cubicBezTo>
                    <a:pt x="458" y="608"/>
                    <a:pt x="458" y="608"/>
                    <a:pt x="458" y="608"/>
                  </a:cubicBezTo>
                  <a:cubicBezTo>
                    <a:pt x="457" y="608"/>
                    <a:pt x="456" y="608"/>
                    <a:pt x="456" y="609"/>
                  </a:cubicBezTo>
                  <a:cubicBezTo>
                    <a:pt x="456" y="604"/>
                    <a:pt x="456" y="604"/>
                    <a:pt x="456" y="604"/>
                  </a:cubicBezTo>
                  <a:cubicBezTo>
                    <a:pt x="457" y="604"/>
                    <a:pt x="457" y="603"/>
                    <a:pt x="458" y="603"/>
                  </a:cubicBezTo>
                  <a:close/>
                  <a:moveTo>
                    <a:pt x="458" y="613"/>
                  </a:moveTo>
                  <a:cubicBezTo>
                    <a:pt x="458" y="621"/>
                    <a:pt x="458" y="621"/>
                    <a:pt x="458" y="621"/>
                  </a:cubicBezTo>
                  <a:cubicBezTo>
                    <a:pt x="456" y="619"/>
                    <a:pt x="456" y="619"/>
                    <a:pt x="456" y="619"/>
                  </a:cubicBezTo>
                  <a:cubicBezTo>
                    <a:pt x="456" y="611"/>
                    <a:pt x="456" y="611"/>
                    <a:pt x="456" y="611"/>
                  </a:cubicBezTo>
                  <a:cubicBezTo>
                    <a:pt x="458" y="613"/>
                    <a:pt x="458" y="613"/>
                    <a:pt x="458" y="613"/>
                  </a:cubicBezTo>
                  <a:close/>
                  <a:moveTo>
                    <a:pt x="458" y="626"/>
                  </a:moveTo>
                  <a:cubicBezTo>
                    <a:pt x="458" y="631"/>
                    <a:pt x="458" y="631"/>
                    <a:pt x="458" y="631"/>
                  </a:cubicBezTo>
                  <a:cubicBezTo>
                    <a:pt x="456" y="631"/>
                    <a:pt x="456" y="631"/>
                    <a:pt x="456" y="631"/>
                  </a:cubicBezTo>
                  <a:cubicBezTo>
                    <a:pt x="456" y="626"/>
                    <a:pt x="456" y="626"/>
                    <a:pt x="456" y="626"/>
                  </a:cubicBezTo>
                  <a:cubicBezTo>
                    <a:pt x="458" y="626"/>
                    <a:pt x="458" y="626"/>
                    <a:pt x="458" y="626"/>
                  </a:cubicBezTo>
                  <a:close/>
                  <a:moveTo>
                    <a:pt x="458" y="666"/>
                  </a:moveTo>
                  <a:cubicBezTo>
                    <a:pt x="458" y="706"/>
                    <a:pt x="458" y="706"/>
                    <a:pt x="458" y="706"/>
                  </a:cubicBezTo>
                  <a:cubicBezTo>
                    <a:pt x="456" y="706"/>
                    <a:pt x="456" y="706"/>
                    <a:pt x="456" y="706"/>
                  </a:cubicBezTo>
                  <a:cubicBezTo>
                    <a:pt x="456" y="706"/>
                    <a:pt x="456" y="706"/>
                    <a:pt x="456" y="706"/>
                  </a:cubicBezTo>
                  <a:cubicBezTo>
                    <a:pt x="456" y="666"/>
                    <a:pt x="456" y="666"/>
                    <a:pt x="456" y="666"/>
                  </a:cubicBezTo>
                  <a:cubicBezTo>
                    <a:pt x="458" y="666"/>
                    <a:pt x="458" y="666"/>
                    <a:pt x="458" y="666"/>
                  </a:cubicBezTo>
                  <a:close/>
                  <a:moveTo>
                    <a:pt x="458" y="745"/>
                  </a:moveTo>
                  <a:cubicBezTo>
                    <a:pt x="458" y="762"/>
                    <a:pt x="458" y="762"/>
                    <a:pt x="458" y="762"/>
                  </a:cubicBezTo>
                  <a:cubicBezTo>
                    <a:pt x="457" y="761"/>
                    <a:pt x="457" y="761"/>
                    <a:pt x="456" y="760"/>
                  </a:cubicBezTo>
                  <a:cubicBezTo>
                    <a:pt x="456" y="745"/>
                    <a:pt x="456" y="745"/>
                    <a:pt x="456" y="745"/>
                  </a:cubicBezTo>
                  <a:cubicBezTo>
                    <a:pt x="457" y="745"/>
                    <a:pt x="457" y="745"/>
                    <a:pt x="458" y="745"/>
                  </a:cubicBezTo>
                  <a:close/>
                  <a:moveTo>
                    <a:pt x="452" y="5"/>
                  </a:moveTo>
                  <a:cubicBezTo>
                    <a:pt x="453" y="5"/>
                    <a:pt x="455" y="5"/>
                    <a:pt x="456" y="5"/>
                  </a:cubicBezTo>
                  <a:cubicBezTo>
                    <a:pt x="456" y="14"/>
                    <a:pt x="456" y="14"/>
                    <a:pt x="456" y="14"/>
                  </a:cubicBezTo>
                  <a:cubicBezTo>
                    <a:pt x="455" y="14"/>
                    <a:pt x="455" y="14"/>
                    <a:pt x="455" y="14"/>
                  </a:cubicBezTo>
                  <a:cubicBezTo>
                    <a:pt x="456" y="16"/>
                    <a:pt x="456" y="16"/>
                    <a:pt x="456" y="16"/>
                  </a:cubicBezTo>
                  <a:cubicBezTo>
                    <a:pt x="456" y="39"/>
                    <a:pt x="456" y="39"/>
                    <a:pt x="456" y="39"/>
                  </a:cubicBezTo>
                  <a:cubicBezTo>
                    <a:pt x="455" y="36"/>
                    <a:pt x="453" y="32"/>
                    <a:pt x="452" y="29"/>
                  </a:cubicBezTo>
                  <a:cubicBezTo>
                    <a:pt x="452" y="5"/>
                    <a:pt x="452" y="5"/>
                    <a:pt x="452" y="5"/>
                  </a:cubicBezTo>
                  <a:close/>
                  <a:moveTo>
                    <a:pt x="456" y="789"/>
                  </a:moveTo>
                  <a:cubicBezTo>
                    <a:pt x="455" y="789"/>
                    <a:pt x="453" y="789"/>
                    <a:pt x="452" y="789"/>
                  </a:cubicBezTo>
                  <a:cubicBezTo>
                    <a:pt x="452" y="781"/>
                    <a:pt x="452" y="781"/>
                    <a:pt x="452" y="781"/>
                  </a:cubicBezTo>
                  <a:cubicBezTo>
                    <a:pt x="452" y="781"/>
                    <a:pt x="453" y="781"/>
                    <a:pt x="453" y="781"/>
                  </a:cubicBezTo>
                  <a:cubicBezTo>
                    <a:pt x="454" y="781"/>
                    <a:pt x="455" y="781"/>
                    <a:pt x="456" y="781"/>
                  </a:cubicBezTo>
                  <a:cubicBezTo>
                    <a:pt x="456" y="789"/>
                    <a:pt x="456" y="789"/>
                    <a:pt x="456" y="789"/>
                  </a:cubicBezTo>
                  <a:close/>
                  <a:moveTo>
                    <a:pt x="456" y="42"/>
                  </a:moveTo>
                  <a:cubicBezTo>
                    <a:pt x="456" y="50"/>
                    <a:pt x="456" y="50"/>
                    <a:pt x="456" y="50"/>
                  </a:cubicBezTo>
                  <a:cubicBezTo>
                    <a:pt x="455" y="50"/>
                    <a:pt x="453" y="50"/>
                    <a:pt x="452" y="50"/>
                  </a:cubicBezTo>
                  <a:cubicBezTo>
                    <a:pt x="452" y="42"/>
                    <a:pt x="452" y="42"/>
                    <a:pt x="452" y="42"/>
                  </a:cubicBezTo>
                  <a:cubicBezTo>
                    <a:pt x="456" y="42"/>
                    <a:pt x="456" y="42"/>
                    <a:pt x="456" y="42"/>
                  </a:cubicBezTo>
                  <a:close/>
                  <a:moveTo>
                    <a:pt x="456" y="70"/>
                  </a:moveTo>
                  <a:cubicBezTo>
                    <a:pt x="456" y="98"/>
                    <a:pt x="456" y="98"/>
                    <a:pt x="456" y="98"/>
                  </a:cubicBezTo>
                  <a:cubicBezTo>
                    <a:pt x="452" y="98"/>
                    <a:pt x="452" y="98"/>
                    <a:pt x="452" y="98"/>
                  </a:cubicBezTo>
                  <a:cubicBezTo>
                    <a:pt x="454" y="105"/>
                    <a:pt x="457" y="108"/>
                    <a:pt x="452" y="110"/>
                  </a:cubicBezTo>
                  <a:cubicBezTo>
                    <a:pt x="452" y="72"/>
                    <a:pt x="452" y="72"/>
                    <a:pt x="452" y="72"/>
                  </a:cubicBezTo>
                  <a:cubicBezTo>
                    <a:pt x="453" y="71"/>
                    <a:pt x="455" y="70"/>
                    <a:pt x="456" y="70"/>
                  </a:cubicBezTo>
                  <a:close/>
                  <a:moveTo>
                    <a:pt x="456" y="114"/>
                  </a:moveTo>
                  <a:cubicBezTo>
                    <a:pt x="456" y="126"/>
                    <a:pt x="456" y="126"/>
                    <a:pt x="456" y="126"/>
                  </a:cubicBezTo>
                  <a:cubicBezTo>
                    <a:pt x="455" y="126"/>
                    <a:pt x="453" y="126"/>
                    <a:pt x="452" y="125"/>
                  </a:cubicBezTo>
                  <a:cubicBezTo>
                    <a:pt x="452" y="114"/>
                    <a:pt x="452" y="114"/>
                    <a:pt x="452" y="114"/>
                  </a:cubicBezTo>
                  <a:cubicBezTo>
                    <a:pt x="453" y="114"/>
                    <a:pt x="455" y="114"/>
                    <a:pt x="456" y="114"/>
                  </a:cubicBezTo>
                  <a:close/>
                  <a:moveTo>
                    <a:pt x="456" y="128"/>
                  </a:moveTo>
                  <a:cubicBezTo>
                    <a:pt x="456" y="152"/>
                    <a:pt x="456" y="152"/>
                    <a:pt x="456" y="152"/>
                  </a:cubicBezTo>
                  <a:cubicBezTo>
                    <a:pt x="455" y="153"/>
                    <a:pt x="454" y="154"/>
                    <a:pt x="452" y="155"/>
                  </a:cubicBezTo>
                  <a:cubicBezTo>
                    <a:pt x="452" y="128"/>
                    <a:pt x="452" y="128"/>
                    <a:pt x="452" y="128"/>
                  </a:cubicBezTo>
                  <a:cubicBezTo>
                    <a:pt x="453" y="128"/>
                    <a:pt x="455" y="128"/>
                    <a:pt x="456" y="128"/>
                  </a:cubicBezTo>
                  <a:close/>
                  <a:moveTo>
                    <a:pt x="456" y="171"/>
                  </a:moveTo>
                  <a:cubicBezTo>
                    <a:pt x="456" y="177"/>
                    <a:pt x="456" y="177"/>
                    <a:pt x="456" y="177"/>
                  </a:cubicBezTo>
                  <a:cubicBezTo>
                    <a:pt x="455" y="177"/>
                    <a:pt x="454" y="177"/>
                    <a:pt x="452" y="177"/>
                  </a:cubicBezTo>
                  <a:cubicBezTo>
                    <a:pt x="454" y="182"/>
                    <a:pt x="454" y="186"/>
                    <a:pt x="456" y="190"/>
                  </a:cubicBezTo>
                  <a:cubicBezTo>
                    <a:pt x="456" y="200"/>
                    <a:pt x="456" y="200"/>
                    <a:pt x="456" y="200"/>
                  </a:cubicBezTo>
                  <a:cubicBezTo>
                    <a:pt x="455" y="199"/>
                    <a:pt x="453" y="199"/>
                    <a:pt x="452" y="199"/>
                  </a:cubicBezTo>
                  <a:cubicBezTo>
                    <a:pt x="452" y="170"/>
                    <a:pt x="452" y="170"/>
                    <a:pt x="452" y="170"/>
                  </a:cubicBezTo>
                  <a:cubicBezTo>
                    <a:pt x="453" y="170"/>
                    <a:pt x="455" y="171"/>
                    <a:pt x="456" y="171"/>
                  </a:cubicBezTo>
                  <a:close/>
                  <a:moveTo>
                    <a:pt x="456" y="224"/>
                  </a:moveTo>
                  <a:cubicBezTo>
                    <a:pt x="456" y="234"/>
                    <a:pt x="456" y="234"/>
                    <a:pt x="456" y="234"/>
                  </a:cubicBezTo>
                  <a:cubicBezTo>
                    <a:pt x="455" y="234"/>
                    <a:pt x="453" y="234"/>
                    <a:pt x="452" y="234"/>
                  </a:cubicBezTo>
                  <a:cubicBezTo>
                    <a:pt x="452" y="224"/>
                    <a:pt x="452" y="224"/>
                    <a:pt x="452" y="224"/>
                  </a:cubicBezTo>
                  <a:cubicBezTo>
                    <a:pt x="453" y="224"/>
                    <a:pt x="455" y="224"/>
                    <a:pt x="456" y="224"/>
                  </a:cubicBezTo>
                  <a:close/>
                  <a:moveTo>
                    <a:pt x="456" y="245"/>
                  </a:moveTo>
                  <a:cubicBezTo>
                    <a:pt x="456" y="255"/>
                    <a:pt x="456" y="255"/>
                    <a:pt x="456" y="255"/>
                  </a:cubicBezTo>
                  <a:cubicBezTo>
                    <a:pt x="455" y="255"/>
                    <a:pt x="453" y="255"/>
                    <a:pt x="452" y="254"/>
                  </a:cubicBezTo>
                  <a:cubicBezTo>
                    <a:pt x="452" y="244"/>
                    <a:pt x="452" y="244"/>
                    <a:pt x="452" y="244"/>
                  </a:cubicBezTo>
                  <a:cubicBezTo>
                    <a:pt x="453" y="244"/>
                    <a:pt x="455" y="244"/>
                    <a:pt x="456" y="245"/>
                  </a:cubicBezTo>
                  <a:close/>
                  <a:moveTo>
                    <a:pt x="456" y="262"/>
                  </a:moveTo>
                  <a:cubicBezTo>
                    <a:pt x="456" y="271"/>
                    <a:pt x="456" y="271"/>
                    <a:pt x="456" y="271"/>
                  </a:cubicBezTo>
                  <a:cubicBezTo>
                    <a:pt x="455" y="271"/>
                    <a:pt x="453" y="270"/>
                    <a:pt x="452" y="270"/>
                  </a:cubicBezTo>
                  <a:cubicBezTo>
                    <a:pt x="452" y="262"/>
                    <a:pt x="452" y="262"/>
                    <a:pt x="452" y="262"/>
                  </a:cubicBezTo>
                  <a:cubicBezTo>
                    <a:pt x="453" y="262"/>
                    <a:pt x="455" y="262"/>
                    <a:pt x="456" y="262"/>
                  </a:cubicBezTo>
                  <a:close/>
                  <a:moveTo>
                    <a:pt x="456" y="285"/>
                  </a:moveTo>
                  <a:cubicBezTo>
                    <a:pt x="456" y="294"/>
                    <a:pt x="456" y="294"/>
                    <a:pt x="456" y="294"/>
                  </a:cubicBezTo>
                  <a:cubicBezTo>
                    <a:pt x="454" y="294"/>
                    <a:pt x="453" y="293"/>
                    <a:pt x="452" y="293"/>
                  </a:cubicBezTo>
                  <a:cubicBezTo>
                    <a:pt x="452" y="283"/>
                    <a:pt x="452" y="283"/>
                    <a:pt x="452" y="283"/>
                  </a:cubicBezTo>
                  <a:cubicBezTo>
                    <a:pt x="453" y="284"/>
                    <a:pt x="455" y="285"/>
                    <a:pt x="456" y="285"/>
                  </a:cubicBezTo>
                  <a:close/>
                  <a:moveTo>
                    <a:pt x="456" y="310"/>
                  </a:moveTo>
                  <a:cubicBezTo>
                    <a:pt x="456" y="316"/>
                    <a:pt x="456" y="316"/>
                    <a:pt x="456" y="316"/>
                  </a:cubicBezTo>
                  <a:cubicBezTo>
                    <a:pt x="455" y="315"/>
                    <a:pt x="454" y="314"/>
                    <a:pt x="453" y="314"/>
                  </a:cubicBezTo>
                  <a:cubicBezTo>
                    <a:pt x="453" y="319"/>
                    <a:pt x="453" y="323"/>
                    <a:pt x="453" y="329"/>
                  </a:cubicBezTo>
                  <a:cubicBezTo>
                    <a:pt x="455" y="329"/>
                    <a:pt x="455" y="329"/>
                    <a:pt x="456" y="330"/>
                  </a:cubicBezTo>
                  <a:cubicBezTo>
                    <a:pt x="456" y="334"/>
                    <a:pt x="456" y="334"/>
                    <a:pt x="456" y="334"/>
                  </a:cubicBezTo>
                  <a:cubicBezTo>
                    <a:pt x="454" y="333"/>
                    <a:pt x="453" y="332"/>
                    <a:pt x="452" y="331"/>
                  </a:cubicBezTo>
                  <a:cubicBezTo>
                    <a:pt x="452" y="308"/>
                    <a:pt x="452" y="308"/>
                    <a:pt x="452" y="308"/>
                  </a:cubicBezTo>
                  <a:cubicBezTo>
                    <a:pt x="453" y="308"/>
                    <a:pt x="455" y="309"/>
                    <a:pt x="456" y="310"/>
                  </a:cubicBezTo>
                  <a:close/>
                  <a:moveTo>
                    <a:pt x="456" y="378"/>
                  </a:moveTo>
                  <a:cubicBezTo>
                    <a:pt x="456" y="387"/>
                    <a:pt x="456" y="387"/>
                    <a:pt x="456" y="387"/>
                  </a:cubicBezTo>
                  <a:cubicBezTo>
                    <a:pt x="452" y="390"/>
                    <a:pt x="452" y="390"/>
                    <a:pt x="452" y="390"/>
                  </a:cubicBezTo>
                  <a:cubicBezTo>
                    <a:pt x="452" y="378"/>
                    <a:pt x="452" y="378"/>
                    <a:pt x="452" y="378"/>
                  </a:cubicBezTo>
                  <a:cubicBezTo>
                    <a:pt x="456" y="378"/>
                    <a:pt x="456" y="378"/>
                    <a:pt x="456" y="378"/>
                  </a:cubicBezTo>
                  <a:close/>
                  <a:moveTo>
                    <a:pt x="456" y="470"/>
                  </a:moveTo>
                  <a:cubicBezTo>
                    <a:pt x="456" y="481"/>
                    <a:pt x="456" y="481"/>
                    <a:pt x="456" y="481"/>
                  </a:cubicBezTo>
                  <a:cubicBezTo>
                    <a:pt x="455" y="480"/>
                    <a:pt x="453" y="480"/>
                    <a:pt x="452" y="480"/>
                  </a:cubicBezTo>
                  <a:cubicBezTo>
                    <a:pt x="452" y="474"/>
                    <a:pt x="452" y="474"/>
                    <a:pt x="452" y="474"/>
                  </a:cubicBezTo>
                  <a:cubicBezTo>
                    <a:pt x="452" y="473"/>
                    <a:pt x="453" y="473"/>
                    <a:pt x="453" y="472"/>
                  </a:cubicBezTo>
                  <a:cubicBezTo>
                    <a:pt x="454" y="471"/>
                    <a:pt x="455" y="471"/>
                    <a:pt x="456" y="470"/>
                  </a:cubicBezTo>
                  <a:close/>
                  <a:moveTo>
                    <a:pt x="456" y="486"/>
                  </a:moveTo>
                  <a:cubicBezTo>
                    <a:pt x="456" y="493"/>
                    <a:pt x="456" y="493"/>
                    <a:pt x="456" y="493"/>
                  </a:cubicBezTo>
                  <a:cubicBezTo>
                    <a:pt x="455" y="493"/>
                    <a:pt x="453" y="494"/>
                    <a:pt x="452" y="495"/>
                  </a:cubicBezTo>
                  <a:cubicBezTo>
                    <a:pt x="452" y="491"/>
                    <a:pt x="452" y="491"/>
                    <a:pt x="452" y="491"/>
                  </a:cubicBezTo>
                  <a:cubicBezTo>
                    <a:pt x="452" y="491"/>
                    <a:pt x="453" y="491"/>
                    <a:pt x="453" y="490"/>
                  </a:cubicBezTo>
                  <a:cubicBezTo>
                    <a:pt x="453" y="490"/>
                    <a:pt x="452" y="490"/>
                    <a:pt x="452" y="490"/>
                  </a:cubicBezTo>
                  <a:cubicBezTo>
                    <a:pt x="452" y="486"/>
                    <a:pt x="452" y="486"/>
                    <a:pt x="452" y="486"/>
                  </a:cubicBezTo>
                  <a:cubicBezTo>
                    <a:pt x="452" y="486"/>
                    <a:pt x="452" y="486"/>
                    <a:pt x="452" y="486"/>
                  </a:cubicBezTo>
                  <a:cubicBezTo>
                    <a:pt x="454" y="486"/>
                    <a:pt x="455" y="486"/>
                    <a:pt x="456" y="486"/>
                  </a:cubicBezTo>
                  <a:close/>
                  <a:moveTo>
                    <a:pt x="456" y="512"/>
                  </a:moveTo>
                  <a:cubicBezTo>
                    <a:pt x="456" y="525"/>
                    <a:pt x="456" y="525"/>
                    <a:pt x="456" y="525"/>
                  </a:cubicBezTo>
                  <a:cubicBezTo>
                    <a:pt x="455" y="524"/>
                    <a:pt x="453" y="523"/>
                    <a:pt x="452" y="523"/>
                  </a:cubicBezTo>
                  <a:cubicBezTo>
                    <a:pt x="452" y="511"/>
                    <a:pt x="452" y="511"/>
                    <a:pt x="452" y="511"/>
                  </a:cubicBezTo>
                  <a:cubicBezTo>
                    <a:pt x="453" y="511"/>
                    <a:pt x="455" y="512"/>
                    <a:pt x="456" y="512"/>
                  </a:cubicBezTo>
                  <a:close/>
                  <a:moveTo>
                    <a:pt x="456" y="534"/>
                  </a:moveTo>
                  <a:cubicBezTo>
                    <a:pt x="456" y="542"/>
                    <a:pt x="456" y="542"/>
                    <a:pt x="456" y="542"/>
                  </a:cubicBezTo>
                  <a:cubicBezTo>
                    <a:pt x="455" y="542"/>
                    <a:pt x="453" y="543"/>
                    <a:pt x="452" y="544"/>
                  </a:cubicBezTo>
                  <a:cubicBezTo>
                    <a:pt x="452" y="535"/>
                    <a:pt x="452" y="535"/>
                    <a:pt x="452" y="535"/>
                  </a:cubicBezTo>
                  <a:cubicBezTo>
                    <a:pt x="453" y="535"/>
                    <a:pt x="455" y="534"/>
                    <a:pt x="456" y="534"/>
                  </a:cubicBezTo>
                  <a:close/>
                  <a:moveTo>
                    <a:pt x="456" y="548"/>
                  </a:moveTo>
                  <a:cubicBezTo>
                    <a:pt x="456" y="557"/>
                    <a:pt x="456" y="557"/>
                    <a:pt x="456" y="557"/>
                  </a:cubicBezTo>
                  <a:cubicBezTo>
                    <a:pt x="455" y="558"/>
                    <a:pt x="453" y="558"/>
                    <a:pt x="452" y="559"/>
                  </a:cubicBezTo>
                  <a:cubicBezTo>
                    <a:pt x="452" y="550"/>
                    <a:pt x="452" y="550"/>
                    <a:pt x="452" y="550"/>
                  </a:cubicBezTo>
                  <a:cubicBezTo>
                    <a:pt x="453" y="550"/>
                    <a:pt x="454" y="549"/>
                    <a:pt x="456" y="548"/>
                  </a:cubicBezTo>
                  <a:close/>
                  <a:moveTo>
                    <a:pt x="456" y="561"/>
                  </a:moveTo>
                  <a:cubicBezTo>
                    <a:pt x="456" y="572"/>
                    <a:pt x="456" y="572"/>
                    <a:pt x="456" y="572"/>
                  </a:cubicBezTo>
                  <a:cubicBezTo>
                    <a:pt x="455" y="572"/>
                    <a:pt x="453" y="573"/>
                    <a:pt x="452" y="573"/>
                  </a:cubicBezTo>
                  <a:cubicBezTo>
                    <a:pt x="452" y="563"/>
                    <a:pt x="452" y="563"/>
                    <a:pt x="452" y="563"/>
                  </a:cubicBezTo>
                  <a:cubicBezTo>
                    <a:pt x="453" y="563"/>
                    <a:pt x="455" y="562"/>
                    <a:pt x="456" y="561"/>
                  </a:cubicBezTo>
                  <a:close/>
                  <a:moveTo>
                    <a:pt x="456" y="578"/>
                  </a:moveTo>
                  <a:cubicBezTo>
                    <a:pt x="456" y="588"/>
                    <a:pt x="456" y="588"/>
                    <a:pt x="456" y="588"/>
                  </a:cubicBezTo>
                  <a:cubicBezTo>
                    <a:pt x="455" y="588"/>
                    <a:pt x="453" y="589"/>
                    <a:pt x="452" y="589"/>
                  </a:cubicBezTo>
                  <a:cubicBezTo>
                    <a:pt x="452" y="579"/>
                    <a:pt x="452" y="579"/>
                    <a:pt x="452" y="579"/>
                  </a:cubicBezTo>
                  <a:cubicBezTo>
                    <a:pt x="453" y="579"/>
                    <a:pt x="455" y="578"/>
                    <a:pt x="456" y="578"/>
                  </a:cubicBezTo>
                  <a:close/>
                  <a:moveTo>
                    <a:pt x="456" y="604"/>
                  </a:moveTo>
                  <a:cubicBezTo>
                    <a:pt x="456" y="609"/>
                    <a:pt x="456" y="609"/>
                    <a:pt x="456" y="609"/>
                  </a:cubicBezTo>
                  <a:cubicBezTo>
                    <a:pt x="455" y="609"/>
                    <a:pt x="454" y="609"/>
                    <a:pt x="453" y="609"/>
                  </a:cubicBezTo>
                  <a:cubicBezTo>
                    <a:pt x="454" y="610"/>
                    <a:pt x="455" y="611"/>
                    <a:pt x="456" y="611"/>
                  </a:cubicBezTo>
                  <a:cubicBezTo>
                    <a:pt x="456" y="619"/>
                    <a:pt x="456" y="619"/>
                    <a:pt x="456" y="619"/>
                  </a:cubicBezTo>
                  <a:cubicBezTo>
                    <a:pt x="455" y="618"/>
                    <a:pt x="453" y="617"/>
                    <a:pt x="452" y="616"/>
                  </a:cubicBezTo>
                  <a:cubicBezTo>
                    <a:pt x="452" y="605"/>
                    <a:pt x="452" y="605"/>
                    <a:pt x="452" y="605"/>
                  </a:cubicBezTo>
                  <a:cubicBezTo>
                    <a:pt x="453" y="605"/>
                    <a:pt x="455" y="604"/>
                    <a:pt x="456" y="604"/>
                  </a:cubicBezTo>
                  <a:close/>
                  <a:moveTo>
                    <a:pt x="456" y="626"/>
                  </a:moveTo>
                  <a:cubicBezTo>
                    <a:pt x="456" y="631"/>
                    <a:pt x="456" y="631"/>
                    <a:pt x="456" y="631"/>
                  </a:cubicBezTo>
                  <a:cubicBezTo>
                    <a:pt x="455" y="632"/>
                    <a:pt x="453" y="632"/>
                    <a:pt x="452" y="632"/>
                  </a:cubicBezTo>
                  <a:cubicBezTo>
                    <a:pt x="452" y="627"/>
                    <a:pt x="452" y="627"/>
                    <a:pt x="452" y="627"/>
                  </a:cubicBezTo>
                  <a:cubicBezTo>
                    <a:pt x="453" y="627"/>
                    <a:pt x="455" y="626"/>
                    <a:pt x="456" y="626"/>
                  </a:cubicBezTo>
                  <a:close/>
                  <a:moveTo>
                    <a:pt x="456" y="666"/>
                  </a:moveTo>
                  <a:cubicBezTo>
                    <a:pt x="456" y="706"/>
                    <a:pt x="456" y="706"/>
                    <a:pt x="456" y="706"/>
                  </a:cubicBezTo>
                  <a:cubicBezTo>
                    <a:pt x="454" y="698"/>
                    <a:pt x="453" y="692"/>
                    <a:pt x="452" y="688"/>
                  </a:cubicBezTo>
                  <a:cubicBezTo>
                    <a:pt x="452" y="666"/>
                    <a:pt x="452" y="666"/>
                    <a:pt x="452" y="666"/>
                  </a:cubicBezTo>
                  <a:cubicBezTo>
                    <a:pt x="453" y="666"/>
                    <a:pt x="455" y="666"/>
                    <a:pt x="456" y="666"/>
                  </a:cubicBezTo>
                  <a:close/>
                  <a:moveTo>
                    <a:pt x="456" y="745"/>
                  </a:moveTo>
                  <a:cubicBezTo>
                    <a:pt x="456" y="760"/>
                    <a:pt x="456" y="760"/>
                    <a:pt x="456" y="760"/>
                  </a:cubicBezTo>
                  <a:cubicBezTo>
                    <a:pt x="455" y="759"/>
                    <a:pt x="453" y="758"/>
                    <a:pt x="452" y="757"/>
                  </a:cubicBezTo>
                  <a:cubicBezTo>
                    <a:pt x="452" y="745"/>
                    <a:pt x="452" y="745"/>
                    <a:pt x="452" y="745"/>
                  </a:cubicBezTo>
                  <a:cubicBezTo>
                    <a:pt x="455" y="745"/>
                    <a:pt x="455" y="745"/>
                    <a:pt x="455" y="745"/>
                  </a:cubicBezTo>
                  <a:lnTo>
                    <a:pt x="456" y="745"/>
                  </a:lnTo>
                  <a:close/>
                  <a:moveTo>
                    <a:pt x="445" y="4"/>
                  </a:moveTo>
                  <a:cubicBezTo>
                    <a:pt x="447" y="4"/>
                    <a:pt x="450" y="4"/>
                    <a:pt x="452" y="5"/>
                  </a:cubicBezTo>
                  <a:cubicBezTo>
                    <a:pt x="452" y="29"/>
                    <a:pt x="452" y="29"/>
                    <a:pt x="452" y="29"/>
                  </a:cubicBezTo>
                  <a:cubicBezTo>
                    <a:pt x="450" y="24"/>
                    <a:pt x="448" y="20"/>
                    <a:pt x="445" y="16"/>
                  </a:cubicBezTo>
                  <a:cubicBezTo>
                    <a:pt x="445" y="4"/>
                    <a:pt x="445" y="4"/>
                    <a:pt x="445" y="4"/>
                  </a:cubicBezTo>
                  <a:close/>
                  <a:moveTo>
                    <a:pt x="452" y="789"/>
                  </a:moveTo>
                  <a:cubicBezTo>
                    <a:pt x="451" y="789"/>
                    <a:pt x="450" y="789"/>
                    <a:pt x="449" y="789"/>
                  </a:cubicBezTo>
                  <a:cubicBezTo>
                    <a:pt x="448" y="789"/>
                    <a:pt x="446" y="790"/>
                    <a:pt x="445" y="790"/>
                  </a:cubicBezTo>
                  <a:cubicBezTo>
                    <a:pt x="445" y="776"/>
                    <a:pt x="445" y="776"/>
                    <a:pt x="445" y="776"/>
                  </a:cubicBezTo>
                  <a:cubicBezTo>
                    <a:pt x="447" y="777"/>
                    <a:pt x="450" y="779"/>
                    <a:pt x="452" y="781"/>
                  </a:cubicBezTo>
                  <a:cubicBezTo>
                    <a:pt x="452" y="789"/>
                    <a:pt x="452" y="789"/>
                    <a:pt x="452" y="789"/>
                  </a:cubicBezTo>
                  <a:close/>
                  <a:moveTo>
                    <a:pt x="452" y="42"/>
                  </a:moveTo>
                  <a:cubicBezTo>
                    <a:pt x="452" y="50"/>
                    <a:pt x="452" y="50"/>
                    <a:pt x="452" y="50"/>
                  </a:cubicBezTo>
                  <a:cubicBezTo>
                    <a:pt x="450" y="50"/>
                    <a:pt x="447" y="50"/>
                    <a:pt x="445" y="50"/>
                  </a:cubicBezTo>
                  <a:cubicBezTo>
                    <a:pt x="445" y="43"/>
                    <a:pt x="445" y="43"/>
                    <a:pt x="445" y="43"/>
                  </a:cubicBezTo>
                  <a:cubicBezTo>
                    <a:pt x="448" y="42"/>
                    <a:pt x="450" y="42"/>
                    <a:pt x="452" y="42"/>
                  </a:cubicBezTo>
                  <a:close/>
                  <a:moveTo>
                    <a:pt x="452" y="72"/>
                  </a:moveTo>
                  <a:cubicBezTo>
                    <a:pt x="452" y="110"/>
                    <a:pt x="452" y="110"/>
                    <a:pt x="452" y="110"/>
                  </a:cubicBezTo>
                  <a:cubicBezTo>
                    <a:pt x="451" y="111"/>
                    <a:pt x="449" y="112"/>
                    <a:pt x="447" y="113"/>
                  </a:cubicBezTo>
                  <a:cubicBezTo>
                    <a:pt x="447" y="114"/>
                    <a:pt x="447" y="114"/>
                    <a:pt x="448" y="114"/>
                  </a:cubicBezTo>
                  <a:cubicBezTo>
                    <a:pt x="449" y="114"/>
                    <a:pt x="450" y="114"/>
                    <a:pt x="452" y="114"/>
                  </a:cubicBezTo>
                  <a:cubicBezTo>
                    <a:pt x="452" y="125"/>
                    <a:pt x="452" y="125"/>
                    <a:pt x="452" y="125"/>
                  </a:cubicBezTo>
                  <a:cubicBezTo>
                    <a:pt x="450" y="125"/>
                    <a:pt x="448" y="125"/>
                    <a:pt x="445" y="124"/>
                  </a:cubicBezTo>
                  <a:cubicBezTo>
                    <a:pt x="445" y="73"/>
                    <a:pt x="445" y="73"/>
                    <a:pt x="445" y="73"/>
                  </a:cubicBezTo>
                  <a:cubicBezTo>
                    <a:pt x="447" y="73"/>
                    <a:pt x="449" y="73"/>
                    <a:pt x="451" y="73"/>
                  </a:cubicBezTo>
                  <a:cubicBezTo>
                    <a:pt x="451" y="72"/>
                    <a:pt x="452" y="72"/>
                    <a:pt x="452" y="72"/>
                  </a:cubicBezTo>
                  <a:close/>
                  <a:moveTo>
                    <a:pt x="452" y="128"/>
                  </a:moveTo>
                  <a:cubicBezTo>
                    <a:pt x="452" y="155"/>
                    <a:pt x="452" y="155"/>
                    <a:pt x="452" y="155"/>
                  </a:cubicBezTo>
                  <a:cubicBezTo>
                    <a:pt x="452" y="156"/>
                    <a:pt x="451" y="156"/>
                    <a:pt x="451" y="156"/>
                  </a:cubicBezTo>
                  <a:cubicBezTo>
                    <a:pt x="450" y="155"/>
                    <a:pt x="450" y="155"/>
                    <a:pt x="449" y="154"/>
                  </a:cubicBezTo>
                  <a:cubicBezTo>
                    <a:pt x="449" y="150"/>
                    <a:pt x="449" y="145"/>
                    <a:pt x="449" y="140"/>
                  </a:cubicBezTo>
                  <a:cubicBezTo>
                    <a:pt x="448" y="139"/>
                    <a:pt x="446" y="139"/>
                    <a:pt x="445" y="139"/>
                  </a:cubicBezTo>
                  <a:cubicBezTo>
                    <a:pt x="445" y="127"/>
                    <a:pt x="445" y="127"/>
                    <a:pt x="445" y="127"/>
                  </a:cubicBezTo>
                  <a:cubicBezTo>
                    <a:pt x="448" y="127"/>
                    <a:pt x="450" y="128"/>
                    <a:pt x="452" y="128"/>
                  </a:cubicBezTo>
                  <a:close/>
                  <a:moveTo>
                    <a:pt x="452" y="170"/>
                  </a:moveTo>
                  <a:cubicBezTo>
                    <a:pt x="452" y="199"/>
                    <a:pt x="452" y="199"/>
                    <a:pt x="452" y="199"/>
                  </a:cubicBezTo>
                  <a:cubicBezTo>
                    <a:pt x="450" y="198"/>
                    <a:pt x="448" y="198"/>
                    <a:pt x="445" y="197"/>
                  </a:cubicBezTo>
                  <a:cubicBezTo>
                    <a:pt x="445" y="193"/>
                    <a:pt x="445" y="193"/>
                    <a:pt x="445" y="193"/>
                  </a:cubicBezTo>
                  <a:cubicBezTo>
                    <a:pt x="450" y="193"/>
                    <a:pt x="450" y="193"/>
                    <a:pt x="450" y="193"/>
                  </a:cubicBezTo>
                  <a:cubicBezTo>
                    <a:pt x="448" y="186"/>
                    <a:pt x="448" y="181"/>
                    <a:pt x="445" y="178"/>
                  </a:cubicBezTo>
                  <a:cubicBezTo>
                    <a:pt x="445" y="168"/>
                    <a:pt x="445" y="168"/>
                    <a:pt x="445" y="168"/>
                  </a:cubicBezTo>
                  <a:cubicBezTo>
                    <a:pt x="448" y="169"/>
                    <a:pt x="450" y="169"/>
                    <a:pt x="452" y="170"/>
                  </a:cubicBezTo>
                  <a:close/>
                  <a:moveTo>
                    <a:pt x="452" y="224"/>
                  </a:moveTo>
                  <a:cubicBezTo>
                    <a:pt x="452" y="234"/>
                    <a:pt x="452" y="234"/>
                    <a:pt x="452" y="234"/>
                  </a:cubicBezTo>
                  <a:cubicBezTo>
                    <a:pt x="450" y="234"/>
                    <a:pt x="447" y="234"/>
                    <a:pt x="445" y="235"/>
                  </a:cubicBezTo>
                  <a:cubicBezTo>
                    <a:pt x="445" y="224"/>
                    <a:pt x="445" y="224"/>
                    <a:pt x="445" y="224"/>
                  </a:cubicBezTo>
                  <a:cubicBezTo>
                    <a:pt x="447" y="224"/>
                    <a:pt x="450" y="224"/>
                    <a:pt x="452" y="224"/>
                  </a:cubicBezTo>
                  <a:close/>
                  <a:moveTo>
                    <a:pt x="452" y="244"/>
                  </a:moveTo>
                  <a:cubicBezTo>
                    <a:pt x="452" y="254"/>
                    <a:pt x="452" y="254"/>
                    <a:pt x="452" y="254"/>
                  </a:cubicBezTo>
                  <a:cubicBezTo>
                    <a:pt x="450" y="254"/>
                    <a:pt x="448" y="253"/>
                    <a:pt x="445" y="253"/>
                  </a:cubicBezTo>
                  <a:cubicBezTo>
                    <a:pt x="445" y="241"/>
                    <a:pt x="445" y="241"/>
                    <a:pt x="445" y="241"/>
                  </a:cubicBezTo>
                  <a:cubicBezTo>
                    <a:pt x="447" y="243"/>
                    <a:pt x="449" y="243"/>
                    <a:pt x="452" y="244"/>
                  </a:cubicBezTo>
                  <a:close/>
                  <a:moveTo>
                    <a:pt x="452" y="262"/>
                  </a:moveTo>
                  <a:cubicBezTo>
                    <a:pt x="452" y="270"/>
                    <a:pt x="452" y="270"/>
                    <a:pt x="452" y="270"/>
                  </a:cubicBezTo>
                  <a:cubicBezTo>
                    <a:pt x="450" y="270"/>
                    <a:pt x="448" y="269"/>
                    <a:pt x="445" y="269"/>
                  </a:cubicBezTo>
                  <a:cubicBezTo>
                    <a:pt x="445" y="259"/>
                    <a:pt x="445" y="259"/>
                    <a:pt x="445" y="259"/>
                  </a:cubicBezTo>
                  <a:cubicBezTo>
                    <a:pt x="447" y="260"/>
                    <a:pt x="450" y="261"/>
                    <a:pt x="452" y="262"/>
                  </a:cubicBezTo>
                  <a:close/>
                  <a:moveTo>
                    <a:pt x="452" y="283"/>
                  </a:moveTo>
                  <a:cubicBezTo>
                    <a:pt x="452" y="293"/>
                    <a:pt x="452" y="293"/>
                    <a:pt x="452" y="293"/>
                  </a:cubicBezTo>
                  <a:cubicBezTo>
                    <a:pt x="449" y="292"/>
                    <a:pt x="447" y="291"/>
                    <a:pt x="445" y="291"/>
                  </a:cubicBezTo>
                  <a:cubicBezTo>
                    <a:pt x="445" y="281"/>
                    <a:pt x="445" y="281"/>
                    <a:pt x="445" y="281"/>
                  </a:cubicBezTo>
                  <a:cubicBezTo>
                    <a:pt x="447" y="282"/>
                    <a:pt x="450" y="283"/>
                    <a:pt x="452" y="283"/>
                  </a:cubicBezTo>
                  <a:close/>
                  <a:moveTo>
                    <a:pt x="452" y="308"/>
                  </a:moveTo>
                  <a:cubicBezTo>
                    <a:pt x="452" y="331"/>
                    <a:pt x="452" y="331"/>
                    <a:pt x="452" y="331"/>
                  </a:cubicBezTo>
                  <a:cubicBezTo>
                    <a:pt x="451" y="330"/>
                    <a:pt x="450" y="329"/>
                    <a:pt x="450" y="327"/>
                  </a:cubicBezTo>
                  <a:cubicBezTo>
                    <a:pt x="445" y="326"/>
                    <a:pt x="445" y="326"/>
                    <a:pt x="445" y="326"/>
                  </a:cubicBezTo>
                  <a:cubicBezTo>
                    <a:pt x="445" y="323"/>
                    <a:pt x="445" y="323"/>
                    <a:pt x="445" y="323"/>
                  </a:cubicBezTo>
                  <a:cubicBezTo>
                    <a:pt x="446" y="322"/>
                    <a:pt x="447" y="322"/>
                    <a:pt x="448" y="322"/>
                  </a:cubicBezTo>
                  <a:cubicBezTo>
                    <a:pt x="448" y="318"/>
                    <a:pt x="448" y="314"/>
                    <a:pt x="448" y="310"/>
                  </a:cubicBezTo>
                  <a:cubicBezTo>
                    <a:pt x="447" y="309"/>
                    <a:pt x="446" y="309"/>
                    <a:pt x="445" y="309"/>
                  </a:cubicBezTo>
                  <a:cubicBezTo>
                    <a:pt x="445" y="304"/>
                    <a:pt x="445" y="304"/>
                    <a:pt x="445" y="304"/>
                  </a:cubicBezTo>
                  <a:cubicBezTo>
                    <a:pt x="448" y="305"/>
                    <a:pt x="450" y="306"/>
                    <a:pt x="452" y="308"/>
                  </a:cubicBezTo>
                  <a:close/>
                  <a:moveTo>
                    <a:pt x="452" y="378"/>
                  </a:moveTo>
                  <a:cubicBezTo>
                    <a:pt x="452" y="390"/>
                    <a:pt x="452" y="390"/>
                    <a:pt x="452" y="390"/>
                  </a:cubicBezTo>
                  <a:cubicBezTo>
                    <a:pt x="445" y="395"/>
                    <a:pt x="445" y="395"/>
                    <a:pt x="445" y="395"/>
                  </a:cubicBezTo>
                  <a:cubicBezTo>
                    <a:pt x="445" y="378"/>
                    <a:pt x="445" y="378"/>
                    <a:pt x="445" y="378"/>
                  </a:cubicBezTo>
                  <a:cubicBezTo>
                    <a:pt x="452" y="378"/>
                    <a:pt x="452" y="378"/>
                    <a:pt x="452" y="378"/>
                  </a:cubicBezTo>
                  <a:close/>
                  <a:moveTo>
                    <a:pt x="452" y="474"/>
                  </a:moveTo>
                  <a:cubicBezTo>
                    <a:pt x="452" y="480"/>
                    <a:pt x="452" y="480"/>
                    <a:pt x="452" y="480"/>
                  </a:cubicBezTo>
                  <a:cubicBezTo>
                    <a:pt x="450" y="480"/>
                    <a:pt x="449" y="480"/>
                    <a:pt x="446" y="480"/>
                  </a:cubicBezTo>
                  <a:cubicBezTo>
                    <a:pt x="446" y="481"/>
                    <a:pt x="446" y="482"/>
                    <a:pt x="446" y="483"/>
                  </a:cubicBezTo>
                  <a:cubicBezTo>
                    <a:pt x="448" y="484"/>
                    <a:pt x="450" y="485"/>
                    <a:pt x="452" y="486"/>
                  </a:cubicBezTo>
                  <a:cubicBezTo>
                    <a:pt x="452" y="490"/>
                    <a:pt x="452" y="490"/>
                    <a:pt x="452" y="490"/>
                  </a:cubicBezTo>
                  <a:cubicBezTo>
                    <a:pt x="449" y="488"/>
                    <a:pt x="447" y="487"/>
                    <a:pt x="445" y="487"/>
                  </a:cubicBezTo>
                  <a:cubicBezTo>
                    <a:pt x="445" y="479"/>
                    <a:pt x="445" y="479"/>
                    <a:pt x="445" y="479"/>
                  </a:cubicBezTo>
                  <a:cubicBezTo>
                    <a:pt x="448" y="478"/>
                    <a:pt x="450" y="476"/>
                    <a:pt x="452" y="474"/>
                  </a:cubicBezTo>
                  <a:close/>
                  <a:moveTo>
                    <a:pt x="452" y="491"/>
                  </a:moveTo>
                  <a:cubicBezTo>
                    <a:pt x="452" y="495"/>
                    <a:pt x="452" y="495"/>
                    <a:pt x="452" y="495"/>
                  </a:cubicBezTo>
                  <a:cubicBezTo>
                    <a:pt x="450" y="496"/>
                    <a:pt x="448" y="497"/>
                    <a:pt x="445" y="499"/>
                  </a:cubicBezTo>
                  <a:cubicBezTo>
                    <a:pt x="445" y="493"/>
                    <a:pt x="445" y="493"/>
                    <a:pt x="445" y="493"/>
                  </a:cubicBezTo>
                  <a:cubicBezTo>
                    <a:pt x="448" y="493"/>
                    <a:pt x="450" y="493"/>
                    <a:pt x="452" y="491"/>
                  </a:cubicBezTo>
                  <a:close/>
                  <a:moveTo>
                    <a:pt x="452" y="511"/>
                  </a:moveTo>
                  <a:cubicBezTo>
                    <a:pt x="452" y="523"/>
                    <a:pt x="452" y="523"/>
                    <a:pt x="452" y="523"/>
                  </a:cubicBezTo>
                  <a:cubicBezTo>
                    <a:pt x="450" y="522"/>
                    <a:pt x="447" y="521"/>
                    <a:pt x="445" y="521"/>
                  </a:cubicBezTo>
                  <a:cubicBezTo>
                    <a:pt x="445" y="511"/>
                    <a:pt x="445" y="511"/>
                    <a:pt x="445" y="511"/>
                  </a:cubicBezTo>
                  <a:cubicBezTo>
                    <a:pt x="448" y="511"/>
                    <a:pt x="450" y="511"/>
                    <a:pt x="452" y="511"/>
                  </a:cubicBezTo>
                  <a:close/>
                  <a:moveTo>
                    <a:pt x="452" y="535"/>
                  </a:moveTo>
                  <a:cubicBezTo>
                    <a:pt x="452" y="544"/>
                    <a:pt x="452" y="544"/>
                    <a:pt x="452" y="544"/>
                  </a:cubicBezTo>
                  <a:cubicBezTo>
                    <a:pt x="450" y="546"/>
                    <a:pt x="447" y="547"/>
                    <a:pt x="445" y="548"/>
                  </a:cubicBezTo>
                  <a:cubicBezTo>
                    <a:pt x="445" y="539"/>
                    <a:pt x="445" y="539"/>
                    <a:pt x="445" y="539"/>
                  </a:cubicBezTo>
                  <a:cubicBezTo>
                    <a:pt x="446" y="539"/>
                    <a:pt x="446" y="538"/>
                    <a:pt x="446" y="537"/>
                  </a:cubicBezTo>
                  <a:cubicBezTo>
                    <a:pt x="448" y="537"/>
                    <a:pt x="450" y="536"/>
                    <a:pt x="452" y="535"/>
                  </a:cubicBezTo>
                  <a:close/>
                  <a:moveTo>
                    <a:pt x="452" y="550"/>
                  </a:moveTo>
                  <a:cubicBezTo>
                    <a:pt x="452" y="559"/>
                    <a:pt x="452" y="559"/>
                    <a:pt x="452" y="559"/>
                  </a:cubicBezTo>
                  <a:cubicBezTo>
                    <a:pt x="450" y="560"/>
                    <a:pt x="448" y="560"/>
                    <a:pt x="446" y="560"/>
                  </a:cubicBezTo>
                  <a:cubicBezTo>
                    <a:pt x="446" y="563"/>
                    <a:pt x="446" y="565"/>
                    <a:pt x="445" y="567"/>
                  </a:cubicBezTo>
                  <a:cubicBezTo>
                    <a:pt x="445" y="553"/>
                    <a:pt x="445" y="553"/>
                    <a:pt x="445" y="553"/>
                  </a:cubicBezTo>
                  <a:cubicBezTo>
                    <a:pt x="447" y="552"/>
                    <a:pt x="449" y="552"/>
                    <a:pt x="452" y="550"/>
                  </a:cubicBezTo>
                  <a:close/>
                  <a:moveTo>
                    <a:pt x="452" y="563"/>
                  </a:moveTo>
                  <a:cubicBezTo>
                    <a:pt x="450" y="565"/>
                    <a:pt x="447" y="566"/>
                    <a:pt x="445" y="567"/>
                  </a:cubicBezTo>
                  <a:cubicBezTo>
                    <a:pt x="445" y="588"/>
                    <a:pt x="445" y="588"/>
                    <a:pt x="445" y="588"/>
                  </a:cubicBezTo>
                  <a:cubicBezTo>
                    <a:pt x="446" y="589"/>
                    <a:pt x="447" y="590"/>
                    <a:pt x="448" y="590"/>
                  </a:cubicBezTo>
                  <a:cubicBezTo>
                    <a:pt x="449" y="590"/>
                    <a:pt x="451" y="589"/>
                    <a:pt x="452" y="589"/>
                  </a:cubicBezTo>
                  <a:cubicBezTo>
                    <a:pt x="452" y="579"/>
                    <a:pt x="452" y="579"/>
                    <a:pt x="452" y="579"/>
                  </a:cubicBezTo>
                  <a:cubicBezTo>
                    <a:pt x="451" y="579"/>
                    <a:pt x="450" y="579"/>
                    <a:pt x="450" y="579"/>
                  </a:cubicBezTo>
                  <a:cubicBezTo>
                    <a:pt x="450" y="577"/>
                    <a:pt x="450" y="576"/>
                    <a:pt x="450" y="574"/>
                  </a:cubicBezTo>
                  <a:cubicBezTo>
                    <a:pt x="450" y="574"/>
                    <a:pt x="451" y="574"/>
                    <a:pt x="452" y="573"/>
                  </a:cubicBezTo>
                  <a:cubicBezTo>
                    <a:pt x="452" y="563"/>
                    <a:pt x="452" y="563"/>
                    <a:pt x="452" y="563"/>
                  </a:cubicBezTo>
                  <a:close/>
                  <a:moveTo>
                    <a:pt x="452" y="605"/>
                  </a:moveTo>
                  <a:cubicBezTo>
                    <a:pt x="452" y="616"/>
                    <a:pt x="452" y="616"/>
                    <a:pt x="452" y="616"/>
                  </a:cubicBezTo>
                  <a:cubicBezTo>
                    <a:pt x="450" y="614"/>
                    <a:pt x="448" y="613"/>
                    <a:pt x="445" y="613"/>
                  </a:cubicBezTo>
                  <a:cubicBezTo>
                    <a:pt x="445" y="606"/>
                    <a:pt x="445" y="606"/>
                    <a:pt x="445" y="606"/>
                  </a:cubicBezTo>
                  <a:cubicBezTo>
                    <a:pt x="447" y="606"/>
                    <a:pt x="450" y="605"/>
                    <a:pt x="452" y="605"/>
                  </a:cubicBezTo>
                  <a:close/>
                  <a:moveTo>
                    <a:pt x="452" y="627"/>
                  </a:moveTo>
                  <a:cubicBezTo>
                    <a:pt x="452" y="632"/>
                    <a:pt x="452" y="632"/>
                    <a:pt x="452" y="632"/>
                  </a:cubicBezTo>
                  <a:cubicBezTo>
                    <a:pt x="450" y="632"/>
                    <a:pt x="449" y="632"/>
                    <a:pt x="448" y="633"/>
                  </a:cubicBezTo>
                  <a:cubicBezTo>
                    <a:pt x="447" y="633"/>
                    <a:pt x="446" y="633"/>
                    <a:pt x="445" y="634"/>
                  </a:cubicBezTo>
                  <a:cubicBezTo>
                    <a:pt x="445" y="624"/>
                    <a:pt x="445" y="624"/>
                    <a:pt x="445" y="624"/>
                  </a:cubicBezTo>
                  <a:cubicBezTo>
                    <a:pt x="447" y="626"/>
                    <a:pt x="448" y="627"/>
                    <a:pt x="450" y="628"/>
                  </a:cubicBezTo>
                  <a:cubicBezTo>
                    <a:pt x="452" y="627"/>
                    <a:pt x="452" y="627"/>
                    <a:pt x="452" y="627"/>
                  </a:cubicBezTo>
                  <a:close/>
                  <a:moveTo>
                    <a:pt x="452" y="666"/>
                  </a:moveTo>
                  <a:cubicBezTo>
                    <a:pt x="452" y="688"/>
                    <a:pt x="452" y="688"/>
                    <a:pt x="452" y="688"/>
                  </a:cubicBezTo>
                  <a:cubicBezTo>
                    <a:pt x="450" y="680"/>
                    <a:pt x="450" y="680"/>
                    <a:pt x="449" y="679"/>
                  </a:cubicBezTo>
                  <a:cubicBezTo>
                    <a:pt x="448" y="681"/>
                    <a:pt x="446" y="683"/>
                    <a:pt x="445" y="684"/>
                  </a:cubicBezTo>
                  <a:cubicBezTo>
                    <a:pt x="445" y="672"/>
                    <a:pt x="445" y="672"/>
                    <a:pt x="445" y="672"/>
                  </a:cubicBezTo>
                  <a:cubicBezTo>
                    <a:pt x="448" y="668"/>
                    <a:pt x="448" y="668"/>
                    <a:pt x="449" y="666"/>
                  </a:cubicBezTo>
                  <a:cubicBezTo>
                    <a:pt x="450" y="666"/>
                    <a:pt x="451" y="666"/>
                    <a:pt x="452" y="666"/>
                  </a:cubicBezTo>
                  <a:close/>
                  <a:moveTo>
                    <a:pt x="452" y="745"/>
                  </a:moveTo>
                  <a:cubicBezTo>
                    <a:pt x="452" y="757"/>
                    <a:pt x="452" y="757"/>
                    <a:pt x="452" y="757"/>
                  </a:cubicBezTo>
                  <a:cubicBezTo>
                    <a:pt x="449" y="754"/>
                    <a:pt x="449" y="754"/>
                    <a:pt x="449" y="754"/>
                  </a:cubicBezTo>
                  <a:cubicBezTo>
                    <a:pt x="445" y="754"/>
                    <a:pt x="445" y="754"/>
                    <a:pt x="445" y="754"/>
                  </a:cubicBezTo>
                  <a:cubicBezTo>
                    <a:pt x="445" y="745"/>
                    <a:pt x="445" y="745"/>
                    <a:pt x="445" y="745"/>
                  </a:cubicBezTo>
                  <a:cubicBezTo>
                    <a:pt x="452" y="745"/>
                    <a:pt x="452" y="745"/>
                    <a:pt x="452" y="745"/>
                  </a:cubicBezTo>
                  <a:close/>
                  <a:moveTo>
                    <a:pt x="445" y="535"/>
                  </a:moveTo>
                  <a:cubicBezTo>
                    <a:pt x="445" y="526"/>
                    <a:pt x="445" y="526"/>
                    <a:pt x="445" y="526"/>
                  </a:cubicBezTo>
                  <a:cubicBezTo>
                    <a:pt x="446" y="526"/>
                    <a:pt x="446" y="526"/>
                    <a:pt x="446" y="526"/>
                  </a:cubicBezTo>
                  <a:cubicBezTo>
                    <a:pt x="449" y="529"/>
                    <a:pt x="449" y="529"/>
                    <a:pt x="449" y="533"/>
                  </a:cubicBezTo>
                  <a:cubicBezTo>
                    <a:pt x="448" y="535"/>
                    <a:pt x="448" y="535"/>
                    <a:pt x="445" y="535"/>
                  </a:cubicBezTo>
                  <a:close/>
                  <a:moveTo>
                    <a:pt x="439" y="3"/>
                  </a:moveTo>
                  <a:cubicBezTo>
                    <a:pt x="441" y="3"/>
                    <a:pt x="443" y="3"/>
                    <a:pt x="445" y="4"/>
                  </a:cubicBezTo>
                  <a:cubicBezTo>
                    <a:pt x="445" y="16"/>
                    <a:pt x="445" y="16"/>
                    <a:pt x="445" y="16"/>
                  </a:cubicBezTo>
                  <a:cubicBezTo>
                    <a:pt x="444" y="14"/>
                    <a:pt x="442" y="13"/>
                    <a:pt x="439" y="12"/>
                  </a:cubicBezTo>
                  <a:cubicBezTo>
                    <a:pt x="439" y="3"/>
                    <a:pt x="439" y="3"/>
                    <a:pt x="439" y="3"/>
                  </a:cubicBezTo>
                  <a:close/>
                  <a:moveTo>
                    <a:pt x="445" y="790"/>
                  </a:moveTo>
                  <a:cubicBezTo>
                    <a:pt x="443" y="790"/>
                    <a:pt x="441" y="791"/>
                    <a:pt x="439" y="791"/>
                  </a:cubicBezTo>
                  <a:cubicBezTo>
                    <a:pt x="439" y="783"/>
                    <a:pt x="439" y="783"/>
                    <a:pt x="439" y="783"/>
                  </a:cubicBezTo>
                  <a:cubicBezTo>
                    <a:pt x="439" y="769"/>
                    <a:pt x="439" y="769"/>
                    <a:pt x="439" y="769"/>
                  </a:cubicBezTo>
                  <a:cubicBezTo>
                    <a:pt x="441" y="772"/>
                    <a:pt x="443" y="774"/>
                    <a:pt x="445" y="776"/>
                  </a:cubicBezTo>
                  <a:cubicBezTo>
                    <a:pt x="445" y="790"/>
                    <a:pt x="445" y="790"/>
                    <a:pt x="445" y="790"/>
                  </a:cubicBezTo>
                  <a:close/>
                  <a:moveTo>
                    <a:pt x="445" y="43"/>
                  </a:moveTo>
                  <a:cubicBezTo>
                    <a:pt x="445" y="50"/>
                    <a:pt x="445" y="50"/>
                    <a:pt x="445" y="50"/>
                  </a:cubicBezTo>
                  <a:cubicBezTo>
                    <a:pt x="443" y="50"/>
                    <a:pt x="441" y="49"/>
                    <a:pt x="439" y="48"/>
                  </a:cubicBezTo>
                  <a:cubicBezTo>
                    <a:pt x="439" y="39"/>
                    <a:pt x="439" y="39"/>
                    <a:pt x="439" y="39"/>
                  </a:cubicBezTo>
                  <a:cubicBezTo>
                    <a:pt x="441" y="40"/>
                    <a:pt x="443" y="42"/>
                    <a:pt x="445" y="43"/>
                  </a:cubicBezTo>
                  <a:cubicBezTo>
                    <a:pt x="445" y="43"/>
                    <a:pt x="445" y="43"/>
                    <a:pt x="445" y="43"/>
                  </a:cubicBezTo>
                  <a:close/>
                  <a:moveTo>
                    <a:pt x="445" y="73"/>
                  </a:moveTo>
                  <a:cubicBezTo>
                    <a:pt x="445" y="124"/>
                    <a:pt x="445" y="124"/>
                    <a:pt x="445" y="124"/>
                  </a:cubicBezTo>
                  <a:cubicBezTo>
                    <a:pt x="443" y="124"/>
                    <a:pt x="441" y="124"/>
                    <a:pt x="439" y="124"/>
                  </a:cubicBezTo>
                  <a:cubicBezTo>
                    <a:pt x="439" y="99"/>
                    <a:pt x="439" y="99"/>
                    <a:pt x="439" y="99"/>
                  </a:cubicBezTo>
                  <a:cubicBezTo>
                    <a:pt x="440" y="98"/>
                    <a:pt x="441" y="98"/>
                    <a:pt x="442" y="98"/>
                  </a:cubicBezTo>
                  <a:cubicBezTo>
                    <a:pt x="442" y="97"/>
                    <a:pt x="442" y="97"/>
                    <a:pt x="443" y="96"/>
                  </a:cubicBezTo>
                  <a:cubicBezTo>
                    <a:pt x="439" y="96"/>
                    <a:pt x="439" y="96"/>
                    <a:pt x="439" y="96"/>
                  </a:cubicBezTo>
                  <a:cubicBezTo>
                    <a:pt x="439" y="87"/>
                    <a:pt x="439" y="87"/>
                    <a:pt x="439" y="87"/>
                  </a:cubicBezTo>
                  <a:cubicBezTo>
                    <a:pt x="440" y="86"/>
                    <a:pt x="441" y="86"/>
                    <a:pt x="442" y="86"/>
                  </a:cubicBezTo>
                  <a:cubicBezTo>
                    <a:pt x="439" y="85"/>
                    <a:pt x="439" y="85"/>
                    <a:pt x="439" y="85"/>
                  </a:cubicBezTo>
                  <a:cubicBezTo>
                    <a:pt x="439" y="73"/>
                    <a:pt x="439" y="73"/>
                    <a:pt x="439" y="73"/>
                  </a:cubicBezTo>
                  <a:cubicBezTo>
                    <a:pt x="441" y="73"/>
                    <a:pt x="443" y="73"/>
                    <a:pt x="445" y="73"/>
                  </a:cubicBezTo>
                  <a:close/>
                  <a:moveTo>
                    <a:pt x="445" y="127"/>
                  </a:moveTo>
                  <a:cubicBezTo>
                    <a:pt x="445" y="139"/>
                    <a:pt x="445" y="139"/>
                    <a:pt x="445" y="139"/>
                  </a:cubicBezTo>
                  <a:cubicBezTo>
                    <a:pt x="443" y="139"/>
                    <a:pt x="441" y="138"/>
                    <a:pt x="439" y="138"/>
                  </a:cubicBezTo>
                  <a:cubicBezTo>
                    <a:pt x="439" y="126"/>
                    <a:pt x="439" y="126"/>
                    <a:pt x="439" y="126"/>
                  </a:cubicBezTo>
                  <a:cubicBezTo>
                    <a:pt x="441" y="126"/>
                    <a:pt x="443" y="127"/>
                    <a:pt x="445" y="127"/>
                  </a:cubicBezTo>
                  <a:close/>
                  <a:moveTo>
                    <a:pt x="445" y="168"/>
                  </a:moveTo>
                  <a:cubicBezTo>
                    <a:pt x="445" y="178"/>
                    <a:pt x="445" y="178"/>
                    <a:pt x="445" y="178"/>
                  </a:cubicBezTo>
                  <a:cubicBezTo>
                    <a:pt x="444" y="177"/>
                    <a:pt x="442" y="175"/>
                    <a:pt x="439" y="174"/>
                  </a:cubicBezTo>
                  <a:cubicBezTo>
                    <a:pt x="439" y="167"/>
                    <a:pt x="439" y="167"/>
                    <a:pt x="439" y="167"/>
                  </a:cubicBezTo>
                  <a:cubicBezTo>
                    <a:pt x="441" y="167"/>
                    <a:pt x="443" y="168"/>
                    <a:pt x="445" y="168"/>
                  </a:cubicBezTo>
                  <a:close/>
                  <a:moveTo>
                    <a:pt x="445" y="193"/>
                  </a:moveTo>
                  <a:cubicBezTo>
                    <a:pt x="445" y="197"/>
                    <a:pt x="445" y="197"/>
                    <a:pt x="445" y="197"/>
                  </a:cubicBezTo>
                  <a:cubicBezTo>
                    <a:pt x="443" y="197"/>
                    <a:pt x="441" y="196"/>
                    <a:pt x="439" y="196"/>
                  </a:cubicBezTo>
                  <a:cubicBezTo>
                    <a:pt x="439" y="189"/>
                    <a:pt x="439" y="189"/>
                    <a:pt x="439" y="189"/>
                  </a:cubicBezTo>
                  <a:cubicBezTo>
                    <a:pt x="440" y="191"/>
                    <a:pt x="442" y="192"/>
                    <a:pt x="444" y="193"/>
                  </a:cubicBezTo>
                  <a:cubicBezTo>
                    <a:pt x="445" y="193"/>
                    <a:pt x="445" y="193"/>
                    <a:pt x="445" y="193"/>
                  </a:cubicBezTo>
                  <a:close/>
                  <a:moveTo>
                    <a:pt x="445" y="224"/>
                  </a:moveTo>
                  <a:cubicBezTo>
                    <a:pt x="445" y="235"/>
                    <a:pt x="445" y="235"/>
                    <a:pt x="445" y="235"/>
                  </a:cubicBezTo>
                  <a:cubicBezTo>
                    <a:pt x="444" y="235"/>
                    <a:pt x="443" y="236"/>
                    <a:pt x="441" y="236"/>
                  </a:cubicBezTo>
                  <a:cubicBezTo>
                    <a:pt x="441" y="239"/>
                    <a:pt x="443" y="240"/>
                    <a:pt x="445" y="241"/>
                  </a:cubicBezTo>
                  <a:cubicBezTo>
                    <a:pt x="445" y="253"/>
                    <a:pt x="445" y="253"/>
                    <a:pt x="445" y="253"/>
                  </a:cubicBezTo>
                  <a:cubicBezTo>
                    <a:pt x="443" y="253"/>
                    <a:pt x="441" y="253"/>
                    <a:pt x="439" y="253"/>
                  </a:cubicBezTo>
                  <a:cubicBezTo>
                    <a:pt x="439" y="224"/>
                    <a:pt x="439" y="224"/>
                    <a:pt x="439" y="224"/>
                  </a:cubicBezTo>
                  <a:cubicBezTo>
                    <a:pt x="441" y="224"/>
                    <a:pt x="443" y="224"/>
                    <a:pt x="445" y="224"/>
                  </a:cubicBezTo>
                  <a:close/>
                  <a:moveTo>
                    <a:pt x="445" y="259"/>
                  </a:moveTo>
                  <a:cubicBezTo>
                    <a:pt x="445" y="269"/>
                    <a:pt x="445" y="269"/>
                    <a:pt x="445" y="269"/>
                  </a:cubicBezTo>
                  <a:cubicBezTo>
                    <a:pt x="443" y="268"/>
                    <a:pt x="441" y="268"/>
                    <a:pt x="439" y="268"/>
                  </a:cubicBezTo>
                  <a:cubicBezTo>
                    <a:pt x="439" y="257"/>
                    <a:pt x="439" y="257"/>
                    <a:pt x="439" y="257"/>
                  </a:cubicBezTo>
                  <a:cubicBezTo>
                    <a:pt x="441" y="258"/>
                    <a:pt x="443" y="259"/>
                    <a:pt x="445" y="259"/>
                  </a:cubicBezTo>
                  <a:close/>
                  <a:moveTo>
                    <a:pt x="445" y="281"/>
                  </a:moveTo>
                  <a:cubicBezTo>
                    <a:pt x="445" y="291"/>
                    <a:pt x="445" y="291"/>
                    <a:pt x="445" y="291"/>
                  </a:cubicBezTo>
                  <a:cubicBezTo>
                    <a:pt x="443" y="290"/>
                    <a:pt x="441" y="289"/>
                    <a:pt x="439" y="289"/>
                  </a:cubicBezTo>
                  <a:cubicBezTo>
                    <a:pt x="439" y="277"/>
                    <a:pt x="439" y="277"/>
                    <a:pt x="439" y="277"/>
                  </a:cubicBezTo>
                  <a:cubicBezTo>
                    <a:pt x="441" y="279"/>
                    <a:pt x="443" y="280"/>
                    <a:pt x="445" y="281"/>
                  </a:cubicBezTo>
                  <a:close/>
                  <a:moveTo>
                    <a:pt x="445" y="304"/>
                  </a:moveTo>
                  <a:cubicBezTo>
                    <a:pt x="445" y="309"/>
                    <a:pt x="445" y="309"/>
                    <a:pt x="445" y="309"/>
                  </a:cubicBezTo>
                  <a:cubicBezTo>
                    <a:pt x="444" y="308"/>
                    <a:pt x="443" y="308"/>
                    <a:pt x="442" y="307"/>
                  </a:cubicBezTo>
                  <a:cubicBezTo>
                    <a:pt x="442" y="314"/>
                    <a:pt x="442" y="317"/>
                    <a:pt x="445" y="323"/>
                  </a:cubicBezTo>
                  <a:cubicBezTo>
                    <a:pt x="445" y="323"/>
                    <a:pt x="445" y="323"/>
                    <a:pt x="445" y="323"/>
                  </a:cubicBezTo>
                  <a:cubicBezTo>
                    <a:pt x="445" y="326"/>
                    <a:pt x="445" y="326"/>
                    <a:pt x="445" y="326"/>
                  </a:cubicBezTo>
                  <a:cubicBezTo>
                    <a:pt x="440" y="324"/>
                    <a:pt x="440" y="324"/>
                    <a:pt x="440" y="324"/>
                  </a:cubicBezTo>
                  <a:cubicBezTo>
                    <a:pt x="440" y="323"/>
                    <a:pt x="440" y="322"/>
                    <a:pt x="440" y="321"/>
                  </a:cubicBezTo>
                  <a:cubicBezTo>
                    <a:pt x="440" y="321"/>
                    <a:pt x="440" y="321"/>
                    <a:pt x="439" y="321"/>
                  </a:cubicBezTo>
                  <a:cubicBezTo>
                    <a:pt x="439" y="302"/>
                    <a:pt x="439" y="302"/>
                    <a:pt x="439" y="302"/>
                  </a:cubicBezTo>
                  <a:cubicBezTo>
                    <a:pt x="441" y="302"/>
                    <a:pt x="443" y="303"/>
                    <a:pt x="445" y="304"/>
                  </a:cubicBezTo>
                  <a:close/>
                  <a:moveTo>
                    <a:pt x="445" y="378"/>
                  </a:moveTo>
                  <a:cubicBezTo>
                    <a:pt x="445" y="395"/>
                    <a:pt x="445" y="395"/>
                    <a:pt x="445" y="395"/>
                  </a:cubicBezTo>
                  <a:cubicBezTo>
                    <a:pt x="439" y="400"/>
                    <a:pt x="439" y="400"/>
                    <a:pt x="439" y="400"/>
                  </a:cubicBezTo>
                  <a:cubicBezTo>
                    <a:pt x="439" y="378"/>
                    <a:pt x="439" y="378"/>
                    <a:pt x="439" y="378"/>
                  </a:cubicBezTo>
                  <a:cubicBezTo>
                    <a:pt x="445" y="378"/>
                    <a:pt x="445" y="378"/>
                    <a:pt x="445" y="378"/>
                  </a:cubicBezTo>
                  <a:close/>
                  <a:moveTo>
                    <a:pt x="445" y="479"/>
                  </a:moveTo>
                  <a:cubicBezTo>
                    <a:pt x="445" y="487"/>
                    <a:pt x="445" y="487"/>
                    <a:pt x="445" y="487"/>
                  </a:cubicBezTo>
                  <a:cubicBezTo>
                    <a:pt x="443" y="486"/>
                    <a:pt x="442" y="486"/>
                    <a:pt x="439" y="486"/>
                  </a:cubicBezTo>
                  <a:cubicBezTo>
                    <a:pt x="439" y="482"/>
                    <a:pt x="439" y="482"/>
                    <a:pt x="439" y="482"/>
                  </a:cubicBezTo>
                  <a:cubicBezTo>
                    <a:pt x="441" y="482"/>
                    <a:pt x="443" y="480"/>
                    <a:pt x="445" y="479"/>
                  </a:cubicBezTo>
                  <a:close/>
                  <a:moveTo>
                    <a:pt x="445" y="493"/>
                  </a:moveTo>
                  <a:cubicBezTo>
                    <a:pt x="445" y="499"/>
                    <a:pt x="445" y="499"/>
                    <a:pt x="445" y="499"/>
                  </a:cubicBezTo>
                  <a:cubicBezTo>
                    <a:pt x="443" y="499"/>
                    <a:pt x="441" y="501"/>
                    <a:pt x="439" y="501"/>
                  </a:cubicBezTo>
                  <a:cubicBezTo>
                    <a:pt x="439" y="498"/>
                    <a:pt x="439" y="498"/>
                    <a:pt x="439" y="498"/>
                  </a:cubicBezTo>
                  <a:cubicBezTo>
                    <a:pt x="440" y="498"/>
                    <a:pt x="440" y="498"/>
                    <a:pt x="440" y="498"/>
                  </a:cubicBezTo>
                  <a:cubicBezTo>
                    <a:pt x="440" y="497"/>
                    <a:pt x="440" y="496"/>
                    <a:pt x="439" y="495"/>
                  </a:cubicBezTo>
                  <a:cubicBezTo>
                    <a:pt x="439" y="490"/>
                    <a:pt x="439" y="490"/>
                    <a:pt x="439" y="490"/>
                  </a:cubicBezTo>
                  <a:cubicBezTo>
                    <a:pt x="440" y="491"/>
                    <a:pt x="441" y="492"/>
                    <a:pt x="443" y="493"/>
                  </a:cubicBezTo>
                  <a:cubicBezTo>
                    <a:pt x="444" y="493"/>
                    <a:pt x="444" y="493"/>
                    <a:pt x="445" y="493"/>
                  </a:cubicBezTo>
                  <a:close/>
                  <a:moveTo>
                    <a:pt x="445" y="511"/>
                  </a:moveTo>
                  <a:cubicBezTo>
                    <a:pt x="445" y="521"/>
                    <a:pt x="445" y="521"/>
                    <a:pt x="445" y="521"/>
                  </a:cubicBezTo>
                  <a:cubicBezTo>
                    <a:pt x="443" y="521"/>
                    <a:pt x="441" y="521"/>
                    <a:pt x="439" y="522"/>
                  </a:cubicBezTo>
                  <a:cubicBezTo>
                    <a:pt x="439" y="511"/>
                    <a:pt x="439" y="511"/>
                    <a:pt x="439" y="511"/>
                  </a:cubicBezTo>
                  <a:cubicBezTo>
                    <a:pt x="441" y="511"/>
                    <a:pt x="443" y="511"/>
                    <a:pt x="445" y="511"/>
                  </a:cubicBezTo>
                  <a:close/>
                  <a:moveTo>
                    <a:pt x="445" y="526"/>
                  </a:moveTo>
                  <a:cubicBezTo>
                    <a:pt x="445" y="535"/>
                    <a:pt x="445" y="535"/>
                    <a:pt x="445" y="535"/>
                  </a:cubicBezTo>
                  <a:cubicBezTo>
                    <a:pt x="445" y="535"/>
                    <a:pt x="444" y="536"/>
                    <a:pt x="443" y="536"/>
                  </a:cubicBezTo>
                  <a:cubicBezTo>
                    <a:pt x="441" y="533"/>
                    <a:pt x="441" y="531"/>
                    <a:pt x="441" y="528"/>
                  </a:cubicBezTo>
                  <a:cubicBezTo>
                    <a:pt x="442" y="526"/>
                    <a:pt x="442" y="526"/>
                    <a:pt x="445" y="526"/>
                  </a:cubicBezTo>
                  <a:close/>
                  <a:moveTo>
                    <a:pt x="445" y="539"/>
                  </a:moveTo>
                  <a:cubicBezTo>
                    <a:pt x="445" y="548"/>
                    <a:pt x="445" y="548"/>
                    <a:pt x="445" y="548"/>
                  </a:cubicBezTo>
                  <a:cubicBezTo>
                    <a:pt x="444" y="549"/>
                    <a:pt x="443" y="549"/>
                    <a:pt x="442" y="550"/>
                  </a:cubicBezTo>
                  <a:cubicBezTo>
                    <a:pt x="442" y="551"/>
                    <a:pt x="442" y="553"/>
                    <a:pt x="442" y="554"/>
                  </a:cubicBezTo>
                  <a:cubicBezTo>
                    <a:pt x="443" y="554"/>
                    <a:pt x="444" y="554"/>
                    <a:pt x="445" y="553"/>
                  </a:cubicBezTo>
                  <a:cubicBezTo>
                    <a:pt x="445" y="567"/>
                    <a:pt x="445" y="567"/>
                    <a:pt x="445" y="567"/>
                  </a:cubicBezTo>
                  <a:cubicBezTo>
                    <a:pt x="445" y="567"/>
                    <a:pt x="445" y="567"/>
                    <a:pt x="445" y="567"/>
                  </a:cubicBezTo>
                  <a:cubicBezTo>
                    <a:pt x="445" y="567"/>
                    <a:pt x="445" y="567"/>
                    <a:pt x="445" y="567"/>
                  </a:cubicBezTo>
                  <a:cubicBezTo>
                    <a:pt x="445" y="588"/>
                    <a:pt x="445" y="588"/>
                    <a:pt x="445" y="588"/>
                  </a:cubicBezTo>
                  <a:cubicBezTo>
                    <a:pt x="443" y="586"/>
                    <a:pt x="441" y="582"/>
                    <a:pt x="439" y="577"/>
                  </a:cubicBezTo>
                  <a:cubicBezTo>
                    <a:pt x="439" y="546"/>
                    <a:pt x="439" y="546"/>
                    <a:pt x="439" y="546"/>
                  </a:cubicBezTo>
                  <a:cubicBezTo>
                    <a:pt x="441" y="544"/>
                    <a:pt x="444" y="541"/>
                    <a:pt x="445" y="539"/>
                  </a:cubicBezTo>
                  <a:close/>
                  <a:moveTo>
                    <a:pt x="445" y="606"/>
                  </a:moveTo>
                  <a:cubicBezTo>
                    <a:pt x="445" y="613"/>
                    <a:pt x="445" y="613"/>
                    <a:pt x="445" y="613"/>
                  </a:cubicBezTo>
                  <a:cubicBezTo>
                    <a:pt x="444" y="613"/>
                    <a:pt x="442" y="613"/>
                    <a:pt x="439" y="613"/>
                  </a:cubicBezTo>
                  <a:cubicBezTo>
                    <a:pt x="439" y="607"/>
                    <a:pt x="439" y="607"/>
                    <a:pt x="439" y="607"/>
                  </a:cubicBezTo>
                  <a:cubicBezTo>
                    <a:pt x="441" y="607"/>
                    <a:pt x="443" y="606"/>
                    <a:pt x="445" y="606"/>
                  </a:cubicBezTo>
                  <a:close/>
                  <a:moveTo>
                    <a:pt x="445" y="624"/>
                  </a:moveTo>
                  <a:cubicBezTo>
                    <a:pt x="445" y="634"/>
                    <a:pt x="445" y="634"/>
                    <a:pt x="445" y="634"/>
                  </a:cubicBezTo>
                  <a:cubicBezTo>
                    <a:pt x="443" y="634"/>
                    <a:pt x="441" y="635"/>
                    <a:pt x="439" y="635"/>
                  </a:cubicBezTo>
                  <a:cubicBezTo>
                    <a:pt x="439" y="630"/>
                    <a:pt x="439" y="630"/>
                    <a:pt x="439" y="630"/>
                  </a:cubicBezTo>
                  <a:cubicBezTo>
                    <a:pt x="440" y="630"/>
                    <a:pt x="440" y="629"/>
                    <a:pt x="441" y="629"/>
                  </a:cubicBezTo>
                  <a:cubicBezTo>
                    <a:pt x="441" y="628"/>
                    <a:pt x="440" y="627"/>
                    <a:pt x="439" y="626"/>
                  </a:cubicBezTo>
                  <a:cubicBezTo>
                    <a:pt x="439" y="617"/>
                    <a:pt x="439" y="617"/>
                    <a:pt x="439" y="617"/>
                  </a:cubicBezTo>
                  <a:cubicBezTo>
                    <a:pt x="441" y="620"/>
                    <a:pt x="443" y="622"/>
                    <a:pt x="445" y="624"/>
                  </a:cubicBezTo>
                  <a:close/>
                  <a:moveTo>
                    <a:pt x="445" y="672"/>
                  </a:moveTo>
                  <a:cubicBezTo>
                    <a:pt x="445" y="684"/>
                    <a:pt x="445" y="684"/>
                    <a:pt x="445" y="684"/>
                  </a:cubicBezTo>
                  <a:cubicBezTo>
                    <a:pt x="445" y="685"/>
                    <a:pt x="445" y="685"/>
                    <a:pt x="445" y="685"/>
                  </a:cubicBezTo>
                  <a:cubicBezTo>
                    <a:pt x="443" y="683"/>
                    <a:pt x="441" y="681"/>
                    <a:pt x="439" y="679"/>
                  </a:cubicBezTo>
                  <a:cubicBezTo>
                    <a:pt x="439" y="678"/>
                    <a:pt x="439" y="678"/>
                    <a:pt x="439" y="678"/>
                  </a:cubicBezTo>
                  <a:cubicBezTo>
                    <a:pt x="442" y="675"/>
                    <a:pt x="444" y="673"/>
                    <a:pt x="445" y="672"/>
                  </a:cubicBezTo>
                  <a:close/>
                  <a:moveTo>
                    <a:pt x="445" y="745"/>
                  </a:moveTo>
                  <a:cubicBezTo>
                    <a:pt x="445" y="754"/>
                    <a:pt x="445" y="754"/>
                    <a:pt x="445" y="754"/>
                  </a:cubicBezTo>
                  <a:cubicBezTo>
                    <a:pt x="442" y="754"/>
                    <a:pt x="440" y="754"/>
                    <a:pt x="439" y="754"/>
                  </a:cubicBezTo>
                  <a:cubicBezTo>
                    <a:pt x="439" y="745"/>
                    <a:pt x="439" y="745"/>
                    <a:pt x="439" y="745"/>
                  </a:cubicBezTo>
                  <a:cubicBezTo>
                    <a:pt x="445" y="745"/>
                    <a:pt x="445" y="745"/>
                    <a:pt x="445" y="745"/>
                  </a:cubicBezTo>
                  <a:close/>
                  <a:moveTo>
                    <a:pt x="439" y="462"/>
                  </a:moveTo>
                  <a:cubicBezTo>
                    <a:pt x="439" y="459"/>
                    <a:pt x="439" y="459"/>
                    <a:pt x="439" y="459"/>
                  </a:cubicBezTo>
                  <a:cubicBezTo>
                    <a:pt x="440" y="461"/>
                    <a:pt x="440" y="462"/>
                    <a:pt x="440" y="463"/>
                  </a:cubicBezTo>
                  <a:lnTo>
                    <a:pt x="439" y="462"/>
                  </a:lnTo>
                  <a:close/>
                  <a:moveTo>
                    <a:pt x="435" y="2"/>
                  </a:moveTo>
                  <a:cubicBezTo>
                    <a:pt x="436" y="2"/>
                    <a:pt x="436" y="2"/>
                    <a:pt x="437" y="2"/>
                  </a:cubicBezTo>
                  <a:cubicBezTo>
                    <a:pt x="438" y="2"/>
                    <a:pt x="438" y="2"/>
                    <a:pt x="439" y="3"/>
                  </a:cubicBezTo>
                  <a:cubicBezTo>
                    <a:pt x="439" y="12"/>
                    <a:pt x="439" y="12"/>
                    <a:pt x="439" y="12"/>
                  </a:cubicBezTo>
                  <a:cubicBezTo>
                    <a:pt x="438" y="11"/>
                    <a:pt x="436" y="11"/>
                    <a:pt x="435" y="10"/>
                  </a:cubicBezTo>
                  <a:cubicBezTo>
                    <a:pt x="435" y="2"/>
                    <a:pt x="435" y="2"/>
                    <a:pt x="435" y="2"/>
                  </a:cubicBezTo>
                  <a:close/>
                  <a:moveTo>
                    <a:pt x="439" y="791"/>
                  </a:moveTo>
                  <a:cubicBezTo>
                    <a:pt x="438" y="791"/>
                    <a:pt x="436" y="791"/>
                    <a:pt x="435" y="791"/>
                  </a:cubicBezTo>
                  <a:cubicBezTo>
                    <a:pt x="435" y="785"/>
                    <a:pt x="435" y="785"/>
                    <a:pt x="435" y="785"/>
                  </a:cubicBezTo>
                  <a:cubicBezTo>
                    <a:pt x="437" y="784"/>
                    <a:pt x="438" y="784"/>
                    <a:pt x="439" y="783"/>
                  </a:cubicBezTo>
                  <a:cubicBezTo>
                    <a:pt x="439" y="791"/>
                    <a:pt x="439" y="791"/>
                    <a:pt x="439" y="791"/>
                  </a:cubicBezTo>
                  <a:close/>
                  <a:moveTo>
                    <a:pt x="439" y="39"/>
                  </a:moveTo>
                  <a:cubicBezTo>
                    <a:pt x="439" y="48"/>
                    <a:pt x="439" y="48"/>
                    <a:pt x="439" y="48"/>
                  </a:cubicBezTo>
                  <a:cubicBezTo>
                    <a:pt x="438" y="48"/>
                    <a:pt x="436" y="47"/>
                    <a:pt x="435" y="47"/>
                  </a:cubicBezTo>
                  <a:cubicBezTo>
                    <a:pt x="435" y="35"/>
                    <a:pt x="435" y="35"/>
                    <a:pt x="435" y="35"/>
                  </a:cubicBezTo>
                  <a:cubicBezTo>
                    <a:pt x="436" y="36"/>
                    <a:pt x="438" y="37"/>
                    <a:pt x="439" y="39"/>
                  </a:cubicBezTo>
                  <a:close/>
                  <a:moveTo>
                    <a:pt x="439" y="73"/>
                  </a:moveTo>
                  <a:cubicBezTo>
                    <a:pt x="439" y="85"/>
                    <a:pt x="439" y="85"/>
                    <a:pt x="439" y="85"/>
                  </a:cubicBezTo>
                  <a:cubicBezTo>
                    <a:pt x="438" y="85"/>
                    <a:pt x="436" y="84"/>
                    <a:pt x="435" y="84"/>
                  </a:cubicBezTo>
                  <a:cubicBezTo>
                    <a:pt x="435" y="75"/>
                    <a:pt x="435" y="75"/>
                    <a:pt x="435" y="75"/>
                  </a:cubicBezTo>
                  <a:cubicBezTo>
                    <a:pt x="436" y="74"/>
                    <a:pt x="438" y="73"/>
                    <a:pt x="439" y="73"/>
                  </a:cubicBezTo>
                  <a:close/>
                  <a:moveTo>
                    <a:pt x="439" y="87"/>
                  </a:moveTo>
                  <a:cubicBezTo>
                    <a:pt x="439" y="96"/>
                    <a:pt x="439" y="96"/>
                    <a:pt x="439" y="96"/>
                  </a:cubicBezTo>
                  <a:cubicBezTo>
                    <a:pt x="438" y="96"/>
                    <a:pt x="438" y="96"/>
                    <a:pt x="438" y="96"/>
                  </a:cubicBezTo>
                  <a:cubicBezTo>
                    <a:pt x="438" y="93"/>
                    <a:pt x="438" y="90"/>
                    <a:pt x="438" y="87"/>
                  </a:cubicBezTo>
                  <a:cubicBezTo>
                    <a:pt x="439" y="87"/>
                    <a:pt x="439" y="87"/>
                    <a:pt x="439" y="87"/>
                  </a:cubicBezTo>
                  <a:close/>
                  <a:moveTo>
                    <a:pt x="439" y="99"/>
                  </a:moveTo>
                  <a:cubicBezTo>
                    <a:pt x="439" y="124"/>
                    <a:pt x="439" y="124"/>
                    <a:pt x="439" y="124"/>
                  </a:cubicBezTo>
                  <a:cubicBezTo>
                    <a:pt x="438" y="124"/>
                    <a:pt x="436" y="124"/>
                    <a:pt x="435" y="124"/>
                  </a:cubicBezTo>
                  <a:cubicBezTo>
                    <a:pt x="435" y="99"/>
                    <a:pt x="435" y="99"/>
                    <a:pt x="435" y="99"/>
                  </a:cubicBezTo>
                  <a:cubicBezTo>
                    <a:pt x="436" y="99"/>
                    <a:pt x="438" y="99"/>
                    <a:pt x="439" y="99"/>
                  </a:cubicBezTo>
                  <a:close/>
                  <a:moveTo>
                    <a:pt x="439" y="126"/>
                  </a:moveTo>
                  <a:cubicBezTo>
                    <a:pt x="439" y="138"/>
                    <a:pt x="439" y="138"/>
                    <a:pt x="439" y="138"/>
                  </a:cubicBezTo>
                  <a:cubicBezTo>
                    <a:pt x="438" y="138"/>
                    <a:pt x="436" y="138"/>
                    <a:pt x="435" y="137"/>
                  </a:cubicBezTo>
                  <a:cubicBezTo>
                    <a:pt x="435" y="126"/>
                    <a:pt x="435" y="126"/>
                    <a:pt x="435" y="126"/>
                  </a:cubicBezTo>
                  <a:cubicBezTo>
                    <a:pt x="436" y="126"/>
                    <a:pt x="438" y="126"/>
                    <a:pt x="439" y="126"/>
                  </a:cubicBezTo>
                  <a:close/>
                  <a:moveTo>
                    <a:pt x="439" y="167"/>
                  </a:moveTo>
                  <a:cubicBezTo>
                    <a:pt x="439" y="174"/>
                    <a:pt x="439" y="174"/>
                    <a:pt x="439" y="174"/>
                  </a:cubicBezTo>
                  <a:cubicBezTo>
                    <a:pt x="438" y="173"/>
                    <a:pt x="436" y="173"/>
                    <a:pt x="435" y="173"/>
                  </a:cubicBezTo>
                  <a:cubicBezTo>
                    <a:pt x="435" y="166"/>
                    <a:pt x="435" y="166"/>
                    <a:pt x="435" y="166"/>
                  </a:cubicBezTo>
                  <a:cubicBezTo>
                    <a:pt x="436" y="167"/>
                    <a:pt x="438" y="167"/>
                    <a:pt x="439" y="167"/>
                  </a:cubicBezTo>
                  <a:close/>
                  <a:moveTo>
                    <a:pt x="439" y="189"/>
                  </a:moveTo>
                  <a:cubicBezTo>
                    <a:pt x="439" y="196"/>
                    <a:pt x="439" y="196"/>
                    <a:pt x="439" y="196"/>
                  </a:cubicBezTo>
                  <a:cubicBezTo>
                    <a:pt x="438" y="196"/>
                    <a:pt x="436" y="195"/>
                    <a:pt x="435" y="195"/>
                  </a:cubicBezTo>
                  <a:cubicBezTo>
                    <a:pt x="435" y="180"/>
                    <a:pt x="435" y="180"/>
                    <a:pt x="435" y="180"/>
                  </a:cubicBezTo>
                  <a:cubicBezTo>
                    <a:pt x="436" y="183"/>
                    <a:pt x="437" y="187"/>
                    <a:pt x="439" y="189"/>
                  </a:cubicBezTo>
                  <a:close/>
                  <a:moveTo>
                    <a:pt x="439" y="224"/>
                  </a:moveTo>
                  <a:cubicBezTo>
                    <a:pt x="439" y="253"/>
                    <a:pt x="439" y="253"/>
                    <a:pt x="439" y="253"/>
                  </a:cubicBezTo>
                  <a:cubicBezTo>
                    <a:pt x="439" y="253"/>
                    <a:pt x="438" y="253"/>
                    <a:pt x="438" y="253"/>
                  </a:cubicBezTo>
                  <a:cubicBezTo>
                    <a:pt x="438" y="254"/>
                    <a:pt x="438" y="255"/>
                    <a:pt x="438" y="256"/>
                  </a:cubicBezTo>
                  <a:cubicBezTo>
                    <a:pt x="438" y="256"/>
                    <a:pt x="439" y="256"/>
                    <a:pt x="439" y="257"/>
                  </a:cubicBezTo>
                  <a:cubicBezTo>
                    <a:pt x="439" y="268"/>
                    <a:pt x="439" y="268"/>
                    <a:pt x="439" y="268"/>
                  </a:cubicBezTo>
                  <a:cubicBezTo>
                    <a:pt x="438" y="268"/>
                    <a:pt x="437" y="268"/>
                    <a:pt x="436" y="268"/>
                  </a:cubicBezTo>
                  <a:cubicBezTo>
                    <a:pt x="435" y="272"/>
                    <a:pt x="437" y="275"/>
                    <a:pt x="439" y="277"/>
                  </a:cubicBezTo>
                  <a:cubicBezTo>
                    <a:pt x="439" y="289"/>
                    <a:pt x="439" y="289"/>
                    <a:pt x="439" y="289"/>
                  </a:cubicBezTo>
                  <a:cubicBezTo>
                    <a:pt x="438" y="289"/>
                    <a:pt x="436" y="288"/>
                    <a:pt x="435" y="288"/>
                  </a:cubicBezTo>
                  <a:cubicBezTo>
                    <a:pt x="435" y="226"/>
                    <a:pt x="435" y="226"/>
                    <a:pt x="435" y="226"/>
                  </a:cubicBezTo>
                  <a:cubicBezTo>
                    <a:pt x="436" y="225"/>
                    <a:pt x="438" y="225"/>
                    <a:pt x="439" y="224"/>
                  </a:cubicBezTo>
                  <a:close/>
                  <a:moveTo>
                    <a:pt x="439" y="302"/>
                  </a:moveTo>
                  <a:cubicBezTo>
                    <a:pt x="439" y="321"/>
                    <a:pt x="439" y="321"/>
                    <a:pt x="439" y="321"/>
                  </a:cubicBezTo>
                  <a:cubicBezTo>
                    <a:pt x="438" y="321"/>
                    <a:pt x="436" y="320"/>
                    <a:pt x="435" y="320"/>
                  </a:cubicBezTo>
                  <a:cubicBezTo>
                    <a:pt x="435" y="317"/>
                    <a:pt x="435" y="317"/>
                    <a:pt x="435" y="317"/>
                  </a:cubicBezTo>
                  <a:cubicBezTo>
                    <a:pt x="436" y="317"/>
                    <a:pt x="436" y="318"/>
                    <a:pt x="437" y="318"/>
                  </a:cubicBezTo>
                  <a:cubicBezTo>
                    <a:pt x="438" y="313"/>
                    <a:pt x="438" y="308"/>
                    <a:pt x="435" y="305"/>
                  </a:cubicBezTo>
                  <a:cubicBezTo>
                    <a:pt x="435" y="300"/>
                    <a:pt x="435" y="300"/>
                    <a:pt x="435" y="300"/>
                  </a:cubicBezTo>
                  <a:cubicBezTo>
                    <a:pt x="436" y="301"/>
                    <a:pt x="438" y="301"/>
                    <a:pt x="439" y="302"/>
                  </a:cubicBezTo>
                  <a:close/>
                  <a:moveTo>
                    <a:pt x="439" y="378"/>
                  </a:moveTo>
                  <a:cubicBezTo>
                    <a:pt x="439" y="400"/>
                    <a:pt x="439" y="400"/>
                    <a:pt x="439" y="400"/>
                  </a:cubicBezTo>
                  <a:cubicBezTo>
                    <a:pt x="435" y="403"/>
                    <a:pt x="435" y="403"/>
                    <a:pt x="435" y="403"/>
                  </a:cubicBezTo>
                  <a:cubicBezTo>
                    <a:pt x="435" y="378"/>
                    <a:pt x="435" y="378"/>
                    <a:pt x="435" y="378"/>
                  </a:cubicBezTo>
                  <a:cubicBezTo>
                    <a:pt x="439" y="378"/>
                    <a:pt x="439" y="378"/>
                    <a:pt x="439" y="378"/>
                  </a:cubicBezTo>
                  <a:close/>
                  <a:moveTo>
                    <a:pt x="439" y="459"/>
                  </a:moveTo>
                  <a:cubicBezTo>
                    <a:pt x="439" y="462"/>
                    <a:pt x="439" y="462"/>
                    <a:pt x="439" y="462"/>
                  </a:cubicBezTo>
                  <a:cubicBezTo>
                    <a:pt x="435" y="459"/>
                    <a:pt x="435" y="459"/>
                    <a:pt x="435" y="459"/>
                  </a:cubicBezTo>
                  <a:cubicBezTo>
                    <a:pt x="435" y="445"/>
                    <a:pt x="435" y="445"/>
                    <a:pt x="435" y="445"/>
                  </a:cubicBezTo>
                  <a:cubicBezTo>
                    <a:pt x="437" y="450"/>
                    <a:pt x="438" y="455"/>
                    <a:pt x="439" y="459"/>
                  </a:cubicBezTo>
                  <a:close/>
                  <a:moveTo>
                    <a:pt x="439" y="482"/>
                  </a:moveTo>
                  <a:cubicBezTo>
                    <a:pt x="439" y="486"/>
                    <a:pt x="439" y="486"/>
                    <a:pt x="439" y="486"/>
                  </a:cubicBezTo>
                  <a:cubicBezTo>
                    <a:pt x="438" y="486"/>
                    <a:pt x="437" y="486"/>
                    <a:pt x="436" y="486"/>
                  </a:cubicBezTo>
                  <a:cubicBezTo>
                    <a:pt x="436" y="487"/>
                    <a:pt x="436" y="488"/>
                    <a:pt x="436" y="489"/>
                  </a:cubicBezTo>
                  <a:cubicBezTo>
                    <a:pt x="437" y="489"/>
                    <a:pt x="438" y="489"/>
                    <a:pt x="439" y="490"/>
                  </a:cubicBezTo>
                  <a:cubicBezTo>
                    <a:pt x="439" y="495"/>
                    <a:pt x="439" y="495"/>
                    <a:pt x="439" y="495"/>
                  </a:cubicBezTo>
                  <a:cubicBezTo>
                    <a:pt x="438" y="494"/>
                    <a:pt x="436" y="493"/>
                    <a:pt x="435" y="492"/>
                  </a:cubicBezTo>
                  <a:cubicBezTo>
                    <a:pt x="435" y="484"/>
                    <a:pt x="435" y="484"/>
                    <a:pt x="435" y="484"/>
                  </a:cubicBezTo>
                  <a:cubicBezTo>
                    <a:pt x="436" y="484"/>
                    <a:pt x="438" y="483"/>
                    <a:pt x="439" y="482"/>
                  </a:cubicBezTo>
                  <a:close/>
                  <a:moveTo>
                    <a:pt x="439" y="498"/>
                  </a:moveTo>
                  <a:cubicBezTo>
                    <a:pt x="439" y="501"/>
                    <a:pt x="439" y="501"/>
                    <a:pt x="439" y="501"/>
                  </a:cubicBezTo>
                  <a:cubicBezTo>
                    <a:pt x="438" y="502"/>
                    <a:pt x="436" y="503"/>
                    <a:pt x="435" y="503"/>
                  </a:cubicBezTo>
                  <a:cubicBezTo>
                    <a:pt x="435" y="499"/>
                    <a:pt x="435" y="499"/>
                    <a:pt x="435" y="499"/>
                  </a:cubicBezTo>
                  <a:cubicBezTo>
                    <a:pt x="436" y="499"/>
                    <a:pt x="438" y="499"/>
                    <a:pt x="439" y="498"/>
                  </a:cubicBezTo>
                  <a:close/>
                  <a:moveTo>
                    <a:pt x="439" y="511"/>
                  </a:moveTo>
                  <a:cubicBezTo>
                    <a:pt x="439" y="522"/>
                    <a:pt x="439" y="522"/>
                    <a:pt x="439" y="522"/>
                  </a:cubicBezTo>
                  <a:cubicBezTo>
                    <a:pt x="438" y="523"/>
                    <a:pt x="436" y="523"/>
                    <a:pt x="435" y="524"/>
                  </a:cubicBezTo>
                  <a:cubicBezTo>
                    <a:pt x="435" y="512"/>
                    <a:pt x="435" y="512"/>
                    <a:pt x="435" y="512"/>
                  </a:cubicBezTo>
                  <a:cubicBezTo>
                    <a:pt x="436" y="511"/>
                    <a:pt x="438" y="511"/>
                    <a:pt x="439" y="511"/>
                  </a:cubicBezTo>
                  <a:close/>
                  <a:moveTo>
                    <a:pt x="439" y="546"/>
                  </a:moveTo>
                  <a:cubicBezTo>
                    <a:pt x="439" y="577"/>
                    <a:pt x="439" y="577"/>
                    <a:pt x="439" y="577"/>
                  </a:cubicBezTo>
                  <a:cubicBezTo>
                    <a:pt x="437" y="571"/>
                    <a:pt x="436" y="565"/>
                    <a:pt x="435" y="559"/>
                  </a:cubicBezTo>
                  <a:cubicBezTo>
                    <a:pt x="435" y="549"/>
                    <a:pt x="435" y="549"/>
                    <a:pt x="435" y="549"/>
                  </a:cubicBezTo>
                  <a:cubicBezTo>
                    <a:pt x="436" y="548"/>
                    <a:pt x="438" y="547"/>
                    <a:pt x="439" y="546"/>
                  </a:cubicBezTo>
                  <a:close/>
                  <a:moveTo>
                    <a:pt x="439" y="607"/>
                  </a:moveTo>
                  <a:cubicBezTo>
                    <a:pt x="439" y="613"/>
                    <a:pt x="439" y="613"/>
                    <a:pt x="439" y="613"/>
                  </a:cubicBezTo>
                  <a:cubicBezTo>
                    <a:pt x="438" y="613"/>
                    <a:pt x="438" y="613"/>
                    <a:pt x="437" y="613"/>
                  </a:cubicBezTo>
                  <a:cubicBezTo>
                    <a:pt x="438" y="615"/>
                    <a:pt x="438" y="616"/>
                    <a:pt x="439" y="617"/>
                  </a:cubicBezTo>
                  <a:cubicBezTo>
                    <a:pt x="439" y="626"/>
                    <a:pt x="439" y="626"/>
                    <a:pt x="439" y="626"/>
                  </a:cubicBezTo>
                  <a:cubicBezTo>
                    <a:pt x="438" y="625"/>
                    <a:pt x="436" y="623"/>
                    <a:pt x="435" y="622"/>
                  </a:cubicBezTo>
                  <a:cubicBezTo>
                    <a:pt x="435" y="608"/>
                    <a:pt x="435" y="608"/>
                    <a:pt x="435" y="608"/>
                  </a:cubicBezTo>
                  <a:cubicBezTo>
                    <a:pt x="436" y="608"/>
                    <a:pt x="437" y="607"/>
                    <a:pt x="438" y="607"/>
                  </a:cubicBezTo>
                  <a:cubicBezTo>
                    <a:pt x="439" y="607"/>
                    <a:pt x="439" y="607"/>
                    <a:pt x="439" y="607"/>
                  </a:cubicBezTo>
                  <a:close/>
                  <a:moveTo>
                    <a:pt x="439" y="630"/>
                  </a:moveTo>
                  <a:cubicBezTo>
                    <a:pt x="439" y="635"/>
                    <a:pt x="439" y="635"/>
                    <a:pt x="439" y="635"/>
                  </a:cubicBezTo>
                  <a:cubicBezTo>
                    <a:pt x="438" y="635"/>
                    <a:pt x="436" y="636"/>
                    <a:pt x="435" y="636"/>
                  </a:cubicBezTo>
                  <a:cubicBezTo>
                    <a:pt x="435" y="631"/>
                    <a:pt x="435" y="631"/>
                    <a:pt x="435" y="631"/>
                  </a:cubicBezTo>
                  <a:cubicBezTo>
                    <a:pt x="437" y="630"/>
                    <a:pt x="438" y="630"/>
                    <a:pt x="439" y="630"/>
                  </a:cubicBezTo>
                  <a:close/>
                  <a:moveTo>
                    <a:pt x="439" y="678"/>
                  </a:moveTo>
                  <a:cubicBezTo>
                    <a:pt x="439" y="679"/>
                    <a:pt x="439" y="679"/>
                    <a:pt x="439" y="679"/>
                  </a:cubicBezTo>
                  <a:cubicBezTo>
                    <a:pt x="439" y="679"/>
                    <a:pt x="439" y="679"/>
                    <a:pt x="439" y="679"/>
                  </a:cubicBezTo>
                  <a:cubicBezTo>
                    <a:pt x="439" y="678"/>
                    <a:pt x="439" y="678"/>
                    <a:pt x="439" y="678"/>
                  </a:cubicBezTo>
                  <a:close/>
                  <a:moveTo>
                    <a:pt x="439" y="745"/>
                  </a:moveTo>
                  <a:cubicBezTo>
                    <a:pt x="439" y="754"/>
                    <a:pt x="439" y="754"/>
                    <a:pt x="439" y="754"/>
                  </a:cubicBezTo>
                  <a:cubicBezTo>
                    <a:pt x="437" y="754"/>
                    <a:pt x="436" y="754"/>
                    <a:pt x="435" y="754"/>
                  </a:cubicBezTo>
                  <a:cubicBezTo>
                    <a:pt x="435" y="746"/>
                    <a:pt x="435" y="746"/>
                    <a:pt x="435" y="746"/>
                  </a:cubicBezTo>
                  <a:cubicBezTo>
                    <a:pt x="436" y="746"/>
                    <a:pt x="436" y="746"/>
                    <a:pt x="437" y="745"/>
                  </a:cubicBezTo>
                  <a:cubicBezTo>
                    <a:pt x="439" y="745"/>
                    <a:pt x="439" y="745"/>
                    <a:pt x="439" y="745"/>
                  </a:cubicBezTo>
                  <a:close/>
                  <a:moveTo>
                    <a:pt x="439" y="769"/>
                  </a:moveTo>
                  <a:cubicBezTo>
                    <a:pt x="438" y="768"/>
                    <a:pt x="436" y="766"/>
                    <a:pt x="435" y="764"/>
                  </a:cubicBezTo>
                  <a:cubicBezTo>
                    <a:pt x="435" y="777"/>
                    <a:pt x="435" y="777"/>
                    <a:pt x="435" y="777"/>
                  </a:cubicBezTo>
                  <a:cubicBezTo>
                    <a:pt x="436" y="779"/>
                    <a:pt x="438" y="781"/>
                    <a:pt x="439" y="783"/>
                  </a:cubicBezTo>
                  <a:lnTo>
                    <a:pt x="439" y="769"/>
                  </a:lnTo>
                  <a:close/>
                  <a:moveTo>
                    <a:pt x="427" y="2"/>
                  </a:moveTo>
                  <a:cubicBezTo>
                    <a:pt x="430" y="2"/>
                    <a:pt x="432" y="2"/>
                    <a:pt x="435" y="2"/>
                  </a:cubicBezTo>
                  <a:cubicBezTo>
                    <a:pt x="435" y="10"/>
                    <a:pt x="435" y="10"/>
                    <a:pt x="435" y="10"/>
                  </a:cubicBezTo>
                  <a:cubicBezTo>
                    <a:pt x="433" y="10"/>
                    <a:pt x="430" y="10"/>
                    <a:pt x="427" y="10"/>
                  </a:cubicBezTo>
                  <a:cubicBezTo>
                    <a:pt x="427" y="2"/>
                    <a:pt x="427" y="2"/>
                    <a:pt x="427" y="2"/>
                  </a:cubicBezTo>
                  <a:close/>
                  <a:moveTo>
                    <a:pt x="435" y="791"/>
                  </a:moveTo>
                  <a:cubicBezTo>
                    <a:pt x="432" y="792"/>
                    <a:pt x="430" y="792"/>
                    <a:pt x="427" y="792"/>
                  </a:cubicBezTo>
                  <a:cubicBezTo>
                    <a:pt x="427" y="786"/>
                    <a:pt x="427" y="786"/>
                    <a:pt x="427" y="786"/>
                  </a:cubicBezTo>
                  <a:cubicBezTo>
                    <a:pt x="431" y="785"/>
                    <a:pt x="433" y="785"/>
                    <a:pt x="435" y="785"/>
                  </a:cubicBezTo>
                  <a:cubicBezTo>
                    <a:pt x="435" y="791"/>
                    <a:pt x="435" y="791"/>
                    <a:pt x="435" y="791"/>
                  </a:cubicBezTo>
                  <a:close/>
                  <a:moveTo>
                    <a:pt x="435" y="35"/>
                  </a:moveTo>
                  <a:cubicBezTo>
                    <a:pt x="435" y="47"/>
                    <a:pt x="435" y="47"/>
                    <a:pt x="435" y="47"/>
                  </a:cubicBezTo>
                  <a:cubicBezTo>
                    <a:pt x="434" y="46"/>
                    <a:pt x="433" y="46"/>
                    <a:pt x="433" y="46"/>
                  </a:cubicBezTo>
                  <a:cubicBezTo>
                    <a:pt x="431" y="46"/>
                    <a:pt x="429" y="46"/>
                    <a:pt x="427" y="46"/>
                  </a:cubicBezTo>
                  <a:cubicBezTo>
                    <a:pt x="427" y="22"/>
                    <a:pt x="427" y="22"/>
                    <a:pt x="427" y="22"/>
                  </a:cubicBezTo>
                  <a:cubicBezTo>
                    <a:pt x="429" y="27"/>
                    <a:pt x="431" y="31"/>
                    <a:pt x="435" y="35"/>
                  </a:cubicBezTo>
                  <a:close/>
                  <a:moveTo>
                    <a:pt x="435" y="75"/>
                  </a:moveTo>
                  <a:cubicBezTo>
                    <a:pt x="435" y="84"/>
                    <a:pt x="435" y="84"/>
                    <a:pt x="435" y="84"/>
                  </a:cubicBezTo>
                  <a:cubicBezTo>
                    <a:pt x="434" y="84"/>
                    <a:pt x="434" y="84"/>
                    <a:pt x="434" y="84"/>
                  </a:cubicBezTo>
                  <a:cubicBezTo>
                    <a:pt x="434" y="81"/>
                    <a:pt x="434" y="78"/>
                    <a:pt x="434" y="75"/>
                  </a:cubicBezTo>
                  <a:cubicBezTo>
                    <a:pt x="434" y="75"/>
                    <a:pt x="435" y="75"/>
                    <a:pt x="435" y="75"/>
                  </a:cubicBezTo>
                  <a:close/>
                  <a:moveTo>
                    <a:pt x="435" y="99"/>
                  </a:moveTo>
                  <a:cubicBezTo>
                    <a:pt x="435" y="124"/>
                    <a:pt x="435" y="124"/>
                    <a:pt x="435" y="124"/>
                  </a:cubicBezTo>
                  <a:cubicBezTo>
                    <a:pt x="432" y="124"/>
                    <a:pt x="430" y="123"/>
                    <a:pt x="427" y="123"/>
                  </a:cubicBezTo>
                  <a:cubicBezTo>
                    <a:pt x="427" y="110"/>
                    <a:pt x="427" y="110"/>
                    <a:pt x="427" y="110"/>
                  </a:cubicBezTo>
                  <a:cubicBezTo>
                    <a:pt x="428" y="110"/>
                    <a:pt x="430" y="110"/>
                    <a:pt x="431" y="110"/>
                  </a:cubicBezTo>
                  <a:cubicBezTo>
                    <a:pt x="427" y="106"/>
                    <a:pt x="426" y="105"/>
                    <a:pt x="429" y="99"/>
                  </a:cubicBezTo>
                  <a:cubicBezTo>
                    <a:pt x="431" y="99"/>
                    <a:pt x="433" y="99"/>
                    <a:pt x="435" y="99"/>
                  </a:cubicBezTo>
                  <a:close/>
                  <a:moveTo>
                    <a:pt x="435" y="126"/>
                  </a:moveTo>
                  <a:cubicBezTo>
                    <a:pt x="435" y="137"/>
                    <a:pt x="435" y="137"/>
                    <a:pt x="435" y="137"/>
                  </a:cubicBezTo>
                  <a:cubicBezTo>
                    <a:pt x="432" y="137"/>
                    <a:pt x="429" y="137"/>
                    <a:pt x="427" y="136"/>
                  </a:cubicBezTo>
                  <a:cubicBezTo>
                    <a:pt x="427" y="126"/>
                    <a:pt x="427" y="126"/>
                    <a:pt x="427" y="126"/>
                  </a:cubicBezTo>
                  <a:cubicBezTo>
                    <a:pt x="429" y="125"/>
                    <a:pt x="432" y="125"/>
                    <a:pt x="435" y="126"/>
                  </a:cubicBezTo>
                  <a:close/>
                  <a:moveTo>
                    <a:pt x="435" y="166"/>
                  </a:moveTo>
                  <a:cubicBezTo>
                    <a:pt x="435" y="173"/>
                    <a:pt x="435" y="173"/>
                    <a:pt x="435" y="173"/>
                  </a:cubicBezTo>
                  <a:cubicBezTo>
                    <a:pt x="434" y="173"/>
                    <a:pt x="433" y="172"/>
                    <a:pt x="432" y="172"/>
                  </a:cubicBezTo>
                  <a:cubicBezTo>
                    <a:pt x="433" y="175"/>
                    <a:pt x="434" y="177"/>
                    <a:pt x="435" y="180"/>
                  </a:cubicBezTo>
                  <a:cubicBezTo>
                    <a:pt x="435" y="195"/>
                    <a:pt x="435" y="195"/>
                    <a:pt x="435" y="195"/>
                  </a:cubicBezTo>
                  <a:cubicBezTo>
                    <a:pt x="432" y="195"/>
                    <a:pt x="429" y="194"/>
                    <a:pt x="427" y="194"/>
                  </a:cubicBezTo>
                  <a:cubicBezTo>
                    <a:pt x="427" y="190"/>
                    <a:pt x="427" y="190"/>
                    <a:pt x="427" y="190"/>
                  </a:cubicBezTo>
                  <a:cubicBezTo>
                    <a:pt x="429" y="189"/>
                    <a:pt x="430" y="189"/>
                    <a:pt x="432" y="189"/>
                  </a:cubicBezTo>
                  <a:cubicBezTo>
                    <a:pt x="430" y="184"/>
                    <a:pt x="429" y="180"/>
                    <a:pt x="427" y="177"/>
                  </a:cubicBezTo>
                  <a:cubicBezTo>
                    <a:pt x="427" y="166"/>
                    <a:pt x="427" y="166"/>
                    <a:pt x="427" y="166"/>
                  </a:cubicBezTo>
                  <a:cubicBezTo>
                    <a:pt x="430" y="166"/>
                    <a:pt x="432" y="166"/>
                    <a:pt x="435" y="166"/>
                  </a:cubicBezTo>
                  <a:close/>
                  <a:moveTo>
                    <a:pt x="435" y="226"/>
                  </a:moveTo>
                  <a:cubicBezTo>
                    <a:pt x="435" y="288"/>
                    <a:pt x="435" y="288"/>
                    <a:pt x="435" y="288"/>
                  </a:cubicBezTo>
                  <a:cubicBezTo>
                    <a:pt x="433" y="288"/>
                    <a:pt x="433" y="288"/>
                    <a:pt x="433" y="288"/>
                  </a:cubicBezTo>
                  <a:cubicBezTo>
                    <a:pt x="429" y="283"/>
                    <a:pt x="428" y="282"/>
                    <a:pt x="427" y="279"/>
                  </a:cubicBezTo>
                  <a:cubicBezTo>
                    <a:pt x="427" y="263"/>
                    <a:pt x="427" y="263"/>
                    <a:pt x="427" y="263"/>
                  </a:cubicBezTo>
                  <a:cubicBezTo>
                    <a:pt x="428" y="257"/>
                    <a:pt x="429" y="247"/>
                    <a:pt x="432" y="230"/>
                  </a:cubicBezTo>
                  <a:cubicBezTo>
                    <a:pt x="433" y="228"/>
                    <a:pt x="433" y="227"/>
                    <a:pt x="435" y="226"/>
                  </a:cubicBezTo>
                  <a:close/>
                  <a:moveTo>
                    <a:pt x="435" y="300"/>
                  </a:moveTo>
                  <a:cubicBezTo>
                    <a:pt x="435" y="305"/>
                    <a:pt x="435" y="305"/>
                    <a:pt x="435" y="305"/>
                  </a:cubicBezTo>
                  <a:cubicBezTo>
                    <a:pt x="433" y="304"/>
                    <a:pt x="432" y="303"/>
                    <a:pt x="429" y="304"/>
                  </a:cubicBezTo>
                  <a:cubicBezTo>
                    <a:pt x="430" y="308"/>
                    <a:pt x="431" y="312"/>
                    <a:pt x="432" y="316"/>
                  </a:cubicBezTo>
                  <a:cubicBezTo>
                    <a:pt x="433" y="316"/>
                    <a:pt x="434" y="317"/>
                    <a:pt x="435" y="317"/>
                  </a:cubicBezTo>
                  <a:cubicBezTo>
                    <a:pt x="435" y="320"/>
                    <a:pt x="435" y="320"/>
                    <a:pt x="435" y="320"/>
                  </a:cubicBezTo>
                  <a:cubicBezTo>
                    <a:pt x="432" y="319"/>
                    <a:pt x="430" y="318"/>
                    <a:pt x="427" y="317"/>
                  </a:cubicBezTo>
                  <a:cubicBezTo>
                    <a:pt x="427" y="298"/>
                    <a:pt x="427" y="298"/>
                    <a:pt x="427" y="298"/>
                  </a:cubicBezTo>
                  <a:cubicBezTo>
                    <a:pt x="430" y="298"/>
                    <a:pt x="432" y="299"/>
                    <a:pt x="435" y="300"/>
                  </a:cubicBezTo>
                  <a:close/>
                  <a:moveTo>
                    <a:pt x="435" y="378"/>
                  </a:moveTo>
                  <a:cubicBezTo>
                    <a:pt x="435" y="403"/>
                    <a:pt x="435" y="403"/>
                    <a:pt x="435" y="403"/>
                  </a:cubicBezTo>
                  <a:cubicBezTo>
                    <a:pt x="427" y="409"/>
                    <a:pt x="427" y="409"/>
                    <a:pt x="427" y="409"/>
                  </a:cubicBezTo>
                  <a:cubicBezTo>
                    <a:pt x="427" y="378"/>
                    <a:pt x="427" y="378"/>
                    <a:pt x="427" y="378"/>
                  </a:cubicBezTo>
                  <a:cubicBezTo>
                    <a:pt x="435" y="378"/>
                    <a:pt x="435" y="378"/>
                    <a:pt x="435" y="378"/>
                  </a:cubicBezTo>
                  <a:close/>
                  <a:moveTo>
                    <a:pt x="435" y="445"/>
                  </a:moveTo>
                  <a:cubicBezTo>
                    <a:pt x="435" y="459"/>
                    <a:pt x="435" y="459"/>
                    <a:pt x="435" y="459"/>
                  </a:cubicBezTo>
                  <a:cubicBezTo>
                    <a:pt x="427" y="454"/>
                    <a:pt x="427" y="454"/>
                    <a:pt x="427" y="454"/>
                  </a:cubicBezTo>
                  <a:cubicBezTo>
                    <a:pt x="427" y="420"/>
                    <a:pt x="427" y="420"/>
                    <a:pt x="427" y="420"/>
                  </a:cubicBezTo>
                  <a:cubicBezTo>
                    <a:pt x="429" y="427"/>
                    <a:pt x="432" y="436"/>
                    <a:pt x="435" y="445"/>
                  </a:cubicBezTo>
                  <a:close/>
                  <a:moveTo>
                    <a:pt x="435" y="484"/>
                  </a:moveTo>
                  <a:cubicBezTo>
                    <a:pt x="435" y="492"/>
                    <a:pt x="435" y="492"/>
                    <a:pt x="435" y="492"/>
                  </a:cubicBezTo>
                  <a:cubicBezTo>
                    <a:pt x="433" y="491"/>
                    <a:pt x="430" y="490"/>
                    <a:pt x="427" y="491"/>
                  </a:cubicBezTo>
                  <a:cubicBezTo>
                    <a:pt x="427" y="487"/>
                    <a:pt x="427" y="487"/>
                    <a:pt x="427" y="487"/>
                  </a:cubicBezTo>
                  <a:cubicBezTo>
                    <a:pt x="430" y="486"/>
                    <a:pt x="432" y="485"/>
                    <a:pt x="435" y="484"/>
                  </a:cubicBezTo>
                  <a:close/>
                  <a:moveTo>
                    <a:pt x="435" y="499"/>
                  </a:moveTo>
                  <a:cubicBezTo>
                    <a:pt x="435" y="503"/>
                    <a:pt x="435" y="503"/>
                    <a:pt x="435" y="503"/>
                  </a:cubicBezTo>
                  <a:cubicBezTo>
                    <a:pt x="432" y="504"/>
                    <a:pt x="430" y="505"/>
                    <a:pt x="427" y="506"/>
                  </a:cubicBezTo>
                  <a:cubicBezTo>
                    <a:pt x="427" y="503"/>
                    <a:pt x="427" y="503"/>
                    <a:pt x="427" y="503"/>
                  </a:cubicBezTo>
                  <a:cubicBezTo>
                    <a:pt x="429" y="503"/>
                    <a:pt x="429" y="503"/>
                    <a:pt x="429" y="503"/>
                  </a:cubicBezTo>
                  <a:cubicBezTo>
                    <a:pt x="428" y="502"/>
                    <a:pt x="428" y="501"/>
                    <a:pt x="427" y="500"/>
                  </a:cubicBezTo>
                  <a:cubicBezTo>
                    <a:pt x="427" y="495"/>
                    <a:pt x="427" y="495"/>
                    <a:pt x="427" y="495"/>
                  </a:cubicBezTo>
                  <a:cubicBezTo>
                    <a:pt x="429" y="496"/>
                    <a:pt x="431" y="498"/>
                    <a:pt x="432" y="499"/>
                  </a:cubicBezTo>
                  <a:cubicBezTo>
                    <a:pt x="435" y="499"/>
                    <a:pt x="435" y="499"/>
                    <a:pt x="435" y="499"/>
                  </a:cubicBezTo>
                  <a:close/>
                  <a:moveTo>
                    <a:pt x="435" y="512"/>
                  </a:moveTo>
                  <a:cubicBezTo>
                    <a:pt x="435" y="524"/>
                    <a:pt x="435" y="524"/>
                    <a:pt x="435" y="524"/>
                  </a:cubicBezTo>
                  <a:cubicBezTo>
                    <a:pt x="432" y="526"/>
                    <a:pt x="430" y="528"/>
                    <a:pt x="427" y="530"/>
                  </a:cubicBezTo>
                  <a:cubicBezTo>
                    <a:pt x="427" y="518"/>
                    <a:pt x="427" y="518"/>
                    <a:pt x="427" y="518"/>
                  </a:cubicBezTo>
                  <a:cubicBezTo>
                    <a:pt x="427" y="518"/>
                    <a:pt x="427" y="518"/>
                    <a:pt x="427" y="518"/>
                  </a:cubicBezTo>
                  <a:cubicBezTo>
                    <a:pt x="429" y="515"/>
                    <a:pt x="431" y="513"/>
                    <a:pt x="435" y="512"/>
                  </a:cubicBezTo>
                  <a:close/>
                  <a:moveTo>
                    <a:pt x="435" y="549"/>
                  </a:moveTo>
                  <a:cubicBezTo>
                    <a:pt x="435" y="559"/>
                    <a:pt x="435" y="559"/>
                    <a:pt x="435" y="559"/>
                  </a:cubicBezTo>
                  <a:cubicBezTo>
                    <a:pt x="434" y="555"/>
                    <a:pt x="434" y="552"/>
                    <a:pt x="434" y="550"/>
                  </a:cubicBezTo>
                  <a:cubicBezTo>
                    <a:pt x="435" y="549"/>
                    <a:pt x="435" y="549"/>
                    <a:pt x="435" y="549"/>
                  </a:cubicBezTo>
                  <a:close/>
                  <a:moveTo>
                    <a:pt x="435" y="608"/>
                  </a:moveTo>
                  <a:cubicBezTo>
                    <a:pt x="435" y="622"/>
                    <a:pt x="435" y="622"/>
                    <a:pt x="435" y="622"/>
                  </a:cubicBezTo>
                  <a:cubicBezTo>
                    <a:pt x="433" y="619"/>
                    <a:pt x="430" y="617"/>
                    <a:pt x="427" y="616"/>
                  </a:cubicBezTo>
                  <a:cubicBezTo>
                    <a:pt x="427" y="610"/>
                    <a:pt x="427" y="610"/>
                    <a:pt x="427" y="610"/>
                  </a:cubicBezTo>
                  <a:cubicBezTo>
                    <a:pt x="430" y="609"/>
                    <a:pt x="432" y="609"/>
                    <a:pt x="435" y="608"/>
                  </a:cubicBezTo>
                  <a:close/>
                  <a:moveTo>
                    <a:pt x="435" y="631"/>
                  </a:moveTo>
                  <a:cubicBezTo>
                    <a:pt x="435" y="636"/>
                    <a:pt x="435" y="636"/>
                    <a:pt x="435" y="636"/>
                  </a:cubicBezTo>
                  <a:cubicBezTo>
                    <a:pt x="432" y="637"/>
                    <a:pt x="430" y="637"/>
                    <a:pt x="427" y="637"/>
                  </a:cubicBezTo>
                  <a:cubicBezTo>
                    <a:pt x="427" y="629"/>
                    <a:pt x="427" y="629"/>
                    <a:pt x="427" y="629"/>
                  </a:cubicBezTo>
                  <a:cubicBezTo>
                    <a:pt x="428" y="630"/>
                    <a:pt x="429" y="630"/>
                    <a:pt x="430" y="631"/>
                  </a:cubicBezTo>
                  <a:cubicBezTo>
                    <a:pt x="432" y="631"/>
                    <a:pt x="434" y="631"/>
                    <a:pt x="435" y="631"/>
                  </a:cubicBezTo>
                  <a:close/>
                  <a:moveTo>
                    <a:pt x="435" y="746"/>
                  </a:moveTo>
                  <a:cubicBezTo>
                    <a:pt x="435" y="754"/>
                    <a:pt x="435" y="754"/>
                    <a:pt x="435" y="754"/>
                  </a:cubicBezTo>
                  <a:cubicBezTo>
                    <a:pt x="433" y="754"/>
                    <a:pt x="433" y="755"/>
                    <a:pt x="431" y="755"/>
                  </a:cubicBezTo>
                  <a:cubicBezTo>
                    <a:pt x="432" y="758"/>
                    <a:pt x="433" y="761"/>
                    <a:pt x="435" y="764"/>
                  </a:cubicBezTo>
                  <a:cubicBezTo>
                    <a:pt x="435" y="777"/>
                    <a:pt x="435" y="777"/>
                    <a:pt x="435" y="777"/>
                  </a:cubicBezTo>
                  <a:cubicBezTo>
                    <a:pt x="432" y="773"/>
                    <a:pt x="430" y="770"/>
                    <a:pt x="427" y="766"/>
                  </a:cubicBezTo>
                  <a:cubicBezTo>
                    <a:pt x="427" y="747"/>
                    <a:pt x="427" y="747"/>
                    <a:pt x="427" y="747"/>
                  </a:cubicBezTo>
                  <a:cubicBezTo>
                    <a:pt x="430" y="747"/>
                    <a:pt x="432" y="747"/>
                    <a:pt x="435" y="746"/>
                  </a:cubicBezTo>
                  <a:close/>
                  <a:moveTo>
                    <a:pt x="427" y="711"/>
                  </a:moveTo>
                  <a:cubicBezTo>
                    <a:pt x="427" y="704"/>
                    <a:pt x="427" y="704"/>
                    <a:pt x="427" y="704"/>
                  </a:cubicBezTo>
                  <a:cubicBezTo>
                    <a:pt x="427" y="711"/>
                    <a:pt x="427" y="711"/>
                    <a:pt x="427" y="711"/>
                  </a:cubicBezTo>
                  <a:cubicBezTo>
                    <a:pt x="427" y="711"/>
                    <a:pt x="427" y="711"/>
                    <a:pt x="427" y="711"/>
                  </a:cubicBezTo>
                  <a:close/>
                  <a:moveTo>
                    <a:pt x="427" y="548"/>
                  </a:moveTo>
                  <a:cubicBezTo>
                    <a:pt x="427" y="535"/>
                    <a:pt x="427" y="535"/>
                    <a:pt x="427" y="535"/>
                  </a:cubicBezTo>
                  <a:cubicBezTo>
                    <a:pt x="429" y="533"/>
                    <a:pt x="431" y="533"/>
                    <a:pt x="434" y="533"/>
                  </a:cubicBezTo>
                  <a:cubicBezTo>
                    <a:pt x="434" y="539"/>
                    <a:pt x="431" y="545"/>
                    <a:pt x="427" y="548"/>
                  </a:cubicBezTo>
                  <a:close/>
                  <a:moveTo>
                    <a:pt x="424" y="3"/>
                  </a:moveTo>
                  <a:cubicBezTo>
                    <a:pt x="425" y="3"/>
                    <a:pt x="426" y="3"/>
                    <a:pt x="427" y="2"/>
                  </a:cubicBezTo>
                  <a:cubicBezTo>
                    <a:pt x="427" y="10"/>
                    <a:pt x="427" y="10"/>
                    <a:pt x="427" y="10"/>
                  </a:cubicBezTo>
                  <a:cubicBezTo>
                    <a:pt x="426" y="10"/>
                    <a:pt x="425" y="10"/>
                    <a:pt x="424" y="10"/>
                  </a:cubicBezTo>
                  <a:cubicBezTo>
                    <a:pt x="424" y="3"/>
                    <a:pt x="424" y="3"/>
                    <a:pt x="424" y="3"/>
                  </a:cubicBezTo>
                  <a:close/>
                  <a:moveTo>
                    <a:pt x="427" y="792"/>
                  </a:moveTo>
                  <a:cubicBezTo>
                    <a:pt x="426" y="792"/>
                    <a:pt x="425" y="792"/>
                    <a:pt x="424" y="792"/>
                  </a:cubicBezTo>
                  <a:cubicBezTo>
                    <a:pt x="424" y="785"/>
                    <a:pt x="424" y="785"/>
                    <a:pt x="424" y="785"/>
                  </a:cubicBezTo>
                  <a:cubicBezTo>
                    <a:pt x="426" y="786"/>
                    <a:pt x="426" y="786"/>
                    <a:pt x="426" y="786"/>
                  </a:cubicBezTo>
                  <a:cubicBezTo>
                    <a:pt x="427" y="786"/>
                    <a:pt x="427" y="786"/>
                    <a:pt x="427" y="786"/>
                  </a:cubicBezTo>
                  <a:cubicBezTo>
                    <a:pt x="427" y="792"/>
                    <a:pt x="427" y="792"/>
                    <a:pt x="427" y="792"/>
                  </a:cubicBezTo>
                  <a:close/>
                  <a:moveTo>
                    <a:pt x="427" y="22"/>
                  </a:moveTo>
                  <a:cubicBezTo>
                    <a:pt x="427" y="46"/>
                    <a:pt x="427" y="46"/>
                    <a:pt x="427" y="46"/>
                  </a:cubicBezTo>
                  <a:cubicBezTo>
                    <a:pt x="426" y="46"/>
                    <a:pt x="425" y="46"/>
                    <a:pt x="424" y="46"/>
                  </a:cubicBezTo>
                  <a:cubicBezTo>
                    <a:pt x="424" y="38"/>
                    <a:pt x="424" y="38"/>
                    <a:pt x="424" y="38"/>
                  </a:cubicBezTo>
                  <a:cubicBezTo>
                    <a:pt x="426" y="38"/>
                    <a:pt x="426" y="38"/>
                    <a:pt x="426" y="38"/>
                  </a:cubicBezTo>
                  <a:cubicBezTo>
                    <a:pt x="425" y="37"/>
                    <a:pt x="425" y="35"/>
                    <a:pt x="424" y="34"/>
                  </a:cubicBezTo>
                  <a:cubicBezTo>
                    <a:pt x="424" y="14"/>
                    <a:pt x="424" y="14"/>
                    <a:pt x="424" y="14"/>
                  </a:cubicBezTo>
                  <a:cubicBezTo>
                    <a:pt x="425" y="17"/>
                    <a:pt x="426" y="20"/>
                    <a:pt x="427" y="22"/>
                  </a:cubicBezTo>
                  <a:close/>
                  <a:moveTo>
                    <a:pt x="427" y="110"/>
                  </a:moveTo>
                  <a:cubicBezTo>
                    <a:pt x="427" y="123"/>
                    <a:pt x="427" y="123"/>
                    <a:pt x="427" y="123"/>
                  </a:cubicBezTo>
                  <a:cubicBezTo>
                    <a:pt x="426" y="123"/>
                    <a:pt x="425" y="123"/>
                    <a:pt x="424" y="122"/>
                  </a:cubicBezTo>
                  <a:cubicBezTo>
                    <a:pt x="424" y="109"/>
                    <a:pt x="424" y="109"/>
                    <a:pt x="424" y="109"/>
                  </a:cubicBezTo>
                  <a:cubicBezTo>
                    <a:pt x="425" y="109"/>
                    <a:pt x="426" y="109"/>
                    <a:pt x="427" y="110"/>
                  </a:cubicBezTo>
                  <a:close/>
                  <a:moveTo>
                    <a:pt x="427" y="126"/>
                  </a:moveTo>
                  <a:cubicBezTo>
                    <a:pt x="427" y="136"/>
                    <a:pt x="427" y="136"/>
                    <a:pt x="427" y="136"/>
                  </a:cubicBezTo>
                  <a:cubicBezTo>
                    <a:pt x="426" y="136"/>
                    <a:pt x="425" y="135"/>
                    <a:pt x="424" y="135"/>
                  </a:cubicBezTo>
                  <a:cubicBezTo>
                    <a:pt x="424" y="126"/>
                    <a:pt x="424" y="126"/>
                    <a:pt x="424" y="126"/>
                  </a:cubicBezTo>
                  <a:cubicBezTo>
                    <a:pt x="425" y="126"/>
                    <a:pt x="426" y="126"/>
                    <a:pt x="427" y="126"/>
                  </a:cubicBezTo>
                  <a:close/>
                  <a:moveTo>
                    <a:pt x="427" y="166"/>
                  </a:moveTo>
                  <a:cubicBezTo>
                    <a:pt x="427" y="177"/>
                    <a:pt x="427" y="177"/>
                    <a:pt x="427" y="177"/>
                  </a:cubicBezTo>
                  <a:cubicBezTo>
                    <a:pt x="426" y="176"/>
                    <a:pt x="425" y="174"/>
                    <a:pt x="424" y="173"/>
                  </a:cubicBezTo>
                  <a:cubicBezTo>
                    <a:pt x="424" y="165"/>
                    <a:pt x="424" y="165"/>
                    <a:pt x="424" y="165"/>
                  </a:cubicBezTo>
                  <a:cubicBezTo>
                    <a:pt x="425" y="165"/>
                    <a:pt x="426" y="166"/>
                    <a:pt x="427" y="166"/>
                  </a:cubicBezTo>
                  <a:close/>
                  <a:moveTo>
                    <a:pt x="427" y="190"/>
                  </a:moveTo>
                  <a:cubicBezTo>
                    <a:pt x="427" y="194"/>
                    <a:pt x="427" y="194"/>
                    <a:pt x="427" y="194"/>
                  </a:cubicBezTo>
                  <a:cubicBezTo>
                    <a:pt x="426" y="194"/>
                    <a:pt x="425" y="194"/>
                    <a:pt x="424" y="194"/>
                  </a:cubicBezTo>
                  <a:cubicBezTo>
                    <a:pt x="424" y="189"/>
                    <a:pt x="424" y="189"/>
                    <a:pt x="424" y="189"/>
                  </a:cubicBezTo>
                  <a:cubicBezTo>
                    <a:pt x="424" y="189"/>
                    <a:pt x="425" y="190"/>
                    <a:pt x="425" y="190"/>
                  </a:cubicBezTo>
                  <a:cubicBezTo>
                    <a:pt x="427" y="190"/>
                    <a:pt x="427" y="190"/>
                    <a:pt x="427" y="190"/>
                  </a:cubicBezTo>
                  <a:close/>
                  <a:moveTo>
                    <a:pt x="427" y="263"/>
                  </a:moveTo>
                  <a:cubicBezTo>
                    <a:pt x="427" y="279"/>
                    <a:pt x="427" y="279"/>
                    <a:pt x="427" y="279"/>
                  </a:cubicBezTo>
                  <a:cubicBezTo>
                    <a:pt x="427" y="279"/>
                    <a:pt x="426" y="278"/>
                    <a:pt x="426" y="277"/>
                  </a:cubicBezTo>
                  <a:cubicBezTo>
                    <a:pt x="426" y="272"/>
                    <a:pt x="426" y="270"/>
                    <a:pt x="427" y="263"/>
                  </a:cubicBezTo>
                  <a:close/>
                  <a:moveTo>
                    <a:pt x="427" y="298"/>
                  </a:moveTo>
                  <a:cubicBezTo>
                    <a:pt x="427" y="317"/>
                    <a:pt x="427" y="317"/>
                    <a:pt x="427" y="317"/>
                  </a:cubicBezTo>
                  <a:cubicBezTo>
                    <a:pt x="426" y="317"/>
                    <a:pt x="425" y="317"/>
                    <a:pt x="424" y="317"/>
                  </a:cubicBezTo>
                  <a:cubicBezTo>
                    <a:pt x="424" y="313"/>
                    <a:pt x="424" y="313"/>
                    <a:pt x="424" y="313"/>
                  </a:cubicBezTo>
                  <a:cubicBezTo>
                    <a:pt x="424" y="313"/>
                    <a:pt x="424" y="313"/>
                    <a:pt x="424" y="313"/>
                  </a:cubicBezTo>
                  <a:cubicBezTo>
                    <a:pt x="425" y="313"/>
                    <a:pt x="425" y="313"/>
                    <a:pt x="426" y="313"/>
                  </a:cubicBezTo>
                  <a:cubicBezTo>
                    <a:pt x="426" y="309"/>
                    <a:pt x="426" y="305"/>
                    <a:pt x="424" y="303"/>
                  </a:cubicBezTo>
                  <a:cubicBezTo>
                    <a:pt x="424" y="297"/>
                    <a:pt x="424" y="297"/>
                    <a:pt x="424" y="297"/>
                  </a:cubicBezTo>
                  <a:cubicBezTo>
                    <a:pt x="425" y="297"/>
                    <a:pt x="426" y="298"/>
                    <a:pt x="427" y="298"/>
                  </a:cubicBezTo>
                  <a:close/>
                  <a:moveTo>
                    <a:pt x="427" y="378"/>
                  </a:moveTo>
                  <a:cubicBezTo>
                    <a:pt x="427" y="409"/>
                    <a:pt x="427" y="409"/>
                    <a:pt x="427" y="409"/>
                  </a:cubicBezTo>
                  <a:cubicBezTo>
                    <a:pt x="425" y="411"/>
                    <a:pt x="425" y="411"/>
                    <a:pt x="425" y="411"/>
                  </a:cubicBezTo>
                  <a:cubicBezTo>
                    <a:pt x="425" y="411"/>
                    <a:pt x="426" y="415"/>
                    <a:pt x="427" y="420"/>
                  </a:cubicBezTo>
                  <a:cubicBezTo>
                    <a:pt x="427" y="454"/>
                    <a:pt x="427" y="454"/>
                    <a:pt x="427" y="454"/>
                  </a:cubicBezTo>
                  <a:cubicBezTo>
                    <a:pt x="424" y="451"/>
                    <a:pt x="424" y="451"/>
                    <a:pt x="424" y="451"/>
                  </a:cubicBezTo>
                  <a:cubicBezTo>
                    <a:pt x="424" y="378"/>
                    <a:pt x="424" y="378"/>
                    <a:pt x="424" y="378"/>
                  </a:cubicBezTo>
                  <a:cubicBezTo>
                    <a:pt x="427" y="378"/>
                    <a:pt x="427" y="378"/>
                    <a:pt x="427" y="378"/>
                  </a:cubicBezTo>
                  <a:close/>
                  <a:moveTo>
                    <a:pt x="427" y="487"/>
                  </a:moveTo>
                  <a:cubicBezTo>
                    <a:pt x="427" y="491"/>
                    <a:pt x="427" y="491"/>
                    <a:pt x="427" y="491"/>
                  </a:cubicBezTo>
                  <a:cubicBezTo>
                    <a:pt x="426" y="491"/>
                    <a:pt x="425" y="491"/>
                    <a:pt x="424" y="492"/>
                  </a:cubicBezTo>
                  <a:cubicBezTo>
                    <a:pt x="425" y="493"/>
                    <a:pt x="426" y="494"/>
                    <a:pt x="427" y="495"/>
                  </a:cubicBezTo>
                  <a:cubicBezTo>
                    <a:pt x="427" y="500"/>
                    <a:pt x="427" y="500"/>
                    <a:pt x="427" y="500"/>
                  </a:cubicBezTo>
                  <a:cubicBezTo>
                    <a:pt x="426" y="499"/>
                    <a:pt x="425" y="497"/>
                    <a:pt x="424" y="497"/>
                  </a:cubicBezTo>
                  <a:cubicBezTo>
                    <a:pt x="424" y="488"/>
                    <a:pt x="424" y="488"/>
                    <a:pt x="424" y="488"/>
                  </a:cubicBezTo>
                  <a:cubicBezTo>
                    <a:pt x="425" y="488"/>
                    <a:pt x="426" y="487"/>
                    <a:pt x="427" y="487"/>
                  </a:cubicBezTo>
                  <a:close/>
                  <a:moveTo>
                    <a:pt x="427" y="503"/>
                  </a:moveTo>
                  <a:cubicBezTo>
                    <a:pt x="427" y="506"/>
                    <a:pt x="427" y="506"/>
                    <a:pt x="427" y="506"/>
                  </a:cubicBezTo>
                  <a:cubicBezTo>
                    <a:pt x="426" y="506"/>
                    <a:pt x="425" y="507"/>
                    <a:pt x="424" y="507"/>
                  </a:cubicBezTo>
                  <a:cubicBezTo>
                    <a:pt x="424" y="503"/>
                    <a:pt x="424" y="503"/>
                    <a:pt x="424" y="503"/>
                  </a:cubicBezTo>
                  <a:cubicBezTo>
                    <a:pt x="427" y="503"/>
                    <a:pt x="427" y="503"/>
                    <a:pt x="427" y="503"/>
                  </a:cubicBezTo>
                  <a:close/>
                  <a:moveTo>
                    <a:pt x="427" y="518"/>
                  </a:moveTo>
                  <a:cubicBezTo>
                    <a:pt x="427" y="530"/>
                    <a:pt x="427" y="530"/>
                    <a:pt x="427" y="530"/>
                  </a:cubicBezTo>
                  <a:cubicBezTo>
                    <a:pt x="426" y="531"/>
                    <a:pt x="426" y="531"/>
                    <a:pt x="426" y="531"/>
                  </a:cubicBezTo>
                  <a:cubicBezTo>
                    <a:pt x="425" y="531"/>
                    <a:pt x="425" y="531"/>
                    <a:pt x="424" y="531"/>
                  </a:cubicBezTo>
                  <a:cubicBezTo>
                    <a:pt x="424" y="520"/>
                    <a:pt x="424" y="520"/>
                    <a:pt x="424" y="520"/>
                  </a:cubicBezTo>
                  <a:cubicBezTo>
                    <a:pt x="425" y="519"/>
                    <a:pt x="426" y="519"/>
                    <a:pt x="427" y="518"/>
                  </a:cubicBezTo>
                  <a:close/>
                  <a:moveTo>
                    <a:pt x="427" y="535"/>
                  </a:moveTo>
                  <a:cubicBezTo>
                    <a:pt x="427" y="548"/>
                    <a:pt x="427" y="548"/>
                    <a:pt x="427" y="548"/>
                  </a:cubicBezTo>
                  <a:cubicBezTo>
                    <a:pt x="426" y="549"/>
                    <a:pt x="425" y="550"/>
                    <a:pt x="424" y="550"/>
                  </a:cubicBezTo>
                  <a:cubicBezTo>
                    <a:pt x="424" y="538"/>
                    <a:pt x="424" y="538"/>
                    <a:pt x="424" y="538"/>
                  </a:cubicBezTo>
                  <a:cubicBezTo>
                    <a:pt x="425" y="537"/>
                    <a:pt x="426" y="535"/>
                    <a:pt x="427" y="535"/>
                  </a:cubicBezTo>
                  <a:close/>
                  <a:moveTo>
                    <a:pt x="427" y="610"/>
                  </a:moveTo>
                  <a:cubicBezTo>
                    <a:pt x="427" y="616"/>
                    <a:pt x="427" y="616"/>
                    <a:pt x="427" y="616"/>
                  </a:cubicBezTo>
                  <a:cubicBezTo>
                    <a:pt x="426" y="615"/>
                    <a:pt x="425" y="615"/>
                    <a:pt x="424" y="615"/>
                  </a:cubicBezTo>
                  <a:cubicBezTo>
                    <a:pt x="424" y="610"/>
                    <a:pt x="424" y="610"/>
                    <a:pt x="424" y="610"/>
                  </a:cubicBezTo>
                  <a:cubicBezTo>
                    <a:pt x="425" y="610"/>
                    <a:pt x="426" y="610"/>
                    <a:pt x="427" y="610"/>
                  </a:cubicBezTo>
                  <a:close/>
                  <a:moveTo>
                    <a:pt x="427" y="629"/>
                  </a:moveTo>
                  <a:cubicBezTo>
                    <a:pt x="427" y="637"/>
                    <a:pt x="427" y="637"/>
                    <a:pt x="427" y="637"/>
                  </a:cubicBezTo>
                  <a:cubicBezTo>
                    <a:pt x="426" y="637"/>
                    <a:pt x="425" y="638"/>
                    <a:pt x="424" y="638"/>
                  </a:cubicBezTo>
                  <a:cubicBezTo>
                    <a:pt x="424" y="626"/>
                    <a:pt x="424" y="626"/>
                    <a:pt x="424" y="626"/>
                  </a:cubicBezTo>
                  <a:cubicBezTo>
                    <a:pt x="425" y="627"/>
                    <a:pt x="426" y="628"/>
                    <a:pt x="427" y="629"/>
                  </a:cubicBezTo>
                  <a:close/>
                  <a:moveTo>
                    <a:pt x="427" y="704"/>
                  </a:moveTo>
                  <a:cubicBezTo>
                    <a:pt x="427" y="711"/>
                    <a:pt x="427" y="711"/>
                    <a:pt x="427" y="711"/>
                  </a:cubicBezTo>
                  <a:cubicBezTo>
                    <a:pt x="426" y="711"/>
                    <a:pt x="425" y="711"/>
                    <a:pt x="424" y="711"/>
                  </a:cubicBezTo>
                  <a:cubicBezTo>
                    <a:pt x="424" y="670"/>
                    <a:pt x="424" y="670"/>
                    <a:pt x="424" y="670"/>
                  </a:cubicBezTo>
                  <a:cubicBezTo>
                    <a:pt x="424" y="670"/>
                    <a:pt x="425" y="670"/>
                    <a:pt x="425" y="670"/>
                  </a:cubicBezTo>
                  <a:cubicBezTo>
                    <a:pt x="426" y="681"/>
                    <a:pt x="427" y="693"/>
                    <a:pt x="427" y="704"/>
                  </a:cubicBezTo>
                  <a:close/>
                  <a:moveTo>
                    <a:pt x="427" y="747"/>
                  </a:moveTo>
                  <a:cubicBezTo>
                    <a:pt x="427" y="766"/>
                    <a:pt x="427" y="766"/>
                    <a:pt x="427" y="766"/>
                  </a:cubicBezTo>
                  <a:cubicBezTo>
                    <a:pt x="426" y="765"/>
                    <a:pt x="425" y="764"/>
                    <a:pt x="424" y="763"/>
                  </a:cubicBezTo>
                  <a:cubicBezTo>
                    <a:pt x="424" y="748"/>
                    <a:pt x="424" y="748"/>
                    <a:pt x="424" y="748"/>
                  </a:cubicBezTo>
                  <a:cubicBezTo>
                    <a:pt x="425" y="748"/>
                    <a:pt x="426" y="748"/>
                    <a:pt x="427" y="747"/>
                  </a:cubicBezTo>
                  <a:close/>
                  <a:moveTo>
                    <a:pt x="419" y="3"/>
                  </a:moveTo>
                  <a:cubicBezTo>
                    <a:pt x="421" y="3"/>
                    <a:pt x="422" y="3"/>
                    <a:pt x="424" y="3"/>
                  </a:cubicBezTo>
                  <a:cubicBezTo>
                    <a:pt x="424" y="10"/>
                    <a:pt x="424" y="10"/>
                    <a:pt x="424" y="10"/>
                  </a:cubicBezTo>
                  <a:cubicBezTo>
                    <a:pt x="423" y="10"/>
                    <a:pt x="423" y="10"/>
                    <a:pt x="422" y="10"/>
                  </a:cubicBezTo>
                  <a:cubicBezTo>
                    <a:pt x="423" y="12"/>
                    <a:pt x="423" y="13"/>
                    <a:pt x="424" y="14"/>
                  </a:cubicBezTo>
                  <a:cubicBezTo>
                    <a:pt x="424" y="34"/>
                    <a:pt x="424" y="34"/>
                    <a:pt x="424" y="34"/>
                  </a:cubicBezTo>
                  <a:cubicBezTo>
                    <a:pt x="422" y="30"/>
                    <a:pt x="420" y="27"/>
                    <a:pt x="419" y="24"/>
                  </a:cubicBezTo>
                  <a:cubicBezTo>
                    <a:pt x="419" y="3"/>
                    <a:pt x="419" y="3"/>
                    <a:pt x="419" y="3"/>
                  </a:cubicBezTo>
                  <a:close/>
                  <a:moveTo>
                    <a:pt x="424" y="792"/>
                  </a:moveTo>
                  <a:cubicBezTo>
                    <a:pt x="422" y="793"/>
                    <a:pt x="421" y="793"/>
                    <a:pt x="419" y="793"/>
                  </a:cubicBezTo>
                  <a:cubicBezTo>
                    <a:pt x="419" y="783"/>
                    <a:pt x="419" y="783"/>
                    <a:pt x="419" y="783"/>
                  </a:cubicBezTo>
                  <a:cubicBezTo>
                    <a:pt x="421" y="784"/>
                    <a:pt x="422" y="785"/>
                    <a:pt x="424" y="785"/>
                  </a:cubicBezTo>
                  <a:cubicBezTo>
                    <a:pt x="424" y="792"/>
                    <a:pt x="424" y="792"/>
                    <a:pt x="424" y="792"/>
                  </a:cubicBezTo>
                  <a:close/>
                  <a:moveTo>
                    <a:pt x="424" y="38"/>
                  </a:moveTo>
                  <a:cubicBezTo>
                    <a:pt x="424" y="46"/>
                    <a:pt x="424" y="46"/>
                    <a:pt x="424" y="46"/>
                  </a:cubicBezTo>
                  <a:cubicBezTo>
                    <a:pt x="422" y="47"/>
                    <a:pt x="421" y="46"/>
                    <a:pt x="419" y="46"/>
                  </a:cubicBezTo>
                  <a:cubicBezTo>
                    <a:pt x="419" y="39"/>
                    <a:pt x="419" y="39"/>
                    <a:pt x="419" y="39"/>
                  </a:cubicBezTo>
                  <a:cubicBezTo>
                    <a:pt x="421" y="39"/>
                    <a:pt x="422" y="38"/>
                    <a:pt x="424" y="38"/>
                  </a:cubicBezTo>
                  <a:close/>
                  <a:moveTo>
                    <a:pt x="424" y="109"/>
                  </a:moveTo>
                  <a:cubicBezTo>
                    <a:pt x="424" y="122"/>
                    <a:pt x="424" y="122"/>
                    <a:pt x="424" y="122"/>
                  </a:cubicBezTo>
                  <a:cubicBezTo>
                    <a:pt x="422" y="122"/>
                    <a:pt x="420" y="122"/>
                    <a:pt x="419" y="121"/>
                  </a:cubicBezTo>
                  <a:cubicBezTo>
                    <a:pt x="419" y="109"/>
                    <a:pt x="419" y="109"/>
                    <a:pt x="419" y="109"/>
                  </a:cubicBezTo>
                  <a:cubicBezTo>
                    <a:pt x="420" y="109"/>
                    <a:pt x="422" y="109"/>
                    <a:pt x="424" y="109"/>
                  </a:cubicBezTo>
                  <a:close/>
                  <a:moveTo>
                    <a:pt x="424" y="126"/>
                  </a:moveTo>
                  <a:cubicBezTo>
                    <a:pt x="424" y="135"/>
                    <a:pt x="424" y="135"/>
                    <a:pt x="424" y="135"/>
                  </a:cubicBezTo>
                  <a:cubicBezTo>
                    <a:pt x="423" y="134"/>
                    <a:pt x="421" y="133"/>
                    <a:pt x="420" y="133"/>
                  </a:cubicBezTo>
                  <a:cubicBezTo>
                    <a:pt x="420" y="131"/>
                    <a:pt x="420" y="130"/>
                    <a:pt x="420" y="128"/>
                  </a:cubicBezTo>
                  <a:cubicBezTo>
                    <a:pt x="421" y="128"/>
                    <a:pt x="422" y="127"/>
                    <a:pt x="424" y="126"/>
                  </a:cubicBezTo>
                  <a:close/>
                  <a:moveTo>
                    <a:pt x="424" y="165"/>
                  </a:moveTo>
                  <a:cubicBezTo>
                    <a:pt x="424" y="173"/>
                    <a:pt x="424" y="173"/>
                    <a:pt x="424" y="173"/>
                  </a:cubicBezTo>
                  <a:cubicBezTo>
                    <a:pt x="423" y="172"/>
                    <a:pt x="421" y="171"/>
                    <a:pt x="419" y="171"/>
                  </a:cubicBezTo>
                  <a:cubicBezTo>
                    <a:pt x="419" y="165"/>
                    <a:pt x="419" y="165"/>
                    <a:pt x="419" y="165"/>
                  </a:cubicBezTo>
                  <a:cubicBezTo>
                    <a:pt x="421" y="165"/>
                    <a:pt x="422" y="165"/>
                    <a:pt x="424" y="165"/>
                  </a:cubicBezTo>
                  <a:close/>
                  <a:moveTo>
                    <a:pt x="424" y="189"/>
                  </a:moveTo>
                  <a:cubicBezTo>
                    <a:pt x="424" y="194"/>
                    <a:pt x="424" y="194"/>
                    <a:pt x="424" y="194"/>
                  </a:cubicBezTo>
                  <a:cubicBezTo>
                    <a:pt x="423" y="194"/>
                    <a:pt x="423" y="194"/>
                    <a:pt x="423" y="194"/>
                  </a:cubicBezTo>
                  <a:cubicBezTo>
                    <a:pt x="421" y="193"/>
                    <a:pt x="420" y="193"/>
                    <a:pt x="419" y="193"/>
                  </a:cubicBezTo>
                  <a:cubicBezTo>
                    <a:pt x="419" y="183"/>
                    <a:pt x="419" y="183"/>
                    <a:pt x="419" y="183"/>
                  </a:cubicBezTo>
                  <a:cubicBezTo>
                    <a:pt x="420" y="186"/>
                    <a:pt x="422" y="188"/>
                    <a:pt x="424" y="189"/>
                  </a:cubicBezTo>
                  <a:close/>
                  <a:moveTo>
                    <a:pt x="424" y="297"/>
                  </a:moveTo>
                  <a:cubicBezTo>
                    <a:pt x="424" y="303"/>
                    <a:pt x="424" y="303"/>
                    <a:pt x="424" y="303"/>
                  </a:cubicBezTo>
                  <a:cubicBezTo>
                    <a:pt x="423" y="301"/>
                    <a:pt x="421" y="300"/>
                    <a:pt x="419" y="300"/>
                  </a:cubicBezTo>
                  <a:cubicBezTo>
                    <a:pt x="419" y="296"/>
                    <a:pt x="419" y="296"/>
                    <a:pt x="419" y="296"/>
                  </a:cubicBezTo>
                  <a:cubicBezTo>
                    <a:pt x="420" y="296"/>
                    <a:pt x="422" y="297"/>
                    <a:pt x="424" y="297"/>
                  </a:cubicBezTo>
                  <a:close/>
                  <a:moveTo>
                    <a:pt x="424" y="313"/>
                  </a:moveTo>
                  <a:cubicBezTo>
                    <a:pt x="424" y="317"/>
                    <a:pt x="424" y="317"/>
                    <a:pt x="424" y="317"/>
                  </a:cubicBezTo>
                  <a:cubicBezTo>
                    <a:pt x="423" y="317"/>
                    <a:pt x="423" y="316"/>
                    <a:pt x="423" y="316"/>
                  </a:cubicBezTo>
                  <a:cubicBezTo>
                    <a:pt x="422" y="315"/>
                    <a:pt x="420" y="315"/>
                    <a:pt x="419" y="314"/>
                  </a:cubicBezTo>
                  <a:cubicBezTo>
                    <a:pt x="419" y="305"/>
                    <a:pt x="419" y="305"/>
                    <a:pt x="419" y="305"/>
                  </a:cubicBezTo>
                  <a:cubicBezTo>
                    <a:pt x="422" y="311"/>
                    <a:pt x="422" y="312"/>
                    <a:pt x="424" y="313"/>
                  </a:cubicBezTo>
                  <a:close/>
                  <a:moveTo>
                    <a:pt x="424" y="378"/>
                  </a:moveTo>
                  <a:cubicBezTo>
                    <a:pt x="424" y="451"/>
                    <a:pt x="424" y="451"/>
                    <a:pt x="424" y="451"/>
                  </a:cubicBezTo>
                  <a:cubicBezTo>
                    <a:pt x="419" y="448"/>
                    <a:pt x="419" y="448"/>
                    <a:pt x="419" y="448"/>
                  </a:cubicBezTo>
                  <a:cubicBezTo>
                    <a:pt x="419" y="378"/>
                    <a:pt x="419" y="378"/>
                    <a:pt x="419" y="378"/>
                  </a:cubicBezTo>
                  <a:cubicBezTo>
                    <a:pt x="424" y="378"/>
                    <a:pt x="424" y="378"/>
                    <a:pt x="424" y="378"/>
                  </a:cubicBezTo>
                  <a:close/>
                  <a:moveTo>
                    <a:pt x="424" y="488"/>
                  </a:moveTo>
                  <a:cubicBezTo>
                    <a:pt x="424" y="497"/>
                    <a:pt x="424" y="497"/>
                    <a:pt x="424" y="497"/>
                  </a:cubicBezTo>
                  <a:cubicBezTo>
                    <a:pt x="423" y="495"/>
                    <a:pt x="421" y="495"/>
                    <a:pt x="419" y="495"/>
                  </a:cubicBezTo>
                  <a:cubicBezTo>
                    <a:pt x="419" y="489"/>
                    <a:pt x="419" y="489"/>
                    <a:pt x="419" y="489"/>
                  </a:cubicBezTo>
                  <a:cubicBezTo>
                    <a:pt x="420" y="489"/>
                    <a:pt x="422" y="488"/>
                    <a:pt x="424" y="488"/>
                  </a:cubicBezTo>
                  <a:close/>
                  <a:moveTo>
                    <a:pt x="424" y="503"/>
                  </a:moveTo>
                  <a:cubicBezTo>
                    <a:pt x="424" y="507"/>
                    <a:pt x="424" y="507"/>
                    <a:pt x="424" y="507"/>
                  </a:cubicBezTo>
                  <a:cubicBezTo>
                    <a:pt x="422" y="507"/>
                    <a:pt x="421" y="508"/>
                    <a:pt x="419" y="508"/>
                  </a:cubicBezTo>
                  <a:cubicBezTo>
                    <a:pt x="419" y="502"/>
                    <a:pt x="419" y="502"/>
                    <a:pt x="419" y="502"/>
                  </a:cubicBezTo>
                  <a:cubicBezTo>
                    <a:pt x="419" y="503"/>
                    <a:pt x="419" y="503"/>
                    <a:pt x="419" y="503"/>
                  </a:cubicBezTo>
                  <a:cubicBezTo>
                    <a:pt x="424" y="503"/>
                    <a:pt x="424" y="503"/>
                    <a:pt x="424" y="503"/>
                  </a:cubicBezTo>
                  <a:close/>
                  <a:moveTo>
                    <a:pt x="424" y="520"/>
                  </a:moveTo>
                  <a:cubicBezTo>
                    <a:pt x="424" y="531"/>
                    <a:pt x="424" y="531"/>
                    <a:pt x="424" y="531"/>
                  </a:cubicBezTo>
                  <a:cubicBezTo>
                    <a:pt x="423" y="531"/>
                    <a:pt x="423" y="531"/>
                    <a:pt x="422" y="531"/>
                  </a:cubicBezTo>
                  <a:cubicBezTo>
                    <a:pt x="421" y="527"/>
                    <a:pt x="421" y="523"/>
                    <a:pt x="424" y="520"/>
                  </a:cubicBezTo>
                  <a:close/>
                  <a:moveTo>
                    <a:pt x="424" y="538"/>
                  </a:moveTo>
                  <a:cubicBezTo>
                    <a:pt x="424" y="550"/>
                    <a:pt x="424" y="550"/>
                    <a:pt x="424" y="550"/>
                  </a:cubicBezTo>
                  <a:cubicBezTo>
                    <a:pt x="423" y="550"/>
                    <a:pt x="422" y="551"/>
                    <a:pt x="421" y="551"/>
                  </a:cubicBezTo>
                  <a:cubicBezTo>
                    <a:pt x="420" y="547"/>
                    <a:pt x="421" y="541"/>
                    <a:pt x="424" y="538"/>
                  </a:cubicBezTo>
                  <a:close/>
                  <a:moveTo>
                    <a:pt x="424" y="610"/>
                  </a:moveTo>
                  <a:cubicBezTo>
                    <a:pt x="424" y="615"/>
                    <a:pt x="424" y="615"/>
                    <a:pt x="424" y="615"/>
                  </a:cubicBezTo>
                  <a:cubicBezTo>
                    <a:pt x="422" y="615"/>
                    <a:pt x="421" y="615"/>
                    <a:pt x="419" y="616"/>
                  </a:cubicBezTo>
                  <a:cubicBezTo>
                    <a:pt x="419" y="611"/>
                    <a:pt x="419" y="611"/>
                    <a:pt x="419" y="611"/>
                  </a:cubicBezTo>
                  <a:cubicBezTo>
                    <a:pt x="421" y="611"/>
                    <a:pt x="422" y="610"/>
                    <a:pt x="424" y="610"/>
                  </a:cubicBezTo>
                  <a:close/>
                  <a:moveTo>
                    <a:pt x="424" y="626"/>
                  </a:moveTo>
                  <a:cubicBezTo>
                    <a:pt x="424" y="638"/>
                    <a:pt x="424" y="638"/>
                    <a:pt x="424" y="638"/>
                  </a:cubicBezTo>
                  <a:cubicBezTo>
                    <a:pt x="422" y="638"/>
                    <a:pt x="421" y="638"/>
                    <a:pt x="419" y="638"/>
                  </a:cubicBezTo>
                  <a:cubicBezTo>
                    <a:pt x="419" y="633"/>
                    <a:pt x="419" y="633"/>
                    <a:pt x="419" y="633"/>
                  </a:cubicBezTo>
                  <a:cubicBezTo>
                    <a:pt x="419" y="632"/>
                    <a:pt x="420" y="632"/>
                    <a:pt x="421" y="632"/>
                  </a:cubicBezTo>
                  <a:cubicBezTo>
                    <a:pt x="420" y="631"/>
                    <a:pt x="419" y="629"/>
                    <a:pt x="419" y="628"/>
                  </a:cubicBezTo>
                  <a:cubicBezTo>
                    <a:pt x="419" y="619"/>
                    <a:pt x="419" y="619"/>
                    <a:pt x="419" y="619"/>
                  </a:cubicBezTo>
                  <a:cubicBezTo>
                    <a:pt x="421" y="622"/>
                    <a:pt x="422" y="624"/>
                    <a:pt x="424" y="626"/>
                  </a:cubicBezTo>
                  <a:close/>
                  <a:moveTo>
                    <a:pt x="424" y="670"/>
                  </a:moveTo>
                  <a:cubicBezTo>
                    <a:pt x="424" y="711"/>
                    <a:pt x="424" y="711"/>
                    <a:pt x="424" y="711"/>
                  </a:cubicBezTo>
                  <a:cubicBezTo>
                    <a:pt x="422" y="712"/>
                    <a:pt x="421" y="712"/>
                    <a:pt x="419" y="712"/>
                  </a:cubicBezTo>
                  <a:cubicBezTo>
                    <a:pt x="419" y="671"/>
                    <a:pt x="419" y="671"/>
                    <a:pt x="419" y="671"/>
                  </a:cubicBezTo>
                  <a:cubicBezTo>
                    <a:pt x="420" y="671"/>
                    <a:pt x="422" y="670"/>
                    <a:pt x="424" y="670"/>
                  </a:cubicBezTo>
                  <a:close/>
                  <a:moveTo>
                    <a:pt x="424" y="748"/>
                  </a:moveTo>
                  <a:cubicBezTo>
                    <a:pt x="424" y="763"/>
                    <a:pt x="424" y="763"/>
                    <a:pt x="424" y="763"/>
                  </a:cubicBezTo>
                  <a:cubicBezTo>
                    <a:pt x="422" y="761"/>
                    <a:pt x="421" y="760"/>
                    <a:pt x="419" y="759"/>
                  </a:cubicBezTo>
                  <a:cubicBezTo>
                    <a:pt x="419" y="748"/>
                    <a:pt x="419" y="748"/>
                    <a:pt x="419" y="748"/>
                  </a:cubicBezTo>
                  <a:cubicBezTo>
                    <a:pt x="421" y="748"/>
                    <a:pt x="422" y="748"/>
                    <a:pt x="424" y="748"/>
                  </a:cubicBezTo>
                  <a:close/>
                  <a:moveTo>
                    <a:pt x="415" y="2"/>
                  </a:moveTo>
                  <a:cubicBezTo>
                    <a:pt x="416" y="2"/>
                    <a:pt x="417" y="3"/>
                    <a:pt x="419" y="3"/>
                  </a:cubicBezTo>
                  <a:cubicBezTo>
                    <a:pt x="419" y="24"/>
                    <a:pt x="419" y="24"/>
                    <a:pt x="419" y="24"/>
                  </a:cubicBezTo>
                  <a:cubicBezTo>
                    <a:pt x="417" y="21"/>
                    <a:pt x="416" y="19"/>
                    <a:pt x="415" y="17"/>
                  </a:cubicBezTo>
                  <a:cubicBezTo>
                    <a:pt x="415" y="2"/>
                    <a:pt x="415" y="2"/>
                    <a:pt x="415" y="2"/>
                  </a:cubicBezTo>
                  <a:close/>
                  <a:moveTo>
                    <a:pt x="419" y="793"/>
                  </a:moveTo>
                  <a:cubicBezTo>
                    <a:pt x="417" y="793"/>
                    <a:pt x="416" y="793"/>
                    <a:pt x="415" y="793"/>
                  </a:cubicBezTo>
                  <a:cubicBezTo>
                    <a:pt x="415" y="782"/>
                    <a:pt x="415" y="782"/>
                    <a:pt x="415" y="782"/>
                  </a:cubicBezTo>
                  <a:cubicBezTo>
                    <a:pt x="419" y="783"/>
                    <a:pt x="419" y="783"/>
                    <a:pt x="419" y="783"/>
                  </a:cubicBezTo>
                  <a:cubicBezTo>
                    <a:pt x="419" y="793"/>
                    <a:pt x="419" y="793"/>
                    <a:pt x="419" y="793"/>
                  </a:cubicBezTo>
                  <a:close/>
                  <a:moveTo>
                    <a:pt x="419" y="39"/>
                  </a:moveTo>
                  <a:cubicBezTo>
                    <a:pt x="419" y="46"/>
                    <a:pt x="419" y="46"/>
                    <a:pt x="419" y="46"/>
                  </a:cubicBezTo>
                  <a:cubicBezTo>
                    <a:pt x="417" y="46"/>
                    <a:pt x="416" y="46"/>
                    <a:pt x="415" y="46"/>
                  </a:cubicBezTo>
                  <a:cubicBezTo>
                    <a:pt x="415" y="39"/>
                    <a:pt x="415" y="39"/>
                    <a:pt x="415" y="39"/>
                  </a:cubicBezTo>
                  <a:cubicBezTo>
                    <a:pt x="419" y="39"/>
                    <a:pt x="419" y="39"/>
                    <a:pt x="419" y="39"/>
                  </a:cubicBezTo>
                  <a:close/>
                  <a:moveTo>
                    <a:pt x="419" y="109"/>
                  </a:moveTo>
                  <a:cubicBezTo>
                    <a:pt x="419" y="121"/>
                    <a:pt x="419" y="121"/>
                    <a:pt x="419" y="121"/>
                  </a:cubicBezTo>
                  <a:cubicBezTo>
                    <a:pt x="417" y="120"/>
                    <a:pt x="416" y="120"/>
                    <a:pt x="415" y="119"/>
                  </a:cubicBezTo>
                  <a:cubicBezTo>
                    <a:pt x="415" y="110"/>
                    <a:pt x="415" y="110"/>
                    <a:pt x="415" y="110"/>
                  </a:cubicBezTo>
                  <a:cubicBezTo>
                    <a:pt x="416" y="109"/>
                    <a:pt x="417" y="109"/>
                    <a:pt x="419" y="109"/>
                  </a:cubicBezTo>
                  <a:close/>
                  <a:moveTo>
                    <a:pt x="419" y="165"/>
                  </a:moveTo>
                  <a:cubicBezTo>
                    <a:pt x="419" y="171"/>
                    <a:pt x="419" y="171"/>
                    <a:pt x="419" y="171"/>
                  </a:cubicBezTo>
                  <a:cubicBezTo>
                    <a:pt x="418" y="171"/>
                    <a:pt x="416" y="171"/>
                    <a:pt x="415" y="171"/>
                  </a:cubicBezTo>
                  <a:cubicBezTo>
                    <a:pt x="415" y="165"/>
                    <a:pt x="415" y="165"/>
                    <a:pt x="415" y="165"/>
                  </a:cubicBezTo>
                  <a:cubicBezTo>
                    <a:pt x="416" y="165"/>
                    <a:pt x="417" y="165"/>
                    <a:pt x="419" y="165"/>
                  </a:cubicBezTo>
                  <a:close/>
                  <a:moveTo>
                    <a:pt x="419" y="183"/>
                  </a:moveTo>
                  <a:cubicBezTo>
                    <a:pt x="419" y="193"/>
                    <a:pt x="419" y="193"/>
                    <a:pt x="419" y="193"/>
                  </a:cubicBezTo>
                  <a:cubicBezTo>
                    <a:pt x="418" y="193"/>
                    <a:pt x="416" y="193"/>
                    <a:pt x="415" y="193"/>
                  </a:cubicBezTo>
                  <a:cubicBezTo>
                    <a:pt x="415" y="177"/>
                    <a:pt x="415" y="177"/>
                    <a:pt x="415" y="177"/>
                  </a:cubicBezTo>
                  <a:cubicBezTo>
                    <a:pt x="416" y="179"/>
                    <a:pt x="417" y="181"/>
                    <a:pt x="419" y="183"/>
                  </a:cubicBezTo>
                  <a:close/>
                  <a:moveTo>
                    <a:pt x="419" y="296"/>
                  </a:moveTo>
                  <a:cubicBezTo>
                    <a:pt x="419" y="300"/>
                    <a:pt x="419" y="300"/>
                    <a:pt x="419" y="300"/>
                  </a:cubicBezTo>
                  <a:cubicBezTo>
                    <a:pt x="418" y="300"/>
                    <a:pt x="417" y="300"/>
                    <a:pt x="416" y="300"/>
                  </a:cubicBezTo>
                  <a:cubicBezTo>
                    <a:pt x="417" y="302"/>
                    <a:pt x="418" y="304"/>
                    <a:pt x="419" y="305"/>
                  </a:cubicBezTo>
                  <a:cubicBezTo>
                    <a:pt x="419" y="314"/>
                    <a:pt x="419" y="314"/>
                    <a:pt x="419" y="314"/>
                  </a:cubicBezTo>
                  <a:cubicBezTo>
                    <a:pt x="417" y="314"/>
                    <a:pt x="416" y="313"/>
                    <a:pt x="415" y="313"/>
                  </a:cubicBezTo>
                  <a:cubicBezTo>
                    <a:pt x="415" y="309"/>
                    <a:pt x="415" y="309"/>
                    <a:pt x="415" y="309"/>
                  </a:cubicBezTo>
                  <a:cubicBezTo>
                    <a:pt x="415" y="309"/>
                    <a:pt x="415" y="309"/>
                    <a:pt x="415" y="309"/>
                  </a:cubicBezTo>
                  <a:cubicBezTo>
                    <a:pt x="415" y="307"/>
                    <a:pt x="415" y="307"/>
                    <a:pt x="415" y="307"/>
                  </a:cubicBezTo>
                  <a:cubicBezTo>
                    <a:pt x="415" y="295"/>
                    <a:pt x="415" y="295"/>
                    <a:pt x="415" y="295"/>
                  </a:cubicBezTo>
                  <a:cubicBezTo>
                    <a:pt x="416" y="296"/>
                    <a:pt x="417" y="296"/>
                    <a:pt x="419" y="296"/>
                  </a:cubicBezTo>
                  <a:close/>
                  <a:moveTo>
                    <a:pt x="419" y="378"/>
                  </a:moveTo>
                  <a:cubicBezTo>
                    <a:pt x="419" y="448"/>
                    <a:pt x="419" y="448"/>
                    <a:pt x="419" y="448"/>
                  </a:cubicBezTo>
                  <a:cubicBezTo>
                    <a:pt x="415" y="445"/>
                    <a:pt x="415" y="445"/>
                    <a:pt x="415" y="445"/>
                  </a:cubicBezTo>
                  <a:cubicBezTo>
                    <a:pt x="415" y="378"/>
                    <a:pt x="415" y="378"/>
                    <a:pt x="415" y="378"/>
                  </a:cubicBezTo>
                  <a:cubicBezTo>
                    <a:pt x="419" y="378"/>
                    <a:pt x="419" y="378"/>
                    <a:pt x="419" y="378"/>
                  </a:cubicBezTo>
                  <a:close/>
                  <a:moveTo>
                    <a:pt x="419" y="489"/>
                  </a:moveTo>
                  <a:cubicBezTo>
                    <a:pt x="419" y="495"/>
                    <a:pt x="419" y="495"/>
                    <a:pt x="419" y="495"/>
                  </a:cubicBezTo>
                  <a:cubicBezTo>
                    <a:pt x="418" y="494"/>
                    <a:pt x="416" y="494"/>
                    <a:pt x="415" y="494"/>
                  </a:cubicBezTo>
                  <a:cubicBezTo>
                    <a:pt x="415" y="490"/>
                    <a:pt x="415" y="490"/>
                    <a:pt x="415" y="490"/>
                  </a:cubicBezTo>
                  <a:cubicBezTo>
                    <a:pt x="416" y="490"/>
                    <a:pt x="417" y="490"/>
                    <a:pt x="419" y="489"/>
                  </a:cubicBezTo>
                  <a:close/>
                  <a:moveTo>
                    <a:pt x="419" y="502"/>
                  </a:moveTo>
                  <a:cubicBezTo>
                    <a:pt x="419" y="508"/>
                    <a:pt x="419" y="508"/>
                    <a:pt x="419" y="508"/>
                  </a:cubicBezTo>
                  <a:cubicBezTo>
                    <a:pt x="417" y="509"/>
                    <a:pt x="416" y="509"/>
                    <a:pt x="415" y="510"/>
                  </a:cubicBezTo>
                  <a:cubicBezTo>
                    <a:pt x="415" y="505"/>
                    <a:pt x="415" y="505"/>
                    <a:pt x="415" y="505"/>
                  </a:cubicBezTo>
                  <a:cubicBezTo>
                    <a:pt x="415" y="504"/>
                    <a:pt x="415" y="504"/>
                    <a:pt x="415" y="504"/>
                  </a:cubicBezTo>
                  <a:cubicBezTo>
                    <a:pt x="415" y="503"/>
                    <a:pt x="415" y="503"/>
                    <a:pt x="415" y="503"/>
                  </a:cubicBezTo>
                  <a:cubicBezTo>
                    <a:pt x="415" y="495"/>
                    <a:pt x="415" y="495"/>
                    <a:pt x="415" y="495"/>
                  </a:cubicBezTo>
                  <a:cubicBezTo>
                    <a:pt x="416" y="497"/>
                    <a:pt x="417" y="499"/>
                    <a:pt x="419" y="502"/>
                  </a:cubicBezTo>
                  <a:close/>
                  <a:moveTo>
                    <a:pt x="419" y="611"/>
                  </a:moveTo>
                  <a:cubicBezTo>
                    <a:pt x="419" y="616"/>
                    <a:pt x="419" y="616"/>
                    <a:pt x="419" y="616"/>
                  </a:cubicBezTo>
                  <a:cubicBezTo>
                    <a:pt x="418" y="616"/>
                    <a:pt x="418" y="616"/>
                    <a:pt x="417" y="617"/>
                  </a:cubicBezTo>
                  <a:cubicBezTo>
                    <a:pt x="418" y="617"/>
                    <a:pt x="418" y="618"/>
                    <a:pt x="419" y="619"/>
                  </a:cubicBezTo>
                  <a:cubicBezTo>
                    <a:pt x="419" y="628"/>
                    <a:pt x="419" y="628"/>
                    <a:pt x="419" y="628"/>
                  </a:cubicBezTo>
                  <a:cubicBezTo>
                    <a:pt x="418" y="626"/>
                    <a:pt x="416" y="624"/>
                    <a:pt x="415" y="622"/>
                  </a:cubicBezTo>
                  <a:cubicBezTo>
                    <a:pt x="415" y="611"/>
                    <a:pt x="415" y="611"/>
                    <a:pt x="415" y="611"/>
                  </a:cubicBezTo>
                  <a:cubicBezTo>
                    <a:pt x="416" y="611"/>
                    <a:pt x="417" y="611"/>
                    <a:pt x="419" y="611"/>
                  </a:cubicBezTo>
                  <a:close/>
                  <a:moveTo>
                    <a:pt x="419" y="633"/>
                  </a:moveTo>
                  <a:cubicBezTo>
                    <a:pt x="419" y="638"/>
                    <a:pt x="419" y="638"/>
                    <a:pt x="419" y="638"/>
                  </a:cubicBezTo>
                  <a:cubicBezTo>
                    <a:pt x="417" y="638"/>
                    <a:pt x="416" y="638"/>
                    <a:pt x="415" y="639"/>
                  </a:cubicBezTo>
                  <a:cubicBezTo>
                    <a:pt x="415" y="633"/>
                    <a:pt x="415" y="633"/>
                    <a:pt x="415" y="633"/>
                  </a:cubicBezTo>
                  <a:cubicBezTo>
                    <a:pt x="416" y="633"/>
                    <a:pt x="417" y="633"/>
                    <a:pt x="419" y="633"/>
                  </a:cubicBezTo>
                  <a:close/>
                  <a:moveTo>
                    <a:pt x="419" y="671"/>
                  </a:moveTo>
                  <a:cubicBezTo>
                    <a:pt x="419" y="712"/>
                    <a:pt x="419" y="712"/>
                    <a:pt x="419" y="712"/>
                  </a:cubicBezTo>
                  <a:cubicBezTo>
                    <a:pt x="417" y="712"/>
                    <a:pt x="417" y="712"/>
                    <a:pt x="417" y="712"/>
                  </a:cubicBezTo>
                  <a:cubicBezTo>
                    <a:pt x="416" y="704"/>
                    <a:pt x="416" y="696"/>
                    <a:pt x="415" y="687"/>
                  </a:cubicBezTo>
                  <a:cubicBezTo>
                    <a:pt x="415" y="673"/>
                    <a:pt x="415" y="673"/>
                    <a:pt x="415" y="673"/>
                  </a:cubicBezTo>
                  <a:cubicBezTo>
                    <a:pt x="416" y="672"/>
                    <a:pt x="417" y="672"/>
                    <a:pt x="419" y="671"/>
                  </a:cubicBezTo>
                  <a:close/>
                  <a:moveTo>
                    <a:pt x="419" y="748"/>
                  </a:moveTo>
                  <a:cubicBezTo>
                    <a:pt x="419" y="759"/>
                    <a:pt x="419" y="759"/>
                    <a:pt x="419" y="759"/>
                  </a:cubicBezTo>
                  <a:cubicBezTo>
                    <a:pt x="417" y="758"/>
                    <a:pt x="416" y="757"/>
                    <a:pt x="415" y="757"/>
                  </a:cubicBezTo>
                  <a:cubicBezTo>
                    <a:pt x="415" y="749"/>
                    <a:pt x="415" y="749"/>
                    <a:pt x="415" y="749"/>
                  </a:cubicBezTo>
                  <a:cubicBezTo>
                    <a:pt x="416" y="748"/>
                    <a:pt x="417" y="748"/>
                    <a:pt x="419" y="748"/>
                  </a:cubicBezTo>
                  <a:close/>
                  <a:moveTo>
                    <a:pt x="412" y="2"/>
                  </a:moveTo>
                  <a:cubicBezTo>
                    <a:pt x="413" y="2"/>
                    <a:pt x="414" y="2"/>
                    <a:pt x="415" y="2"/>
                  </a:cubicBezTo>
                  <a:cubicBezTo>
                    <a:pt x="415" y="17"/>
                    <a:pt x="415" y="17"/>
                    <a:pt x="415" y="17"/>
                  </a:cubicBezTo>
                  <a:cubicBezTo>
                    <a:pt x="414" y="16"/>
                    <a:pt x="413" y="15"/>
                    <a:pt x="412" y="14"/>
                  </a:cubicBezTo>
                  <a:cubicBezTo>
                    <a:pt x="412" y="2"/>
                    <a:pt x="412" y="2"/>
                    <a:pt x="412" y="2"/>
                  </a:cubicBezTo>
                  <a:close/>
                  <a:moveTo>
                    <a:pt x="415" y="793"/>
                  </a:moveTo>
                  <a:cubicBezTo>
                    <a:pt x="414" y="793"/>
                    <a:pt x="413" y="793"/>
                    <a:pt x="412" y="793"/>
                  </a:cubicBezTo>
                  <a:cubicBezTo>
                    <a:pt x="412" y="779"/>
                    <a:pt x="412" y="779"/>
                    <a:pt x="412" y="779"/>
                  </a:cubicBezTo>
                  <a:cubicBezTo>
                    <a:pt x="413" y="780"/>
                    <a:pt x="414" y="781"/>
                    <a:pt x="414" y="782"/>
                  </a:cubicBezTo>
                  <a:cubicBezTo>
                    <a:pt x="415" y="782"/>
                    <a:pt x="415" y="782"/>
                    <a:pt x="415" y="782"/>
                  </a:cubicBezTo>
                  <a:cubicBezTo>
                    <a:pt x="415" y="793"/>
                    <a:pt x="415" y="793"/>
                    <a:pt x="415" y="793"/>
                  </a:cubicBezTo>
                  <a:close/>
                  <a:moveTo>
                    <a:pt x="415" y="39"/>
                  </a:moveTo>
                  <a:cubicBezTo>
                    <a:pt x="415" y="46"/>
                    <a:pt x="415" y="46"/>
                    <a:pt x="415" y="46"/>
                  </a:cubicBezTo>
                  <a:cubicBezTo>
                    <a:pt x="412" y="46"/>
                    <a:pt x="412" y="46"/>
                    <a:pt x="412" y="46"/>
                  </a:cubicBezTo>
                  <a:cubicBezTo>
                    <a:pt x="412" y="39"/>
                    <a:pt x="412" y="39"/>
                    <a:pt x="412" y="39"/>
                  </a:cubicBezTo>
                  <a:cubicBezTo>
                    <a:pt x="415" y="39"/>
                    <a:pt x="415" y="39"/>
                    <a:pt x="415" y="39"/>
                  </a:cubicBezTo>
                  <a:close/>
                  <a:moveTo>
                    <a:pt x="415" y="110"/>
                  </a:moveTo>
                  <a:cubicBezTo>
                    <a:pt x="415" y="119"/>
                    <a:pt x="415" y="119"/>
                    <a:pt x="415" y="119"/>
                  </a:cubicBezTo>
                  <a:cubicBezTo>
                    <a:pt x="414" y="118"/>
                    <a:pt x="413" y="118"/>
                    <a:pt x="412" y="117"/>
                  </a:cubicBezTo>
                  <a:cubicBezTo>
                    <a:pt x="412" y="113"/>
                    <a:pt x="412" y="113"/>
                    <a:pt x="412" y="113"/>
                  </a:cubicBezTo>
                  <a:cubicBezTo>
                    <a:pt x="413" y="112"/>
                    <a:pt x="414" y="111"/>
                    <a:pt x="415" y="110"/>
                  </a:cubicBezTo>
                  <a:close/>
                  <a:moveTo>
                    <a:pt x="415" y="165"/>
                  </a:moveTo>
                  <a:cubicBezTo>
                    <a:pt x="415" y="171"/>
                    <a:pt x="415" y="171"/>
                    <a:pt x="415" y="171"/>
                  </a:cubicBezTo>
                  <a:cubicBezTo>
                    <a:pt x="414" y="171"/>
                    <a:pt x="413" y="171"/>
                    <a:pt x="412" y="171"/>
                  </a:cubicBezTo>
                  <a:cubicBezTo>
                    <a:pt x="412" y="165"/>
                    <a:pt x="412" y="165"/>
                    <a:pt x="412" y="165"/>
                  </a:cubicBezTo>
                  <a:cubicBezTo>
                    <a:pt x="413" y="165"/>
                    <a:pt x="414" y="165"/>
                    <a:pt x="415" y="165"/>
                  </a:cubicBezTo>
                  <a:close/>
                  <a:moveTo>
                    <a:pt x="415" y="177"/>
                  </a:moveTo>
                  <a:cubicBezTo>
                    <a:pt x="415" y="193"/>
                    <a:pt x="415" y="193"/>
                    <a:pt x="415" y="193"/>
                  </a:cubicBezTo>
                  <a:cubicBezTo>
                    <a:pt x="414" y="193"/>
                    <a:pt x="413" y="193"/>
                    <a:pt x="412" y="193"/>
                  </a:cubicBezTo>
                  <a:cubicBezTo>
                    <a:pt x="412" y="187"/>
                    <a:pt x="412" y="187"/>
                    <a:pt x="412" y="187"/>
                  </a:cubicBezTo>
                  <a:cubicBezTo>
                    <a:pt x="413" y="187"/>
                    <a:pt x="413" y="187"/>
                    <a:pt x="413" y="187"/>
                  </a:cubicBezTo>
                  <a:cubicBezTo>
                    <a:pt x="412" y="185"/>
                    <a:pt x="412" y="185"/>
                    <a:pt x="412" y="185"/>
                  </a:cubicBezTo>
                  <a:cubicBezTo>
                    <a:pt x="412" y="173"/>
                    <a:pt x="412" y="173"/>
                    <a:pt x="412" y="173"/>
                  </a:cubicBezTo>
                  <a:cubicBezTo>
                    <a:pt x="413" y="174"/>
                    <a:pt x="414" y="175"/>
                    <a:pt x="415" y="177"/>
                  </a:cubicBezTo>
                  <a:close/>
                  <a:moveTo>
                    <a:pt x="415" y="295"/>
                  </a:moveTo>
                  <a:cubicBezTo>
                    <a:pt x="415" y="307"/>
                    <a:pt x="415" y="307"/>
                    <a:pt x="415" y="307"/>
                  </a:cubicBezTo>
                  <a:cubicBezTo>
                    <a:pt x="414" y="305"/>
                    <a:pt x="413" y="302"/>
                    <a:pt x="412" y="300"/>
                  </a:cubicBezTo>
                  <a:cubicBezTo>
                    <a:pt x="412" y="295"/>
                    <a:pt x="412" y="295"/>
                    <a:pt x="412" y="295"/>
                  </a:cubicBezTo>
                  <a:cubicBezTo>
                    <a:pt x="413" y="295"/>
                    <a:pt x="414" y="295"/>
                    <a:pt x="415" y="295"/>
                  </a:cubicBezTo>
                  <a:close/>
                  <a:moveTo>
                    <a:pt x="415" y="309"/>
                  </a:moveTo>
                  <a:cubicBezTo>
                    <a:pt x="415" y="313"/>
                    <a:pt x="415" y="313"/>
                    <a:pt x="415" y="313"/>
                  </a:cubicBezTo>
                  <a:cubicBezTo>
                    <a:pt x="414" y="313"/>
                    <a:pt x="413" y="313"/>
                    <a:pt x="412" y="312"/>
                  </a:cubicBezTo>
                  <a:cubicBezTo>
                    <a:pt x="412" y="309"/>
                    <a:pt x="412" y="309"/>
                    <a:pt x="412" y="309"/>
                  </a:cubicBezTo>
                  <a:cubicBezTo>
                    <a:pt x="413" y="309"/>
                    <a:pt x="414" y="309"/>
                    <a:pt x="415" y="309"/>
                  </a:cubicBezTo>
                  <a:close/>
                  <a:moveTo>
                    <a:pt x="415" y="378"/>
                  </a:moveTo>
                  <a:cubicBezTo>
                    <a:pt x="415" y="445"/>
                    <a:pt x="415" y="445"/>
                    <a:pt x="415" y="445"/>
                  </a:cubicBezTo>
                  <a:cubicBezTo>
                    <a:pt x="412" y="443"/>
                    <a:pt x="412" y="443"/>
                    <a:pt x="412" y="443"/>
                  </a:cubicBezTo>
                  <a:cubicBezTo>
                    <a:pt x="412" y="375"/>
                    <a:pt x="412" y="375"/>
                    <a:pt x="412" y="375"/>
                  </a:cubicBezTo>
                  <a:cubicBezTo>
                    <a:pt x="413" y="378"/>
                    <a:pt x="413" y="378"/>
                    <a:pt x="413" y="378"/>
                  </a:cubicBezTo>
                  <a:cubicBezTo>
                    <a:pt x="415" y="378"/>
                    <a:pt x="415" y="378"/>
                    <a:pt x="415" y="378"/>
                  </a:cubicBezTo>
                  <a:close/>
                  <a:moveTo>
                    <a:pt x="415" y="490"/>
                  </a:moveTo>
                  <a:cubicBezTo>
                    <a:pt x="415" y="494"/>
                    <a:pt x="415" y="494"/>
                    <a:pt x="415" y="494"/>
                  </a:cubicBezTo>
                  <a:cubicBezTo>
                    <a:pt x="414" y="494"/>
                    <a:pt x="414" y="494"/>
                    <a:pt x="414" y="494"/>
                  </a:cubicBezTo>
                  <a:cubicBezTo>
                    <a:pt x="415" y="495"/>
                    <a:pt x="415" y="495"/>
                    <a:pt x="415" y="495"/>
                  </a:cubicBezTo>
                  <a:cubicBezTo>
                    <a:pt x="415" y="503"/>
                    <a:pt x="415" y="503"/>
                    <a:pt x="415" y="503"/>
                  </a:cubicBezTo>
                  <a:cubicBezTo>
                    <a:pt x="414" y="503"/>
                    <a:pt x="413" y="502"/>
                    <a:pt x="412" y="501"/>
                  </a:cubicBezTo>
                  <a:cubicBezTo>
                    <a:pt x="412" y="491"/>
                    <a:pt x="412" y="491"/>
                    <a:pt x="412" y="491"/>
                  </a:cubicBezTo>
                  <a:cubicBezTo>
                    <a:pt x="413" y="491"/>
                    <a:pt x="414" y="491"/>
                    <a:pt x="415" y="490"/>
                  </a:cubicBezTo>
                  <a:close/>
                  <a:moveTo>
                    <a:pt x="415" y="505"/>
                  </a:moveTo>
                  <a:cubicBezTo>
                    <a:pt x="415" y="510"/>
                    <a:pt x="415" y="510"/>
                    <a:pt x="415" y="510"/>
                  </a:cubicBezTo>
                  <a:cubicBezTo>
                    <a:pt x="414" y="510"/>
                    <a:pt x="413" y="510"/>
                    <a:pt x="412" y="510"/>
                  </a:cubicBezTo>
                  <a:cubicBezTo>
                    <a:pt x="412" y="506"/>
                    <a:pt x="412" y="506"/>
                    <a:pt x="412" y="506"/>
                  </a:cubicBezTo>
                  <a:cubicBezTo>
                    <a:pt x="413" y="506"/>
                    <a:pt x="414" y="505"/>
                    <a:pt x="415" y="505"/>
                  </a:cubicBezTo>
                  <a:close/>
                  <a:moveTo>
                    <a:pt x="415" y="611"/>
                  </a:moveTo>
                  <a:cubicBezTo>
                    <a:pt x="415" y="622"/>
                    <a:pt x="415" y="622"/>
                    <a:pt x="415" y="622"/>
                  </a:cubicBezTo>
                  <a:cubicBezTo>
                    <a:pt x="414" y="621"/>
                    <a:pt x="413" y="620"/>
                    <a:pt x="412" y="620"/>
                  </a:cubicBezTo>
                  <a:cubicBezTo>
                    <a:pt x="412" y="612"/>
                    <a:pt x="412" y="612"/>
                    <a:pt x="412" y="612"/>
                  </a:cubicBezTo>
                  <a:cubicBezTo>
                    <a:pt x="413" y="611"/>
                    <a:pt x="414" y="611"/>
                    <a:pt x="415" y="611"/>
                  </a:cubicBezTo>
                  <a:close/>
                  <a:moveTo>
                    <a:pt x="415" y="633"/>
                  </a:moveTo>
                  <a:cubicBezTo>
                    <a:pt x="415" y="639"/>
                    <a:pt x="415" y="639"/>
                    <a:pt x="415" y="639"/>
                  </a:cubicBezTo>
                  <a:cubicBezTo>
                    <a:pt x="414" y="639"/>
                    <a:pt x="413" y="639"/>
                    <a:pt x="412" y="639"/>
                  </a:cubicBezTo>
                  <a:cubicBezTo>
                    <a:pt x="412" y="633"/>
                    <a:pt x="412" y="633"/>
                    <a:pt x="412" y="633"/>
                  </a:cubicBezTo>
                  <a:cubicBezTo>
                    <a:pt x="415" y="633"/>
                    <a:pt x="415" y="633"/>
                    <a:pt x="415" y="633"/>
                  </a:cubicBezTo>
                  <a:close/>
                  <a:moveTo>
                    <a:pt x="415" y="673"/>
                  </a:moveTo>
                  <a:cubicBezTo>
                    <a:pt x="415" y="687"/>
                    <a:pt x="415" y="687"/>
                    <a:pt x="415" y="687"/>
                  </a:cubicBezTo>
                  <a:cubicBezTo>
                    <a:pt x="414" y="684"/>
                    <a:pt x="414" y="684"/>
                    <a:pt x="414" y="684"/>
                  </a:cubicBezTo>
                  <a:cubicBezTo>
                    <a:pt x="414" y="685"/>
                    <a:pt x="413" y="685"/>
                    <a:pt x="412" y="685"/>
                  </a:cubicBezTo>
                  <a:cubicBezTo>
                    <a:pt x="412" y="674"/>
                    <a:pt x="412" y="674"/>
                    <a:pt x="412" y="674"/>
                  </a:cubicBezTo>
                  <a:cubicBezTo>
                    <a:pt x="413" y="673"/>
                    <a:pt x="414" y="673"/>
                    <a:pt x="415" y="673"/>
                  </a:cubicBezTo>
                  <a:close/>
                  <a:moveTo>
                    <a:pt x="415" y="749"/>
                  </a:moveTo>
                  <a:cubicBezTo>
                    <a:pt x="415" y="757"/>
                    <a:pt x="415" y="757"/>
                    <a:pt x="415" y="757"/>
                  </a:cubicBezTo>
                  <a:cubicBezTo>
                    <a:pt x="414" y="757"/>
                    <a:pt x="413" y="756"/>
                    <a:pt x="412" y="756"/>
                  </a:cubicBezTo>
                  <a:cubicBezTo>
                    <a:pt x="412" y="749"/>
                    <a:pt x="412" y="749"/>
                    <a:pt x="412" y="749"/>
                  </a:cubicBezTo>
                  <a:lnTo>
                    <a:pt x="415" y="749"/>
                  </a:lnTo>
                  <a:close/>
                  <a:moveTo>
                    <a:pt x="403" y="0"/>
                  </a:moveTo>
                  <a:cubicBezTo>
                    <a:pt x="408" y="0"/>
                    <a:pt x="408" y="0"/>
                    <a:pt x="408" y="0"/>
                  </a:cubicBezTo>
                  <a:cubicBezTo>
                    <a:pt x="409" y="1"/>
                    <a:pt x="411" y="1"/>
                    <a:pt x="412" y="2"/>
                  </a:cubicBezTo>
                  <a:cubicBezTo>
                    <a:pt x="412" y="14"/>
                    <a:pt x="412" y="14"/>
                    <a:pt x="412" y="14"/>
                  </a:cubicBezTo>
                  <a:cubicBezTo>
                    <a:pt x="410" y="12"/>
                    <a:pt x="407" y="10"/>
                    <a:pt x="403" y="9"/>
                  </a:cubicBezTo>
                  <a:cubicBezTo>
                    <a:pt x="403" y="0"/>
                    <a:pt x="403" y="0"/>
                    <a:pt x="403" y="0"/>
                  </a:cubicBezTo>
                  <a:close/>
                  <a:moveTo>
                    <a:pt x="412" y="793"/>
                  </a:moveTo>
                  <a:cubicBezTo>
                    <a:pt x="411" y="793"/>
                    <a:pt x="409" y="793"/>
                    <a:pt x="408" y="794"/>
                  </a:cubicBezTo>
                  <a:cubicBezTo>
                    <a:pt x="406" y="794"/>
                    <a:pt x="405" y="794"/>
                    <a:pt x="403" y="794"/>
                  </a:cubicBezTo>
                  <a:cubicBezTo>
                    <a:pt x="403" y="786"/>
                    <a:pt x="403" y="786"/>
                    <a:pt x="403" y="786"/>
                  </a:cubicBezTo>
                  <a:cubicBezTo>
                    <a:pt x="406" y="785"/>
                    <a:pt x="406" y="785"/>
                    <a:pt x="406" y="785"/>
                  </a:cubicBezTo>
                  <a:cubicBezTo>
                    <a:pt x="405" y="784"/>
                    <a:pt x="404" y="782"/>
                    <a:pt x="403" y="781"/>
                  </a:cubicBezTo>
                  <a:cubicBezTo>
                    <a:pt x="403" y="766"/>
                    <a:pt x="403" y="766"/>
                    <a:pt x="403" y="766"/>
                  </a:cubicBezTo>
                  <a:cubicBezTo>
                    <a:pt x="408" y="774"/>
                    <a:pt x="410" y="776"/>
                    <a:pt x="412" y="779"/>
                  </a:cubicBezTo>
                  <a:cubicBezTo>
                    <a:pt x="412" y="793"/>
                    <a:pt x="412" y="793"/>
                    <a:pt x="412" y="793"/>
                  </a:cubicBezTo>
                  <a:close/>
                  <a:moveTo>
                    <a:pt x="412" y="39"/>
                  </a:moveTo>
                  <a:cubicBezTo>
                    <a:pt x="412" y="46"/>
                    <a:pt x="412" y="46"/>
                    <a:pt x="412" y="46"/>
                  </a:cubicBezTo>
                  <a:cubicBezTo>
                    <a:pt x="409" y="46"/>
                    <a:pt x="406" y="46"/>
                    <a:pt x="403" y="46"/>
                  </a:cubicBezTo>
                  <a:cubicBezTo>
                    <a:pt x="403" y="34"/>
                    <a:pt x="403" y="34"/>
                    <a:pt x="403" y="34"/>
                  </a:cubicBezTo>
                  <a:cubicBezTo>
                    <a:pt x="404" y="35"/>
                    <a:pt x="404" y="35"/>
                    <a:pt x="404" y="35"/>
                  </a:cubicBezTo>
                  <a:cubicBezTo>
                    <a:pt x="406" y="36"/>
                    <a:pt x="408" y="38"/>
                    <a:pt x="411" y="39"/>
                  </a:cubicBezTo>
                  <a:cubicBezTo>
                    <a:pt x="412" y="39"/>
                    <a:pt x="412" y="39"/>
                    <a:pt x="412" y="39"/>
                  </a:cubicBezTo>
                  <a:close/>
                  <a:moveTo>
                    <a:pt x="412" y="113"/>
                  </a:moveTo>
                  <a:cubicBezTo>
                    <a:pt x="412" y="117"/>
                    <a:pt x="412" y="117"/>
                    <a:pt x="412" y="117"/>
                  </a:cubicBezTo>
                  <a:cubicBezTo>
                    <a:pt x="412" y="116"/>
                    <a:pt x="412" y="116"/>
                    <a:pt x="412" y="116"/>
                  </a:cubicBezTo>
                  <a:cubicBezTo>
                    <a:pt x="412" y="115"/>
                    <a:pt x="412" y="114"/>
                    <a:pt x="412" y="113"/>
                  </a:cubicBezTo>
                  <a:close/>
                  <a:moveTo>
                    <a:pt x="412" y="165"/>
                  </a:moveTo>
                  <a:cubicBezTo>
                    <a:pt x="412" y="171"/>
                    <a:pt x="412" y="171"/>
                    <a:pt x="412" y="171"/>
                  </a:cubicBezTo>
                  <a:cubicBezTo>
                    <a:pt x="412" y="171"/>
                    <a:pt x="412" y="171"/>
                    <a:pt x="411" y="171"/>
                  </a:cubicBezTo>
                  <a:cubicBezTo>
                    <a:pt x="412" y="171"/>
                    <a:pt x="412" y="172"/>
                    <a:pt x="412" y="173"/>
                  </a:cubicBezTo>
                  <a:cubicBezTo>
                    <a:pt x="412" y="185"/>
                    <a:pt x="412" y="185"/>
                    <a:pt x="412" y="185"/>
                  </a:cubicBezTo>
                  <a:cubicBezTo>
                    <a:pt x="410" y="178"/>
                    <a:pt x="407" y="173"/>
                    <a:pt x="403" y="171"/>
                  </a:cubicBezTo>
                  <a:cubicBezTo>
                    <a:pt x="403" y="165"/>
                    <a:pt x="403" y="165"/>
                    <a:pt x="403" y="165"/>
                  </a:cubicBezTo>
                  <a:cubicBezTo>
                    <a:pt x="406" y="165"/>
                    <a:pt x="410" y="165"/>
                    <a:pt x="412" y="165"/>
                  </a:cubicBezTo>
                  <a:close/>
                  <a:moveTo>
                    <a:pt x="412" y="187"/>
                  </a:moveTo>
                  <a:cubicBezTo>
                    <a:pt x="412" y="193"/>
                    <a:pt x="412" y="193"/>
                    <a:pt x="412" y="193"/>
                  </a:cubicBezTo>
                  <a:cubicBezTo>
                    <a:pt x="409" y="193"/>
                    <a:pt x="409" y="193"/>
                    <a:pt x="409" y="193"/>
                  </a:cubicBezTo>
                  <a:cubicBezTo>
                    <a:pt x="409" y="227"/>
                    <a:pt x="409" y="261"/>
                    <a:pt x="409" y="295"/>
                  </a:cubicBezTo>
                  <a:cubicBezTo>
                    <a:pt x="410" y="295"/>
                    <a:pt x="411" y="295"/>
                    <a:pt x="412" y="295"/>
                  </a:cubicBezTo>
                  <a:cubicBezTo>
                    <a:pt x="412" y="300"/>
                    <a:pt x="412" y="300"/>
                    <a:pt x="412" y="300"/>
                  </a:cubicBezTo>
                  <a:cubicBezTo>
                    <a:pt x="412" y="299"/>
                    <a:pt x="412" y="299"/>
                    <a:pt x="412" y="299"/>
                  </a:cubicBezTo>
                  <a:cubicBezTo>
                    <a:pt x="406" y="298"/>
                    <a:pt x="406" y="298"/>
                    <a:pt x="403" y="298"/>
                  </a:cubicBezTo>
                  <a:cubicBezTo>
                    <a:pt x="403" y="293"/>
                    <a:pt x="403" y="293"/>
                    <a:pt x="403" y="293"/>
                  </a:cubicBezTo>
                  <a:cubicBezTo>
                    <a:pt x="405" y="293"/>
                    <a:pt x="405" y="293"/>
                    <a:pt x="405" y="293"/>
                  </a:cubicBezTo>
                  <a:cubicBezTo>
                    <a:pt x="405" y="291"/>
                    <a:pt x="404" y="289"/>
                    <a:pt x="404" y="287"/>
                  </a:cubicBezTo>
                  <a:cubicBezTo>
                    <a:pt x="404" y="287"/>
                    <a:pt x="404" y="287"/>
                    <a:pt x="403" y="287"/>
                  </a:cubicBezTo>
                  <a:cubicBezTo>
                    <a:pt x="403" y="282"/>
                    <a:pt x="403" y="282"/>
                    <a:pt x="403" y="282"/>
                  </a:cubicBezTo>
                  <a:cubicBezTo>
                    <a:pt x="404" y="282"/>
                    <a:pt x="404" y="282"/>
                    <a:pt x="404" y="282"/>
                  </a:cubicBezTo>
                  <a:cubicBezTo>
                    <a:pt x="404" y="279"/>
                    <a:pt x="405" y="277"/>
                    <a:pt x="405" y="274"/>
                  </a:cubicBezTo>
                  <a:cubicBezTo>
                    <a:pt x="404" y="274"/>
                    <a:pt x="404" y="275"/>
                    <a:pt x="403" y="275"/>
                  </a:cubicBezTo>
                  <a:cubicBezTo>
                    <a:pt x="403" y="269"/>
                    <a:pt x="403" y="269"/>
                    <a:pt x="403" y="269"/>
                  </a:cubicBezTo>
                  <a:cubicBezTo>
                    <a:pt x="404" y="267"/>
                    <a:pt x="405" y="265"/>
                    <a:pt x="405" y="262"/>
                  </a:cubicBezTo>
                  <a:cubicBezTo>
                    <a:pt x="405" y="262"/>
                    <a:pt x="404" y="262"/>
                    <a:pt x="403" y="262"/>
                  </a:cubicBezTo>
                  <a:cubicBezTo>
                    <a:pt x="403" y="257"/>
                    <a:pt x="403" y="257"/>
                    <a:pt x="403" y="257"/>
                  </a:cubicBezTo>
                  <a:cubicBezTo>
                    <a:pt x="404" y="257"/>
                    <a:pt x="404" y="257"/>
                    <a:pt x="404" y="257"/>
                  </a:cubicBezTo>
                  <a:cubicBezTo>
                    <a:pt x="404" y="254"/>
                    <a:pt x="404" y="251"/>
                    <a:pt x="404" y="249"/>
                  </a:cubicBezTo>
                  <a:cubicBezTo>
                    <a:pt x="404" y="249"/>
                    <a:pt x="404" y="249"/>
                    <a:pt x="403" y="249"/>
                  </a:cubicBezTo>
                  <a:cubicBezTo>
                    <a:pt x="403" y="244"/>
                    <a:pt x="403" y="244"/>
                    <a:pt x="403" y="244"/>
                  </a:cubicBezTo>
                  <a:cubicBezTo>
                    <a:pt x="404" y="243"/>
                    <a:pt x="405" y="240"/>
                    <a:pt x="405" y="237"/>
                  </a:cubicBezTo>
                  <a:cubicBezTo>
                    <a:pt x="403" y="237"/>
                    <a:pt x="403" y="237"/>
                    <a:pt x="403" y="237"/>
                  </a:cubicBezTo>
                  <a:cubicBezTo>
                    <a:pt x="403" y="233"/>
                    <a:pt x="403" y="233"/>
                    <a:pt x="403" y="233"/>
                  </a:cubicBezTo>
                  <a:cubicBezTo>
                    <a:pt x="404" y="232"/>
                    <a:pt x="404" y="232"/>
                    <a:pt x="404" y="232"/>
                  </a:cubicBezTo>
                  <a:cubicBezTo>
                    <a:pt x="404" y="230"/>
                    <a:pt x="404" y="227"/>
                    <a:pt x="404" y="224"/>
                  </a:cubicBezTo>
                  <a:cubicBezTo>
                    <a:pt x="403" y="224"/>
                    <a:pt x="403" y="224"/>
                    <a:pt x="403" y="224"/>
                  </a:cubicBezTo>
                  <a:cubicBezTo>
                    <a:pt x="403" y="220"/>
                    <a:pt x="403" y="220"/>
                    <a:pt x="403" y="220"/>
                  </a:cubicBezTo>
                  <a:cubicBezTo>
                    <a:pt x="404" y="220"/>
                    <a:pt x="404" y="220"/>
                    <a:pt x="404" y="219"/>
                  </a:cubicBezTo>
                  <a:cubicBezTo>
                    <a:pt x="404" y="217"/>
                    <a:pt x="405" y="215"/>
                    <a:pt x="405" y="212"/>
                  </a:cubicBezTo>
                  <a:cubicBezTo>
                    <a:pt x="403" y="213"/>
                    <a:pt x="403" y="213"/>
                    <a:pt x="403" y="213"/>
                  </a:cubicBezTo>
                  <a:cubicBezTo>
                    <a:pt x="403" y="208"/>
                    <a:pt x="403" y="208"/>
                    <a:pt x="403" y="208"/>
                  </a:cubicBezTo>
                  <a:cubicBezTo>
                    <a:pt x="405" y="207"/>
                    <a:pt x="405" y="207"/>
                    <a:pt x="405" y="207"/>
                  </a:cubicBezTo>
                  <a:cubicBezTo>
                    <a:pt x="405" y="205"/>
                    <a:pt x="404" y="202"/>
                    <a:pt x="404" y="200"/>
                  </a:cubicBezTo>
                  <a:cubicBezTo>
                    <a:pt x="403" y="200"/>
                    <a:pt x="403" y="200"/>
                    <a:pt x="403" y="200"/>
                  </a:cubicBezTo>
                  <a:cubicBezTo>
                    <a:pt x="403" y="195"/>
                    <a:pt x="403" y="195"/>
                    <a:pt x="403" y="195"/>
                  </a:cubicBezTo>
                  <a:cubicBezTo>
                    <a:pt x="404" y="194"/>
                    <a:pt x="405" y="193"/>
                    <a:pt x="405" y="192"/>
                  </a:cubicBezTo>
                  <a:cubicBezTo>
                    <a:pt x="404" y="192"/>
                    <a:pt x="404" y="192"/>
                    <a:pt x="403" y="192"/>
                  </a:cubicBezTo>
                  <a:cubicBezTo>
                    <a:pt x="403" y="187"/>
                    <a:pt x="403" y="187"/>
                    <a:pt x="403" y="187"/>
                  </a:cubicBezTo>
                  <a:cubicBezTo>
                    <a:pt x="404" y="188"/>
                    <a:pt x="404" y="188"/>
                    <a:pt x="404" y="188"/>
                  </a:cubicBezTo>
                  <a:cubicBezTo>
                    <a:pt x="407" y="187"/>
                    <a:pt x="410" y="187"/>
                    <a:pt x="412" y="187"/>
                  </a:cubicBezTo>
                  <a:close/>
                  <a:moveTo>
                    <a:pt x="412" y="309"/>
                  </a:moveTo>
                  <a:cubicBezTo>
                    <a:pt x="412" y="309"/>
                    <a:pt x="411" y="310"/>
                    <a:pt x="410" y="310"/>
                  </a:cubicBezTo>
                  <a:cubicBezTo>
                    <a:pt x="408" y="306"/>
                    <a:pt x="406" y="302"/>
                    <a:pt x="403" y="298"/>
                  </a:cubicBezTo>
                  <a:cubicBezTo>
                    <a:pt x="403" y="307"/>
                    <a:pt x="403" y="307"/>
                    <a:pt x="403" y="307"/>
                  </a:cubicBezTo>
                  <a:cubicBezTo>
                    <a:pt x="404" y="308"/>
                    <a:pt x="404" y="308"/>
                    <a:pt x="404" y="308"/>
                  </a:cubicBezTo>
                  <a:cubicBezTo>
                    <a:pt x="403" y="308"/>
                    <a:pt x="403" y="308"/>
                    <a:pt x="403" y="308"/>
                  </a:cubicBezTo>
                  <a:cubicBezTo>
                    <a:pt x="403" y="311"/>
                    <a:pt x="403" y="311"/>
                    <a:pt x="403" y="311"/>
                  </a:cubicBezTo>
                  <a:cubicBezTo>
                    <a:pt x="407" y="311"/>
                    <a:pt x="410" y="312"/>
                    <a:pt x="412" y="312"/>
                  </a:cubicBezTo>
                  <a:cubicBezTo>
                    <a:pt x="412" y="309"/>
                    <a:pt x="412" y="309"/>
                    <a:pt x="412" y="309"/>
                  </a:cubicBezTo>
                  <a:close/>
                  <a:moveTo>
                    <a:pt x="412" y="375"/>
                  </a:moveTo>
                  <a:cubicBezTo>
                    <a:pt x="412" y="443"/>
                    <a:pt x="412" y="443"/>
                    <a:pt x="412" y="443"/>
                  </a:cubicBezTo>
                  <a:cubicBezTo>
                    <a:pt x="403" y="437"/>
                    <a:pt x="403" y="437"/>
                    <a:pt x="403" y="437"/>
                  </a:cubicBezTo>
                  <a:cubicBezTo>
                    <a:pt x="403" y="347"/>
                    <a:pt x="403" y="347"/>
                    <a:pt x="403" y="347"/>
                  </a:cubicBezTo>
                  <a:cubicBezTo>
                    <a:pt x="406" y="353"/>
                    <a:pt x="408" y="362"/>
                    <a:pt x="412" y="375"/>
                  </a:cubicBezTo>
                  <a:close/>
                  <a:moveTo>
                    <a:pt x="412" y="491"/>
                  </a:moveTo>
                  <a:cubicBezTo>
                    <a:pt x="412" y="501"/>
                    <a:pt x="412" y="501"/>
                    <a:pt x="412" y="501"/>
                  </a:cubicBezTo>
                  <a:cubicBezTo>
                    <a:pt x="410" y="498"/>
                    <a:pt x="408" y="497"/>
                    <a:pt x="403" y="496"/>
                  </a:cubicBezTo>
                  <a:cubicBezTo>
                    <a:pt x="403" y="492"/>
                    <a:pt x="403" y="492"/>
                    <a:pt x="403" y="492"/>
                  </a:cubicBezTo>
                  <a:cubicBezTo>
                    <a:pt x="405" y="492"/>
                    <a:pt x="407" y="492"/>
                    <a:pt x="410" y="492"/>
                  </a:cubicBezTo>
                  <a:cubicBezTo>
                    <a:pt x="411" y="491"/>
                    <a:pt x="412" y="491"/>
                    <a:pt x="412" y="491"/>
                  </a:cubicBezTo>
                  <a:close/>
                  <a:moveTo>
                    <a:pt x="412" y="506"/>
                  </a:moveTo>
                  <a:cubicBezTo>
                    <a:pt x="412" y="506"/>
                    <a:pt x="411" y="506"/>
                    <a:pt x="410" y="506"/>
                  </a:cubicBezTo>
                  <a:cubicBezTo>
                    <a:pt x="408" y="504"/>
                    <a:pt x="405" y="502"/>
                    <a:pt x="403" y="500"/>
                  </a:cubicBezTo>
                  <a:cubicBezTo>
                    <a:pt x="403" y="510"/>
                    <a:pt x="403" y="510"/>
                    <a:pt x="403" y="510"/>
                  </a:cubicBezTo>
                  <a:cubicBezTo>
                    <a:pt x="404" y="510"/>
                    <a:pt x="404" y="510"/>
                    <a:pt x="404" y="510"/>
                  </a:cubicBezTo>
                  <a:cubicBezTo>
                    <a:pt x="404" y="511"/>
                    <a:pt x="404" y="512"/>
                    <a:pt x="403" y="513"/>
                  </a:cubicBezTo>
                  <a:cubicBezTo>
                    <a:pt x="403" y="518"/>
                    <a:pt x="403" y="518"/>
                    <a:pt x="403" y="518"/>
                  </a:cubicBezTo>
                  <a:cubicBezTo>
                    <a:pt x="404" y="517"/>
                    <a:pt x="404" y="517"/>
                    <a:pt x="404" y="517"/>
                  </a:cubicBezTo>
                  <a:cubicBezTo>
                    <a:pt x="404" y="520"/>
                    <a:pt x="404" y="523"/>
                    <a:pt x="404" y="525"/>
                  </a:cubicBezTo>
                  <a:cubicBezTo>
                    <a:pt x="403" y="526"/>
                    <a:pt x="403" y="526"/>
                    <a:pt x="403" y="526"/>
                  </a:cubicBezTo>
                  <a:cubicBezTo>
                    <a:pt x="403" y="530"/>
                    <a:pt x="403" y="530"/>
                    <a:pt x="403" y="530"/>
                  </a:cubicBezTo>
                  <a:cubicBezTo>
                    <a:pt x="405" y="530"/>
                    <a:pt x="405" y="530"/>
                    <a:pt x="405" y="530"/>
                  </a:cubicBezTo>
                  <a:cubicBezTo>
                    <a:pt x="405" y="533"/>
                    <a:pt x="404" y="535"/>
                    <a:pt x="403" y="537"/>
                  </a:cubicBezTo>
                  <a:cubicBezTo>
                    <a:pt x="403" y="543"/>
                    <a:pt x="403" y="543"/>
                    <a:pt x="403" y="543"/>
                  </a:cubicBezTo>
                  <a:cubicBezTo>
                    <a:pt x="405" y="543"/>
                    <a:pt x="405" y="543"/>
                    <a:pt x="405" y="543"/>
                  </a:cubicBezTo>
                  <a:cubicBezTo>
                    <a:pt x="405" y="545"/>
                    <a:pt x="404" y="548"/>
                    <a:pt x="404" y="550"/>
                  </a:cubicBezTo>
                  <a:cubicBezTo>
                    <a:pt x="403" y="550"/>
                    <a:pt x="403" y="550"/>
                    <a:pt x="403" y="550"/>
                  </a:cubicBezTo>
                  <a:cubicBezTo>
                    <a:pt x="403" y="555"/>
                    <a:pt x="403" y="555"/>
                    <a:pt x="403" y="555"/>
                  </a:cubicBezTo>
                  <a:cubicBezTo>
                    <a:pt x="404" y="555"/>
                    <a:pt x="405" y="555"/>
                    <a:pt x="405" y="554"/>
                  </a:cubicBezTo>
                  <a:cubicBezTo>
                    <a:pt x="405" y="557"/>
                    <a:pt x="405" y="560"/>
                    <a:pt x="405" y="563"/>
                  </a:cubicBezTo>
                  <a:cubicBezTo>
                    <a:pt x="403" y="563"/>
                    <a:pt x="403" y="563"/>
                    <a:pt x="403" y="563"/>
                  </a:cubicBezTo>
                  <a:cubicBezTo>
                    <a:pt x="403" y="568"/>
                    <a:pt x="403" y="568"/>
                    <a:pt x="403" y="568"/>
                  </a:cubicBezTo>
                  <a:cubicBezTo>
                    <a:pt x="404" y="568"/>
                    <a:pt x="404" y="568"/>
                    <a:pt x="405" y="567"/>
                  </a:cubicBezTo>
                  <a:cubicBezTo>
                    <a:pt x="405" y="570"/>
                    <a:pt x="404" y="572"/>
                    <a:pt x="404" y="575"/>
                  </a:cubicBezTo>
                  <a:cubicBezTo>
                    <a:pt x="404" y="575"/>
                    <a:pt x="404" y="575"/>
                    <a:pt x="403" y="575"/>
                  </a:cubicBezTo>
                  <a:cubicBezTo>
                    <a:pt x="403" y="580"/>
                    <a:pt x="403" y="580"/>
                    <a:pt x="403" y="580"/>
                  </a:cubicBezTo>
                  <a:cubicBezTo>
                    <a:pt x="404" y="579"/>
                    <a:pt x="404" y="579"/>
                    <a:pt x="404" y="579"/>
                  </a:cubicBezTo>
                  <a:cubicBezTo>
                    <a:pt x="404" y="582"/>
                    <a:pt x="404" y="585"/>
                    <a:pt x="404" y="588"/>
                  </a:cubicBezTo>
                  <a:cubicBezTo>
                    <a:pt x="403" y="588"/>
                    <a:pt x="403" y="588"/>
                    <a:pt x="403" y="588"/>
                  </a:cubicBezTo>
                  <a:cubicBezTo>
                    <a:pt x="403" y="593"/>
                    <a:pt x="403" y="593"/>
                    <a:pt x="403" y="593"/>
                  </a:cubicBezTo>
                  <a:cubicBezTo>
                    <a:pt x="405" y="592"/>
                    <a:pt x="405" y="592"/>
                    <a:pt x="405" y="592"/>
                  </a:cubicBezTo>
                  <a:cubicBezTo>
                    <a:pt x="405" y="596"/>
                    <a:pt x="404" y="598"/>
                    <a:pt x="403" y="599"/>
                  </a:cubicBezTo>
                  <a:cubicBezTo>
                    <a:pt x="403" y="605"/>
                    <a:pt x="403" y="605"/>
                    <a:pt x="403" y="605"/>
                  </a:cubicBezTo>
                  <a:cubicBezTo>
                    <a:pt x="404" y="605"/>
                    <a:pt x="404" y="604"/>
                    <a:pt x="404" y="604"/>
                  </a:cubicBezTo>
                  <a:cubicBezTo>
                    <a:pt x="404" y="607"/>
                    <a:pt x="405" y="609"/>
                    <a:pt x="405" y="611"/>
                  </a:cubicBezTo>
                  <a:cubicBezTo>
                    <a:pt x="403" y="611"/>
                    <a:pt x="403" y="611"/>
                    <a:pt x="403" y="611"/>
                  </a:cubicBezTo>
                  <a:cubicBezTo>
                    <a:pt x="403" y="617"/>
                    <a:pt x="403" y="617"/>
                    <a:pt x="403" y="617"/>
                  </a:cubicBezTo>
                  <a:cubicBezTo>
                    <a:pt x="407" y="617"/>
                    <a:pt x="410" y="618"/>
                    <a:pt x="412" y="620"/>
                  </a:cubicBezTo>
                  <a:cubicBezTo>
                    <a:pt x="412" y="612"/>
                    <a:pt x="412" y="612"/>
                    <a:pt x="412" y="612"/>
                  </a:cubicBezTo>
                  <a:cubicBezTo>
                    <a:pt x="412" y="612"/>
                    <a:pt x="411" y="612"/>
                    <a:pt x="410" y="612"/>
                  </a:cubicBezTo>
                  <a:cubicBezTo>
                    <a:pt x="410" y="578"/>
                    <a:pt x="410" y="544"/>
                    <a:pt x="410" y="511"/>
                  </a:cubicBezTo>
                  <a:cubicBezTo>
                    <a:pt x="410" y="510"/>
                    <a:pt x="412" y="510"/>
                    <a:pt x="412" y="510"/>
                  </a:cubicBezTo>
                  <a:cubicBezTo>
                    <a:pt x="412" y="506"/>
                    <a:pt x="412" y="506"/>
                    <a:pt x="412" y="506"/>
                  </a:cubicBezTo>
                  <a:close/>
                  <a:moveTo>
                    <a:pt x="412" y="633"/>
                  </a:moveTo>
                  <a:cubicBezTo>
                    <a:pt x="412" y="639"/>
                    <a:pt x="412" y="639"/>
                    <a:pt x="412" y="639"/>
                  </a:cubicBezTo>
                  <a:cubicBezTo>
                    <a:pt x="410" y="639"/>
                    <a:pt x="406" y="639"/>
                    <a:pt x="403" y="639"/>
                  </a:cubicBezTo>
                  <a:cubicBezTo>
                    <a:pt x="403" y="626"/>
                    <a:pt x="403" y="626"/>
                    <a:pt x="403" y="626"/>
                  </a:cubicBezTo>
                  <a:cubicBezTo>
                    <a:pt x="405" y="629"/>
                    <a:pt x="407" y="631"/>
                    <a:pt x="410" y="633"/>
                  </a:cubicBezTo>
                  <a:cubicBezTo>
                    <a:pt x="412" y="633"/>
                    <a:pt x="412" y="633"/>
                    <a:pt x="412" y="633"/>
                  </a:cubicBezTo>
                  <a:close/>
                  <a:moveTo>
                    <a:pt x="412" y="674"/>
                  </a:moveTo>
                  <a:cubicBezTo>
                    <a:pt x="412" y="685"/>
                    <a:pt x="412" y="685"/>
                    <a:pt x="412" y="685"/>
                  </a:cubicBezTo>
                  <a:cubicBezTo>
                    <a:pt x="411" y="686"/>
                    <a:pt x="410" y="687"/>
                    <a:pt x="408" y="688"/>
                  </a:cubicBezTo>
                  <a:cubicBezTo>
                    <a:pt x="406" y="686"/>
                    <a:pt x="403" y="684"/>
                    <a:pt x="403" y="681"/>
                  </a:cubicBezTo>
                  <a:cubicBezTo>
                    <a:pt x="407" y="678"/>
                    <a:pt x="410" y="675"/>
                    <a:pt x="412" y="674"/>
                  </a:cubicBezTo>
                  <a:close/>
                  <a:moveTo>
                    <a:pt x="412" y="749"/>
                  </a:moveTo>
                  <a:cubicBezTo>
                    <a:pt x="412" y="756"/>
                    <a:pt x="412" y="756"/>
                    <a:pt x="412" y="756"/>
                  </a:cubicBezTo>
                  <a:cubicBezTo>
                    <a:pt x="410" y="756"/>
                    <a:pt x="407" y="756"/>
                    <a:pt x="403" y="756"/>
                  </a:cubicBezTo>
                  <a:cubicBezTo>
                    <a:pt x="403" y="749"/>
                    <a:pt x="403" y="749"/>
                    <a:pt x="403" y="749"/>
                  </a:cubicBezTo>
                  <a:cubicBezTo>
                    <a:pt x="406" y="749"/>
                    <a:pt x="410" y="749"/>
                    <a:pt x="412" y="749"/>
                  </a:cubicBezTo>
                  <a:close/>
                  <a:moveTo>
                    <a:pt x="402" y="0"/>
                  </a:moveTo>
                  <a:cubicBezTo>
                    <a:pt x="403" y="0"/>
                    <a:pt x="403" y="0"/>
                    <a:pt x="403" y="0"/>
                  </a:cubicBezTo>
                  <a:cubicBezTo>
                    <a:pt x="403" y="9"/>
                    <a:pt x="403" y="9"/>
                    <a:pt x="403" y="9"/>
                  </a:cubicBezTo>
                  <a:cubicBezTo>
                    <a:pt x="403" y="9"/>
                    <a:pt x="403" y="9"/>
                    <a:pt x="402" y="9"/>
                  </a:cubicBezTo>
                  <a:cubicBezTo>
                    <a:pt x="402" y="0"/>
                    <a:pt x="402" y="0"/>
                    <a:pt x="402" y="0"/>
                  </a:cubicBezTo>
                  <a:close/>
                  <a:moveTo>
                    <a:pt x="403" y="794"/>
                  </a:moveTo>
                  <a:cubicBezTo>
                    <a:pt x="402" y="794"/>
                    <a:pt x="402" y="794"/>
                    <a:pt x="402" y="794"/>
                  </a:cubicBezTo>
                  <a:cubicBezTo>
                    <a:pt x="402" y="786"/>
                    <a:pt x="402" y="786"/>
                    <a:pt x="402" y="786"/>
                  </a:cubicBezTo>
                  <a:cubicBezTo>
                    <a:pt x="403" y="786"/>
                    <a:pt x="403" y="786"/>
                    <a:pt x="403" y="786"/>
                  </a:cubicBezTo>
                  <a:cubicBezTo>
                    <a:pt x="403" y="794"/>
                    <a:pt x="403" y="794"/>
                    <a:pt x="403" y="794"/>
                  </a:cubicBezTo>
                  <a:close/>
                  <a:moveTo>
                    <a:pt x="403" y="34"/>
                  </a:moveTo>
                  <a:cubicBezTo>
                    <a:pt x="403" y="46"/>
                    <a:pt x="403" y="46"/>
                    <a:pt x="403" y="46"/>
                  </a:cubicBezTo>
                  <a:cubicBezTo>
                    <a:pt x="402" y="46"/>
                    <a:pt x="402" y="46"/>
                    <a:pt x="402" y="46"/>
                  </a:cubicBezTo>
                  <a:cubicBezTo>
                    <a:pt x="402" y="32"/>
                    <a:pt x="402" y="32"/>
                    <a:pt x="402" y="32"/>
                  </a:cubicBezTo>
                  <a:cubicBezTo>
                    <a:pt x="403" y="34"/>
                    <a:pt x="403" y="34"/>
                    <a:pt x="403" y="34"/>
                  </a:cubicBezTo>
                  <a:close/>
                  <a:moveTo>
                    <a:pt x="403" y="165"/>
                  </a:moveTo>
                  <a:cubicBezTo>
                    <a:pt x="403" y="171"/>
                    <a:pt x="403" y="171"/>
                    <a:pt x="403" y="171"/>
                  </a:cubicBezTo>
                  <a:cubicBezTo>
                    <a:pt x="403" y="171"/>
                    <a:pt x="403" y="171"/>
                    <a:pt x="402" y="171"/>
                  </a:cubicBezTo>
                  <a:cubicBezTo>
                    <a:pt x="402" y="165"/>
                    <a:pt x="402" y="165"/>
                    <a:pt x="402" y="165"/>
                  </a:cubicBezTo>
                  <a:cubicBezTo>
                    <a:pt x="403" y="165"/>
                    <a:pt x="403" y="165"/>
                    <a:pt x="403" y="165"/>
                  </a:cubicBezTo>
                  <a:close/>
                  <a:moveTo>
                    <a:pt x="403" y="187"/>
                  </a:moveTo>
                  <a:cubicBezTo>
                    <a:pt x="403" y="192"/>
                    <a:pt x="403" y="192"/>
                    <a:pt x="403" y="192"/>
                  </a:cubicBezTo>
                  <a:cubicBezTo>
                    <a:pt x="403" y="192"/>
                    <a:pt x="403" y="192"/>
                    <a:pt x="402" y="192"/>
                  </a:cubicBezTo>
                  <a:cubicBezTo>
                    <a:pt x="402" y="185"/>
                    <a:pt x="402" y="185"/>
                    <a:pt x="402" y="185"/>
                  </a:cubicBezTo>
                  <a:cubicBezTo>
                    <a:pt x="403" y="186"/>
                    <a:pt x="403" y="186"/>
                    <a:pt x="403" y="187"/>
                  </a:cubicBezTo>
                  <a:close/>
                  <a:moveTo>
                    <a:pt x="403" y="195"/>
                  </a:moveTo>
                  <a:cubicBezTo>
                    <a:pt x="403" y="200"/>
                    <a:pt x="403" y="200"/>
                    <a:pt x="403" y="200"/>
                  </a:cubicBezTo>
                  <a:cubicBezTo>
                    <a:pt x="402" y="200"/>
                    <a:pt x="402" y="200"/>
                    <a:pt x="402" y="200"/>
                  </a:cubicBezTo>
                  <a:cubicBezTo>
                    <a:pt x="402" y="196"/>
                    <a:pt x="402" y="196"/>
                    <a:pt x="402" y="196"/>
                  </a:cubicBezTo>
                  <a:cubicBezTo>
                    <a:pt x="403" y="195"/>
                    <a:pt x="403" y="195"/>
                    <a:pt x="403" y="195"/>
                  </a:cubicBezTo>
                  <a:close/>
                  <a:moveTo>
                    <a:pt x="403" y="208"/>
                  </a:moveTo>
                  <a:cubicBezTo>
                    <a:pt x="403" y="213"/>
                    <a:pt x="403" y="213"/>
                    <a:pt x="403" y="213"/>
                  </a:cubicBezTo>
                  <a:cubicBezTo>
                    <a:pt x="402" y="213"/>
                    <a:pt x="402" y="213"/>
                    <a:pt x="402" y="213"/>
                  </a:cubicBezTo>
                  <a:cubicBezTo>
                    <a:pt x="402" y="208"/>
                    <a:pt x="402" y="208"/>
                    <a:pt x="402" y="208"/>
                  </a:cubicBezTo>
                  <a:cubicBezTo>
                    <a:pt x="403" y="208"/>
                    <a:pt x="403" y="208"/>
                    <a:pt x="403" y="208"/>
                  </a:cubicBezTo>
                  <a:close/>
                  <a:moveTo>
                    <a:pt x="403" y="220"/>
                  </a:moveTo>
                  <a:cubicBezTo>
                    <a:pt x="403" y="224"/>
                    <a:pt x="403" y="224"/>
                    <a:pt x="403" y="224"/>
                  </a:cubicBezTo>
                  <a:cubicBezTo>
                    <a:pt x="402" y="225"/>
                    <a:pt x="402" y="225"/>
                    <a:pt x="402" y="225"/>
                  </a:cubicBezTo>
                  <a:cubicBezTo>
                    <a:pt x="402" y="221"/>
                    <a:pt x="402" y="221"/>
                    <a:pt x="402" y="221"/>
                  </a:cubicBezTo>
                  <a:cubicBezTo>
                    <a:pt x="403" y="220"/>
                    <a:pt x="403" y="220"/>
                    <a:pt x="403" y="220"/>
                  </a:cubicBezTo>
                  <a:close/>
                  <a:moveTo>
                    <a:pt x="403" y="233"/>
                  </a:moveTo>
                  <a:cubicBezTo>
                    <a:pt x="403" y="237"/>
                    <a:pt x="403" y="237"/>
                    <a:pt x="403" y="237"/>
                  </a:cubicBezTo>
                  <a:cubicBezTo>
                    <a:pt x="402" y="237"/>
                    <a:pt x="402" y="237"/>
                    <a:pt x="402" y="237"/>
                  </a:cubicBezTo>
                  <a:cubicBezTo>
                    <a:pt x="402" y="233"/>
                    <a:pt x="402" y="233"/>
                    <a:pt x="402" y="233"/>
                  </a:cubicBezTo>
                  <a:cubicBezTo>
                    <a:pt x="403" y="233"/>
                    <a:pt x="403" y="233"/>
                    <a:pt x="403" y="233"/>
                  </a:cubicBezTo>
                  <a:close/>
                  <a:moveTo>
                    <a:pt x="403" y="244"/>
                  </a:moveTo>
                  <a:cubicBezTo>
                    <a:pt x="403" y="249"/>
                    <a:pt x="403" y="249"/>
                    <a:pt x="403" y="249"/>
                  </a:cubicBezTo>
                  <a:cubicBezTo>
                    <a:pt x="403" y="249"/>
                    <a:pt x="403" y="249"/>
                    <a:pt x="402" y="250"/>
                  </a:cubicBezTo>
                  <a:cubicBezTo>
                    <a:pt x="402" y="245"/>
                    <a:pt x="402" y="245"/>
                    <a:pt x="402" y="245"/>
                  </a:cubicBezTo>
                  <a:cubicBezTo>
                    <a:pt x="403" y="245"/>
                    <a:pt x="403" y="244"/>
                    <a:pt x="403" y="244"/>
                  </a:cubicBezTo>
                  <a:close/>
                  <a:moveTo>
                    <a:pt x="403" y="257"/>
                  </a:moveTo>
                  <a:cubicBezTo>
                    <a:pt x="403" y="262"/>
                    <a:pt x="403" y="262"/>
                    <a:pt x="403" y="262"/>
                  </a:cubicBezTo>
                  <a:cubicBezTo>
                    <a:pt x="402" y="262"/>
                    <a:pt x="402" y="262"/>
                    <a:pt x="402" y="262"/>
                  </a:cubicBezTo>
                  <a:cubicBezTo>
                    <a:pt x="402" y="258"/>
                    <a:pt x="402" y="258"/>
                    <a:pt x="402" y="258"/>
                  </a:cubicBezTo>
                  <a:cubicBezTo>
                    <a:pt x="403" y="257"/>
                    <a:pt x="403" y="257"/>
                    <a:pt x="403" y="257"/>
                  </a:cubicBezTo>
                  <a:close/>
                  <a:moveTo>
                    <a:pt x="403" y="269"/>
                  </a:moveTo>
                  <a:cubicBezTo>
                    <a:pt x="403" y="275"/>
                    <a:pt x="403" y="275"/>
                    <a:pt x="403" y="275"/>
                  </a:cubicBezTo>
                  <a:cubicBezTo>
                    <a:pt x="402" y="275"/>
                    <a:pt x="402" y="275"/>
                    <a:pt x="402" y="275"/>
                  </a:cubicBezTo>
                  <a:cubicBezTo>
                    <a:pt x="402" y="270"/>
                    <a:pt x="402" y="270"/>
                    <a:pt x="402" y="270"/>
                  </a:cubicBezTo>
                  <a:cubicBezTo>
                    <a:pt x="403" y="270"/>
                    <a:pt x="403" y="269"/>
                    <a:pt x="403" y="269"/>
                  </a:cubicBezTo>
                  <a:close/>
                  <a:moveTo>
                    <a:pt x="403" y="282"/>
                  </a:moveTo>
                  <a:cubicBezTo>
                    <a:pt x="403" y="287"/>
                    <a:pt x="403" y="287"/>
                    <a:pt x="403" y="287"/>
                  </a:cubicBezTo>
                  <a:cubicBezTo>
                    <a:pt x="403" y="287"/>
                    <a:pt x="403" y="287"/>
                    <a:pt x="402" y="287"/>
                  </a:cubicBezTo>
                  <a:cubicBezTo>
                    <a:pt x="402" y="283"/>
                    <a:pt x="402" y="283"/>
                    <a:pt x="402" y="283"/>
                  </a:cubicBezTo>
                  <a:cubicBezTo>
                    <a:pt x="403" y="283"/>
                    <a:pt x="403" y="283"/>
                    <a:pt x="403" y="282"/>
                  </a:cubicBezTo>
                  <a:close/>
                  <a:moveTo>
                    <a:pt x="403" y="293"/>
                  </a:moveTo>
                  <a:cubicBezTo>
                    <a:pt x="403" y="298"/>
                    <a:pt x="403" y="298"/>
                    <a:pt x="403" y="298"/>
                  </a:cubicBezTo>
                  <a:cubicBezTo>
                    <a:pt x="403" y="298"/>
                    <a:pt x="403" y="298"/>
                    <a:pt x="403" y="298"/>
                  </a:cubicBezTo>
                  <a:cubicBezTo>
                    <a:pt x="403" y="298"/>
                    <a:pt x="403" y="298"/>
                    <a:pt x="403" y="298"/>
                  </a:cubicBezTo>
                  <a:cubicBezTo>
                    <a:pt x="403" y="307"/>
                    <a:pt x="403" y="307"/>
                    <a:pt x="403" y="307"/>
                  </a:cubicBezTo>
                  <a:cubicBezTo>
                    <a:pt x="403" y="306"/>
                    <a:pt x="403" y="306"/>
                    <a:pt x="402" y="305"/>
                  </a:cubicBezTo>
                  <a:cubicBezTo>
                    <a:pt x="402" y="293"/>
                    <a:pt x="402" y="293"/>
                    <a:pt x="402" y="293"/>
                  </a:cubicBezTo>
                  <a:cubicBezTo>
                    <a:pt x="403" y="293"/>
                    <a:pt x="403" y="293"/>
                    <a:pt x="403" y="293"/>
                  </a:cubicBezTo>
                  <a:close/>
                  <a:moveTo>
                    <a:pt x="403" y="308"/>
                  </a:moveTo>
                  <a:cubicBezTo>
                    <a:pt x="403" y="311"/>
                    <a:pt x="403" y="311"/>
                    <a:pt x="403" y="311"/>
                  </a:cubicBezTo>
                  <a:cubicBezTo>
                    <a:pt x="402" y="311"/>
                    <a:pt x="402" y="311"/>
                    <a:pt x="402" y="311"/>
                  </a:cubicBezTo>
                  <a:cubicBezTo>
                    <a:pt x="402" y="308"/>
                    <a:pt x="402" y="308"/>
                    <a:pt x="402" y="308"/>
                  </a:cubicBezTo>
                  <a:cubicBezTo>
                    <a:pt x="403" y="308"/>
                    <a:pt x="403" y="308"/>
                    <a:pt x="403" y="308"/>
                  </a:cubicBezTo>
                  <a:close/>
                  <a:moveTo>
                    <a:pt x="403" y="347"/>
                  </a:moveTo>
                  <a:cubicBezTo>
                    <a:pt x="403" y="437"/>
                    <a:pt x="403" y="437"/>
                    <a:pt x="403" y="437"/>
                  </a:cubicBezTo>
                  <a:cubicBezTo>
                    <a:pt x="402" y="436"/>
                    <a:pt x="402" y="436"/>
                    <a:pt x="402" y="436"/>
                  </a:cubicBezTo>
                  <a:cubicBezTo>
                    <a:pt x="402" y="343"/>
                    <a:pt x="402" y="343"/>
                    <a:pt x="402" y="343"/>
                  </a:cubicBezTo>
                  <a:cubicBezTo>
                    <a:pt x="403" y="347"/>
                    <a:pt x="403" y="347"/>
                    <a:pt x="403" y="347"/>
                  </a:cubicBezTo>
                  <a:close/>
                  <a:moveTo>
                    <a:pt x="403" y="492"/>
                  </a:moveTo>
                  <a:cubicBezTo>
                    <a:pt x="403" y="496"/>
                    <a:pt x="403" y="496"/>
                    <a:pt x="403" y="496"/>
                  </a:cubicBezTo>
                  <a:cubicBezTo>
                    <a:pt x="403" y="496"/>
                    <a:pt x="403" y="496"/>
                    <a:pt x="402" y="496"/>
                  </a:cubicBezTo>
                  <a:cubicBezTo>
                    <a:pt x="402" y="492"/>
                    <a:pt x="402" y="492"/>
                    <a:pt x="402" y="492"/>
                  </a:cubicBezTo>
                  <a:cubicBezTo>
                    <a:pt x="403" y="492"/>
                    <a:pt x="403" y="492"/>
                    <a:pt x="403" y="492"/>
                  </a:cubicBezTo>
                  <a:close/>
                  <a:moveTo>
                    <a:pt x="403" y="500"/>
                  </a:moveTo>
                  <a:cubicBezTo>
                    <a:pt x="403" y="510"/>
                    <a:pt x="403" y="510"/>
                    <a:pt x="403" y="510"/>
                  </a:cubicBezTo>
                  <a:cubicBezTo>
                    <a:pt x="402" y="510"/>
                    <a:pt x="402" y="510"/>
                    <a:pt x="402" y="510"/>
                  </a:cubicBezTo>
                  <a:cubicBezTo>
                    <a:pt x="402" y="497"/>
                    <a:pt x="402" y="497"/>
                    <a:pt x="402" y="497"/>
                  </a:cubicBezTo>
                  <a:cubicBezTo>
                    <a:pt x="402" y="498"/>
                    <a:pt x="403" y="499"/>
                    <a:pt x="403" y="500"/>
                  </a:cubicBezTo>
                  <a:close/>
                  <a:moveTo>
                    <a:pt x="403" y="513"/>
                  </a:moveTo>
                  <a:cubicBezTo>
                    <a:pt x="403" y="518"/>
                    <a:pt x="403" y="518"/>
                    <a:pt x="403" y="518"/>
                  </a:cubicBezTo>
                  <a:cubicBezTo>
                    <a:pt x="403" y="518"/>
                    <a:pt x="403" y="518"/>
                    <a:pt x="402" y="518"/>
                  </a:cubicBezTo>
                  <a:cubicBezTo>
                    <a:pt x="402" y="514"/>
                    <a:pt x="402" y="514"/>
                    <a:pt x="402" y="514"/>
                  </a:cubicBezTo>
                  <a:cubicBezTo>
                    <a:pt x="403" y="514"/>
                    <a:pt x="403" y="513"/>
                    <a:pt x="403" y="513"/>
                  </a:cubicBezTo>
                  <a:close/>
                  <a:moveTo>
                    <a:pt x="403" y="526"/>
                  </a:moveTo>
                  <a:cubicBezTo>
                    <a:pt x="403" y="530"/>
                    <a:pt x="403" y="530"/>
                    <a:pt x="403" y="530"/>
                  </a:cubicBezTo>
                  <a:cubicBezTo>
                    <a:pt x="402" y="531"/>
                    <a:pt x="402" y="531"/>
                    <a:pt x="402" y="531"/>
                  </a:cubicBezTo>
                  <a:cubicBezTo>
                    <a:pt x="402" y="526"/>
                    <a:pt x="402" y="526"/>
                    <a:pt x="402" y="526"/>
                  </a:cubicBezTo>
                  <a:cubicBezTo>
                    <a:pt x="403" y="526"/>
                    <a:pt x="403" y="526"/>
                    <a:pt x="403" y="526"/>
                  </a:cubicBezTo>
                  <a:close/>
                  <a:moveTo>
                    <a:pt x="403" y="537"/>
                  </a:moveTo>
                  <a:cubicBezTo>
                    <a:pt x="403" y="543"/>
                    <a:pt x="403" y="543"/>
                    <a:pt x="403" y="543"/>
                  </a:cubicBezTo>
                  <a:cubicBezTo>
                    <a:pt x="402" y="543"/>
                    <a:pt x="402" y="543"/>
                    <a:pt x="402" y="543"/>
                  </a:cubicBezTo>
                  <a:cubicBezTo>
                    <a:pt x="402" y="538"/>
                    <a:pt x="402" y="538"/>
                    <a:pt x="402" y="538"/>
                  </a:cubicBezTo>
                  <a:cubicBezTo>
                    <a:pt x="403" y="538"/>
                    <a:pt x="403" y="537"/>
                    <a:pt x="403" y="537"/>
                  </a:cubicBezTo>
                  <a:close/>
                  <a:moveTo>
                    <a:pt x="403" y="550"/>
                  </a:moveTo>
                  <a:cubicBezTo>
                    <a:pt x="403" y="555"/>
                    <a:pt x="403" y="555"/>
                    <a:pt x="403" y="555"/>
                  </a:cubicBezTo>
                  <a:cubicBezTo>
                    <a:pt x="403" y="555"/>
                    <a:pt x="403" y="555"/>
                    <a:pt x="402" y="555"/>
                  </a:cubicBezTo>
                  <a:cubicBezTo>
                    <a:pt x="402" y="551"/>
                    <a:pt x="402" y="551"/>
                    <a:pt x="402" y="551"/>
                  </a:cubicBezTo>
                  <a:cubicBezTo>
                    <a:pt x="403" y="550"/>
                    <a:pt x="403" y="550"/>
                    <a:pt x="403" y="550"/>
                  </a:cubicBezTo>
                  <a:close/>
                  <a:moveTo>
                    <a:pt x="403" y="563"/>
                  </a:moveTo>
                  <a:cubicBezTo>
                    <a:pt x="403" y="568"/>
                    <a:pt x="403" y="568"/>
                    <a:pt x="403" y="568"/>
                  </a:cubicBezTo>
                  <a:cubicBezTo>
                    <a:pt x="402" y="568"/>
                    <a:pt x="402" y="568"/>
                    <a:pt x="402" y="568"/>
                  </a:cubicBezTo>
                  <a:cubicBezTo>
                    <a:pt x="402" y="563"/>
                    <a:pt x="402" y="563"/>
                    <a:pt x="402" y="563"/>
                  </a:cubicBezTo>
                  <a:cubicBezTo>
                    <a:pt x="403" y="563"/>
                    <a:pt x="403" y="563"/>
                    <a:pt x="403" y="563"/>
                  </a:cubicBezTo>
                  <a:close/>
                  <a:moveTo>
                    <a:pt x="403" y="575"/>
                  </a:moveTo>
                  <a:cubicBezTo>
                    <a:pt x="403" y="580"/>
                    <a:pt x="403" y="580"/>
                    <a:pt x="403" y="580"/>
                  </a:cubicBezTo>
                  <a:cubicBezTo>
                    <a:pt x="402" y="580"/>
                    <a:pt x="402" y="580"/>
                    <a:pt x="402" y="580"/>
                  </a:cubicBezTo>
                  <a:cubicBezTo>
                    <a:pt x="402" y="576"/>
                    <a:pt x="402" y="576"/>
                    <a:pt x="402" y="576"/>
                  </a:cubicBezTo>
                  <a:cubicBezTo>
                    <a:pt x="403" y="576"/>
                    <a:pt x="403" y="575"/>
                    <a:pt x="403" y="575"/>
                  </a:cubicBezTo>
                  <a:close/>
                  <a:moveTo>
                    <a:pt x="403" y="588"/>
                  </a:moveTo>
                  <a:cubicBezTo>
                    <a:pt x="403" y="593"/>
                    <a:pt x="403" y="593"/>
                    <a:pt x="403" y="593"/>
                  </a:cubicBezTo>
                  <a:cubicBezTo>
                    <a:pt x="402" y="593"/>
                    <a:pt x="402" y="593"/>
                    <a:pt x="402" y="593"/>
                  </a:cubicBezTo>
                  <a:cubicBezTo>
                    <a:pt x="402" y="588"/>
                    <a:pt x="402" y="588"/>
                    <a:pt x="402" y="588"/>
                  </a:cubicBezTo>
                  <a:cubicBezTo>
                    <a:pt x="403" y="588"/>
                    <a:pt x="403" y="588"/>
                    <a:pt x="403" y="588"/>
                  </a:cubicBezTo>
                  <a:close/>
                  <a:moveTo>
                    <a:pt x="403" y="599"/>
                  </a:moveTo>
                  <a:cubicBezTo>
                    <a:pt x="403" y="605"/>
                    <a:pt x="403" y="605"/>
                    <a:pt x="403" y="605"/>
                  </a:cubicBezTo>
                  <a:cubicBezTo>
                    <a:pt x="403" y="605"/>
                    <a:pt x="403" y="605"/>
                    <a:pt x="402" y="605"/>
                  </a:cubicBezTo>
                  <a:cubicBezTo>
                    <a:pt x="402" y="601"/>
                    <a:pt x="402" y="601"/>
                    <a:pt x="402" y="601"/>
                  </a:cubicBezTo>
                  <a:cubicBezTo>
                    <a:pt x="403" y="600"/>
                    <a:pt x="403" y="600"/>
                    <a:pt x="403" y="599"/>
                  </a:cubicBezTo>
                  <a:close/>
                  <a:moveTo>
                    <a:pt x="403" y="611"/>
                  </a:moveTo>
                  <a:cubicBezTo>
                    <a:pt x="403" y="617"/>
                    <a:pt x="403" y="617"/>
                    <a:pt x="403" y="617"/>
                  </a:cubicBezTo>
                  <a:cubicBezTo>
                    <a:pt x="403" y="617"/>
                    <a:pt x="403" y="617"/>
                    <a:pt x="402" y="617"/>
                  </a:cubicBezTo>
                  <a:cubicBezTo>
                    <a:pt x="402" y="611"/>
                    <a:pt x="402" y="611"/>
                    <a:pt x="402" y="611"/>
                  </a:cubicBezTo>
                  <a:cubicBezTo>
                    <a:pt x="403" y="611"/>
                    <a:pt x="403" y="611"/>
                    <a:pt x="403" y="611"/>
                  </a:cubicBezTo>
                  <a:close/>
                  <a:moveTo>
                    <a:pt x="403" y="626"/>
                  </a:moveTo>
                  <a:cubicBezTo>
                    <a:pt x="403" y="639"/>
                    <a:pt x="403" y="639"/>
                    <a:pt x="403" y="639"/>
                  </a:cubicBezTo>
                  <a:cubicBezTo>
                    <a:pt x="402" y="639"/>
                    <a:pt x="402" y="639"/>
                    <a:pt x="402" y="639"/>
                  </a:cubicBezTo>
                  <a:cubicBezTo>
                    <a:pt x="402" y="624"/>
                    <a:pt x="402" y="624"/>
                    <a:pt x="402" y="624"/>
                  </a:cubicBezTo>
                  <a:cubicBezTo>
                    <a:pt x="403" y="625"/>
                    <a:pt x="403" y="625"/>
                    <a:pt x="403" y="626"/>
                  </a:cubicBezTo>
                  <a:close/>
                  <a:moveTo>
                    <a:pt x="403" y="749"/>
                  </a:moveTo>
                  <a:cubicBezTo>
                    <a:pt x="403" y="756"/>
                    <a:pt x="403" y="756"/>
                    <a:pt x="403" y="756"/>
                  </a:cubicBezTo>
                  <a:cubicBezTo>
                    <a:pt x="403" y="756"/>
                    <a:pt x="403" y="756"/>
                    <a:pt x="402" y="757"/>
                  </a:cubicBezTo>
                  <a:cubicBezTo>
                    <a:pt x="402" y="749"/>
                    <a:pt x="402" y="749"/>
                    <a:pt x="402" y="749"/>
                  </a:cubicBezTo>
                  <a:cubicBezTo>
                    <a:pt x="403" y="749"/>
                    <a:pt x="403" y="749"/>
                    <a:pt x="403" y="749"/>
                  </a:cubicBezTo>
                  <a:close/>
                  <a:moveTo>
                    <a:pt x="403" y="766"/>
                  </a:moveTo>
                  <a:cubicBezTo>
                    <a:pt x="403" y="781"/>
                    <a:pt x="403" y="781"/>
                    <a:pt x="403" y="781"/>
                  </a:cubicBezTo>
                  <a:cubicBezTo>
                    <a:pt x="402" y="779"/>
                    <a:pt x="402" y="779"/>
                    <a:pt x="402" y="779"/>
                  </a:cubicBezTo>
                  <a:cubicBezTo>
                    <a:pt x="402" y="764"/>
                    <a:pt x="402" y="764"/>
                    <a:pt x="402" y="764"/>
                  </a:cubicBezTo>
                  <a:lnTo>
                    <a:pt x="403" y="766"/>
                  </a:lnTo>
                  <a:close/>
                  <a:moveTo>
                    <a:pt x="402" y="0"/>
                  </a:moveTo>
                  <a:cubicBezTo>
                    <a:pt x="402" y="0"/>
                    <a:pt x="402" y="0"/>
                    <a:pt x="402" y="0"/>
                  </a:cubicBezTo>
                  <a:cubicBezTo>
                    <a:pt x="402" y="9"/>
                    <a:pt x="402" y="9"/>
                    <a:pt x="402" y="9"/>
                  </a:cubicBezTo>
                  <a:cubicBezTo>
                    <a:pt x="402" y="9"/>
                    <a:pt x="402" y="9"/>
                    <a:pt x="402" y="9"/>
                  </a:cubicBezTo>
                  <a:cubicBezTo>
                    <a:pt x="402" y="0"/>
                    <a:pt x="402" y="0"/>
                    <a:pt x="402" y="0"/>
                  </a:cubicBezTo>
                  <a:close/>
                  <a:moveTo>
                    <a:pt x="402" y="794"/>
                  </a:moveTo>
                  <a:cubicBezTo>
                    <a:pt x="402" y="794"/>
                    <a:pt x="402" y="794"/>
                    <a:pt x="402" y="794"/>
                  </a:cubicBezTo>
                  <a:cubicBezTo>
                    <a:pt x="402" y="786"/>
                    <a:pt x="402" y="786"/>
                    <a:pt x="402" y="786"/>
                  </a:cubicBezTo>
                  <a:cubicBezTo>
                    <a:pt x="402" y="786"/>
                    <a:pt x="402" y="786"/>
                    <a:pt x="402" y="786"/>
                  </a:cubicBezTo>
                  <a:cubicBezTo>
                    <a:pt x="402" y="794"/>
                    <a:pt x="402" y="794"/>
                    <a:pt x="402" y="794"/>
                  </a:cubicBezTo>
                  <a:close/>
                  <a:moveTo>
                    <a:pt x="402" y="32"/>
                  </a:moveTo>
                  <a:cubicBezTo>
                    <a:pt x="402" y="46"/>
                    <a:pt x="402" y="46"/>
                    <a:pt x="402" y="46"/>
                  </a:cubicBezTo>
                  <a:cubicBezTo>
                    <a:pt x="402" y="46"/>
                    <a:pt x="402" y="46"/>
                    <a:pt x="402" y="46"/>
                  </a:cubicBezTo>
                  <a:cubicBezTo>
                    <a:pt x="402" y="32"/>
                    <a:pt x="402" y="32"/>
                    <a:pt x="402" y="32"/>
                  </a:cubicBezTo>
                  <a:cubicBezTo>
                    <a:pt x="402" y="32"/>
                    <a:pt x="402" y="32"/>
                    <a:pt x="402" y="32"/>
                  </a:cubicBezTo>
                  <a:close/>
                  <a:moveTo>
                    <a:pt x="402" y="165"/>
                  </a:moveTo>
                  <a:cubicBezTo>
                    <a:pt x="402" y="171"/>
                    <a:pt x="402" y="171"/>
                    <a:pt x="402" y="171"/>
                  </a:cubicBezTo>
                  <a:cubicBezTo>
                    <a:pt x="402" y="171"/>
                    <a:pt x="402" y="171"/>
                    <a:pt x="402" y="171"/>
                  </a:cubicBezTo>
                  <a:cubicBezTo>
                    <a:pt x="402" y="165"/>
                    <a:pt x="402" y="165"/>
                    <a:pt x="402" y="165"/>
                  </a:cubicBezTo>
                  <a:cubicBezTo>
                    <a:pt x="402" y="165"/>
                    <a:pt x="402" y="165"/>
                    <a:pt x="402" y="165"/>
                  </a:cubicBezTo>
                  <a:close/>
                  <a:moveTo>
                    <a:pt x="402" y="185"/>
                  </a:moveTo>
                  <a:cubicBezTo>
                    <a:pt x="402" y="192"/>
                    <a:pt x="402" y="192"/>
                    <a:pt x="402" y="192"/>
                  </a:cubicBezTo>
                  <a:cubicBezTo>
                    <a:pt x="402" y="192"/>
                    <a:pt x="402" y="192"/>
                    <a:pt x="402" y="192"/>
                  </a:cubicBezTo>
                  <a:cubicBezTo>
                    <a:pt x="402" y="185"/>
                    <a:pt x="402" y="185"/>
                    <a:pt x="402" y="185"/>
                  </a:cubicBezTo>
                  <a:cubicBezTo>
                    <a:pt x="402" y="185"/>
                    <a:pt x="402" y="185"/>
                    <a:pt x="402" y="185"/>
                  </a:cubicBezTo>
                  <a:close/>
                  <a:moveTo>
                    <a:pt x="402" y="196"/>
                  </a:moveTo>
                  <a:cubicBezTo>
                    <a:pt x="402" y="200"/>
                    <a:pt x="402" y="200"/>
                    <a:pt x="402" y="200"/>
                  </a:cubicBezTo>
                  <a:cubicBezTo>
                    <a:pt x="402" y="200"/>
                    <a:pt x="402" y="200"/>
                    <a:pt x="402" y="200"/>
                  </a:cubicBezTo>
                  <a:cubicBezTo>
                    <a:pt x="402" y="196"/>
                    <a:pt x="402" y="196"/>
                    <a:pt x="402" y="196"/>
                  </a:cubicBezTo>
                  <a:cubicBezTo>
                    <a:pt x="402" y="196"/>
                    <a:pt x="402" y="196"/>
                    <a:pt x="402" y="196"/>
                  </a:cubicBezTo>
                  <a:close/>
                  <a:moveTo>
                    <a:pt x="402" y="208"/>
                  </a:moveTo>
                  <a:cubicBezTo>
                    <a:pt x="402" y="213"/>
                    <a:pt x="402" y="213"/>
                    <a:pt x="402" y="213"/>
                  </a:cubicBezTo>
                  <a:cubicBezTo>
                    <a:pt x="402" y="213"/>
                    <a:pt x="402" y="213"/>
                    <a:pt x="402" y="213"/>
                  </a:cubicBezTo>
                  <a:cubicBezTo>
                    <a:pt x="402" y="208"/>
                    <a:pt x="402" y="208"/>
                    <a:pt x="402" y="208"/>
                  </a:cubicBezTo>
                  <a:cubicBezTo>
                    <a:pt x="402" y="208"/>
                    <a:pt x="402" y="208"/>
                    <a:pt x="402" y="208"/>
                  </a:cubicBezTo>
                  <a:close/>
                  <a:moveTo>
                    <a:pt x="402" y="221"/>
                  </a:moveTo>
                  <a:cubicBezTo>
                    <a:pt x="402" y="225"/>
                    <a:pt x="402" y="225"/>
                    <a:pt x="402" y="225"/>
                  </a:cubicBezTo>
                  <a:cubicBezTo>
                    <a:pt x="402" y="225"/>
                    <a:pt x="402" y="225"/>
                    <a:pt x="402" y="225"/>
                  </a:cubicBezTo>
                  <a:cubicBezTo>
                    <a:pt x="402" y="221"/>
                    <a:pt x="402" y="221"/>
                    <a:pt x="402" y="221"/>
                  </a:cubicBezTo>
                  <a:cubicBezTo>
                    <a:pt x="402" y="221"/>
                    <a:pt x="402" y="221"/>
                    <a:pt x="402" y="221"/>
                  </a:cubicBezTo>
                  <a:close/>
                  <a:moveTo>
                    <a:pt x="402" y="233"/>
                  </a:moveTo>
                  <a:cubicBezTo>
                    <a:pt x="402" y="237"/>
                    <a:pt x="402" y="237"/>
                    <a:pt x="402" y="237"/>
                  </a:cubicBezTo>
                  <a:cubicBezTo>
                    <a:pt x="402" y="238"/>
                    <a:pt x="402" y="238"/>
                    <a:pt x="402" y="238"/>
                  </a:cubicBezTo>
                  <a:cubicBezTo>
                    <a:pt x="402" y="233"/>
                    <a:pt x="402" y="233"/>
                    <a:pt x="402" y="233"/>
                  </a:cubicBezTo>
                  <a:cubicBezTo>
                    <a:pt x="402" y="233"/>
                    <a:pt x="402" y="233"/>
                    <a:pt x="402" y="233"/>
                  </a:cubicBezTo>
                  <a:close/>
                  <a:moveTo>
                    <a:pt x="402" y="245"/>
                  </a:moveTo>
                  <a:cubicBezTo>
                    <a:pt x="402" y="250"/>
                    <a:pt x="402" y="250"/>
                    <a:pt x="402" y="250"/>
                  </a:cubicBezTo>
                  <a:cubicBezTo>
                    <a:pt x="402" y="250"/>
                    <a:pt x="402" y="250"/>
                    <a:pt x="402" y="250"/>
                  </a:cubicBezTo>
                  <a:cubicBezTo>
                    <a:pt x="402" y="245"/>
                    <a:pt x="402" y="245"/>
                    <a:pt x="402" y="245"/>
                  </a:cubicBezTo>
                  <a:cubicBezTo>
                    <a:pt x="402" y="245"/>
                    <a:pt x="402" y="245"/>
                    <a:pt x="402" y="245"/>
                  </a:cubicBezTo>
                  <a:close/>
                  <a:moveTo>
                    <a:pt x="402" y="258"/>
                  </a:moveTo>
                  <a:cubicBezTo>
                    <a:pt x="402" y="262"/>
                    <a:pt x="402" y="262"/>
                    <a:pt x="402" y="262"/>
                  </a:cubicBezTo>
                  <a:cubicBezTo>
                    <a:pt x="402" y="262"/>
                    <a:pt x="402" y="262"/>
                    <a:pt x="402" y="262"/>
                  </a:cubicBezTo>
                  <a:cubicBezTo>
                    <a:pt x="402" y="258"/>
                    <a:pt x="402" y="258"/>
                    <a:pt x="402" y="258"/>
                  </a:cubicBezTo>
                  <a:cubicBezTo>
                    <a:pt x="402" y="258"/>
                    <a:pt x="402" y="258"/>
                    <a:pt x="402" y="258"/>
                  </a:cubicBezTo>
                  <a:close/>
                  <a:moveTo>
                    <a:pt x="402" y="270"/>
                  </a:moveTo>
                  <a:cubicBezTo>
                    <a:pt x="402" y="275"/>
                    <a:pt x="402" y="275"/>
                    <a:pt x="402" y="275"/>
                  </a:cubicBezTo>
                  <a:cubicBezTo>
                    <a:pt x="402" y="275"/>
                    <a:pt x="402" y="275"/>
                    <a:pt x="402" y="275"/>
                  </a:cubicBezTo>
                  <a:cubicBezTo>
                    <a:pt x="402" y="270"/>
                    <a:pt x="402" y="270"/>
                    <a:pt x="402" y="270"/>
                  </a:cubicBezTo>
                  <a:cubicBezTo>
                    <a:pt x="402" y="270"/>
                    <a:pt x="402" y="270"/>
                    <a:pt x="402" y="270"/>
                  </a:cubicBezTo>
                  <a:close/>
                  <a:moveTo>
                    <a:pt x="402" y="283"/>
                  </a:moveTo>
                  <a:cubicBezTo>
                    <a:pt x="402" y="287"/>
                    <a:pt x="402" y="287"/>
                    <a:pt x="402" y="287"/>
                  </a:cubicBezTo>
                  <a:cubicBezTo>
                    <a:pt x="402" y="287"/>
                    <a:pt x="402" y="287"/>
                    <a:pt x="402" y="287"/>
                  </a:cubicBezTo>
                  <a:cubicBezTo>
                    <a:pt x="402" y="283"/>
                    <a:pt x="402" y="283"/>
                    <a:pt x="402" y="283"/>
                  </a:cubicBezTo>
                  <a:cubicBezTo>
                    <a:pt x="402" y="283"/>
                    <a:pt x="402" y="283"/>
                    <a:pt x="402" y="283"/>
                  </a:cubicBezTo>
                  <a:close/>
                  <a:moveTo>
                    <a:pt x="402" y="293"/>
                  </a:moveTo>
                  <a:cubicBezTo>
                    <a:pt x="402" y="305"/>
                    <a:pt x="402" y="305"/>
                    <a:pt x="402" y="305"/>
                  </a:cubicBezTo>
                  <a:cubicBezTo>
                    <a:pt x="402" y="304"/>
                    <a:pt x="402" y="304"/>
                    <a:pt x="402" y="304"/>
                  </a:cubicBezTo>
                  <a:cubicBezTo>
                    <a:pt x="402" y="293"/>
                    <a:pt x="402" y="293"/>
                    <a:pt x="402" y="293"/>
                  </a:cubicBezTo>
                  <a:cubicBezTo>
                    <a:pt x="402" y="293"/>
                    <a:pt x="402" y="293"/>
                    <a:pt x="402" y="293"/>
                  </a:cubicBezTo>
                  <a:close/>
                  <a:moveTo>
                    <a:pt x="402" y="308"/>
                  </a:moveTo>
                  <a:cubicBezTo>
                    <a:pt x="402" y="311"/>
                    <a:pt x="402" y="311"/>
                    <a:pt x="402" y="311"/>
                  </a:cubicBezTo>
                  <a:cubicBezTo>
                    <a:pt x="402" y="311"/>
                    <a:pt x="402" y="311"/>
                    <a:pt x="402" y="311"/>
                  </a:cubicBezTo>
                  <a:cubicBezTo>
                    <a:pt x="402" y="308"/>
                    <a:pt x="402" y="308"/>
                    <a:pt x="402" y="308"/>
                  </a:cubicBezTo>
                  <a:cubicBezTo>
                    <a:pt x="402" y="308"/>
                    <a:pt x="402" y="308"/>
                    <a:pt x="402" y="308"/>
                  </a:cubicBezTo>
                  <a:close/>
                  <a:moveTo>
                    <a:pt x="402" y="343"/>
                  </a:moveTo>
                  <a:cubicBezTo>
                    <a:pt x="402" y="436"/>
                    <a:pt x="402" y="436"/>
                    <a:pt x="402" y="436"/>
                  </a:cubicBezTo>
                  <a:cubicBezTo>
                    <a:pt x="402" y="435"/>
                    <a:pt x="402" y="435"/>
                    <a:pt x="402" y="435"/>
                  </a:cubicBezTo>
                  <a:cubicBezTo>
                    <a:pt x="402" y="342"/>
                    <a:pt x="402" y="342"/>
                    <a:pt x="402" y="342"/>
                  </a:cubicBezTo>
                  <a:cubicBezTo>
                    <a:pt x="402" y="343"/>
                    <a:pt x="402" y="343"/>
                    <a:pt x="402" y="343"/>
                  </a:cubicBezTo>
                  <a:close/>
                  <a:moveTo>
                    <a:pt x="402" y="492"/>
                  </a:moveTo>
                  <a:cubicBezTo>
                    <a:pt x="402" y="496"/>
                    <a:pt x="402" y="496"/>
                    <a:pt x="402" y="496"/>
                  </a:cubicBezTo>
                  <a:cubicBezTo>
                    <a:pt x="402" y="496"/>
                    <a:pt x="402" y="496"/>
                    <a:pt x="402" y="496"/>
                  </a:cubicBezTo>
                  <a:cubicBezTo>
                    <a:pt x="402" y="492"/>
                    <a:pt x="402" y="492"/>
                    <a:pt x="402" y="492"/>
                  </a:cubicBezTo>
                  <a:cubicBezTo>
                    <a:pt x="402" y="492"/>
                    <a:pt x="402" y="492"/>
                    <a:pt x="402" y="492"/>
                  </a:cubicBezTo>
                  <a:close/>
                  <a:moveTo>
                    <a:pt x="402" y="497"/>
                  </a:moveTo>
                  <a:cubicBezTo>
                    <a:pt x="402" y="510"/>
                    <a:pt x="402" y="510"/>
                    <a:pt x="402" y="510"/>
                  </a:cubicBezTo>
                  <a:cubicBezTo>
                    <a:pt x="402" y="510"/>
                    <a:pt x="402" y="510"/>
                    <a:pt x="402" y="510"/>
                  </a:cubicBezTo>
                  <a:cubicBezTo>
                    <a:pt x="402" y="507"/>
                    <a:pt x="402" y="507"/>
                    <a:pt x="402" y="507"/>
                  </a:cubicBezTo>
                  <a:cubicBezTo>
                    <a:pt x="402" y="507"/>
                    <a:pt x="402" y="507"/>
                    <a:pt x="402" y="507"/>
                  </a:cubicBezTo>
                  <a:cubicBezTo>
                    <a:pt x="402" y="506"/>
                    <a:pt x="402" y="506"/>
                    <a:pt x="402" y="506"/>
                  </a:cubicBezTo>
                  <a:cubicBezTo>
                    <a:pt x="402" y="496"/>
                    <a:pt x="402" y="496"/>
                    <a:pt x="402" y="496"/>
                  </a:cubicBezTo>
                  <a:cubicBezTo>
                    <a:pt x="402" y="497"/>
                    <a:pt x="402" y="497"/>
                    <a:pt x="402" y="497"/>
                  </a:cubicBezTo>
                  <a:close/>
                  <a:moveTo>
                    <a:pt x="402" y="514"/>
                  </a:moveTo>
                  <a:cubicBezTo>
                    <a:pt x="402" y="518"/>
                    <a:pt x="402" y="518"/>
                    <a:pt x="402" y="518"/>
                  </a:cubicBezTo>
                  <a:cubicBezTo>
                    <a:pt x="402" y="518"/>
                    <a:pt x="402" y="518"/>
                    <a:pt x="402" y="518"/>
                  </a:cubicBezTo>
                  <a:cubicBezTo>
                    <a:pt x="402" y="514"/>
                    <a:pt x="402" y="514"/>
                    <a:pt x="402" y="514"/>
                  </a:cubicBezTo>
                  <a:cubicBezTo>
                    <a:pt x="402" y="514"/>
                    <a:pt x="402" y="514"/>
                    <a:pt x="402" y="514"/>
                  </a:cubicBezTo>
                  <a:close/>
                  <a:moveTo>
                    <a:pt x="402" y="526"/>
                  </a:moveTo>
                  <a:cubicBezTo>
                    <a:pt x="402" y="531"/>
                    <a:pt x="402" y="531"/>
                    <a:pt x="402" y="531"/>
                  </a:cubicBezTo>
                  <a:cubicBezTo>
                    <a:pt x="402" y="531"/>
                    <a:pt x="402" y="531"/>
                    <a:pt x="402" y="531"/>
                  </a:cubicBezTo>
                  <a:cubicBezTo>
                    <a:pt x="402" y="526"/>
                    <a:pt x="402" y="526"/>
                    <a:pt x="402" y="526"/>
                  </a:cubicBezTo>
                  <a:cubicBezTo>
                    <a:pt x="402" y="526"/>
                    <a:pt x="402" y="526"/>
                    <a:pt x="402" y="526"/>
                  </a:cubicBezTo>
                  <a:close/>
                  <a:moveTo>
                    <a:pt x="402" y="538"/>
                  </a:moveTo>
                  <a:cubicBezTo>
                    <a:pt x="402" y="543"/>
                    <a:pt x="402" y="543"/>
                    <a:pt x="402" y="543"/>
                  </a:cubicBezTo>
                  <a:cubicBezTo>
                    <a:pt x="402" y="543"/>
                    <a:pt x="402" y="543"/>
                    <a:pt x="402" y="543"/>
                  </a:cubicBezTo>
                  <a:cubicBezTo>
                    <a:pt x="402" y="539"/>
                    <a:pt x="402" y="539"/>
                    <a:pt x="402" y="539"/>
                  </a:cubicBezTo>
                  <a:cubicBezTo>
                    <a:pt x="402" y="538"/>
                    <a:pt x="402" y="538"/>
                    <a:pt x="402" y="538"/>
                  </a:cubicBezTo>
                  <a:close/>
                  <a:moveTo>
                    <a:pt x="402" y="551"/>
                  </a:moveTo>
                  <a:cubicBezTo>
                    <a:pt x="402" y="555"/>
                    <a:pt x="402" y="555"/>
                    <a:pt x="402" y="555"/>
                  </a:cubicBezTo>
                  <a:cubicBezTo>
                    <a:pt x="402" y="555"/>
                    <a:pt x="402" y="555"/>
                    <a:pt x="402" y="555"/>
                  </a:cubicBezTo>
                  <a:cubicBezTo>
                    <a:pt x="402" y="551"/>
                    <a:pt x="402" y="551"/>
                    <a:pt x="402" y="551"/>
                  </a:cubicBezTo>
                  <a:cubicBezTo>
                    <a:pt x="402" y="551"/>
                    <a:pt x="402" y="551"/>
                    <a:pt x="402" y="551"/>
                  </a:cubicBezTo>
                  <a:close/>
                  <a:moveTo>
                    <a:pt x="402" y="563"/>
                  </a:moveTo>
                  <a:cubicBezTo>
                    <a:pt x="402" y="568"/>
                    <a:pt x="402" y="568"/>
                    <a:pt x="402" y="568"/>
                  </a:cubicBezTo>
                  <a:cubicBezTo>
                    <a:pt x="402" y="568"/>
                    <a:pt x="402" y="568"/>
                    <a:pt x="402" y="568"/>
                  </a:cubicBezTo>
                  <a:cubicBezTo>
                    <a:pt x="402" y="563"/>
                    <a:pt x="402" y="563"/>
                    <a:pt x="402" y="563"/>
                  </a:cubicBezTo>
                  <a:cubicBezTo>
                    <a:pt x="402" y="563"/>
                    <a:pt x="402" y="563"/>
                    <a:pt x="402" y="563"/>
                  </a:cubicBezTo>
                  <a:close/>
                  <a:moveTo>
                    <a:pt x="402" y="576"/>
                  </a:moveTo>
                  <a:cubicBezTo>
                    <a:pt x="402" y="580"/>
                    <a:pt x="402" y="580"/>
                    <a:pt x="402" y="580"/>
                  </a:cubicBezTo>
                  <a:cubicBezTo>
                    <a:pt x="402" y="580"/>
                    <a:pt x="402" y="580"/>
                    <a:pt x="402" y="580"/>
                  </a:cubicBezTo>
                  <a:cubicBezTo>
                    <a:pt x="402" y="576"/>
                    <a:pt x="402" y="576"/>
                    <a:pt x="402" y="576"/>
                  </a:cubicBezTo>
                  <a:cubicBezTo>
                    <a:pt x="402" y="576"/>
                    <a:pt x="402" y="576"/>
                    <a:pt x="402" y="576"/>
                  </a:cubicBezTo>
                  <a:close/>
                  <a:moveTo>
                    <a:pt x="402" y="588"/>
                  </a:moveTo>
                  <a:cubicBezTo>
                    <a:pt x="402" y="593"/>
                    <a:pt x="402" y="593"/>
                    <a:pt x="402" y="593"/>
                  </a:cubicBezTo>
                  <a:cubicBezTo>
                    <a:pt x="402" y="593"/>
                    <a:pt x="402" y="593"/>
                    <a:pt x="402" y="593"/>
                  </a:cubicBezTo>
                  <a:cubicBezTo>
                    <a:pt x="402" y="588"/>
                    <a:pt x="402" y="588"/>
                    <a:pt x="402" y="588"/>
                  </a:cubicBezTo>
                  <a:cubicBezTo>
                    <a:pt x="402" y="588"/>
                    <a:pt x="402" y="588"/>
                    <a:pt x="402" y="588"/>
                  </a:cubicBezTo>
                  <a:close/>
                  <a:moveTo>
                    <a:pt x="402" y="601"/>
                  </a:moveTo>
                  <a:cubicBezTo>
                    <a:pt x="402" y="605"/>
                    <a:pt x="402" y="605"/>
                    <a:pt x="402" y="605"/>
                  </a:cubicBezTo>
                  <a:cubicBezTo>
                    <a:pt x="402" y="605"/>
                    <a:pt x="402" y="605"/>
                    <a:pt x="402" y="605"/>
                  </a:cubicBezTo>
                  <a:cubicBezTo>
                    <a:pt x="402" y="601"/>
                    <a:pt x="402" y="601"/>
                    <a:pt x="402" y="601"/>
                  </a:cubicBezTo>
                  <a:cubicBezTo>
                    <a:pt x="402" y="601"/>
                    <a:pt x="402" y="601"/>
                    <a:pt x="402" y="601"/>
                  </a:cubicBezTo>
                  <a:close/>
                  <a:moveTo>
                    <a:pt x="402" y="611"/>
                  </a:moveTo>
                  <a:cubicBezTo>
                    <a:pt x="402" y="617"/>
                    <a:pt x="402" y="617"/>
                    <a:pt x="402" y="617"/>
                  </a:cubicBezTo>
                  <a:cubicBezTo>
                    <a:pt x="402" y="617"/>
                    <a:pt x="402" y="617"/>
                    <a:pt x="402" y="617"/>
                  </a:cubicBezTo>
                  <a:cubicBezTo>
                    <a:pt x="402" y="611"/>
                    <a:pt x="402" y="611"/>
                    <a:pt x="402" y="611"/>
                  </a:cubicBezTo>
                  <a:cubicBezTo>
                    <a:pt x="402" y="611"/>
                    <a:pt x="402" y="611"/>
                    <a:pt x="402" y="611"/>
                  </a:cubicBezTo>
                  <a:close/>
                  <a:moveTo>
                    <a:pt x="402" y="624"/>
                  </a:moveTo>
                  <a:cubicBezTo>
                    <a:pt x="402" y="639"/>
                    <a:pt x="402" y="639"/>
                    <a:pt x="402" y="639"/>
                  </a:cubicBezTo>
                  <a:cubicBezTo>
                    <a:pt x="402" y="639"/>
                    <a:pt x="402" y="639"/>
                    <a:pt x="402" y="639"/>
                  </a:cubicBezTo>
                  <a:cubicBezTo>
                    <a:pt x="402" y="624"/>
                    <a:pt x="402" y="624"/>
                    <a:pt x="402" y="624"/>
                  </a:cubicBezTo>
                  <a:cubicBezTo>
                    <a:pt x="402" y="624"/>
                    <a:pt x="402" y="624"/>
                    <a:pt x="402" y="624"/>
                  </a:cubicBezTo>
                  <a:close/>
                  <a:moveTo>
                    <a:pt x="402" y="749"/>
                  </a:moveTo>
                  <a:cubicBezTo>
                    <a:pt x="402" y="757"/>
                    <a:pt x="402" y="757"/>
                    <a:pt x="402" y="757"/>
                  </a:cubicBezTo>
                  <a:cubicBezTo>
                    <a:pt x="402" y="757"/>
                    <a:pt x="402" y="757"/>
                    <a:pt x="402" y="757"/>
                  </a:cubicBezTo>
                  <a:cubicBezTo>
                    <a:pt x="402" y="749"/>
                    <a:pt x="402" y="749"/>
                    <a:pt x="402" y="749"/>
                  </a:cubicBezTo>
                  <a:cubicBezTo>
                    <a:pt x="402" y="749"/>
                    <a:pt x="402" y="749"/>
                    <a:pt x="402" y="749"/>
                  </a:cubicBezTo>
                  <a:close/>
                  <a:moveTo>
                    <a:pt x="402" y="764"/>
                  </a:moveTo>
                  <a:cubicBezTo>
                    <a:pt x="402" y="779"/>
                    <a:pt x="402" y="779"/>
                    <a:pt x="402" y="779"/>
                  </a:cubicBezTo>
                  <a:cubicBezTo>
                    <a:pt x="402" y="778"/>
                    <a:pt x="402" y="778"/>
                    <a:pt x="402" y="778"/>
                  </a:cubicBezTo>
                  <a:cubicBezTo>
                    <a:pt x="402" y="763"/>
                    <a:pt x="402" y="763"/>
                    <a:pt x="402" y="763"/>
                  </a:cubicBezTo>
                  <a:lnTo>
                    <a:pt x="402" y="764"/>
                  </a:lnTo>
                  <a:close/>
                  <a:moveTo>
                    <a:pt x="400" y="0"/>
                  </a:moveTo>
                  <a:cubicBezTo>
                    <a:pt x="402" y="0"/>
                    <a:pt x="402" y="0"/>
                    <a:pt x="402" y="0"/>
                  </a:cubicBezTo>
                  <a:cubicBezTo>
                    <a:pt x="402" y="9"/>
                    <a:pt x="402" y="9"/>
                    <a:pt x="402" y="9"/>
                  </a:cubicBezTo>
                  <a:cubicBezTo>
                    <a:pt x="401" y="9"/>
                    <a:pt x="401" y="9"/>
                    <a:pt x="400" y="9"/>
                  </a:cubicBezTo>
                  <a:cubicBezTo>
                    <a:pt x="400" y="0"/>
                    <a:pt x="400" y="0"/>
                    <a:pt x="400" y="0"/>
                  </a:cubicBezTo>
                  <a:close/>
                  <a:moveTo>
                    <a:pt x="402" y="794"/>
                  </a:moveTo>
                  <a:cubicBezTo>
                    <a:pt x="400" y="794"/>
                    <a:pt x="400" y="794"/>
                    <a:pt x="400" y="794"/>
                  </a:cubicBezTo>
                  <a:cubicBezTo>
                    <a:pt x="400" y="786"/>
                    <a:pt x="400" y="786"/>
                    <a:pt x="400" y="786"/>
                  </a:cubicBezTo>
                  <a:cubicBezTo>
                    <a:pt x="402" y="786"/>
                    <a:pt x="402" y="786"/>
                    <a:pt x="402" y="786"/>
                  </a:cubicBezTo>
                  <a:cubicBezTo>
                    <a:pt x="402" y="794"/>
                    <a:pt x="402" y="794"/>
                    <a:pt x="402" y="794"/>
                  </a:cubicBezTo>
                  <a:close/>
                  <a:moveTo>
                    <a:pt x="402" y="32"/>
                  </a:moveTo>
                  <a:cubicBezTo>
                    <a:pt x="402" y="46"/>
                    <a:pt x="402" y="46"/>
                    <a:pt x="402" y="46"/>
                  </a:cubicBezTo>
                  <a:cubicBezTo>
                    <a:pt x="401" y="46"/>
                    <a:pt x="401" y="46"/>
                    <a:pt x="400" y="46"/>
                  </a:cubicBezTo>
                  <a:cubicBezTo>
                    <a:pt x="400" y="29"/>
                    <a:pt x="400" y="29"/>
                    <a:pt x="400" y="29"/>
                  </a:cubicBezTo>
                  <a:cubicBezTo>
                    <a:pt x="400" y="30"/>
                    <a:pt x="401" y="31"/>
                    <a:pt x="402" y="32"/>
                  </a:cubicBezTo>
                  <a:close/>
                  <a:moveTo>
                    <a:pt x="402" y="165"/>
                  </a:moveTo>
                  <a:cubicBezTo>
                    <a:pt x="402" y="171"/>
                    <a:pt x="402" y="171"/>
                    <a:pt x="402" y="171"/>
                  </a:cubicBezTo>
                  <a:cubicBezTo>
                    <a:pt x="401" y="171"/>
                    <a:pt x="401" y="170"/>
                    <a:pt x="400" y="170"/>
                  </a:cubicBezTo>
                  <a:cubicBezTo>
                    <a:pt x="400" y="165"/>
                    <a:pt x="400" y="165"/>
                    <a:pt x="400" y="165"/>
                  </a:cubicBezTo>
                  <a:cubicBezTo>
                    <a:pt x="402" y="165"/>
                    <a:pt x="402" y="165"/>
                    <a:pt x="402" y="165"/>
                  </a:cubicBezTo>
                  <a:close/>
                  <a:moveTo>
                    <a:pt x="402" y="185"/>
                  </a:moveTo>
                  <a:cubicBezTo>
                    <a:pt x="402" y="192"/>
                    <a:pt x="402" y="192"/>
                    <a:pt x="402" y="192"/>
                  </a:cubicBezTo>
                  <a:cubicBezTo>
                    <a:pt x="401" y="192"/>
                    <a:pt x="401" y="192"/>
                    <a:pt x="400" y="192"/>
                  </a:cubicBezTo>
                  <a:cubicBezTo>
                    <a:pt x="400" y="182"/>
                    <a:pt x="400" y="182"/>
                    <a:pt x="400" y="182"/>
                  </a:cubicBezTo>
                  <a:cubicBezTo>
                    <a:pt x="400" y="183"/>
                    <a:pt x="401" y="184"/>
                    <a:pt x="402" y="185"/>
                  </a:cubicBezTo>
                  <a:close/>
                  <a:moveTo>
                    <a:pt x="402" y="196"/>
                  </a:moveTo>
                  <a:cubicBezTo>
                    <a:pt x="402" y="200"/>
                    <a:pt x="402" y="200"/>
                    <a:pt x="402" y="200"/>
                  </a:cubicBezTo>
                  <a:cubicBezTo>
                    <a:pt x="401" y="200"/>
                    <a:pt x="400" y="200"/>
                    <a:pt x="400" y="200"/>
                  </a:cubicBezTo>
                  <a:cubicBezTo>
                    <a:pt x="400" y="197"/>
                    <a:pt x="400" y="197"/>
                    <a:pt x="400" y="197"/>
                  </a:cubicBezTo>
                  <a:cubicBezTo>
                    <a:pt x="401" y="196"/>
                    <a:pt x="401" y="196"/>
                    <a:pt x="402" y="196"/>
                  </a:cubicBezTo>
                  <a:close/>
                  <a:moveTo>
                    <a:pt x="402" y="208"/>
                  </a:moveTo>
                  <a:cubicBezTo>
                    <a:pt x="402" y="213"/>
                    <a:pt x="402" y="213"/>
                    <a:pt x="402" y="213"/>
                  </a:cubicBezTo>
                  <a:cubicBezTo>
                    <a:pt x="400" y="213"/>
                    <a:pt x="400" y="213"/>
                    <a:pt x="400" y="213"/>
                  </a:cubicBezTo>
                  <a:cubicBezTo>
                    <a:pt x="400" y="209"/>
                    <a:pt x="400" y="209"/>
                    <a:pt x="400" y="209"/>
                  </a:cubicBezTo>
                  <a:cubicBezTo>
                    <a:pt x="402" y="208"/>
                    <a:pt x="402" y="208"/>
                    <a:pt x="402" y="208"/>
                  </a:cubicBezTo>
                  <a:close/>
                  <a:moveTo>
                    <a:pt x="402" y="221"/>
                  </a:moveTo>
                  <a:cubicBezTo>
                    <a:pt x="402" y="225"/>
                    <a:pt x="402" y="225"/>
                    <a:pt x="402" y="225"/>
                  </a:cubicBezTo>
                  <a:cubicBezTo>
                    <a:pt x="401" y="225"/>
                    <a:pt x="400" y="225"/>
                    <a:pt x="400" y="225"/>
                  </a:cubicBezTo>
                  <a:cubicBezTo>
                    <a:pt x="400" y="221"/>
                    <a:pt x="400" y="221"/>
                    <a:pt x="400" y="221"/>
                  </a:cubicBezTo>
                  <a:cubicBezTo>
                    <a:pt x="401" y="221"/>
                    <a:pt x="401" y="221"/>
                    <a:pt x="402" y="221"/>
                  </a:cubicBezTo>
                  <a:close/>
                  <a:moveTo>
                    <a:pt x="402" y="233"/>
                  </a:moveTo>
                  <a:cubicBezTo>
                    <a:pt x="402" y="238"/>
                    <a:pt x="402" y="238"/>
                    <a:pt x="402" y="238"/>
                  </a:cubicBezTo>
                  <a:cubicBezTo>
                    <a:pt x="400" y="238"/>
                    <a:pt x="400" y="238"/>
                    <a:pt x="400" y="238"/>
                  </a:cubicBezTo>
                  <a:cubicBezTo>
                    <a:pt x="400" y="234"/>
                    <a:pt x="400" y="234"/>
                    <a:pt x="400" y="234"/>
                  </a:cubicBezTo>
                  <a:cubicBezTo>
                    <a:pt x="402" y="233"/>
                    <a:pt x="402" y="233"/>
                    <a:pt x="402" y="233"/>
                  </a:cubicBezTo>
                  <a:close/>
                  <a:moveTo>
                    <a:pt x="402" y="245"/>
                  </a:moveTo>
                  <a:cubicBezTo>
                    <a:pt x="402" y="250"/>
                    <a:pt x="402" y="250"/>
                    <a:pt x="402" y="250"/>
                  </a:cubicBezTo>
                  <a:cubicBezTo>
                    <a:pt x="401" y="250"/>
                    <a:pt x="400" y="250"/>
                    <a:pt x="400" y="250"/>
                  </a:cubicBezTo>
                  <a:cubicBezTo>
                    <a:pt x="400" y="246"/>
                    <a:pt x="400" y="246"/>
                    <a:pt x="400" y="246"/>
                  </a:cubicBezTo>
                  <a:cubicBezTo>
                    <a:pt x="401" y="246"/>
                    <a:pt x="401" y="246"/>
                    <a:pt x="402" y="245"/>
                  </a:cubicBezTo>
                  <a:close/>
                  <a:moveTo>
                    <a:pt x="402" y="258"/>
                  </a:moveTo>
                  <a:cubicBezTo>
                    <a:pt x="402" y="262"/>
                    <a:pt x="402" y="262"/>
                    <a:pt x="402" y="262"/>
                  </a:cubicBezTo>
                  <a:cubicBezTo>
                    <a:pt x="401" y="262"/>
                    <a:pt x="400" y="262"/>
                    <a:pt x="400" y="262"/>
                  </a:cubicBezTo>
                  <a:cubicBezTo>
                    <a:pt x="400" y="258"/>
                    <a:pt x="400" y="258"/>
                    <a:pt x="400" y="258"/>
                  </a:cubicBezTo>
                  <a:cubicBezTo>
                    <a:pt x="402" y="258"/>
                    <a:pt x="402" y="258"/>
                    <a:pt x="402" y="258"/>
                  </a:cubicBezTo>
                  <a:close/>
                  <a:moveTo>
                    <a:pt x="402" y="270"/>
                  </a:moveTo>
                  <a:cubicBezTo>
                    <a:pt x="402" y="275"/>
                    <a:pt x="402" y="275"/>
                    <a:pt x="402" y="275"/>
                  </a:cubicBezTo>
                  <a:cubicBezTo>
                    <a:pt x="400" y="275"/>
                    <a:pt x="400" y="275"/>
                    <a:pt x="400" y="275"/>
                  </a:cubicBezTo>
                  <a:cubicBezTo>
                    <a:pt x="400" y="271"/>
                    <a:pt x="400" y="271"/>
                    <a:pt x="400" y="271"/>
                  </a:cubicBezTo>
                  <a:cubicBezTo>
                    <a:pt x="401" y="271"/>
                    <a:pt x="401" y="270"/>
                    <a:pt x="402" y="270"/>
                  </a:cubicBezTo>
                  <a:close/>
                  <a:moveTo>
                    <a:pt x="402" y="283"/>
                  </a:moveTo>
                  <a:cubicBezTo>
                    <a:pt x="402" y="287"/>
                    <a:pt x="402" y="287"/>
                    <a:pt x="402" y="287"/>
                  </a:cubicBezTo>
                  <a:cubicBezTo>
                    <a:pt x="401" y="287"/>
                    <a:pt x="401" y="287"/>
                    <a:pt x="400" y="287"/>
                  </a:cubicBezTo>
                  <a:cubicBezTo>
                    <a:pt x="400" y="284"/>
                    <a:pt x="400" y="284"/>
                    <a:pt x="400" y="284"/>
                  </a:cubicBezTo>
                  <a:cubicBezTo>
                    <a:pt x="401" y="283"/>
                    <a:pt x="401" y="283"/>
                    <a:pt x="402" y="283"/>
                  </a:cubicBezTo>
                  <a:close/>
                  <a:moveTo>
                    <a:pt x="402" y="293"/>
                  </a:moveTo>
                  <a:cubicBezTo>
                    <a:pt x="402" y="304"/>
                    <a:pt x="402" y="304"/>
                    <a:pt x="402" y="304"/>
                  </a:cubicBezTo>
                  <a:cubicBezTo>
                    <a:pt x="401" y="303"/>
                    <a:pt x="401" y="302"/>
                    <a:pt x="400" y="301"/>
                  </a:cubicBezTo>
                  <a:cubicBezTo>
                    <a:pt x="400" y="293"/>
                    <a:pt x="400" y="293"/>
                    <a:pt x="400" y="293"/>
                  </a:cubicBezTo>
                  <a:cubicBezTo>
                    <a:pt x="402" y="293"/>
                    <a:pt x="402" y="293"/>
                    <a:pt x="402" y="293"/>
                  </a:cubicBezTo>
                  <a:close/>
                  <a:moveTo>
                    <a:pt x="402" y="308"/>
                  </a:moveTo>
                  <a:cubicBezTo>
                    <a:pt x="402" y="311"/>
                    <a:pt x="402" y="311"/>
                    <a:pt x="402" y="311"/>
                  </a:cubicBezTo>
                  <a:cubicBezTo>
                    <a:pt x="401" y="311"/>
                    <a:pt x="401" y="311"/>
                    <a:pt x="400" y="311"/>
                  </a:cubicBezTo>
                  <a:cubicBezTo>
                    <a:pt x="400" y="308"/>
                    <a:pt x="400" y="308"/>
                    <a:pt x="400" y="308"/>
                  </a:cubicBezTo>
                  <a:cubicBezTo>
                    <a:pt x="401" y="308"/>
                    <a:pt x="401" y="308"/>
                    <a:pt x="402" y="308"/>
                  </a:cubicBezTo>
                  <a:close/>
                  <a:moveTo>
                    <a:pt x="402" y="342"/>
                  </a:moveTo>
                  <a:cubicBezTo>
                    <a:pt x="402" y="435"/>
                    <a:pt x="402" y="435"/>
                    <a:pt x="402" y="435"/>
                  </a:cubicBezTo>
                  <a:cubicBezTo>
                    <a:pt x="400" y="434"/>
                    <a:pt x="400" y="434"/>
                    <a:pt x="400" y="434"/>
                  </a:cubicBezTo>
                  <a:cubicBezTo>
                    <a:pt x="400" y="336"/>
                    <a:pt x="400" y="336"/>
                    <a:pt x="400" y="336"/>
                  </a:cubicBezTo>
                  <a:cubicBezTo>
                    <a:pt x="400" y="338"/>
                    <a:pt x="401" y="340"/>
                    <a:pt x="402" y="342"/>
                  </a:cubicBezTo>
                  <a:close/>
                  <a:moveTo>
                    <a:pt x="402" y="492"/>
                  </a:moveTo>
                  <a:cubicBezTo>
                    <a:pt x="402" y="496"/>
                    <a:pt x="402" y="496"/>
                    <a:pt x="402" y="496"/>
                  </a:cubicBezTo>
                  <a:cubicBezTo>
                    <a:pt x="402" y="496"/>
                    <a:pt x="402" y="496"/>
                    <a:pt x="402" y="496"/>
                  </a:cubicBezTo>
                  <a:cubicBezTo>
                    <a:pt x="402" y="496"/>
                    <a:pt x="402" y="496"/>
                    <a:pt x="402" y="496"/>
                  </a:cubicBezTo>
                  <a:cubicBezTo>
                    <a:pt x="402" y="506"/>
                    <a:pt x="402" y="506"/>
                    <a:pt x="402" y="506"/>
                  </a:cubicBezTo>
                  <a:cubicBezTo>
                    <a:pt x="401" y="504"/>
                    <a:pt x="401" y="503"/>
                    <a:pt x="400" y="501"/>
                  </a:cubicBezTo>
                  <a:cubicBezTo>
                    <a:pt x="400" y="493"/>
                    <a:pt x="400" y="493"/>
                    <a:pt x="400" y="493"/>
                  </a:cubicBezTo>
                  <a:cubicBezTo>
                    <a:pt x="401" y="492"/>
                    <a:pt x="401" y="492"/>
                    <a:pt x="402" y="492"/>
                  </a:cubicBezTo>
                  <a:close/>
                  <a:moveTo>
                    <a:pt x="402" y="507"/>
                  </a:moveTo>
                  <a:cubicBezTo>
                    <a:pt x="402" y="510"/>
                    <a:pt x="402" y="510"/>
                    <a:pt x="402" y="510"/>
                  </a:cubicBezTo>
                  <a:cubicBezTo>
                    <a:pt x="400" y="510"/>
                    <a:pt x="400" y="510"/>
                    <a:pt x="400" y="510"/>
                  </a:cubicBezTo>
                  <a:cubicBezTo>
                    <a:pt x="400" y="507"/>
                    <a:pt x="400" y="507"/>
                    <a:pt x="400" y="507"/>
                  </a:cubicBezTo>
                  <a:cubicBezTo>
                    <a:pt x="401" y="507"/>
                    <a:pt x="401" y="507"/>
                    <a:pt x="402" y="507"/>
                  </a:cubicBezTo>
                  <a:close/>
                  <a:moveTo>
                    <a:pt x="402" y="514"/>
                  </a:moveTo>
                  <a:cubicBezTo>
                    <a:pt x="402" y="518"/>
                    <a:pt x="402" y="518"/>
                    <a:pt x="402" y="518"/>
                  </a:cubicBezTo>
                  <a:cubicBezTo>
                    <a:pt x="401" y="518"/>
                    <a:pt x="400" y="518"/>
                    <a:pt x="400" y="518"/>
                  </a:cubicBezTo>
                  <a:cubicBezTo>
                    <a:pt x="400" y="515"/>
                    <a:pt x="400" y="515"/>
                    <a:pt x="400" y="515"/>
                  </a:cubicBezTo>
                  <a:cubicBezTo>
                    <a:pt x="401" y="515"/>
                    <a:pt x="401" y="514"/>
                    <a:pt x="402" y="514"/>
                  </a:cubicBezTo>
                  <a:close/>
                  <a:moveTo>
                    <a:pt x="402" y="526"/>
                  </a:moveTo>
                  <a:cubicBezTo>
                    <a:pt x="402" y="531"/>
                    <a:pt x="402" y="531"/>
                    <a:pt x="402" y="531"/>
                  </a:cubicBezTo>
                  <a:cubicBezTo>
                    <a:pt x="400" y="531"/>
                    <a:pt x="400" y="531"/>
                    <a:pt x="400" y="531"/>
                  </a:cubicBezTo>
                  <a:cubicBezTo>
                    <a:pt x="400" y="526"/>
                    <a:pt x="400" y="526"/>
                    <a:pt x="400" y="526"/>
                  </a:cubicBezTo>
                  <a:cubicBezTo>
                    <a:pt x="402" y="526"/>
                    <a:pt x="402" y="526"/>
                    <a:pt x="402" y="526"/>
                  </a:cubicBezTo>
                  <a:close/>
                  <a:moveTo>
                    <a:pt x="402" y="539"/>
                  </a:moveTo>
                  <a:cubicBezTo>
                    <a:pt x="402" y="543"/>
                    <a:pt x="402" y="543"/>
                    <a:pt x="402" y="543"/>
                  </a:cubicBezTo>
                  <a:cubicBezTo>
                    <a:pt x="400" y="544"/>
                    <a:pt x="400" y="544"/>
                    <a:pt x="400" y="544"/>
                  </a:cubicBezTo>
                  <a:cubicBezTo>
                    <a:pt x="400" y="539"/>
                    <a:pt x="400" y="539"/>
                    <a:pt x="400" y="539"/>
                  </a:cubicBezTo>
                  <a:cubicBezTo>
                    <a:pt x="401" y="539"/>
                    <a:pt x="401" y="539"/>
                    <a:pt x="402" y="539"/>
                  </a:cubicBezTo>
                  <a:close/>
                  <a:moveTo>
                    <a:pt x="402" y="551"/>
                  </a:moveTo>
                  <a:cubicBezTo>
                    <a:pt x="402" y="555"/>
                    <a:pt x="402" y="555"/>
                    <a:pt x="402" y="555"/>
                  </a:cubicBezTo>
                  <a:cubicBezTo>
                    <a:pt x="401" y="555"/>
                    <a:pt x="400" y="555"/>
                    <a:pt x="400" y="556"/>
                  </a:cubicBezTo>
                  <a:cubicBezTo>
                    <a:pt x="400" y="551"/>
                    <a:pt x="400" y="551"/>
                    <a:pt x="400" y="551"/>
                  </a:cubicBezTo>
                  <a:cubicBezTo>
                    <a:pt x="402" y="551"/>
                    <a:pt x="402" y="551"/>
                    <a:pt x="402" y="551"/>
                  </a:cubicBezTo>
                  <a:close/>
                  <a:moveTo>
                    <a:pt x="402" y="563"/>
                  </a:moveTo>
                  <a:cubicBezTo>
                    <a:pt x="402" y="568"/>
                    <a:pt x="402" y="568"/>
                    <a:pt x="402" y="568"/>
                  </a:cubicBezTo>
                  <a:cubicBezTo>
                    <a:pt x="400" y="568"/>
                    <a:pt x="400" y="568"/>
                    <a:pt x="400" y="568"/>
                  </a:cubicBezTo>
                  <a:cubicBezTo>
                    <a:pt x="400" y="564"/>
                    <a:pt x="400" y="564"/>
                    <a:pt x="400" y="564"/>
                  </a:cubicBezTo>
                  <a:cubicBezTo>
                    <a:pt x="402" y="563"/>
                    <a:pt x="402" y="563"/>
                    <a:pt x="402" y="563"/>
                  </a:cubicBezTo>
                  <a:close/>
                  <a:moveTo>
                    <a:pt x="402" y="576"/>
                  </a:moveTo>
                  <a:cubicBezTo>
                    <a:pt x="402" y="580"/>
                    <a:pt x="402" y="580"/>
                    <a:pt x="402" y="580"/>
                  </a:cubicBezTo>
                  <a:cubicBezTo>
                    <a:pt x="401" y="580"/>
                    <a:pt x="400" y="580"/>
                    <a:pt x="400" y="580"/>
                  </a:cubicBezTo>
                  <a:cubicBezTo>
                    <a:pt x="400" y="577"/>
                    <a:pt x="400" y="577"/>
                    <a:pt x="400" y="577"/>
                  </a:cubicBezTo>
                  <a:cubicBezTo>
                    <a:pt x="401" y="576"/>
                    <a:pt x="401" y="576"/>
                    <a:pt x="402" y="576"/>
                  </a:cubicBezTo>
                  <a:close/>
                  <a:moveTo>
                    <a:pt x="402" y="588"/>
                  </a:moveTo>
                  <a:cubicBezTo>
                    <a:pt x="402" y="593"/>
                    <a:pt x="402" y="593"/>
                    <a:pt x="402" y="593"/>
                  </a:cubicBezTo>
                  <a:cubicBezTo>
                    <a:pt x="400" y="593"/>
                    <a:pt x="400" y="593"/>
                    <a:pt x="400" y="593"/>
                  </a:cubicBezTo>
                  <a:cubicBezTo>
                    <a:pt x="400" y="589"/>
                    <a:pt x="400" y="589"/>
                    <a:pt x="400" y="589"/>
                  </a:cubicBezTo>
                  <a:cubicBezTo>
                    <a:pt x="402" y="588"/>
                    <a:pt x="402" y="588"/>
                    <a:pt x="402" y="588"/>
                  </a:cubicBezTo>
                  <a:close/>
                  <a:moveTo>
                    <a:pt x="402" y="601"/>
                  </a:moveTo>
                  <a:cubicBezTo>
                    <a:pt x="402" y="605"/>
                    <a:pt x="402" y="605"/>
                    <a:pt x="402" y="605"/>
                  </a:cubicBezTo>
                  <a:cubicBezTo>
                    <a:pt x="401" y="605"/>
                    <a:pt x="401" y="605"/>
                    <a:pt x="400" y="605"/>
                  </a:cubicBezTo>
                  <a:cubicBezTo>
                    <a:pt x="400" y="602"/>
                    <a:pt x="400" y="602"/>
                    <a:pt x="400" y="602"/>
                  </a:cubicBezTo>
                  <a:cubicBezTo>
                    <a:pt x="401" y="601"/>
                    <a:pt x="401" y="601"/>
                    <a:pt x="402" y="601"/>
                  </a:cubicBezTo>
                  <a:close/>
                  <a:moveTo>
                    <a:pt x="402" y="611"/>
                  </a:moveTo>
                  <a:cubicBezTo>
                    <a:pt x="402" y="617"/>
                    <a:pt x="402" y="617"/>
                    <a:pt x="402" y="617"/>
                  </a:cubicBezTo>
                  <a:cubicBezTo>
                    <a:pt x="401" y="617"/>
                    <a:pt x="401" y="617"/>
                    <a:pt x="400" y="617"/>
                  </a:cubicBezTo>
                  <a:cubicBezTo>
                    <a:pt x="400" y="611"/>
                    <a:pt x="400" y="611"/>
                    <a:pt x="400" y="611"/>
                  </a:cubicBezTo>
                  <a:cubicBezTo>
                    <a:pt x="402" y="611"/>
                    <a:pt x="402" y="611"/>
                    <a:pt x="402" y="611"/>
                  </a:cubicBezTo>
                  <a:close/>
                  <a:moveTo>
                    <a:pt x="402" y="624"/>
                  </a:moveTo>
                  <a:cubicBezTo>
                    <a:pt x="402" y="639"/>
                    <a:pt x="402" y="639"/>
                    <a:pt x="402" y="639"/>
                  </a:cubicBezTo>
                  <a:cubicBezTo>
                    <a:pt x="400" y="639"/>
                    <a:pt x="400" y="639"/>
                    <a:pt x="400" y="639"/>
                  </a:cubicBezTo>
                  <a:cubicBezTo>
                    <a:pt x="400" y="634"/>
                    <a:pt x="400" y="634"/>
                    <a:pt x="400" y="634"/>
                  </a:cubicBezTo>
                  <a:cubicBezTo>
                    <a:pt x="400" y="634"/>
                    <a:pt x="401" y="634"/>
                    <a:pt x="401" y="634"/>
                  </a:cubicBezTo>
                  <a:cubicBezTo>
                    <a:pt x="401" y="633"/>
                    <a:pt x="400" y="632"/>
                    <a:pt x="400" y="631"/>
                  </a:cubicBezTo>
                  <a:cubicBezTo>
                    <a:pt x="400" y="620"/>
                    <a:pt x="400" y="620"/>
                    <a:pt x="400" y="620"/>
                  </a:cubicBezTo>
                  <a:cubicBezTo>
                    <a:pt x="401" y="622"/>
                    <a:pt x="401" y="622"/>
                    <a:pt x="402" y="624"/>
                  </a:cubicBezTo>
                  <a:close/>
                  <a:moveTo>
                    <a:pt x="402" y="749"/>
                  </a:moveTo>
                  <a:cubicBezTo>
                    <a:pt x="402" y="757"/>
                    <a:pt x="402" y="757"/>
                    <a:pt x="402" y="757"/>
                  </a:cubicBezTo>
                  <a:cubicBezTo>
                    <a:pt x="401" y="757"/>
                    <a:pt x="401" y="757"/>
                    <a:pt x="400" y="757"/>
                  </a:cubicBezTo>
                  <a:cubicBezTo>
                    <a:pt x="400" y="749"/>
                    <a:pt x="400" y="749"/>
                    <a:pt x="400" y="749"/>
                  </a:cubicBezTo>
                  <a:cubicBezTo>
                    <a:pt x="401" y="749"/>
                    <a:pt x="401" y="749"/>
                    <a:pt x="402" y="749"/>
                  </a:cubicBezTo>
                  <a:close/>
                  <a:moveTo>
                    <a:pt x="402" y="763"/>
                  </a:moveTo>
                  <a:cubicBezTo>
                    <a:pt x="402" y="778"/>
                    <a:pt x="402" y="778"/>
                    <a:pt x="402" y="778"/>
                  </a:cubicBezTo>
                  <a:cubicBezTo>
                    <a:pt x="401" y="777"/>
                    <a:pt x="400" y="776"/>
                    <a:pt x="400" y="775"/>
                  </a:cubicBezTo>
                  <a:cubicBezTo>
                    <a:pt x="400" y="760"/>
                    <a:pt x="400" y="760"/>
                    <a:pt x="400" y="760"/>
                  </a:cubicBezTo>
                  <a:lnTo>
                    <a:pt x="402" y="763"/>
                  </a:lnTo>
                  <a:close/>
                  <a:moveTo>
                    <a:pt x="393" y="0"/>
                  </a:moveTo>
                  <a:cubicBezTo>
                    <a:pt x="400" y="0"/>
                    <a:pt x="400" y="0"/>
                    <a:pt x="400" y="0"/>
                  </a:cubicBezTo>
                  <a:cubicBezTo>
                    <a:pt x="400" y="9"/>
                    <a:pt x="400" y="9"/>
                    <a:pt x="400" y="9"/>
                  </a:cubicBezTo>
                  <a:cubicBezTo>
                    <a:pt x="398" y="9"/>
                    <a:pt x="395" y="8"/>
                    <a:pt x="393" y="8"/>
                  </a:cubicBezTo>
                  <a:cubicBezTo>
                    <a:pt x="393" y="0"/>
                    <a:pt x="393" y="0"/>
                    <a:pt x="393" y="0"/>
                  </a:cubicBezTo>
                  <a:close/>
                  <a:moveTo>
                    <a:pt x="400" y="794"/>
                  </a:moveTo>
                  <a:cubicBezTo>
                    <a:pt x="397" y="794"/>
                    <a:pt x="395" y="793"/>
                    <a:pt x="393" y="793"/>
                  </a:cubicBezTo>
                  <a:cubicBezTo>
                    <a:pt x="393" y="787"/>
                    <a:pt x="393" y="787"/>
                    <a:pt x="393" y="787"/>
                  </a:cubicBezTo>
                  <a:cubicBezTo>
                    <a:pt x="393" y="787"/>
                    <a:pt x="393" y="787"/>
                    <a:pt x="393" y="787"/>
                  </a:cubicBezTo>
                  <a:cubicBezTo>
                    <a:pt x="395" y="787"/>
                    <a:pt x="398" y="787"/>
                    <a:pt x="400" y="786"/>
                  </a:cubicBezTo>
                  <a:cubicBezTo>
                    <a:pt x="400" y="794"/>
                    <a:pt x="400" y="794"/>
                    <a:pt x="400" y="794"/>
                  </a:cubicBezTo>
                  <a:close/>
                  <a:moveTo>
                    <a:pt x="400" y="29"/>
                  </a:moveTo>
                  <a:cubicBezTo>
                    <a:pt x="400" y="46"/>
                    <a:pt x="400" y="46"/>
                    <a:pt x="400" y="46"/>
                  </a:cubicBezTo>
                  <a:cubicBezTo>
                    <a:pt x="397" y="46"/>
                    <a:pt x="395" y="46"/>
                    <a:pt x="393" y="46"/>
                  </a:cubicBezTo>
                  <a:cubicBezTo>
                    <a:pt x="393" y="37"/>
                    <a:pt x="393" y="37"/>
                    <a:pt x="393" y="37"/>
                  </a:cubicBezTo>
                  <a:cubicBezTo>
                    <a:pt x="393" y="37"/>
                    <a:pt x="394" y="37"/>
                    <a:pt x="394" y="37"/>
                  </a:cubicBezTo>
                  <a:cubicBezTo>
                    <a:pt x="394" y="36"/>
                    <a:pt x="393" y="36"/>
                    <a:pt x="393" y="35"/>
                  </a:cubicBezTo>
                  <a:cubicBezTo>
                    <a:pt x="393" y="18"/>
                    <a:pt x="393" y="18"/>
                    <a:pt x="393" y="18"/>
                  </a:cubicBezTo>
                  <a:cubicBezTo>
                    <a:pt x="395" y="20"/>
                    <a:pt x="397" y="24"/>
                    <a:pt x="400" y="29"/>
                  </a:cubicBezTo>
                  <a:close/>
                  <a:moveTo>
                    <a:pt x="400" y="165"/>
                  </a:moveTo>
                  <a:cubicBezTo>
                    <a:pt x="400" y="170"/>
                    <a:pt x="400" y="170"/>
                    <a:pt x="400" y="170"/>
                  </a:cubicBezTo>
                  <a:cubicBezTo>
                    <a:pt x="398" y="170"/>
                    <a:pt x="396" y="170"/>
                    <a:pt x="393" y="170"/>
                  </a:cubicBezTo>
                  <a:cubicBezTo>
                    <a:pt x="393" y="165"/>
                    <a:pt x="393" y="165"/>
                    <a:pt x="393" y="165"/>
                  </a:cubicBezTo>
                  <a:cubicBezTo>
                    <a:pt x="395" y="165"/>
                    <a:pt x="397" y="165"/>
                    <a:pt x="400" y="165"/>
                  </a:cubicBezTo>
                  <a:close/>
                  <a:moveTo>
                    <a:pt x="400" y="182"/>
                  </a:moveTo>
                  <a:cubicBezTo>
                    <a:pt x="400" y="192"/>
                    <a:pt x="400" y="192"/>
                    <a:pt x="400" y="192"/>
                  </a:cubicBezTo>
                  <a:cubicBezTo>
                    <a:pt x="398" y="192"/>
                    <a:pt x="396" y="192"/>
                    <a:pt x="393" y="192"/>
                  </a:cubicBezTo>
                  <a:cubicBezTo>
                    <a:pt x="393" y="188"/>
                    <a:pt x="393" y="188"/>
                    <a:pt x="393" y="188"/>
                  </a:cubicBezTo>
                  <a:cubicBezTo>
                    <a:pt x="395" y="188"/>
                    <a:pt x="395" y="188"/>
                    <a:pt x="395" y="188"/>
                  </a:cubicBezTo>
                  <a:cubicBezTo>
                    <a:pt x="394" y="186"/>
                    <a:pt x="393" y="186"/>
                    <a:pt x="393" y="184"/>
                  </a:cubicBezTo>
                  <a:cubicBezTo>
                    <a:pt x="393" y="173"/>
                    <a:pt x="393" y="173"/>
                    <a:pt x="393" y="173"/>
                  </a:cubicBezTo>
                  <a:cubicBezTo>
                    <a:pt x="395" y="175"/>
                    <a:pt x="397" y="179"/>
                    <a:pt x="400" y="182"/>
                  </a:cubicBezTo>
                  <a:close/>
                  <a:moveTo>
                    <a:pt x="400" y="197"/>
                  </a:moveTo>
                  <a:cubicBezTo>
                    <a:pt x="400" y="200"/>
                    <a:pt x="400" y="200"/>
                    <a:pt x="400" y="200"/>
                  </a:cubicBezTo>
                  <a:cubicBezTo>
                    <a:pt x="397" y="201"/>
                    <a:pt x="395" y="201"/>
                    <a:pt x="393" y="202"/>
                  </a:cubicBezTo>
                  <a:cubicBezTo>
                    <a:pt x="393" y="198"/>
                    <a:pt x="393" y="198"/>
                    <a:pt x="393" y="198"/>
                  </a:cubicBezTo>
                  <a:cubicBezTo>
                    <a:pt x="395" y="198"/>
                    <a:pt x="398" y="198"/>
                    <a:pt x="400" y="197"/>
                  </a:cubicBezTo>
                  <a:close/>
                  <a:moveTo>
                    <a:pt x="400" y="209"/>
                  </a:moveTo>
                  <a:cubicBezTo>
                    <a:pt x="400" y="213"/>
                    <a:pt x="400" y="213"/>
                    <a:pt x="400" y="213"/>
                  </a:cubicBezTo>
                  <a:cubicBezTo>
                    <a:pt x="393" y="215"/>
                    <a:pt x="393" y="215"/>
                    <a:pt x="393" y="215"/>
                  </a:cubicBezTo>
                  <a:cubicBezTo>
                    <a:pt x="393" y="211"/>
                    <a:pt x="393" y="211"/>
                    <a:pt x="393" y="211"/>
                  </a:cubicBezTo>
                  <a:cubicBezTo>
                    <a:pt x="395" y="210"/>
                    <a:pt x="397" y="209"/>
                    <a:pt x="400" y="209"/>
                  </a:cubicBezTo>
                  <a:close/>
                  <a:moveTo>
                    <a:pt x="400" y="221"/>
                  </a:moveTo>
                  <a:cubicBezTo>
                    <a:pt x="400" y="225"/>
                    <a:pt x="400" y="225"/>
                    <a:pt x="400" y="225"/>
                  </a:cubicBezTo>
                  <a:cubicBezTo>
                    <a:pt x="397" y="226"/>
                    <a:pt x="395" y="226"/>
                    <a:pt x="393" y="227"/>
                  </a:cubicBezTo>
                  <a:cubicBezTo>
                    <a:pt x="393" y="223"/>
                    <a:pt x="393" y="223"/>
                    <a:pt x="393" y="223"/>
                  </a:cubicBezTo>
                  <a:cubicBezTo>
                    <a:pt x="396" y="222"/>
                    <a:pt x="398" y="222"/>
                    <a:pt x="400" y="221"/>
                  </a:cubicBezTo>
                  <a:close/>
                  <a:moveTo>
                    <a:pt x="400" y="234"/>
                  </a:moveTo>
                  <a:cubicBezTo>
                    <a:pt x="400" y="238"/>
                    <a:pt x="400" y="238"/>
                    <a:pt x="400" y="238"/>
                  </a:cubicBezTo>
                  <a:cubicBezTo>
                    <a:pt x="393" y="239"/>
                    <a:pt x="393" y="239"/>
                    <a:pt x="393" y="239"/>
                  </a:cubicBezTo>
                  <a:cubicBezTo>
                    <a:pt x="393" y="235"/>
                    <a:pt x="393" y="235"/>
                    <a:pt x="393" y="235"/>
                  </a:cubicBezTo>
                  <a:cubicBezTo>
                    <a:pt x="395" y="235"/>
                    <a:pt x="397" y="234"/>
                    <a:pt x="400" y="234"/>
                  </a:cubicBezTo>
                  <a:close/>
                  <a:moveTo>
                    <a:pt x="400" y="246"/>
                  </a:moveTo>
                  <a:cubicBezTo>
                    <a:pt x="400" y="250"/>
                    <a:pt x="400" y="250"/>
                    <a:pt x="400" y="250"/>
                  </a:cubicBezTo>
                  <a:cubicBezTo>
                    <a:pt x="397" y="251"/>
                    <a:pt x="395" y="251"/>
                    <a:pt x="393" y="252"/>
                  </a:cubicBezTo>
                  <a:cubicBezTo>
                    <a:pt x="393" y="248"/>
                    <a:pt x="393" y="248"/>
                    <a:pt x="393" y="248"/>
                  </a:cubicBezTo>
                  <a:cubicBezTo>
                    <a:pt x="396" y="247"/>
                    <a:pt x="398" y="247"/>
                    <a:pt x="400" y="246"/>
                  </a:cubicBezTo>
                  <a:close/>
                  <a:moveTo>
                    <a:pt x="400" y="258"/>
                  </a:moveTo>
                  <a:cubicBezTo>
                    <a:pt x="400" y="262"/>
                    <a:pt x="400" y="262"/>
                    <a:pt x="400" y="262"/>
                  </a:cubicBezTo>
                  <a:cubicBezTo>
                    <a:pt x="397" y="263"/>
                    <a:pt x="395" y="263"/>
                    <a:pt x="393" y="264"/>
                  </a:cubicBezTo>
                  <a:cubicBezTo>
                    <a:pt x="393" y="260"/>
                    <a:pt x="393" y="260"/>
                    <a:pt x="393" y="260"/>
                  </a:cubicBezTo>
                  <a:cubicBezTo>
                    <a:pt x="395" y="260"/>
                    <a:pt x="397" y="259"/>
                    <a:pt x="400" y="258"/>
                  </a:cubicBezTo>
                  <a:close/>
                  <a:moveTo>
                    <a:pt x="400" y="271"/>
                  </a:moveTo>
                  <a:cubicBezTo>
                    <a:pt x="400" y="275"/>
                    <a:pt x="400" y="275"/>
                    <a:pt x="400" y="275"/>
                  </a:cubicBezTo>
                  <a:cubicBezTo>
                    <a:pt x="397" y="275"/>
                    <a:pt x="395" y="276"/>
                    <a:pt x="393" y="277"/>
                  </a:cubicBezTo>
                  <a:cubicBezTo>
                    <a:pt x="393" y="272"/>
                    <a:pt x="393" y="272"/>
                    <a:pt x="393" y="272"/>
                  </a:cubicBezTo>
                  <a:cubicBezTo>
                    <a:pt x="396" y="272"/>
                    <a:pt x="398" y="272"/>
                    <a:pt x="400" y="271"/>
                  </a:cubicBezTo>
                  <a:close/>
                  <a:moveTo>
                    <a:pt x="400" y="284"/>
                  </a:moveTo>
                  <a:cubicBezTo>
                    <a:pt x="400" y="287"/>
                    <a:pt x="400" y="287"/>
                    <a:pt x="400" y="287"/>
                  </a:cubicBezTo>
                  <a:cubicBezTo>
                    <a:pt x="397" y="288"/>
                    <a:pt x="395" y="288"/>
                    <a:pt x="393" y="289"/>
                  </a:cubicBezTo>
                  <a:cubicBezTo>
                    <a:pt x="393" y="285"/>
                    <a:pt x="393" y="285"/>
                    <a:pt x="393" y="285"/>
                  </a:cubicBezTo>
                  <a:cubicBezTo>
                    <a:pt x="396" y="285"/>
                    <a:pt x="398" y="284"/>
                    <a:pt x="400" y="284"/>
                  </a:cubicBezTo>
                  <a:close/>
                  <a:moveTo>
                    <a:pt x="400" y="293"/>
                  </a:moveTo>
                  <a:cubicBezTo>
                    <a:pt x="400" y="301"/>
                    <a:pt x="400" y="301"/>
                    <a:pt x="400" y="301"/>
                  </a:cubicBezTo>
                  <a:cubicBezTo>
                    <a:pt x="398" y="299"/>
                    <a:pt x="397" y="298"/>
                    <a:pt x="393" y="298"/>
                  </a:cubicBezTo>
                  <a:cubicBezTo>
                    <a:pt x="393" y="293"/>
                    <a:pt x="393" y="293"/>
                    <a:pt x="393" y="293"/>
                  </a:cubicBezTo>
                  <a:cubicBezTo>
                    <a:pt x="400" y="293"/>
                    <a:pt x="400" y="293"/>
                    <a:pt x="400" y="293"/>
                  </a:cubicBezTo>
                  <a:close/>
                  <a:moveTo>
                    <a:pt x="400" y="308"/>
                  </a:moveTo>
                  <a:cubicBezTo>
                    <a:pt x="400" y="311"/>
                    <a:pt x="400" y="311"/>
                    <a:pt x="400" y="311"/>
                  </a:cubicBezTo>
                  <a:cubicBezTo>
                    <a:pt x="397" y="311"/>
                    <a:pt x="395" y="311"/>
                    <a:pt x="393" y="311"/>
                  </a:cubicBezTo>
                  <a:cubicBezTo>
                    <a:pt x="393" y="303"/>
                    <a:pt x="393" y="303"/>
                    <a:pt x="393" y="303"/>
                  </a:cubicBezTo>
                  <a:cubicBezTo>
                    <a:pt x="394" y="305"/>
                    <a:pt x="396" y="308"/>
                    <a:pt x="398" y="308"/>
                  </a:cubicBezTo>
                  <a:cubicBezTo>
                    <a:pt x="400" y="308"/>
                    <a:pt x="400" y="308"/>
                    <a:pt x="400" y="308"/>
                  </a:cubicBezTo>
                  <a:close/>
                  <a:moveTo>
                    <a:pt x="400" y="336"/>
                  </a:moveTo>
                  <a:cubicBezTo>
                    <a:pt x="400" y="434"/>
                    <a:pt x="400" y="434"/>
                    <a:pt x="400" y="434"/>
                  </a:cubicBezTo>
                  <a:cubicBezTo>
                    <a:pt x="396" y="432"/>
                    <a:pt x="396" y="432"/>
                    <a:pt x="396" y="432"/>
                  </a:cubicBezTo>
                  <a:cubicBezTo>
                    <a:pt x="393" y="434"/>
                    <a:pt x="393" y="434"/>
                    <a:pt x="393" y="434"/>
                  </a:cubicBezTo>
                  <a:cubicBezTo>
                    <a:pt x="393" y="338"/>
                    <a:pt x="393" y="338"/>
                    <a:pt x="393" y="338"/>
                  </a:cubicBezTo>
                  <a:cubicBezTo>
                    <a:pt x="396" y="327"/>
                    <a:pt x="396" y="327"/>
                    <a:pt x="396" y="327"/>
                  </a:cubicBezTo>
                  <a:cubicBezTo>
                    <a:pt x="397" y="330"/>
                    <a:pt x="398" y="331"/>
                    <a:pt x="400" y="336"/>
                  </a:cubicBezTo>
                  <a:close/>
                  <a:moveTo>
                    <a:pt x="400" y="493"/>
                  </a:moveTo>
                  <a:cubicBezTo>
                    <a:pt x="400" y="501"/>
                    <a:pt x="400" y="501"/>
                    <a:pt x="400" y="501"/>
                  </a:cubicBezTo>
                  <a:cubicBezTo>
                    <a:pt x="398" y="499"/>
                    <a:pt x="396" y="497"/>
                    <a:pt x="393" y="496"/>
                  </a:cubicBezTo>
                  <a:cubicBezTo>
                    <a:pt x="393" y="493"/>
                    <a:pt x="393" y="493"/>
                    <a:pt x="393" y="493"/>
                  </a:cubicBezTo>
                  <a:cubicBezTo>
                    <a:pt x="397" y="493"/>
                    <a:pt x="397" y="493"/>
                    <a:pt x="397" y="493"/>
                  </a:cubicBezTo>
                  <a:cubicBezTo>
                    <a:pt x="398" y="493"/>
                    <a:pt x="399" y="493"/>
                    <a:pt x="400" y="493"/>
                  </a:cubicBezTo>
                  <a:close/>
                  <a:moveTo>
                    <a:pt x="400" y="507"/>
                  </a:moveTo>
                  <a:cubicBezTo>
                    <a:pt x="400" y="510"/>
                    <a:pt x="400" y="510"/>
                    <a:pt x="400" y="510"/>
                  </a:cubicBezTo>
                  <a:cubicBezTo>
                    <a:pt x="397" y="510"/>
                    <a:pt x="395" y="511"/>
                    <a:pt x="393" y="511"/>
                  </a:cubicBezTo>
                  <a:cubicBezTo>
                    <a:pt x="393" y="503"/>
                    <a:pt x="393" y="503"/>
                    <a:pt x="393" y="503"/>
                  </a:cubicBezTo>
                  <a:cubicBezTo>
                    <a:pt x="394" y="505"/>
                    <a:pt x="395" y="506"/>
                    <a:pt x="398" y="507"/>
                  </a:cubicBezTo>
                  <a:cubicBezTo>
                    <a:pt x="399" y="507"/>
                    <a:pt x="399" y="507"/>
                    <a:pt x="400" y="507"/>
                  </a:cubicBezTo>
                  <a:close/>
                  <a:moveTo>
                    <a:pt x="400" y="515"/>
                  </a:moveTo>
                  <a:cubicBezTo>
                    <a:pt x="400" y="518"/>
                    <a:pt x="400" y="518"/>
                    <a:pt x="400" y="518"/>
                  </a:cubicBezTo>
                  <a:cubicBezTo>
                    <a:pt x="397" y="519"/>
                    <a:pt x="395" y="520"/>
                    <a:pt x="393" y="520"/>
                  </a:cubicBezTo>
                  <a:cubicBezTo>
                    <a:pt x="393" y="516"/>
                    <a:pt x="393" y="516"/>
                    <a:pt x="393" y="516"/>
                  </a:cubicBezTo>
                  <a:cubicBezTo>
                    <a:pt x="395" y="516"/>
                    <a:pt x="398" y="516"/>
                    <a:pt x="400" y="515"/>
                  </a:cubicBezTo>
                  <a:close/>
                  <a:moveTo>
                    <a:pt x="400" y="526"/>
                  </a:moveTo>
                  <a:cubicBezTo>
                    <a:pt x="400" y="531"/>
                    <a:pt x="400" y="531"/>
                    <a:pt x="400" y="531"/>
                  </a:cubicBezTo>
                  <a:cubicBezTo>
                    <a:pt x="393" y="533"/>
                    <a:pt x="393" y="533"/>
                    <a:pt x="393" y="533"/>
                  </a:cubicBezTo>
                  <a:cubicBezTo>
                    <a:pt x="393" y="528"/>
                    <a:pt x="393" y="528"/>
                    <a:pt x="393" y="528"/>
                  </a:cubicBezTo>
                  <a:cubicBezTo>
                    <a:pt x="395" y="528"/>
                    <a:pt x="397" y="527"/>
                    <a:pt x="400" y="526"/>
                  </a:cubicBezTo>
                  <a:close/>
                  <a:moveTo>
                    <a:pt x="400" y="539"/>
                  </a:moveTo>
                  <a:cubicBezTo>
                    <a:pt x="400" y="544"/>
                    <a:pt x="400" y="544"/>
                    <a:pt x="400" y="544"/>
                  </a:cubicBezTo>
                  <a:cubicBezTo>
                    <a:pt x="397" y="544"/>
                    <a:pt x="395" y="545"/>
                    <a:pt x="393" y="545"/>
                  </a:cubicBezTo>
                  <a:cubicBezTo>
                    <a:pt x="393" y="541"/>
                    <a:pt x="393" y="541"/>
                    <a:pt x="393" y="541"/>
                  </a:cubicBezTo>
                  <a:cubicBezTo>
                    <a:pt x="396" y="540"/>
                    <a:pt x="398" y="540"/>
                    <a:pt x="400" y="539"/>
                  </a:cubicBezTo>
                  <a:close/>
                  <a:moveTo>
                    <a:pt x="400" y="551"/>
                  </a:moveTo>
                  <a:cubicBezTo>
                    <a:pt x="400" y="556"/>
                    <a:pt x="400" y="556"/>
                    <a:pt x="400" y="556"/>
                  </a:cubicBezTo>
                  <a:cubicBezTo>
                    <a:pt x="397" y="556"/>
                    <a:pt x="395" y="556"/>
                    <a:pt x="393" y="557"/>
                  </a:cubicBezTo>
                  <a:cubicBezTo>
                    <a:pt x="393" y="553"/>
                    <a:pt x="393" y="553"/>
                    <a:pt x="393" y="553"/>
                  </a:cubicBezTo>
                  <a:cubicBezTo>
                    <a:pt x="395" y="552"/>
                    <a:pt x="397" y="552"/>
                    <a:pt x="400" y="551"/>
                  </a:cubicBezTo>
                  <a:close/>
                  <a:moveTo>
                    <a:pt x="400" y="564"/>
                  </a:moveTo>
                  <a:cubicBezTo>
                    <a:pt x="400" y="568"/>
                    <a:pt x="400" y="568"/>
                    <a:pt x="400" y="568"/>
                  </a:cubicBezTo>
                  <a:cubicBezTo>
                    <a:pt x="397" y="569"/>
                    <a:pt x="395" y="569"/>
                    <a:pt x="393" y="569"/>
                  </a:cubicBezTo>
                  <a:cubicBezTo>
                    <a:pt x="393" y="565"/>
                    <a:pt x="393" y="565"/>
                    <a:pt x="393" y="565"/>
                  </a:cubicBezTo>
                  <a:cubicBezTo>
                    <a:pt x="400" y="564"/>
                    <a:pt x="400" y="564"/>
                    <a:pt x="400" y="564"/>
                  </a:cubicBezTo>
                  <a:close/>
                  <a:moveTo>
                    <a:pt x="400" y="577"/>
                  </a:moveTo>
                  <a:cubicBezTo>
                    <a:pt x="400" y="580"/>
                    <a:pt x="400" y="580"/>
                    <a:pt x="400" y="580"/>
                  </a:cubicBezTo>
                  <a:cubicBezTo>
                    <a:pt x="397" y="581"/>
                    <a:pt x="395" y="581"/>
                    <a:pt x="393" y="582"/>
                  </a:cubicBezTo>
                  <a:cubicBezTo>
                    <a:pt x="393" y="578"/>
                    <a:pt x="393" y="578"/>
                    <a:pt x="393" y="578"/>
                  </a:cubicBezTo>
                  <a:cubicBezTo>
                    <a:pt x="396" y="577"/>
                    <a:pt x="398" y="577"/>
                    <a:pt x="400" y="577"/>
                  </a:cubicBezTo>
                  <a:close/>
                  <a:moveTo>
                    <a:pt x="400" y="589"/>
                  </a:moveTo>
                  <a:cubicBezTo>
                    <a:pt x="400" y="593"/>
                    <a:pt x="400" y="593"/>
                    <a:pt x="400" y="593"/>
                  </a:cubicBezTo>
                  <a:cubicBezTo>
                    <a:pt x="397" y="594"/>
                    <a:pt x="395" y="594"/>
                    <a:pt x="393" y="595"/>
                  </a:cubicBezTo>
                  <a:cubicBezTo>
                    <a:pt x="393" y="591"/>
                    <a:pt x="393" y="591"/>
                    <a:pt x="393" y="591"/>
                  </a:cubicBezTo>
                  <a:cubicBezTo>
                    <a:pt x="395" y="590"/>
                    <a:pt x="397" y="590"/>
                    <a:pt x="400" y="589"/>
                  </a:cubicBezTo>
                  <a:close/>
                  <a:moveTo>
                    <a:pt x="400" y="602"/>
                  </a:moveTo>
                  <a:cubicBezTo>
                    <a:pt x="400" y="605"/>
                    <a:pt x="400" y="605"/>
                    <a:pt x="400" y="605"/>
                  </a:cubicBezTo>
                  <a:cubicBezTo>
                    <a:pt x="397" y="606"/>
                    <a:pt x="395" y="607"/>
                    <a:pt x="393" y="607"/>
                  </a:cubicBezTo>
                  <a:cubicBezTo>
                    <a:pt x="393" y="603"/>
                    <a:pt x="393" y="603"/>
                    <a:pt x="393" y="603"/>
                  </a:cubicBezTo>
                  <a:cubicBezTo>
                    <a:pt x="396" y="603"/>
                    <a:pt x="398" y="602"/>
                    <a:pt x="400" y="602"/>
                  </a:cubicBezTo>
                  <a:close/>
                  <a:moveTo>
                    <a:pt x="400" y="611"/>
                  </a:moveTo>
                  <a:cubicBezTo>
                    <a:pt x="400" y="617"/>
                    <a:pt x="400" y="617"/>
                    <a:pt x="400" y="617"/>
                  </a:cubicBezTo>
                  <a:cubicBezTo>
                    <a:pt x="400" y="618"/>
                    <a:pt x="399" y="618"/>
                    <a:pt x="398" y="618"/>
                  </a:cubicBezTo>
                  <a:cubicBezTo>
                    <a:pt x="399" y="619"/>
                    <a:pt x="400" y="620"/>
                    <a:pt x="400" y="620"/>
                  </a:cubicBezTo>
                  <a:cubicBezTo>
                    <a:pt x="400" y="631"/>
                    <a:pt x="400" y="631"/>
                    <a:pt x="400" y="631"/>
                  </a:cubicBezTo>
                  <a:cubicBezTo>
                    <a:pt x="397" y="626"/>
                    <a:pt x="395" y="623"/>
                    <a:pt x="393" y="620"/>
                  </a:cubicBezTo>
                  <a:cubicBezTo>
                    <a:pt x="393" y="612"/>
                    <a:pt x="393" y="612"/>
                    <a:pt x="393" y="612"/>
                  </a:cubicBezTo>
                  <a:cubicBezTo>
                    <a:pt x="395" y="612"/>
                    <a:pt x="397" y="612"/>
                    <a:pt x="400" y="611"/>
                  </a:cubicBezTo>
                  <a:close/>
                  <a:moveTo>
                    <a:pt x="400" y="634"/>
                  </a:moveTo>
                  <a:cubicBezTo>
                    <a:pt x="400" y="639"/>
                    <a:pt x="400" y="639"/>
                    <a:pt x="400" y="639"/>
                  </a:cubicBezTo>
                  <a:cubicBezTo>
                    <a:pt x="397" y="639"/>
                    <a:pt x="395" y="639"/>
                    <a:pt x="393" y="639"/>
                  </a:cubicBezTo>
                  <a:cubicBezTo>
                    <a:pt x="393" y="634"/>
                    <a:pt x="393" y="634"/>
                    <a:pt x="393" y="634"/>
                  </a:cubicBezTo>
                  <a:cubicBezTo>
                    <a:pt x="395" y="634"/>
                    <a:pt x="397" y="634"/>
                    <a:pt x="400" y="634"/>
                  </a:cubicBezTo>
                  <a:close/>
                  <a:moveTo>
                    <a:pt x="400" y="749"/>
                  </a:moveTo>
                  <a:cubicBezTo>
                    <a:pt x="400" y="757"/>
                    <a:pt x="400" y="757"/>
                    <a:pt x="400" y="757"/>
                  </a:cubicBezTo>
                  <a:cubicBezTo>
                    <a:pt x="400" y="757"/>
                    <a:pt x="399" y="757"/>
                    <a:pt x="398" y="757"/>
                  </a:cubicBezTo>
                  <a:cubicBezTo>
                    <a:pt x="400" y="760"/>
                    <a:pt x="400" y="760"/>
                    <a:pt x="400" y="760"/>
                  </a:cubicBezTo>
                  <a:cubicBezTo>
                    <a:pt x="400" y="775"/>
                    <a:pt x="400" y="775"/>
                    <a:pt x="400" y="775"/>
                  </a:cubicBezTo>
                  <a:cubicBezTo>
                    <a:pt x="397" y="771"/>
                    <a:pt x="395" y="768"/>
                    <a:pt x="393" y="765"/>
                  </a:cubicBezTo>
                  <a:cubicBezTo>
                    <a:pt x="393" y="750"/>
                    <a:pt x="393" y="750"/>
                    <a:pt x="393" y="750"/>
                  </a:cubicBezTo>
                  <a:cubicBezTo>
                    <a:pt x="395" y="750"/>
                    <a:pt x="397" y="749"/>
                    <a:pt x="400" y="749"/>
                  </a:cubicBezTo>
                  <a:close/>
                  <a:moveTo>
                    <a:pt x="391" y="0"/>
                  </a:moveTo>
                  <a:cubicBezTo>
                    <a:pt x="393" y="0"/>
                    <a:pt x="393" y="0"/>
                    <a:pt x="393" y="0"/>
                  </a:cubicBezTo>
                  <a:cubicBezTo>
                    <a:pt x="393" y="8"/>
                    <a:pt x="393" y="8"/>
                    <a:pt x="393" y="8"/>
                  </a:cubicBezTo>
                  <a:cubicBezTo>
                    <a:pt x="392" y="8"/>
                    <a:pt x="392" y="8"/>
                    <a:pt x="391" y="8"/>
                  </a:cubicBezTo>
                  <a:cubicBezTo>
                    <a:pt x="391" y="0"/>
                    <a:pt x="391" y="0"/>
                    <a:pt x="391" y="0"/>
                  </a:cubicBezTo>
                  <a:close/>
                  <a:moveTo>
                    <a:pt x="393" y="793"/>
                  </a:moveTo>
                  <a:cubicBezTo>
                    <a:pt x="391" y="793"/>
                    <a:pt x="391" y="793"/>
                    <a:pt x="391" y="793"/>
                  </a:cubicBezTo>
                  <a:cubicBezTo>
                    <a:pt x="391" y="786"/>
                    <a:pt x="391" y="786"/>
                    <a:pt x="391" y="786"/>
                  </a:cubicBezTo>
                  <a:cubicBezTo>
                    <a:pt x="392" y="787"/>
                    <a:pt x="392" y="787"/>
                    <a:pt x="393" y="787"/>
                  </a:cubicBezTo>
                  <a:cubicBezTo>
                    <a:pt x="393" y="793"/>
                    <a:pt x="393" y="793"/>
                    <a:pt x="393" y="793"/>
                  </a:cubicBezTo>
                  <a:close/>
                  <a:moveTo>
                    <a:pt x="393" y="18"/>
                  </a:moveTo>
                  <a:cubicBezTo>
                    <a:pt x="393" y="35"/>
                    <a:pt x="393" y="35"/>
                    <a:pt x="393" y="35"/>
                  </a:cubicBezTo>
                  <a:cubicBezTo>
                    <a:pt x="392" y="34"/>
                    <a:pt x="392" y="33"/>
                    <a:pt x="391" y="32"/>
                  </a:cubicBezTo>
                  <a:cubicBezTo>
                    <a:pt x="391" y="15"/>
                    <a:pt x="391" y="15"/>
                    <a:pt x="391" y="15"/>
                  </a:cubicBezTo>
                  <a:cubicBezTo>
                    <a:pt x="393" y="18"/>
                    <a:pt x="393" y="18"/>
                    <a:pt x="393" y="18"/>
                  </a:cubicBezTo>
                  <a:close/>
                  <a:moveTo>
                    <a:pt x="393" y="37"/>
                  </a:moveTo>
                  <a:cubicBezTo>
                    <a:pt x="393" y="46"/>
                    <a:pt x="393" y="46"/>
                    <a:pt x="393" y="46"/>
                  </a:cubicBezTo>
                  <a:cubicBezTo>
                    <a:pt x="392" y="46"/>
                    <a:pt x="392" y="46"/>
                    <a:pt x="391" y="46"/>
                  </a:cubicBezTo>
                  <a:cubicBezTo>
                    <a:pt x="391" y="38"/>
                    <a:pt x="391" y="38"/>
                    <a:pt x="391" y="38"/>
                  </a:cubicBezTo>
                  <a:cubicBezTo>
                    <a:pt x="392" y="38"/>
                    <a:pt x="392" y="38"/>
                    <a:pt x="393" y="37"/>
                  </a:cubicBezTo>
                  <a:close/>
                  <a:moveTo>
                    <a:pt x="393" y="165"/>
                  </a:moveTo>
                  <a:cubicBezTo>
                    <a:pt x="393" y="170"/>
                    <a:pt x="393" y="170"/>
                    <a:pt x="393" y="170"/>
                  </a:cubicBezTo>
                  <a:cubicBezTo>
                    <a:pt x="392" y="171"/>
                    <a:pt x="392" y="171"/>
                    <a:pt x="391" y="171"/>
                  </a:cubicBezTo>
                  <a:cubicBezTo>
                    <a:pt x="392" y="171"/>
                    <a:pt x="392" y="172"/>
                    <a:pt x="393" y="173"/>
                  </a:cubicBezTo>
                  <a:cubicBezTo>
                    <a:pt x="393" y="184"/>
                    <a:pt x="393" y="184"/>
                    <a:pt x="393" y="184"/>
                  </a:cubicBezTo>
                  <a:cubicBezTo>
                    <a:pt x="392" y="183"/>
                    <a:pt x="392" y="182"/>
                    <a:pt x="391" y="181"/>
                  </a:cubicBezTo>
                  <a:cubicBezTo>
                    <a:pt x="391" y="165"/>
                    <a:pt x="391" y="165"/>
                    <a:pt x="391" y="165"/>
                  </a:cubicBezTo>
                  <a:cubicBezTo>
                    <a:pt x="393" y="165"/>
                    <a:pt x="393" y="165"/>
                    <a:pt x="393" y="165"/>
                  </a:cubicBezTo>
                  <a:close/>
                  <a:moveTo>
                    <a:pt x="393" y="188"/>
                  </a:moveTo>
                  <a:cubicBezTo>
                    <a:pt x="393" y="192"/>
                    <a:pt x="393" y="192"/>
                    <a:pt x="393" y="192"/>
                  </a:cubicBezTo>
                  <a:cubicBezTo>
                    <a:pt x="391" y="193"/>
                    <a:pt x="391" y="193"/>
                    <a:pt x="391" y="193"/>
                  </a:cubicBezTo>
                  <a:cubicBezTo>
                    <a:pt x="391" y="188"/>
                    <a:pt x="391" y="188"/>
                    <a:pt x="391" y="188"/>
                  </a:cubicBezTo>
                  <a:cubicBezTo>
                    <a:pt x="393" y="188"/>
                    <a:pt x="393" y="188"/>
                    <a:pt x="393" y="188"/>
                  </a:cubicBezTo>
                  <a:close/>
                  <a:moveTo>
                    <a:pt x="393" y="198"/>
                  </a:moveTo>
                  <a:cubicBezTo>
                    <a:pt x="393" y="202"/>
                    <a:pt x="393" y="202"/>
                    <a:pt x="393" y="202"/>
                  </a:cubicBezTo>
                  <a:cubicBezTo>
                    <a:pt x="392" y="202"/>
                    <a:pt x="392" y="202"/>
                    <a:pt x="391" y="203"/>
                  </a:cubicBezTo>
                  <a:cubicBezTo>
                    <a:pt x="391" y="199"/>
                    <a:pt x="391" y="199"/>
                    <a:pt x="391" y="199"/>
                  </a:cubicBezTo>
                  <a:cubicBezTo>
                    <a:pt x="393" y="198"/>
                    <a:pt x="393" y="198"/>
                    <a:pt x="393" y="198"/>
                  </a:cubicBezTo>
                  <a:close/>
                  <a:moveTo>
                    <a:pt x="393" y="211"/>
                  </a:moveTo>
                  <a:cubicBezTo>
                    <a:pt x="393" y="215"/>
                    <a:pt x="393" y="215"/>
                    <a:pt x="393" y="215"/>
                  </a:cubicBezTo>
                  <a:cubicBezTo>
                    <a:pt x="391" y="215"/>
                    <a:pt x="391" y="215"/>
                    <a:pt x="391" y="215"/>
                  </a:cubicBezTo>
                  <a:cubicBezTo>
                    <a:pt x="391" y="211"/>
                    <a:pt x="391" y="211"/>
                    <a:pt x="391" y="211"/>
                  </a:cubicBezTo>
                  <a:cubicBezTo>
                    <a:pt x="393" y="211"/>
                    <a:pt x="393" y="211"/>
                    <a:pt x="393" y="211"/>
                  </a:cubicBezTo>
                  <a:close/>
                  <a:moveTo>
                    <a:pt x="393" y="223"/>
                  </a:moveTo>
                  <a:cubicBezTo>
                    <a:pt x="393" y="227"/>
                    <a:pt x="393" y="227"/>
                    <a:pt x="393" y="227"/>
                  </a:cubicBezTo>
                  <a:cubicBezTo>
                    <a:pt x="392" y="227"/>
                    <a:pt x="391" y="227"/>
                    <a:pt x="391" y="228"/>
                  </a:cubicBezTo>
                  <a:cubicBezTo>
                    <a:pt x="391" y="223"/>
                    <a:pt x="391" y="223"/>
                    <a:pt x="391" y="223"/>
                  </a:cubicBezTo>
                  <a:cubicBezTo>
                    <a:pt x="393" y="223"/>
                    <a:pt x="393" y="223"/>
                    <a:pt x="393" y="223"/>
                  </a:cubicBezTo>
                  <a:close/>
                  <a:moveTo>
                    <a:pt x="393" y="235"/>
                  </a:moveTo>
                  <a:cubicBezTo>
                    <a:pt x="393" y="239"/>
                    <a:pt x="393" y="239"/>
                    <a:pt x="393" y="239"/>
                  </a:cubicBezTo>
                  <a:cubicBezTo>
                    <a:pt x="391" y="240"/>
                    <a:pt x="391" y="240"/>
                    <a:pt x="391" y="240"/>
                  </a:cubicBezTo>
                  <a:cubicBezTo>
                    <a:pt x="391" y="236"/>
                    <a:pt x="391" y="236"/>
                    <a:pt x="391" y="236"/>
                  </a:cubicBezTo>
                  <a:cubicBezTo>
                    <a:pt x="393" y="235"/>
                    <a:pt x="393" y="235"/>
                    <a:pt x="393" y="235"/>
                  </a:cubicBezTo>
                  <a:close/>
                  <a:moveTo>
                    <a:pt x="393" y="248"/>
                  </a:moveTo>
                  <a:cubicBezTo>
                    <a:pt x="393" y="252"/>
                    <a:pt x="393" y="252"/>
                    <a:pt x="393" y="252"/>
                  </a:cubicBezTo>
                  <a:cubicBezTo>
                    <a:pt x="392" y="252"/>
                    <a:pt x="392" y="253"/>
                    <a:pt x="391" y="253"/>
                  </a:cubicBezTo>
                  <a:cubicBezTo>
                    <a:pt x="391" y="248"/>
                    <a:pt x="391" y="248"/>
                    <a:pt x="391" y="248"/>
                  </a:cubicBezTo>
                  <a:cubicBezTo>
                    <a:pt x="392" y="248"/>
                    <a:pt x="392" y="248"/>
                    <a:pt x="393" y="248"/>
                  </a:cubicBezTo>
                  <a:close/>
                  <a:moveTo>
                    <a:pt x="393" y="260"/>
                  </a:moveTo>
                  <a:cubicBezTo>
                    <a:pt x="393" y="264"/>
                    <a:pt x="393" y="264"/>
                    <a:pt x="393" y="264"/>
                  </a:cubicBezTo>
                  <a:cubicBezTo>
                    <a:pt x="392" y="264"/>
                    <a:pt x="392" y="265"/>
                    <a:pt x="391" y="265"/>
                  </a:cubicBezTo>
                  <a:cubicBezTo>
                    <a:pt x="391" y="261"/>
                    <a:pt x="391" y="261"/>
                    <a:pt x="391" y="261"/>
                  </a:cubicBezTo>
                  <a:cubicBezTo>
                    <a:pt x="393" y="260"/>
                    <a:pt x="393" y="260"/>
                    <a:pt x="393" y="260"/>
                  </a:cubicBezTo>
                  <a:close/>
                  <a:moveTo>
                    <a:pt x="393" y="272"/>
                  </a:moveTo>
                  <a:cubicBezTo>
                    <a:pt x="393" y="277"/>
                    <a:pt x="393" y="277"/>
                    <a:pt x="393" y="277"/>
                  </a:cubicBezTo>
                  <a:cubicBezTo>
                    <a:pt x="392" y="277"/>
                    <a:pt x="392" y="277"/>
                    <a:pt x="391" y="277"/>
                  </a:cubicBezTo>
                  <a:cubicBezTo>
                    <a:pt x="391" y="273"/>
                    <a:pt x="391" y="273"/>
                    <a:pt x="391" y="273"/>
                  </a:cubicBezTo>
                  <a:cubicBezTo>
                    <a:pt x="392" y="272"/>
                    <a:pt x="392" y="272"/>
                    <a:pt x="393" y="272"/>
                  </a:cubicBezTo>
                  <a:close/>
                  <a:moveTo>
                    <a:pt x="393" y="285"/>
                  </a:moveTo>
                  <a:cubicBezTo>
                    <a:pt x="393" y="289"/>
                    <a:pt x="393" y="289"/>
                    <a:pt x="393" y="289"/>
                  </a:cubicBezTo>
                  <a:cubicBezTo>
                    <a:pt x="392" y="289"/>
                    <a:pt x="392" y="290"/>
                    <a:pt x="391" y="290"/>
                  </a:cubicBezTo>
                  <a:cubicBezTo>
                    <a:pt x="391" y="285"/>
                    <a:pt x="391" y="285"/>
                    <a:pt x="391" y="285"/>
                  </a:cubicBezTo>
                  <a:cubicBezTo>
                    <a:pt x="393" y="285"/>
                    <a:pt x="393" y="285"/>
                    <a:pt x="393" y="285"/>
                  </a:cubicBezTo>
                  <a:close/>
                  <a:moveTo>
                    <a:pt x="393" y="293"/>
                  </a:moveTo>
                  <a:cubicBezTo>
                    <a:pt x="393" y="298"/>
                    <a:pt x="393" y="298"/>
                    <a:pt x="393" y="298"/>
                  </a:cubicBezTo>
                  <a:cubicBezTo>
                    <a:pt x="392" y="298"/>
                    <a:pt x="392" y="298"/>
                    <a:pt x="391" y="298"/>
                  </a:cubicBezTo>
                  <a:cubicBezTo>
                    <a:pt x="391" y="293"/>
                    <a:pt x="391" y="293"/>
                    <a:pt x="391" y="293"/>
                  </a:cubicBezTo>
                  <a:cubicBezTo>
                    <a:pt x="393" y="293"/>
                    <a:pt x="393" y="293"/>
                    <a:pt x="393" y="293"/>
                  </a:cubicBezTo>
                  <a:close/>
                  <a:moveTo>
                    <a:pt x="393" y="303"/>
                  </a:moveTo>
                  <a:cubicBezTo>
                    <a:pt x="393" y="311"/>
                    <a:pt x="393" y="311"/>
                    <a:pt x="393" y="311"/>
                  </a:cubicBezTo>
                  <a:cubicBezTo>
                    <a:pt x="392" y="312"/>
                    <a:pt x="392" y="312"/>
                    <a:pt x="391" y="312"/>
                  </a:cubicBezTo>
                  <a:cubicBezTo>
                    <a:pt x="391" y="308"/>
                    <a:pt x="391" y="308"/>
                    <a:pt x="391" y="308"/>
                  </a:cubicBezTo>
                  <a:cubicBezTo>
                    <a:pt x="392" y="308"/>
                    <a:pt x="392" y="308"/>
                    <a:pt x="392" y="308"/>
                  </a:cubicBezTo>
                  <a:cubicBezTo>
                    <a:pt x="391" y="306"/>
                    <a:pt x="391" y="306"/>
                    <a:pt x="391" y="306"/>
                  </a:cubicBezTo>
                  <a:cubicBezTo>
                    <a:pt x="391" y="299"/>
                    <a:pt x="391" y="299"/>
                    <a:pt x="391" y="299"/>
                  </a:cubicBezTo>
                  <a:cubicBezTo>
                    <a:pt x="392" y="300"/>
                    <a:pt x="392" y="302"/>
                    <a:pt x="393" y="303"/>
                  </a:cubicBezTo>
                  <a:close/>
                  <a:moveTo>
                    <a:pt x="393" y="338"/>
                  </a:moveTo>
                  <a:cubicBezTo>
                    <a:pt x="393" y="434"/>
                    <a:pt x="393" y="434"/>
                    <a:pt x="393" y="434"/>
                  </a:cubicBezTo>
                  <a:cubicBezTo>
                    <a:pt x="391" y="435"/>
                    <a:pt x="391" y="435"/>
                    <a:pt x="391" y="435"/>
                  </a:cubicBezTo>
                  <a:cubicBezTo>
                    <a:pt x="391" y="343"/>
                    <a:pt x="391" y="343"/>
                    <a:pt x="391" y="343"/>
                  </a:cubicBezTo>
                  <a:cubicBezTo>
                    <a:pt x="393" y="338"/>
                    <a:pt x="393" y="338"/>
                    <a:pt x="393" y="338"/>
                  </a:cubicBezTo>
                  <a:close/>
                  <a:moveTo>
                    <a:pt x="393" y="493"/>
                  </a:moveTo>
                  <a:cubicBezTo>
                    <a:pt x="393" y="496"/>
                    <a:pt x="393" y="496"/>
                    <a:pt x="393" y="496"/>
                  </a:cubicBezTo>
                  <a:cubicBezTo>
                    <a:pt x="392" y="496"/>
                    <a:pt x="392" y="496"/>
                    <a:pt x="391" y="496"/>
                  </a:cubicBezTo>
                  <a:cubicBezTo>
                    <a:pt x="391" y="492"/>
                    <a:pt x="391" y="492"/>
                    <a:pt x="391" y="492"/>
                  </a:cubicBezTo>
                  <a:cubicBezTo>
                    <a:pt x="393" y="493"/>
                    <a:pt x="393" y="493"/>
                    <a:pt x="393" y="493"/>
                  </a:cubicBezTo>
                  <a:close/>
                  <a:moveTo>
                    <a:pt x="393" y="503"/>
                  </a:moveTo>
                  <a:cubicBezTo>
                    <a:pt x="393" y="511"/>
                    <a:pt x="393" y="511"/>
                    <a:pt x="393" y="511"/>
                  </a:cubicBezTo>
                  <a:cubicBezTo>
                    <a:pt x="391" y="511"/>
                    <a:pt x="391" y="511"/>
                    <a:pt x="391" y="511"/>
                  </a:cubicBezTo>
                  <a:cubicBezTo>
                    <a:pt x="391" y="498"/>
                    <a:pt x="391" y="498"/>
                    <a:pt x="391" y="498"/>
                  </a:cubicBezTo>
                  <a:cubicBezTo>
                    <a:pt x="392" y="500"/>
                    <a:pt x="392" y="501"/>
                    <a:pt x="393" y="503"/>
                  </a:cubicBezTo>
                  <a:close/>
                  <a:moveTo>
                    <a:pt x="393" y="516"/>
                  </a:moveTo>
                  <a:cubicBezTo>
                    <a:pt x="393" y="520"/>
                    <a:pt x="393" y="520"/>
                    <a:pt x="393" y="520"/>
                  </a:cubicBezTo>
                  <a:cubicBezTo>
                    <a:pt x="392" y="520"/>
                    <a:pt x="392" y="521"/>
                    <a:pt x="391" y="521"/>
                  </a:cubicBezTo>
                  <a:cubicBezTo>
                    <a:pt x="391" y="516"/>
                    <a:pt x="391" y="516"/>
                    <a:pt x="391" y="516"/>
                  </a:cubicBezTo>
                  <a:cubicBezTo>
                    <a:pt x="392" y="516"/>
                    <a:pt x="392" y="516"/>
                    <a:pt x="393" y="516"/>
                  </a:cubicBezTo>
                  <a:close/>
                  <a:moveTo>
                    <a:pt x="393" y="528"/>
                  </a:moveTo>
                  <a:cubicBezTo>
                    <a:pt x="393" y="533"/>
                    <a:pt x="393" y="533"/>
                    <a:pt x="393" y="533"/>
                  </a:cubicBezTo>
                  <a:cubicBezTo>
                    <a:pt x="391" y="533"/>
                    <a:pt x="391" y="533"/>
                    <a:pt x="391" y="533"/>
                  </a:cubicBezTo>
                  <a:cubicBezTo>
                    <a:pt x="391" y="529"/>
                    <a:pt x="391" y="529"/>
                    <a:pt x="391" y="529"/>
                  </a:cubicBezTo>
                  <a:cubicBezTo>
                    <a:pt x="393" y="528"/>
                    <a:pt x="393" y="528"/>
                    <a:pt x="393" y="528"/>
                  </a:cubicBezTo>
                  <a:close/>
                  <a:moveTo>
                    <a:pt x="393" y="541"/>
                  </a:moveTo>
                  <a:cubicBezTo>
                    <a:pt x="393" y="545"/>
                    <a:pt x="393" y="545"/>
                    <a:pt x="393" y="545"/>
                  </a:cubicBezTo>
                  <a:cubicBezTo>
                    <a:pt x="391" y="546"/>
                    <a:pt x="391" y="546"/>
                    <a:pt x="391" y="546"/>
                  </a:cubicBezTo>
                  <a:cubicBezTo>
                    <a:pt x="391" y="541"/>
                    <a:pt x="391" y="541"/>
                    <a:pt x="391" y="541"/>
                  </a:cubicBezTo>
                  <a:cubicBezTo>
                    <a:pt x="392" y="541"/>
                    <a:pt x="392" y="541"/>
                    <a:pt x="393" y="541"/>
                  </a:cubicBezTo>
                  <a:close/>
                  <a:moveTo>
                    <a:pt x="393" y="553"/>
                  </a:moveTo>
                  <a:cubicBezTo>
                    <a:pt x="393" y="557"/>
                    <a:pt x="393" y="557"/>
                    <a:pt x="393" y="557"/>
                  </a:cubicBezTo>
                  <a:cubicBezTo>
                    <a:pt x="392" y="557"/>
                    <a:pt x="392" y="558"/>
                    <a:pt x="391" y="558"/>
                  </a:cubicBezTo>
                  <a:cubicBezTo>
                    <a:pt x="391" y="554"/>
                    <a:pt x="391" y="554"/>
                    <a:pt x="391" y="554"/>
                  </a:cubicBezTo>
                  <a:cubicBezTo>
                    <a:pt x="393" y="553"/>
                    <a:pt x="393" y="553"/>
                    <a:pt x="393" y="553"/>
                  </a:cubicBezTo>
                  <a:close/>
                  <a:moveTo>
                    <a:pt x="393" y="565"/>
                  </a:moveTo>
                  <a:cubicBezTo>
                    <a:pt x="393" y="569"/>
                    <a:pt x="393" y="569"/>
                    <a:pt x="393" y="569"/>
                  </a:cubicBezTo>
                  <a:cubicBezTo>
                    <a:pt x="392" y="570"/>
                    <a:pt x="392" y="570"/>
                    <a:pt x="391" y="571"/>
                  </a:cubicBezTo>
                  <a:cubicBezTo>
                    <a:pt x="391" y="566"/>
                    <a:pt x="391" y="566"/>
                    <a:pt x="391" y="566"/>
                  </a:cubicBezTo>
                  <a:cubicBezTo>
                    <a:pt x="393" y="565"/>
                    <a:pt x="393" y="565"/>
                    <a:pt x="393" y="565"/>
                  </a:cubicBezTo>
                  <a:close/>
                  <a:moveTo>
                    <a:pt x="393" y="578"/>
                  </a:moveTo>
                  <a:cubicBezTo>
                    <a:pt x="393" y="582"/>
                    <a:pt x="393" y="582"/>
                    <a:pt x="393" y="582"/>
                  </a:cubicBezTo>
                  <a:cubicBezTo>
                    <a:pt x="392" y="582"/>
                    <a:pt x="391" y="583"/>
                    <a:pt x="391" y="583"/>
                  </a:cubicBezTo>
                  <a:cubicBezTo>
                    <a:pt x="391" y="579"/>
                    <a:pt x="391" y="579"/>
                    <a:pt x="391" y="579"/>
                  </a:cubicBezTo>
                  <a:cubicBezTo>
                    <a:pt x="393" y="578"/>
                    <a:pt x="393" y="578"/>
                    <a:pt x="393" y="578"/>
                  </a:cubicBezTo>
                  <a:close/>
                  <a:moveTo>
                    <a:pt x="393" y="591"/>
                  </a:moveTo>
                  <a:cubicBezTo>
                    <a:pt x="393" y="595"/>
                    <a:pt x="393" y="595"/>
                    <a:pt x="393" y="595"/>
                  </a:cubicBezTo>
                  <a:cubicBezTo>
                    <a:pt x="391" y="595"/>
                    <a:pt x="391" y="595"/>
                    <a:pt x="391" y="595"/>
                  </a:cubicBezTo>
                  <a:cubicBezTo>
                    <a:pt x="391" y="591"/>
                    <a:pt x="391" y="591"/>
                    <a:pt x="391" y="591"/>
                  </a:cubicBezTo>
                  <a:cubicBezTo>
                    <a:pt x="393" y="591"/>
                    <a:pt x="393" y="591"/>
                    <a:pt x="393" y="591"/>
                  </a:cubicBezTo>
                  <a:close/>
                  <a:moveTo>
                    <a:pt x="393" y="603"/>
                  </a:moveTo>
                  <a:cubicBezTo>
                    <a:pt x="393" y="607"/>
                    <a:pt x="393" y="607"/>
                    <a:pt x="393" y="607"/>
                  </a:cubicBezTo>
                  <a:cubicBezTo>
                    <a:pt x="392" y="607"/>
                    <a:pt x="392" y="607"/>
                    <a:pt x="391" y="608"/>
                  </a:cubicBezTo>
                  <a:cubicBezTo>
                    <a:pt x="391" y="603"/>
                    <a:pt x="391" y="603"/>
                    <a:pt x="391" y="603"/>
                  </a:cubicBezTo>
                  <a:cubicBezTo>
                    <a:pt x="392" y="603"/>
                    <a:pt x="392" y="603"/>
                    <a:pt x="393" y="603"/>
                  </a:cubicBezTo>
                  <a:close/>
                  <a:moveTo>
                    <a:pt x="393" y="612"/>
                  </a:moveTo>
                  <a:cubicBezTo>
                    <a:pt x="393" y="620"/>
                    <a:pt x="393" y="620"/>
                    <a:pt x="393" y="620"/>
                  </a:cubicBezTo>
                  <a:cubicBezTo>
                    <a:pt x="392" y="620"/>
                    <a:pt x="392" y="619"/>
                    <a:pt x="391" y="619"/>
                  </a:cubicBezTo>
                  <a:cubicBezTo>
                    <a:pt x="391" y="612"/>
                    <a:pt x="391" y="612"/>
                    <a:pt x="391" y="612"/>
                  </a:cubicBezTo>
                  <a:cubicBezTo>
                    <a:pt x="393" y="612"/>
                    <a:pt x="393" y="612"/>
                    <a:pt x="393" y="612"/>
                  </a:cubicBezTo>
                  <a:close/>
                  <a:moveTo>
                    <a:pt x="393" y="634"/>
                  </a:moveTo>
                  <a:cubicBezTo>
                    <a:pt x="393" y="639"/>
                    <a:pt x="393" y="639"/>
                    <a:pt x="393" y="639"/>
                  </a:cubicBezTo>
                  <a:cubicBezTo>
                    <a:pt x="391" y="639"/>
                    <a:pt x="391" y="639"/>
                    <a:pt x="391" y="639"/>
                  </a:cubicBezTo>
                  <a:cubicBezTo>
                    <a:pt x="391" y="634"/>
                    <a:pt x="391" y="634"/>
                    <a:pt x="391" y="634"/>
                  </a:cubicBezTo>
                  <a:cubicBezTo>
                    <a:pt x="391" y="634"/>
                    <a:pt x="392" y="634"/>
                    <a:pt x="392" y="634"/>
                  </a:cubicBezTo>
                  <a:cubicBezTo>
                    <a:pt x="393" y="634"/>
                    <a:pt x="393" y="634"/>
                    <a:pt x="393" y="634"/>
                  </a:cubicBezTo>
                  <a:close/>
                  <a:moveTo>
                    <a:pt x="393" y="750"/>
                  </a:moveTo>
                  <a:cubicBezTo>
                    <a:pt x="393" y="765"/>
                    <a:pt x="393" y="765"/>
                    <a:pt x="393" y="765"/>
                  </a:cubicBezTo>
                  <a:cubicBezTo>
                    <a:pt x="392" y="764"/>
                    <a:pt x="392" y="763"/>
                    <a:pt x="391" y="763"/>
                  </a:cubicBezTo>
                  <a:cubicBezTo>
                    <a:pt x="391" y="751"/>
                    <a:pt x="391" y="751"/>
                    <a:pt x="391" y="751"/>
                  </a:cubicBezTo>
                  <a:cubicBezTo>
                    <a:pt x="392" y="751"/>
                    <a:pt x="392" y="750"/>
                    <a:pt x="393" y="750"/>
                  </a:cubicBezTo>
                  <a:close/>
                  <a:moveTo>
                    <a:pt x="391" y="694"/>
                  </a:moveTo>
                  <a:cubicBezTo>
                    <a:pt x="391" y="685"/>
                    <a:pt x="391" y="685"/>
                    <a:pt x="391" y="685"/>
                  </a:cubicBezTo>
                  <a:cubicBezTo>
                    <a:pt x="391" y="688"/>
                    <a:pt x="391" y="691"/>
                    <a:pt x="391" y="694"/>
                  </a:cubicBezTo>
                  <a:close/>
                  <a:moveTo>
                    <a:pt x="387" y="0"/>
                  </a:moveTo>
                  <a:cubicBezTo>
                    <a:pt x="391" y="0"/>
                    <a:pt x="391" y="0"/>
                    <a:pt x="391" y="0"/>
                  </a:cubicBezTo>
                  <a:cubicBezTo>
                    <a:pt x="391" y="8"/>
                    <a:pt x="391" y="8"/>
                    <a:pt x="391" y="8"/>
                  </a:cubicBezTo>
                  <a:cubicBezTo>
                    <a:pt x="390" y="8"/>
                    <a:pt x="389" y="9"/>
                    <a:pt x="387" y="9"/>
                  </a:cubicBezTo>
                  <a:cubicBezTo>
                    <a:pt x="388" y="10"/>
                    <a:pt x="389" y="11"/>
                    <a:pt x="391" y="15"/>
                  </a:cubicBezTo>
                  <a:cubicBezTo>
                    <a:pt x="391" y="32"/>
                    <a:pt x="391" y="32"/>
                    <a:pt x="391" y="32"/>
                  </a:cubicBezTo>
                  <a:cubicBezTo>
                    <a:pt x="390" y="29"/>
                    <a:pt x="388" y="27"/>
                    <a:pt x="387" y="25"/>
                  </a:cubicBezTo>
                  <a:cubicBezTo>
                    <a:pt x="387" y="0"/>
                    <a:pt x="387" y="0"/>
                    <a:pt x="387" y="0"/>
                  </a:cubicBezTo>
                  <a:close/>
                  <a:moveTo>
                    <a:pt x="391" y="793"/>
                  </a:moveTo>
                  <a:cubicBezTo>
                    <a:pt x="390" y="793"/>
                    <a:pt x="388" y="793"/>
                    <a:pt x="387" y="793"/>
                  </a:cubicBezTo>
                  <a:cubicBezTo>
                    <a:pt x="387" y="784"/>
                    <a:pt x="387" y="784"/>
                    <a:pt x="387" y="784"/>
                  </a:cubicBezTo>
                  <a:cubicBezTo>
                    <a:pt x="388" y="785"/>
                    <a:pt x="389" y="786"/>
                    <a:pt x="391" y="786"/>
                  </a:cubicBezTo>
                  <a:cubicBezTo>
                    <a:pt x="391" y="793"/>
                    <a:pt x="391" y="793"/>
                    <a:pt x="391" y="793"/>
                  </a:cubicBezTo>
                  <a:close/>
                  <a:moveTo>
                    <a:pt x="391" y="38"/>
                  </a:moveTo>
                  <a:cubicBezTo>
                    <a:pt x="391" y="46"/>
                    <a:pt x="391" y="46"/>
                    <a:pt x="391" y="46"/>
                  </a:cubicBezTo>
                  <a:cubicBezTo>
                    <a:pt x="390" y="46"/>
                    <a:pt x="389" y="47"/>
                    <a:pt x="389" y="47"/>
                  </a:cubicBezTo>
                  <a:cubicBezTo>
                    <a:pt x="387" y="47"/>
                    <a:pt x="387" y="47"/>
                    <a:pt x="387" y="47"/>
                  </a:cubicBezTo>
                  <a:cubicBezTo>
                    <a:pt x="387" y="39"/>
                    <a:pt x="387" y="39"/>
                    <a:pt x="387" y="39"/>
                  </a:cubicBezTo>
                  <a:cubicBezTo>
                    <a:pt x="388" y="39"/>
                    <a:pt x="390" y="39"/>
                    <a:pt x="391" y="38"/>
                  </a:cubicBezTo>
                  <a:close/>
                  <a:moveTo>
                    <a:pt x="391" y="165"/>
                  </a:moveTo>
                  <a:cubicBezTo>
                    <a:pt x="391" y="181"/>
                    <a:pt x="391" y="181"/>
                    <a:pt x="391" y="181"/>
                  </a:cubicBezTo>
                  <a:cubicBezTo>
                    <a:pt x="390" y="178"/>
                    <a:pt x="388" y="176"/>
                    <a:pt x="387" y="174"/>
                  </a:cubicBezTo>
                  <a:cubicBezTo>
                    <a:pt x="387" y="165"/>
                    <a:pt x="387" y="165"/>
                    <a:pt x="387" y="165"/>
                  </a:cubicBezTo>
                  <a:cubicBezTo>
                    <a:pt x="388" y="165"/>
                    <a:pt x="390" y="165"/>
                    <a:pt x="391" y="165"/>
                  </a:cubicBezTo>
                  <a:close/>
                  <a:moveTo>
                    <a:pt x="391" y="188"/>
                  </a:moveTo>
                  <a:cubicBezTo>
                    <a:pt x="391" y="193"/>
                    <a:pt x="391" y="193"/>
                    <a:pt x="391" y="193"/>
                  </a:cubicBezTo>
                  <a:cubicBezTo>
                    <a:pt x="388" y="193"/>
                    <a:pt x="388" y="193"/>
                    <a:pt x="388" y="193"/>
                  </a:cubicBezTo>
                  <a:cubicBezTo>
                    <a:pt x="388" y="195"/>
                    <a:pt x="388" y="197"/>
                    <a:pt x="387" y="199"/>
                  </a:cubicBezTo>
                  <a:cubicBezTo>
                    <a:pt x="389" y="199"/>
                    <a:pt x="390" y="199"/>
                    <a:pt x="391" y="199"/>
                  </a:cubicBezTo>
                  <a:cubicBezTo>
                    <a:pt x="391" y="203"/>
                    <a:pt x="391" y="203"/>
                    <a:pt x="391" y="203"/>
                  </a:cubicBezTo>
                  <a:cubicBezTo>
                    <a:pt x="389" y="205"/>
                    <a:pt x="388" y="207"/>
                    <a:pt x="387" y="212"/>
                  </a:cubicBezTo>
                  <a:cubicBezTo>
                    <a:pt x="389" y="212"/>
                    <a:pt x="390" y="211"/>
                    <a:pt x="391" y="211"/>
                  </a:cubicBezTo>
                  <a:cubicBezTo>
                    <a:pt x="391" y="215"/>
                    <a:pt x="391" y="215"/>
                    <a:pt x="391" y="215"/>
                  </a:cubicBezTo>
                  <a:cubicBezTo>
                    <a:pt x="389" y="216"/>
                    <a:pt x="389" y="216"/>
                    <a:pt x="389" y="216"/>
                  </a:cubicBezTo>
                  <a:cubicBezTo>
                    <a:pt x="388" y="218"/>
                    <a:pt x="388" y="221"/>
                    <a:pt x="387" y="224"/>
                  </a:cubicBezTo>
                  <a:cubicBezTo>
                    <a:pt x="391" y="223"/>
                    <a:pt x="391" y="223"/>
                    <a:pt x="391" y="223"/>
                  </a:cubicBezTo>
                  <a:cubicBezTo>
                    <a:pt x="391" y="228"/>
                    <a:pt x="391" y="228"/>
                    <a:pt x="391" y="228"/>
                  </a:cubicBezTo>
                  <a:cubicBezTo>
                    <a:pt x="389" y="229"/>
                    <a:pt x="388" y="232"/>
                    <a:pt x="387" y="237"/>
                  </a:cubicBezTo>
                  <a:cubicBezTo>
                    <a:pt x="389" y="236"/>
                    <a:pt x="390" y="236"/>
                    <a:pt x="391" y="236"/>
                  </a:cubicBezTo>
                  <a:cubicBezTo>
                    <a:pt x="391" y="240"/>
                    <a:pt x="391" y="240"/>
                    <a:pt x="391" y="240"/>
                  </a:cubicBezTo>
                  <a:cubicBezTo>
                    <a:pt x="389" y="241"/>
                    <a:pt x="389" y="241"/>
                    <a:pt x="389" y="241"/>
                  </a:cubicBezTo>
                  <a:cubicBezTo>
                    <a:pt x="388" y="243"/>
                    <a:pt x="388" y="246"/>
                    <a:pt x="387" y="249"/>
                  </a:cubicBezTo>
                  <a:cubicBezTo>
                    <a:pt x="389" y="248"/>
                    <a:pt x="390" y="248"/>
                    <a:pt x="391" y="248"/>
                  </a:cubicBezTo>
                  <a:cubicBezTo>
                    <a:pt x="391" y="253"/>
                    <a:pt x="391" y="253"/>
                    <a:pt x="391" y="253"/>
                  </a:cubicBezTo>
                  <a:cubicBezTo>
                    <a:pt x="389" y="254"/>
                    <a:pt x="388" y="257"/>
                    <a:pt x="387" y="262"/>
                  </a:cubicBezTo>
                  <a:cubicBezTo>
                    <a:pt x="391" y="261"/>
                    <a:pt x="391" y="261"/>
                    <a:pt x="391" y="261"/>
                  </a:cubicBezTo>
                  <a:cubicBezTo>
                    <a:pt x="391" y="265"/>
                    <a:pt x="391" y="265"/>
                    <a:pt x="391" y="265"/>
                  </a:cubicBezTo>
                  <a:cubicBezTo>
                    <a:pt x="389" y="266"/>
                    <a:pt x="388" y="269"/>
                    <a:pt x="387" y="273"/>
                  </a:cubicBezTo>
                  <a:cubicBezTo>
                    <a:pt x="389" y="273"/>
                    <a:pt x="390" y="273"/>
                    <a:pt x="391" y="273"/>
                  </a:cubicBezTo>
                  <a:cubicBezTo>
                    <a:pt x="391" y="277"/>
                    <a:pt x="391" y="277"/>
                    <a:pt x="391" y="277"/>
                  </a:cubicBezTo>
                  <a:cubicBezTo>
                    <a:pt x="389" y="279"/>
                    <a:pt x="388" y="281"/>
                    <a:pt x="387" y="286"/>
                  </a:cubicBezTo>
                  <a:cubicBezTo>
                    <a:pt x="391" y="285"/>
                    <a:pt x="391" y="285"/>
                    <a:pt x="391" y="285"/>
                  </a:cubicBezTo>
                  <a:cubicBezTo>
                    <a:pt x="391" y="290"/>
                    <a:pt x="391" y="290"/>
                    <a:pt x="391" y="290"/>
                  </a:cubicBezTo>
                  <a:cubicBezTo>
                    <a:pt x="390" y="291"/>
                    <a:pt x="389" y="292"/>
                    <a:pt x="389" y="293"/>
                  </a:cubicBezTo>
                  <a:cubicBezTo>
                    <a:pt x="391" y="293"/>
                    <a:pt x="391" y="293"/>
                    <a:pt x="391" y="293"/>
                  </a:cubicBezTo>
                  <a:cubicBezTo>
                    <a:pt x="391" y="298"/>
                    <a:pt x="391" y="298"/>
                    <a:pt x="391" y="298"/>
                  </a:cubicBezTo>
                  <a:cubicBezTo>
                    <a:pt x="391" y="298"/>
                    <a:pt x="391" y="298"/>
                    <a:pt x="390" y="298"/>
                  </a:cubicBezTo>
                  <a:cubicBezTo>
                    <a:pt x="391" y="298"/>
                    <a:pt x="391" y="299"/>
                    <a:pt x="391" y="299"/>
                  </a:cubicBezTo>
                  <a:cubicBezTo>
                    <a:pt x="391" y="306"/>
                    <a:pt x="391" y="306"/>
                    <a:pt x="391" y="306"/>
                  </a:cubicBezTo>
                  <a:cubicBezTo>
                    <a:pt x="389" y="304"/>
                    <a:pt x="388" y="302"/>
                    <a:pt x="387" y="301"/>
                  </a:cubicBezTo>
                  <a:cubicBezTo>
                    <a:pt x="387" y="188"/>
                    <a:pt x="387" y="188"/>
                    <a:pt x="387" y="188"/>
                  </a:cubicBezTo>
                  <a:cubicBezTo>
                    <a:pt x="391" y="188"/>
                    <a:pt x="391" y="188"/>
                    <a:pt x="391" y="188"/>
                  </a:cubicBezTo>
                  <a:close/>
                  <a:moveTo>
                    <a:pt x="391" y="308"/>
                  </a:moveTo>
                  <a:cubicBezTo>
                    <a:pt x="391" y="312"/>
                    <a:pt x="391" y="312"/>
                    <a:pt x="391" y="312"/>
                  </a:cubicBezTo>
                  <a:cubicBezTo>
                    <a:pt x="390" y="312"/>
                    <a:pt x="388" y="312"/>
                    <a:pt x="387" y="312"/>
                  </a:cubicBezTo>
                  <a:cubicBezTo>
                    <a:pt x="387" y="308"/>
                    <a:pt x="387" y="308"/>
                    <a:pt x="387" y="308"/>
                  </a:cubicBezTo>
                  <a:cubicBezTo>
                    <a:pt x="388" y="308"/>
                    <a:pt x="390" y="308"/>
                    <a:pt x="391" y="308"/>
                  </a:cubicBezTo>
                  <a:close/>
                  <a:moveTo>
                    <a:pt x="391" y="343"/>
                  </a:moveTo>
                  <a:cubicBezTo>
                    <a:pt x="391" y="435"/>
                    <a:pt x="391" y="435"/>
                    <a:pt x="391" y="435"/>
                  </a:cubicBezTo>
                  <a:cubicBezTo>
                    <a:pt x="387" y="438"/>
                    <a:pt x="387" y="438"/>
                    <a:pt x="387" y="438"/>
                  </a:cubicBezTo>
                  <a:cubicBezTo>
                    <a:pt x="387" y="356"/>
                    <a:pt x="387" y="356"/>
                    <a:pt x="387" y="356"/>
                  </a:cubicBezTo>
                  <a:cubicBezTo>
                    <a:pt x="391" y="343"/>
                    <a:pt x="391" y="343"/>
                    <a:pt x="391" y="343"/>
                  </a:cubicBezTo>
                  <a:close/>
                  <a:moveTo>
                    <a:pt x="391" y="492"/>
                  </a:moveTo>
                  <a:cubicBezTo>
                    <a:pt x="391" y="496"/>
                    <a:pt x="391" y="496"/>
                    <a:pt x="391" y="496"/>
                  </a:cubicBezTo>
                  <a:cubicBezTo>
                    <a:pt x="391" y="496"/>
                    <a:pt x="390" y="496"/>
                    <a:pt x="390" y="496"/>
                  </a:cubicBezTo>
                  <a:cubicBezTo>
                    <a:pt x="390" y="497"/>
                    <a:pt x="391" y="498"/>
                    <a:pt x="391" y="498"/>
                  </a:cubicBezTo>
                  <a:cubicBezTo>
                    <a:pt x="391" y="511"/>
                    <a:pt x="391" y="511"/>
                    <a:pt x="391" y="511"/>
                  </a:cubicBezTo>
                  <a:cubicBezTo>
                    <a:pt x="387" y="511"/>
                    <a:pt x="387" y="511"/>
                    <a:pt x="387" y="511"/>
                  </a:cubicBezTo>
                  <a:cubicBezTo>
                    <a:pt x="387" y="513"/>
                    <a:pt x="387" y="515"/>
                    <a:pt x="387" y="517"/>
                  </a:cubicBezTo>
                  <a:cubicBezTo>
                    <a:pt x="388" y="517"/>
                    <a:pt x="390" y="517"/>
                    <a:pt x="391" y="516"/>
                  </a:cubicBezTo>
                  <a:cubicBezTo>
                    <a:pt x="391" y="521"/>
                    <a:pt x="391" y="521"/>
                    <a:pt x="391" y="521"/>
                  </a:cubicBezTo>
                  <a:cubicBezTo>
                    <a:pt x="389" y="522"/>
                    <a:pt x="388" y="525"/>
                    <a:pt x="387" y="530"/>
                  </a:cubicBezTo>
                  <a:cubicBezTo>
                    <a:pt x="389" y="529"/>
                    <a:pt x="390" y="529"/>
                    <a:pt x="391" y="529"/>
                  </a:cubicBezTo>
                  <a:cubicBezTo>
                    <a:pt x="391" y="533"/>
                    <a:pt x="391" y="533"/>
                    <a:pt x="391" y="533"/>
                  </a:cubicBezTo>
                  <a:cubicBezTo>
                    <a:pt x="389" y="533"/>
                    <a:pt x="389" y="533"/>
                    <a:pt x="389" y="533"/>
                  </a:cubicBezTo>
                  <a:cubicBezTo>
                    <a:pt x="388" y="536"/>
                    <a:pt x="388" y="539"/>
                    <a:pt x="387" y="541"/>
                  </a:cubicBezTo>
                  <a:cubicBezTo>
                    <a:pt x="389" y="541"/>
                    <a:pt x="390" y="541"/>
                    <a:pt x="391" y="541"/>
                  </a:cubicBezTo>
                  <a:cubicBezTo>
                    <a:pt x="391" y="546"/>
                    <a:pt x="391" y="546"/>
                    <a:pt x="391" y="546"/>
                  </a:cubicBezTo>
                  <a:cubicBezTo>
                    <a:pt x="390" y="546"/>
                    <a:pt x="390" y="546"/>
                    <a:pt x="390" y="546"/>
                  </a:cubicBezTo>
                  <a:cubicBezTo>
                    <a:pt x="388" y="549"/>
                    <a:pt x="388" y="549"/>
                    <a:pt x="387" y="554"/>
                  </a:cubicBezTo>
                  <a:cubicBezTo>
                    <a:pt x="389" y="554"/>
                    <a:pt x="390" y="554"/>
                    <a:pt x="391" y="554"/>
                  </a:cubicBezTo>
                  <a:cubicBezTo>
                    <a:pt x="391" y="558"/>
                    <a:pt x="391" y="558"/>
                    <a:pt x="391" y="558"/>
                  </a:cubicBezTo>
                  <a:cubicBezTo>
                    <a:pt x="389" y="560"/>
                    <a:pt x="388" y="562"/>
                    <a:pt x="387" y="566"/>
                  </a:cubicBezTo>
                  <a:cubicBezTo>
                    <a:pt x="391" y="566"/>
                    <a:pt x="391" y="566"/>
                    <a:pt x="391" y="566"/>
                  </a:cubicBezTo>
                  <a:cubicBezTo>
                    <a:pt x="391" y="571"/>
                    <a:pt x="391" y="571"/>
                    <a:pt x="391" y="571"/>
                  </a:cubicBezTo>
                  <a:cubicBezTo>
                    <a:pt x="389" y="572"/>
                    <a:pt x="388" y="575"/>
                    <a:pt x="387" y="579"/>
                  </a:cubicBezTo>
                  <a:cubicBezTo>
                    <a:pt x="391" y="579"/>
                    <a:pt x="391" y="579"/>
                    <a:pt x="391" y="579"/>
                  </a:cubicBezTo>
                  <a:cubicBezTo>
                    <a:pt x="391" y="583"/>
                    <a:pt x="391" y="583"/>
                    <a:pt x="391" y="583"/>
                  </a:cubicBezTo>
                  <a:cubicBezTo>
                    <a:pt x="389" y="585"/>
                    <a:pt x="388" y="587"/>
                    <a:pt x="387" y="592"/>
                  </a:cubicBezTo>
                  <a:cubicBezTo>
                    <a:pt x="391" y="591"/>
                    <a:pt x="391" y="591"/>
                    <a:pt x="391" y="591"/>
                  </a:cubicBezTo>
                  <a:cubicBezTo>
                    <a:pt x="391" y="595"/>
                    <a:pt x="391" y="595"/>
                    <a:pt x="391" y="595"/>
                  </a:cubicBezTo>
                  <a:cubicBezTo>
                    <a:pt x="389" y="596"/>
                    <a:pt x="389" y="596"/>
                    <a:pt x="389" y="596"/>
                  </a:cubicBezTo>
                  <a:cubicBezTo>
                    <a:pt x="388" y="598"/>
                    <a:pt x="388" y="601"/>
                    <a:pt x="387" y="604"/>
                  </a:cubicBezTo>
                  <a:cubicBezTo>
                    <a:pt x="389" y="604"/>
                    <a:pt x="390" y="603"/>
                    <a:pt x="391" y="603"/>
                  </a:cubicBezTo>
                  <a:cubicBezTo>
                    <a:pt x="391" y="608"/>
                    <a:pt x="391" y="608"/>
                    <a:pt x="391" y="608"/>
                  </a:cubicBezTo>
                  <a:cubicBezTo>
                    <a:pt x="391" y="608"/>
                    <a:pt x="390" y="608"/>
                    <a:pt x="390" y="608"/>
                  </a:cubicBezTo>
                  <a:cubicBezTo>
                    <a:pt x="390" y="610"/>
                    <a:pt x="390" y="611"/>
                    <a:pt x="390" y="612"/>
                  </a:cubicBezTo>
                  <a:cubicBezTo>
                    <a:pt x="391" y="612"/>
                    <a:pt x="391" y="612"/>
                    <a:pt x="391" y="612"/>
                  </a:cubicBezTo>
                  <a:cubicBezTo>
                    <a:pt x="391" y="619"/>
                    <a:pt x="391" y="619"/>
                    <a:pt x="391" y="619"/>
                  </a:cubicBezTo>
                  <a:cubicBezTo>
                    <a:pt x="390" y="618"/>
                    <a:pt x="389" y="617"/>
                    <a:pt x="387" y="617"/>
                  </a:cubicBezTo>
                  <a:cubicBezTo>
                    <a:pt x="387" y="506"/>
                    <a:pt x="387" y="506"/>
                    <a:pt x="387" y="506"/>
                  </a:cubicBezTo>
                  <a:cubicBezTo>
                    <a:pt x="388" y="506"/>
                    <a:pt x="389" y="505"/>
                    <a:pt x="390" y="505"/>
                  </a:cubicBezTo>
                  <a:cubicBezTo>
                    <a:pt x="389" y="504"/>
                    <a:pt x="388" y="502"/>
                    <a:pt x="387" y="500"/>
                  </a:cubicBezTo>
                  <a:cubicBezTo>
                    <a:pt x="387" y="491"/>
                    <a:pt x="387" y="491"/>
                    <a:pt x="387" y="491"/>
                  </a:cubicBezTo>
                  <a:cubicBezTo>
                    <a:pt x="391" y="492"/>
                    <a:pt x="391" y="492"/>
                    <a:pt x="391" y="492"/>
                  </a:cubicBezTo>
                  <a:close/>
                  <a:moveTo>
                    <a:pt x="391" y="634"/>
                  </a:moveTo>
                  <a:cubicBezTo>
                    <a:pt x="391" y="639"/>
                    <a:pt x="391" y="639"/>
                    <a:pt x="391" y="639"/>
                  </a:cubicBezTo>
                  <a:cubicBezTo>
                    <a:pt x="387" y="639"/>
                    <a:pt x="387" y="639"/>
                    <a:pt x="387" y="639"/>
                  </a:cubicBezTo>
                  <a:cubicBezTo>
                    <a:pt x="387" y="630"/>
                    <a:pt x="387" y="630"/>
                    <a:pt x="387" y="630"/>
                  </a:cubicBezTo>
                  <a:cubicBezTo>
                    <a:pt x="388" y="631"/>
                    <a:pt x="389" y="632"/>
                    <a:pt x="391" y="634"/>
                  </a:cubicBezTo>
                  <a:close/>
                  <a:moveTo>
                    <a:pt x="391" y="685"/>
                  </a:moveTo>
                  <a:cubicBezTo>
                    <a:pt x="391" y="694"/>
                    <a:pt x="391" y="694"/>
                    <a:pt x="391" y="694"/>
                  </a:cubicBezTo>
                  <a:cubicBezTo>
                    <a:pt x="390" y="698"/>
                    <a:pt x="389" y="701"/>
                    <a:pt x="387" y="704"/>
                  </a:cubicBezTo>
                  <a:cubicBezTo>
                    <a:pt x="387" y="675"/>
                    <a:pt x="387" y="675"/>
                    <a:pt x="387" y="675"/>
                  </a:cubicBezTo>
                  <a:cubicBezTo>
                    <a:pt x="389" y="678"/>
                    <a:pt x="390" y="681"/>
                    <a:pt x="391" y="685"/>
                  </a:cubicBezTo>
                  <a:close/>
                  <a:moveTo>
                    <a:pt x="391" y="751"/>
                  </a:moveTo>
                  <a:cubicBezTo>
                    <a:pt x="391" y="763"/>
                    <a:pt x="391" y="763"/>
                    <a:pt x="391" y="763"/>
                  </a:cubicBezTo>
                  <a:cubicBezTo>
                    <a:pt x="390" y="761"/>
                    <a:pt x="388" y="760"/>
                    <a:pt x="387" y="759"/>
                  </a:cubicBezTo>
                  <a:cubicBezTo>
                    <a:pt x="387" y="749"/>
                    <a:pt x="387" y="749"/>
                    <a:pt x="387" y="749"/>
                  </a:cubicBezTo>
                  <a:cubicBezTo>
                    <a:pt x="388" y="749"/>
                    <a:pt x="389" y="750"/>
                    <a:pt x="390" y="751"/>
                  </a:cubicBezTo>
                  <a:lnTo>
                    <a:pt x="391" y="751"/>
                  </a:lnTo>
                  <a:close/>
                  <a:moveTo>
                    <a:pt x="380" y="2"/>
                  </a:moveTo>
                  <a:cubicBezTo>
                    <a:pt x="382" y="1"/>
                    <a:pt x="384" y="1"/>
                    <a:pt x="386" y="0"/>
                  </a:cubicBezTo>
                  <a:cubicBezTo>
                    <a:pt x="387" y="0"/>
                    <a:pt x="387" y="0"/>
                    <a:pt x="387" y="0"/>
                  </a:cubicBezTo>
                  <a:cubicBezTo>
                    <a:pt x="387" y="25"/>
                    <a:pt x="387" y="25"/>
                    <a:pt x="387" y="25"/>
                  </a:cubicBezTo>
                  <a:cubicBezTo>
                    <a:pt x="385" y="22"/>
                    <a:pt x="383" y="19"/>
                    <a:pt x="380" y="16"/>
                  </a:cubicBezTo>
                  <a:cubicBezTo>
                    <a:pt x="380" y="2"/>
                    <a:pt x="380" y="2"/>
                    <a:pt x="380" y="2"/>
                  </a:cubicBezTo>
                  <a:close/>
                  <a:moveTo>
                    <a:pt x="387" y="793"/>
                  </a:moveTo>
                  <a:cubicBezTo>
                    <a:pt x="385" y="793"/>
                    <a:pt x="383" y="793"/>
                    <a:pt x="380" y="793"/>
                  </a:cubicBezTo>
                  <a:cubicBezTo>
                    <a:pt x="380" y="780"/>
                    <a:pt x="380" y="780"/>
                    <a:pt x="380" y="780"/>
                  </a:cubicBezTo>
                  <a:cubicBezTo>
                    <a:pt x="382" y="781"/>
                    <a:pt x="384" y="783"/>
                    <a:pt x="387" y="784"/>
                  </a:cubicBezTo>
                  <a:cubicBezTo>
                    <a:pt x="387" y="793"/>
                    <a:pt x="387" y="793"/>
                    <a:pt x="387" y="793"/>
                  </a:cubicBezTo>
                  <a:close/>
                  <a:moveTo>
                    <a:pt x="387" y="39"/>
                  </a:moveTo>
                  <a:cubicBezTo>
                    <a:pt x="387" y="47"/>
                    <a:pt x="387" y="47"/>
                    <a:pt x="387" y="47"/>
                  </a:cubicBezTo>
                  <a:cubicBezTo>
                    <a:pt x="380" y="46"/>
                    <a:pt x="380" y="46"/>
                    <a:pt x="380" y="46"/>
                  </a:cubicBezTo>
                  <a:cubicBezTo>
                    <a:pt x="380" y="39"/>
                    <a:pt x="380" y="39"/>
                    <a:pt x="380" y="39"/>
                  </a:cubicBezTo>
                  <a:cubicBezTo>
                    <a:pt x="383" y="39"/>
                    <a:pt x="385" y="39"/>
                    <a:pt x="387" y="39"/>
                  </a:cubicBezTo>
                  <a:close/>
                  <a:moveTo>
                    <a:pt x="387" y="165"/>
                  </a:moveTo>
                  <a:cubicBezTo>
                    <a:pt x="387" y="174"/>
                    <a:pt x="387" y="174"/>
                    <a:pt x="387" y="174"/>
                  </a:cubicBezTo>
                  <a:cubicBezTo>
                    <a:pt x="385" y="172"/>
                    <a:pt x="383" y="171"/>
                    <a:pt x="380" y="170"/>
                  </a:cubicBezTo>
                  <a:cubicBezTo>
                    <a:pt x="380" y="165"/>
                    <a:pt x="380" y="165"/>
                    <a:pt x="380" y="165"/>
                  </a:cubicBezTo>
                  <a:cubicBezTo>
                    <a:pt x="383" y="165"/>
                    <a:pt x="385" y="165"/>
                    <a:pt x="387" y="165"/>
                  </a:cubicBezTo>
                  <a:close/>
                  <a:moveTo>
                    <a:pt x="387" y="188"/>
                  </a:moveTo>
                  <a:cubicBezTo>
                    <a:pt x="387" y="301"/>
                    <a:pt x="387" y="301"/>
                    <a:pt x="387" y="301"/>
                  </a:cubicBezTo>
                  <a:cubicBezTo>
                    <a:pt x="385" y="300"/>
                    <a:pt x="383" y="299"/>
                    <a:pt x="380" y="299"/>
                  </a:cubicBezTo>
                  <a:cubicBezTo>
                    <a:pt x="380" y="295"/>
                    <a:pt x="380" y="295"/>
                    <a:pt x="380" y="295"/>
                  </a:cubicBezTo>
                  <a:cubicBezTo>
                    <a:pt x="381" y="295"/>
                    <a:pt x="383" y="295"/>
                    <a:pt x="384" y="295"/>
                  </a:cubicBezTo>
                  <a:cubicBezTo>
                    <a:pt x="384" y="260"/>
                    <a:pt x="384" y="226"/>
                    <a:pt x="384" y="192"/>
                  </a:cubicBezTo>
                  <a:cubicBezTo>
                    <a:pt x="383" y="192"/>
                    <a:pt x="382" y="192"/>
                    <a:pt x="380" y="192"/>
                  </a:cubicBezTo>
                  <a:cubicBezTo>
                    <a:pt x="380" y="182"/>
                    <a:pt x="380" y="182"/>
                    <a:pt x="380" y="182"/>
                  </a:cubicBezTo>
                  <a:cubicBezTo>
                    <a:pt x="385" y="188"/>
                    <a:pt x="385" y="188"/>
                    <a:pt x="385" y="188"/>
                  </a:cubicBezTo>
                  <a:cubicBezTo>
                    <a:pt x="387" y="188"/>
                    <a:pt x="387" y="188"/>
                    <a:pt x="387" y="188"/>
                  </a:cubicBezTo>
                  <a:close/>
                  <a:moveTo>
                    <a:pt x="387" y="308"/>
                  </a:moveTo>
                  <a:cubicBezTo>
                    <a:pt x="387" y="312"/>
                    <a:pt x="387" y="312"/>
                    <a:pt x="387" y="312"/>
                  </a:cubicBezTo>
                  <a:cubicBezTo>
                    <a:pt x="385" y="312"/>
                    <a:pt x="383" y="313"/>
                    <a:pt x="380" y="313"/>
                  </a:cubicBezTo>
                  <a:cubicBezTo>
                    <a:pt x="380" y="303"/>
                    <a:pt x="380" y="303"/>
                    <a:pt x="380" y="303"/>
                  </a:cubicBezTo>
                  <a:cubicBezTo>
                    <a:pt x="381" y="304"/>
                    <a:pt x="383" y="306"/>
                    <a:pt x="385" y="308"/>
                  </a:cubicBezTo>
                  <a:cubicBezTo>
                    <a:pt x="387" y="308"/>
                    <a:pt x="387" y="308"/>
                    <a:pt x="387" y="308"/>
                  </a:cubicBezTo>
                  <a:close/>
                  <a:moveTo>
                    <a:pt x="387" y="356"/>
                  </a:moveTo>
                  <a:cubicBezTo>
                    <a:pt x="387" y="438"/>
                    <a:pt x="387" y="438"/>
                    <a:pt x="387" y="438"/>
                  </a:cubicBezTo>
                  <a:cubicBezTo>
                    <a:pt x="380" y="443"/>
                    <a:pt x="380" y="443"/>
                    <a:pt x="380" y="443"/>
                  </a:cubicBezTo>
                  <a:cubicBezTo>
                    <a:pt x="380" y="375"/>
                    <a:pt x="380" y="375"/>
                    <a:pt x="380" y="375"/>
                  </a:cubicBezTo>
                  <a:cubicBezTo>
                    <a:pt x="387" y="356"/>
                    <a:pt x="387" y="356"/>
                    <a:pt x="387" y="356"/>
                  </a:cubicBezTo>
                  <a:close/>
                  <a:moveTo>
                    <a:pt x="387" y="491"/>
                  </a:moveTo>
                  <a:cubicBezTo>
                    <a:pt x="387" y="500"/>
                    <a:pt x="387" y="500"/>
                    <a:pt x="387" y="500"/>
                  </a:cubicBezTo>
                  <a:cubicBezTo>
                    <a:pt x="384" y="495"/>
                    <a:pt x="384" y="495"/>
                    <a:pt x="384" y="495"/>
                  </a:cubicBezTo>
                  <a:cubicBezTo>
                    <a:pt x="383" y="495"/>
                    <a:pt x="382" y="495"/>
                    <a:pt x="380" y="495"/>
                  </a:cubicBezTo>
                  <a:cubicBezTo>
                    <a:pt x="380" y="490"/>
                    <a:pt x="380" y="490"/>
                    <a:pt x="380" y="490"/>
                  </a:cubicBezTo>
                  <a:cubicBezTo>
                    <a:pt x="387" y="491"/>
                    <a:pt x="387" y="491"/>
                    <a:pt x="387" y="491"/>
                  </a:cubicBezTo>
                  <a:close/>
                  <a:moveTo>
                    <a:pt x="387" y="506"/>
                  </a:moveTo>
                  <a:cubicBezTo>
                    <a:pt x="387" y="617"/>
                    <a:pt x="387" y="617"/>
                    <a:pt x="387" y="617"/>
                  </a:cubicBezTo>
                  <a:cubicBezTo>
                    <a:pt x="385" y="616"/>
                    <a:pt x="383" y="616"/>
                    <a:pt x="380" y="616"/>
                  </a:cubicBezTo>
                  <a:cubicBezTo>
                    <a:pt x="380" y="611"/>
                    <a:pt x="380" y="611"/>
                    <a:pt x="380" y="611"/>
                  </a:cubicBezTo>
                  <a:cubicBezTo>
                    <a:pt x="382" y="611"/>
                    <a:pt x="383" y="611"/>
                    <a:pt x="384" y="611"/>
                  </a:cubicBezTo>
                  <a:cubicBezTo>
                    <a:pt x="384" y="577"/>
                    <a:pt x="384" y="543"/>
                    <a:pt x="384" y="510"/>
                  </a:cubicBezTo>
                  <a:cubicBezTo>
                    <a:pt x="380" y="509"/>
                    <a:pt x="380" y="509"/>
                    <a:pt x="380" y="509"/>
                  </a:cubicBezTo>
                  <a:cubicBezTo>
                    <a:pt x="380" y="501"/>
                    <a:pt x="380" y="501"/>
                    <a:pt x="380" y="501"/>
                  </a:cubicBezTo>
                  <a:cubicBezTo>
                    <a:pt x="381" y="503"/>
                    <a:pt x="382" y="505"/>
                    <a:pt x="384" y="506"/>
                  </a:cubicBezTo>
                  <a:cubicBezTo>
                    <a:pt x="385" y="506"/>
                    <a:pt x="386" y="506"/>
                    <a:pt x="387" y="506"/>
                  </a:cubicBezTo>
                  <a:close/>
                  <a:moveTo>
                    <a:pt x="387" y="630"/>
                  </a:moveTo>
                  <a:cubicBezTo>
                    <a:pt x="387" y="639"/>
                    <a:pt x="387" y="639"/>
                    <a:pt x="387" y="639"/>
                  </a:cubicBezTo>
                  <a:cubicBezTo>
                    <a:pt x="380" y="639"/>
                    <a:pt x="380" y="639"/>
                    <a:pt x="380" y="639"/>
                  </a:cubicBezTo>
                  <a:cubicBezTo>
                    <a:pt x="380" y="632"/>
                    <a:pt x="380" y="632"/>
                    <a:pt x="380" y="632"/>
                  </a:cubicBezTo>
                  <a:cubicBezTo>
                    <a:pt x="381" y="632"/>
                    <a:pt x="381" y="632"/>
                    <a:pt x="381" y="632"/>
                  </a:cubicBezTo>
                  <a:cubicBezTo>
                    <a:pt x="381" y="632"/>
                    <a:pt x="380" y="631"/>
                    <a:pt x="380" y="631"/>
                  </a:cubicBezTo>
                  <a:cubicBezTo>
                    <a:pt x="380" y="618"/>
                    <a:pt x="380" y="618"/>
                    <a:pt x="380" y="618"/>
                  </a:cubicBezTo>
                  <a:cubicBezTo>
                    <a:pt x="383" y="623"/>
                    <a:pt x="384" y="626"/>
                    <a:pt x="387" y="630"/>
                  </a:cubicBezTo>
                  <a:close/>
                  <a:moveTo>
                    <a:pt x="387" y="675"/>
                  </a:moveTo>
                  <a:cubicBezTo>
                    <a:pt x="387" y="704"/>
                    <a:pt x="387" y="704"/>
                    <a:pt x="387" y="704"/>
                  </a:cubicBezTo>
                  <a:cubicBezTo>
                    <a:pt x="385" y="707"/>
                    <a:pt x="383" y="709"/>
                    <a:pt x="380" y="711"/>
                  </a:cubicBezTo>
                  <a:cubicBezTo>
                    <a:pt x="380" y="672"/>
                    <a:pt x="380" y="672"/>
                    <a:pt x="380" y="672"/>
                  </a:cubicBezTo>
                  <a:cubicBezTo>
                    <a:pt x="382" y="673"/>
                    <a:pt x="384" y="673"/>
                    <a:pt x="387" y="674"/>
                  </a:cubicBezTo>
                  <a:cubicBezTo>
                    <a:pt x="387" y="675"/>
                    <a:pt x="387" y="675"/>
                    <a:pt x="387" y="675"/>
                  </a:cubicBezTo>
                  <a:close/>
                  <a:moveTo>
                    <a:pt x="387" y="749"/>
                  </a:moveTo>
                  <a:cubicBezTo>
                    <a:pt x="387" y="759"/>
                    <a:pt x="387" y="759"/>
                    <a:pt x="387" y="759"/>
                  </a:cubicBezTo>
                  <a:cubicBezTo>
                    <a:pt x="385" y="758"/>
                    <a:pt x="383" y="757"/>
                    <a:pt x="380" y="757"/>
                  </a:cubicBezTo>
                  <a:cubicBezTo>
                    <a:pt x="380" y="747"/>
                    <a:pt x="380" y="747"/>
                    <a:pt x="380" y="747"/>
                  </a:cubicBezTo>
                  <a:cubicBezTo>
                    <a:pt x="383" y="748"/>
                    <a:pt x="385" y="748"/>
                    <a:pt x="387" y="749"/>
                  </a:cubicBezTo>
                  <a:close/>
                  <a:moveTo>
                    <a:pt x="379" y="2"/>
                  </a:moveTo>
                  <a:cubicBezTo>
                    <a:pt x="379" y="2"/>
                    <a:pt x="380" y="2"/>
                    <a:pt x="380" y="2"/>
                  </a:cubicBezTo>
                  <a:cubicBezTo>
                    <a:pt x="380" y="16"/>
                    <a:pt x="380" y="16"/>
                    <a:pt x="380" y="16"/>
                  </a:cubicBezTo>
                  <a:cubicBezTo>
                    <a:pt x="380" y="16"/>
                    <a:pt x="379" y="15"/>
                    <a:pt x="379" y="15"/>
                  </a:cubicBezTo>
                  <a:cubicBezTo>
                    <a:pt x="379" y="2"/>
                    <a:pt x="379" y="2"/>
                    <a:pt x="379" y="2"/>
                  </a:cubicBezTo>
                  <a:close/>
                  <a:moveTo>
                    <a:pt x="380" y="793"/>
                  </a:moveTo>
                  <a:cubicBezTo>
                    <a:pt x="379" y="793"/>
                    <a:pt x="379" y="793"/>
                    <a:pt x="379" y="793"/>
                  </a:cubicBezTo>
                  <a:cubicBezTo>
                    <a:pt x="379" y="778"/>
                    <a:pt x="379" y="778"/>
                    <a:pt x="379" y="778"/>
                  </a:cubicBezTo>
                  <a:cubicBezTo>
                    <a:pt x="379" y="779"/>
                    <a:pt x="380" y="779"/>
                    <a:pt x="380" y="780"/>
                  </a:cubicBezTo>
                  <a:cubicBezTo>
                    <a:pt x="380" y="793"/>
                    <a:pt x="380" y="793"/>
                    <a:pt x="380" y="793"/>
                  </a:cubicBezTo>
                  <a:close/>
                  <a:moveTo>
                    <a:pt x="380" y="39"/>
                  </a:moveTo>
                  <a:cubicBezTo>
                    <a:pt x="380" y="46"/>
                    <a:pt x="380" y="46"/>
                    <a:pt x="380" y="46"/>
                  </a:cubicBezTo>
                  <a:cubicBezTo>
                    <a:pt x="379" y="46"/>
                    <a:pt x="379" y="46"/>
                    <a:pt x="379" y="46"/>
                  </a:cubicBezTo>
                  <a:cubicBezTo>
                    <a:pt x="379" y="39"/>
                    <a:pt x="379" y="39"/>
                    <a:pt x="379" y="39"/>
                  </a:cubicBezTo>
                  <a:cubicBezTo>
                    <a:pt x="379" y="39"/>
                    <a:pt x="379" y="39"/>
                    <a:pt x="379" y="39"/>
                  </a:cubicBezTo>
                  <a:cubicBezTo>
                    <a:pt x="380" y="39"/>
                    <a:pt x="380" y="39"/>
                    <a:pt x="380" y="39"/>
                  </a:cubicBezTo>
                  <a:close/>
                  <a:moveTo>
                    <a:pt x="380" y="165"/>
                  </a:moveTo>
                  <a:cubicBezTo>
                    <a:pt x="380" y="170"/>
                    <a:pt x="380" y="170"/>
                    <a:pt x="380" y="170"/>
                  </a:cubicBezTo>
                  <a:cubicBezTo>
                    <a:pt x="380" y="170"/>
                    <a:pt x="379" y="170"/>
                    <a:pt x="379" y="170"/>
                  </a:cubicBezTo>
                  <a:cubicBezTo>
                    <a:pt x="379" y="165"/>
                    <a:pt x="379" y="165"/>
                    <a:pt x="379" y="165"/>
                  </a:cubicBezTo>
                  <a:cubicBezTo>
                    <a:pt x="380" y="165"/>
                    <a:pt x="380" y="165"/>
                    <a:pt x="380" y="165"/>
                  </a:cubicBezTo>
                  <a:close/>
                  <a:moveTo>
                    <a:pt x="380" y="182"/>
                  </a:moveTo>
                  <a:cubicBezTo>
                    <a:pt x="380" y="192"/>
                    <a:pt x="380" y="192"/>
                    <a:pt x="380" y="192"/>
                  </a:cubicBezTo>
                  <a:cubicBezTo>
                    <a:pt x="380" y="192"/>
                    <a:pt x="379" y="192"/>
                    <a:pt x="379" y="192"/>
                  </a:cubicBezTo>
                  <a:cubicBezTo>
                    <a:pt x="379" y="181"/>
                    <a:pt x="379" y="181"/>
                    <a:pt x="379" y="181"/>
                  </a:cubicBezTo>
                  <a:cubicBezTo>
                    <a:pt x="380" y="182"/>
                    <a:pt x="380" y="182"/>
                    <a:pt x="380" y="182"/>
                  </a:cubicBezTo>
                  <a:close/>
                  <a:moveTo>
                    <a:pt x="380" y="295"/>
                  </a:moveTo>
                  <a:cubicBezTo>
                    <a:pt x="380" y="299"/>
                    <a:pt x="380" y="299"/>
                    <a:pt x="380" y="299"/>
                  </a:cubicBezTo>
                  <a:cubicBezTo>
                    <a:pt x="380" y="299"/>
                    <a:pt x="379" y="299"/>
                    <a:pt x="379" y="299"/>
                  </a:cubicBezTo>
                  <a:cubicBezTo>
                    <a:pt x="379" y="296"/>
                    <a:pt x="379" y="296"/>
                    <a:pt x="379" y="296"/>
                  </a:cubicBezTo>
                  <a:cubicBezTo>
                    <a:pt x="380" y="295"/>
                    <a:pt x="380" y="295"/>
                    <a:pt x="380" y="295"/>
                  </a:cubicBezTo>
                  <a:close/>
                  <a:moveTo>
                    <a:pt x="380" y="303"/>
                  </a:moveTo>
                  <a:cubicBezTo>
                    <a:pt x="380" y="313"/>
                    <a:pt x="380" y="313"/>
                    <a:pt x="380" y="313"/>
                  </a:cubicBezTo>
                  <a:cubicBezTo>
                    <a:pt x="379" y="313"/>
                    <a:pt x="379" y="313"/>
                    <a:pt x="379" y="313"/>
                  </a:cubicBezTo>
                  <a:cubicBezTo>
                    <a:pt x="379" y="310"/>
                    <a:pt x="379" y="310"/>
                    <a:pt x="379" y="310"/>
                  </a:cubicBezTo>
                  <a:cubicBezTo>
                    <a:pt x="379" y="310"/>
                    <a:pt x="380" y="309"/>
                    <a:pt x="380" y="309"/>
                  </a:cubicBezTo>
                  <a:cubicBezTo>
                    <a:pt x="379" y="307"/>
                    <a:pt x="379" y="307"/>
                    <a:pt x="379" y="307"/>
                  </a:cubicBezTo>
                  <a:cubicBezTo>
                    <a:pt x="379" y="302"/>
                    <a:pt x="379" y="302"/>
                    <a:pt x="379" y="302"/>
                  </a:cubicBezTo>
                  <a:cubicBezTo>
                    <a:pt x="379" y="302"/>
                    <a:pt x="380" y="302"/>
                    <a:pt x="380" y="303"/>
                  </a:cubicBezTo>
                  <a:close/>
                  <a:moveTo>
                    <a:pt x="380" y="375"/>
                  </a:moveTo>
                  <a:cubicBezTo>
                    <a:pt x="380" y="443"/>
                    <a:pt x="380" y="443"/>
                    <a:pt x="380" y="443"/>
                  </a:cubicBezTo>
                  <a:cubicBezTo>
                    <a:pt x="379" y="444"/>
                    <a:pt x="379" y="444"/>
                    <a:pt x="379" y="444"/>
                  </a:cubicBezTo>
                  <a:cubicBezTo>
                    <a:pt x="379" y="377"/>
                    <a:pt x="379" y="377"/>
                    <a:pt x="379" y="377"/>
                  </a:cubicBezTo>
                  <a:cubicBezTo>
                    <a:pt x="380" y="377"/>
                    <a:pt x="380" y="377"/>
                    <a:pt x="380" y="377"/>
                  </a:cubicBezTo>
                  <a:cubicBezTo>
                    <a:pt x="380" y="375"/>
                    <a:pt x="380" y="375"/>
                    <a:pt x="380" y="375"/>
                  </a:cubicBezTo>
                  <a:close/>
                  <a:moveTo>
                    <a:pt x="380" y="490"/>
                  </a:moveTo>
                  <a:cubicBezTo>
                    <a:pt x="380" y="495"/>
                    <a:pt x="380" y="495"/>
                    <a:pt x="380" y="495"/>
                  </a:cubicBezTo>
                  <a:cubicBezTo>
                    <a:pt x="379" y="495"/>
                    <a:pt x="379" y="495"/>
                    <a:pt x="379" y="495"/>
                  </a:cubicBezTo>
                  <a:cubicBezTo>
                    <a:pt x="379" y="490"/>
                    <a:pt x="379" y="490"/>
                    <a:pt x="379" y="490"/>
                  </a:cubicBezTo>
                  <a:cubicBezTo>
                    <a:pt x="380" y="490"/>
                    <a:pt x="380" y="490"/>
                    <a:pt x="380" y="490"/>
                  </a:cubicBezTo>
                  <a:close/>
                  <a:moveTo>
                    <a:pt x="380" y="501"/>
                  </a:moveTo>
                  <a:cubicBezTo>
                    <a:pt x="380" y="509"/>
                    <a:pt x="380" y="509"/>
                    <a:pt x="380" y="509"/>
                  </a:cubicBezTo>
                  <a:cubicBezTo>
                    <a:pt x="379" y="509"/>
                    <a:pt x="379" y="509"/>
                    <a:pt x="379" y="509"/>
                  </a:cubicBezTo>
                  <a:cubicBezTo>
                    <a:pt x="379" y="497"/>
                    <a:pt x="379" y="497"/>
                    <a:pt x="379" y="497"/>
                  </a:cubicBezTo>
                  <a:cubicBezTo>
                    <a:pt x="379" y="499"/>
                    <a:pt x="380" y="500"/>
                    <a:pt x="380" y="501"/>
                  </a:cubicBezTo>
                  <a:close/>
                  <a:moveTo>
                    <a:pt x="380" y="611"/>
                  </a:moveTo>
                  <a:cubicBezTo>
                    <a:pt x="380" y="616"/>
                    <a:pt x="380" y="616"/>
                    <a:pt x="380" y="616"/>
                  </a:cubicBezTo>
                  <a:cubicBezTo>
                    <a:pt x="380" y="616"/>
                    <a:pt x="380" y="616"/>
                    <a:pt x="379" y="616"/>
                  </a:cubicBezTo>
                  <a:cubicBezTo>
                    <a:pt x="380" y="616"/>
                    <a:pt x="380" y="617"/>
                    <a:pt x="380" y="618"/>
                  </a:cubicBezTo>
                  <a:cubicBezTo>
                    <a:pt x="380" y="631"/>
                    <a:pt x="380" y="631"/>
                    <a:pt x="380" y="631"/>
                  </a:cubicBezTo>
                  <a:cubicBezTo>
                    <a:pt x="380" y="630"/>
                    <a:pt x="379" y="629"/>
                    <a:pt x="379" y="628"/>
                  </a:cubicBezTo>
                  <a:cubicBezTo>
                    <a:pt x="379" y="612"/>
                    <a:pt x="379" y="612"/>
                    <a:pt x="379" y="612"/>
                  </a:cubicBezTo>
                  <a:cubicBezTo>
                    <a:pt x="380" y="611"/>
                    <a:pt x="380" y="611"/>
                    <a:pt x="380" y="611"/>
                  </a:cubicBezTo>
                  <a:close/>
                  <a:moveTo>
                    <a:pt x="380" y="632"/>
                  </a:moveTo>
                  <a:cubicBezTo>
                    <a:pt x="380" y="639"/>
                    <a:pt x="380" y="639"/>
                    <a:pt x="380" y="639"/>
                  </a:cubicBezTo>
                  <a:cubicBezTo>
                    <a:pt x="379" y="639"/>
                    <a:pt x="379" y="639"/>
                    <a:pt x="379" y="639"/>
                  </a:cubicBezTo>
                  <a:cubicBezTo>
                    <a:pt x="379" y="633"/>
                    <a:pt x="379" y="633"/>
                    <a:pt x="379" y="633"/>
                  </a:cubicBezTo>
                  <a:cubicBezTo>
                    <a:pt x="380" y="632"/>
                    <a:pt x="380" y="632"/>
                    <a:pt x="380" y="632"/>
                  </a:cubicBezTo>
                  <a:close/>
                  <a:moveTo>
                    <a:pt x="380" y="672"/>
                  </a:moveTo>
                  <a:cubicBezTo>
                    <a:pt x="380" y="711"/>
                    <a:pt x="380" y="711"/>
                    <a:pt x="380" y="711"/>
                  </a:cubicBezTo>
                  <a:cubicBezTo>
                    <a:pt x="380" y="711"/>
                    <a:pt x="380" y="711"/>
                    <a:pt x="379" y="712"/>
                  </a:cubicBezTo>
                  <a:cubicBezTo>
                    <a:pt x="379" y="712"/>
                    <a:pt x="379" y="712"/>
                    <a:pt x="379" y="712"/>
                  </a:cubicBezTo>
                  <a:cubicBezTo>
                    <a:pt x="379" y="699"/>
                    <a:pt x="379" y="699"/>
                    <a:pt x="379" y="699"/>
                  </a:cubicBezTo>
                  <a:cubicBezTo>
                    <a:pt x="379" y="699"/>
                    <a:pt x="380" y="698"/>
                    <a:pt x="380" y="698"/>
                  </a:cubicBezTo>
                  <a:cubicBezTo>
                    <a:pt x="380" y="697"/>
                    <a:pt x="380" y="697"/>
                    <a:pt x="380" y="696"/>
                  </a:cubicBezTo>
                  <a:cubicBezTo>
                    <a:pt x="379" y="696"/>
                    <a:pt x="379" y="696"/>
                    <a:pt x="379" y="696"/>
                  </a:cubicBezTo>
                  <a:cubicBezTo>
                    <a:pt x="379" y="688"/>
                    <a:pt x="379" y="688"/>
                    <a:pt x="379" y="688"/>
                  </a:cubicBezTo>
                  <a:cubicBezTo>
                    <a:pt x="379" y="688"/>
                    <a:pt x="380" y="688"/>
                    <a:pt x="380" y="687"/>
                  </a:cubicBezTo>
                  <a:cubicBezTo>
                    <a:pt x="380" y="685"/>
                    <a:pt x="380" y="682"/>
                    <a:pt x="379" y="680"/>
                  </a:cubicBezTo>
                  <a:cubicBezTo>
                    <a:pt x="379" y="672"/>
                    <a:pt x="379" y="672"/>
                    <a:pt x="379" y="672"/>
                  </a:cubicBezTo>
                  <a:cubicBezTo>
                    <a:pt x="379" y="672"/>
                    <a:pt x="380" y="672"/>
                    <a:pt x="380" y="672"/>
                  </a:cubicBezTo>
                  <a:close/>
                  <a:moveTo>
                    <a:pt x="380" y="747"/>
                  </a:moveTo>
                  <a:cubicBezTo>
                    <a:pt x="380" y="757"/>
                    <a:pt x="380" y="757"/>
                    <a:pt x="380" y="757"/>
                  </a:cubicBezTo>
                  <a:cubicBezTo>
                    <a:pt x="380" y="757"/>
                    <a:pt x="379" y="757"/>
                    <a:pt x="379" y="757"/>
                  </a:cubicBezTo>
                  <a:cubicBezTo>
                    <a:pt x="379" y="747"/>
                    <a:pt x="379" y="747"/>
                    <a:pt x="379" y="747"/>
                  </a:cubicBezTo>
                  <a:cubicBezTo>
                    <a:pt x="379" y="747"/>
                    <a:pt x="380" y="747"/>
                    <a:pt x="380" y="747"/>
                  </a:cubicBezTo>
                  <a:close/>
                  <a:moveTo>
                    <a:pt x="376" y="2"/>
                  </a:moveTo>
                  <a:cubicBezTo>
                    <a:pt x="377" y="2"/>
                    <a:pt x="378" y="2"/>
                    <a:pt x="379" y="2"/>
                  </a:cubicBezTo>
                  <a:cubicBezTo>
                    <a:pt x="379" y="15"/>
                    <a:pt x="379" y="15"/>
                    <a:pt x="379" y="15"/>
                  </a:cubicBezTo>
                  <a:cubicBezTo>
                    <a:pt x="378" y="14"/>
                    <a:pt x="377" y="13"/>
                    <a:pt x="376" y="13"/>
                  </a:cubicBezTo>
                  <a:cubicBezTo>
                    <a:pt x="376" y="2"/>
                    <a:pt x="376" y="2"/>
                    <a:pt x="376" y="2"/>
                  </a:cubicBezTo>
                  <a:close/>
                  <a:moveTo>
                    <a:pt x="379" y="793"/>
                  </a:moveTo>
                  <a:cubicBezTo>
                    <a:pt x="376" y="793"/>
                    <a:pt x="376" y="793"/>
                    <a:pt x="376" y="793"/>
                  </a:cubicBezTo>
                  <a:cubicBezTo>
                    <a:pt x="376" y="775"/>
                    <a:pt x="376" y="775"/>
                    <a:pt x="376" y="775"/>
                  </a:cubicBezTo>
                  <a:cubicBezTo>
                    <a:pt x="377" y="776"/>
                    <a:pt x="378" y="777"/>
                    <a:pt x="379" y="778"/>
                  </a:cubicBezTo>
                  <a:cubicBezTo>
                    <a:pt x="379" y="793"/>
                    <a:pt x="379" y="793"/>
                    <a:pt x="379" y="793"/>
                  </a:cubicBezTo>
                  <a:close/>
                  <a:moveTo>
                    <a:pt x="379" y="39"/>
                  </a:moveTo>
                  <a:cubicBezTo>
                    <a:pt x="379" y="46"/>
                    <a:pt x="379" y="46"/>
                    <a:pt x="379" y="46"/>
                  </a:cubicBezTo>
                  <a:cubicBezTo>
                    <a:pt x="376" y="46"/>
                    <a:pt x="376" y="46"/>
                    <a:pt x="376" y="46"/>
                  </a:cubicBezTo>
                  <a:cubicBezTo>
                    <a:pt x="376" y="37"/>
                    <a:pt x="376" y="37"/>
                    <a:pt x="376" y="37"/>
                  </a:cubicBezTo>
                  <a:cubicBezTo>
                    <a:pt x="377" y="38"/>
                    <a:pt x="378" y="38"/>
                    <a:pt x="379" y="39"/>
                  </a:cubicBezTo>
                  <a:close/>
                  <a:moveTo>
                    <a:pt x="379" y="165"/>
                  </a:moveTo>
                  <a:cubicBezTo>
                    <a:pt x="379" y="170"/>
                    <a:pt x="379" y="170"/>
                    <a:pt x="379" y="170"/>
                  </a:cubicBezTo>
                  <a:cubicBezTo>
                    <a:pt x="378" y="170"/>
                    <a:pt x="377" y="170"/>
                    <a:pt x="376" y="170"/>
                  </a:cubicBezTo>
                  <a:cubicBezTo>
                    <a:pt x="376" y="166"/>
                    <a:pt x="376" y="166"/>
                    <a:pt x="376" y="166"/>
                  </a:cubicBezTo>
                  <a:cubicBezTo>
                    <a:pt x="379" y="165"/>
                    <a:pt x="379" y="165"/>
                    <a:pt x="379" y="165"/>
                  </a:cubicBezTo>
                  <a:close/>
                  <a:moveTo>
                    <a:pt x="379" y="181"/>
                  </a:moveTo>
                  <a:cubicBezTo>
                    <a:pt x="379" y="192"/>
                    <a:pt x="379" y="192"/>
                    <a:pt x="379" y="192"/>
                  </a:cubicBezTo>
                  <a:cubicBezTo>
                    <a:pt x="378" y="192"/>
                    <a:pt x="377" y="192"/>
                    <a:pt x="376" y="193"/>
                  </a:cubicBezTo>
                  <a:cubicBezTo>
                    <a:pt x="376" y="177"/>
                    <a:pt x="376" y="177"/>
                    <a:pt x="376" y="177"/>
                  </a:cubicBezTo>
                  <a:cubicBezTo>
                    <a:pt x="379" y="181"/>
                    <a:pt x="379" y="181"/>
                    <a:pt x="379" y="181"/>
                  </a:cubicBezTo>
                  <a:close/>
                  <a:moveTo>
                    <a:pt x="379" y="296"/>
                  </a:moveTo>
                  <a:cubicBezTo>
                    <a:pt x="379" y="299"/>
                    <a:pt x="379" y="299"/>
                    <a:pt x="379" y="299"/>
                  </a:cubicBezTo>
                  <a:cubicBezTo>
                    <a:pt x="378" y="299"/>
                    <a:pt x="378" y="299"/>
                    <a:pt x="378" y="299"/>
                  </a:cubicBezTo>
                  <a:cubicBezTo>
                    <a:pt x="378" y="300"/>
                    <a:pt x="378" y="301"/>
                    <a:pt x="379" y="302"/>
                  </a:cubicBezTo>
                  <a:cubicBezTo>
                    <a:pt x="379" y="307"/>
                    <a:pt x="379" y="307"/>
                    <a:pt x="379" y="307"/>
                  </a:cubicBezTo>
                  <a:cubicBezTo>
                    <a:pt x="378" y="306"/>
                    <a:pt x="377" y="305"/>
                    <a:pt x="376" y="304"/>
                  </a:cubicBezTo>
                  <a:cubicBezTo>
                    <a:pt x="376" y="296"/>
                    <a:pt x="376" y="296"/>
                    <a:pt x="376" y="296"/>
                  </a:cubicBezTo>
                  <a:cubicBezTo>
                    <a:pt x="377" y="296"/>
                    <a:pt x="378" y="296"/>
                    <a:pt x="379" y="296"/>
                  </a:cubicBezTo>
                  <a:close/>
                  <a:moveTo>
                    <a:pt x="379" y="310"/>
                  </a:moveTo>
                  <a:cubicBezTo>
                    <a:pt x="379" y="313"/>
                    <a:pt x="379" y="313"/>
                    <a:pt x="379" y="313"/>
                  </a:cubicBezTo>
                  <a:cubicBezTo>
                    <a:pt x="378" y="313"/>
                    <a:pt x="377" y="314"/>
                    <a:pt x="376" y="314"/>
                  </a:cubicBezTo>
                  <a:cubicBezTo>
                    <a:pt x="376" y="310"/>
                    <a:pt x="376" y="310"/>
                    <a:pt x="376" y="310"/>
                  </a:cubicBezTo>
                  <a:cubicBezTo>
                    <a:pt x="378" y="310"/>
                    <a:pt x="378" y="310"/>
                    <a:pt x="379" y="310"/>
                  </a:cubicBezTo>
                  <a:close/>
                  <a:moveTo>
                    <a:pt x="379" y="377"/>
                  </a:moveTo>
                  <a:cubicBezTo>
                    <a:pt x="379" y="444"/>
                    <a:pt x="379" y="444"/>
                    <a:pt x="379" y="444"/>
                  </a:cubicBezTo>
                  <a:cubicBezTo>
                    <a:pt x="376" y="446"/>
                    <a:pt x="376" y="446"/>
                    <a:pt x="376" y="446"/>
                  </a:cubicBezTo>
                  <a:cubicBezTo>
                    <a:pt x="376" y="377"/>
                    <a:pt x="376" y="377"/>
                    <a:pt x="376" y="377"/>
                  </a:cubicBezTo>
                  <a:cubicBezTo>
                    <a:pt x="379" y="377"/>
                    <a:pt x="379" y="377"/>
                    <a:pt x="379" y="377"/>
                  </a:cubicBezTo>
                  <a:close/>
                  <a:moveTo>
                    <a:pt x="379" y="490"/>
                  </a:moveTo>
                  <a:cubicBezTo>
                    <a:pt x="379" y="495"/>
                    <a:pt x="379" y="495"/>
                    <a:pt x="379" y="495"/>
                  </a:cubicBezTo>
                  <a:cubicBezTo>
                    <a:pt x="378" y="495"/>
                    <a:pt x="378" y="495"/>
                    <a:pt x="378" y="495"/>
                  </a:cubicBezTo>
                  <a:cubicBezTo>
                    <a:pt x="378" y="496"/>
                    <a:pt x="379" y="497"/>
                    <a:pt x="379" y="497"/>
                  </a:cubicBezTo>
                  <a:cubicBezTo>
                    <a:pt x="379" y="509"/>
                    <a:pt x="379" y="509"/>
                    <a:pt x="379" y="509"/>
                  </a:cubicBezTo>
                  <a:cubicBezTo>
                    <a:pt x="376" y="508"/>
                    <a:pt x="376" y="508"/>
                    <a:pt x="376" y="508"/>
                  </a:cubicBezTo>
                  <a:cubicBezTo>
                    <a:pt x="376" y="505"/>
                    <a:pt x="376" y="505"/>
                    <a:pt x="376" y="505"/>
                  </a:cubicBezTo>
                  <a:cubicBezTo>
                    <a:pt x="377" y="505"/>
                    <a:pt x="377" y="505"/>
                    <a:pt x="377" y="505"/>
                  </a:cubicBezTo>
                  <a:cubicBezTo>
                    <a:pt x="376" y="504"/>
                    <a:pt x="376" y="504"/>
                    <a:pt x="376" y="504"/>
                  </a:cubicBezTo>
                  <a:cubicBezTo>
                    <a:pt x="376" y="489"/>
                    <a:pt x="376" y="489"/>
                    <a:pt x="376" y="489"/>
                  </a:cubicBezTo>
                  <a:cubicBezTo>
                    <a:pt x="379" y="490"/>
                    <a:pt x="379" y="490"/>
                    <a:pt x="379" y="490"/>
                  </a:cubicBezTo>
                  <a:close/>
                  <a:moveTo>
                    <a:pt x="379" y="612"/>
                  </a:moveTo>
                  <a:cubicBezTo>
                    <a:pt x="379" y="628"/>
                    <a:pt x="379" y="628"/>
                    <a:pt x="379" y="628"/>
                  </a:cubicBezTo>
                  <a:cubicBezTo>
                    <a:pt x="378" y="626"/>
                    <a:pt x="377" y="624"/>
                    <a:pt x="376" y="623"/>
                  </a:cubicBezTo>
                  <a:cubicBezTo>
                    <a:pt x="376" y="612"/>
                    <a:pt x="376" y="612"/>
                    <a:pt x="376" y="612"/>
                  </a:cubicBezTo>
                  <a:cubicBezTo>
                    <a:pt x="379" y="612"/>
                    <a:pt x="379" y="612"/>
                    <a:pt x="379" y="612"/>
                  </a:cubicBezTo>
                  <a:close/>
                  <a:moveTo>
                    <a:pt x="379" y="633"/>
                  </a:moveTo>
                  <a:cubicBezTo>
                    <a:pt x="379" y="639"/>
                    <a:pt x="379" y="639"/>
                    <a:pt x="379" y="639"/>
                  </a:cubicBezTo>
                  <a:cubicBezTo>
                    <a:pt x="376" y="639"/>
                    <a:pt x="376" y="639"/>
                    <a:pt x="376" y="639"/>
                  </a:cubicBezTo>
                  <a:cubicBezTo>
                    <a:pt x="376" y="633"/>
                    <a:pt x="376" y="633"/>
                    <a:pt x="376" y="633"/>
                  </a:cubicBezTo>
                  <a:cubicBezTo>
                    <a:pt x="377" y="633"/>
                    <a:pt x="378" y="633"/>
                    <a:pt x="379" y="633"/>
                  </a:cubicBezTo>
                  <a:close/>
                  <a:moveTo>
                    <a:pt x="379" y="672"/>
                  </a:moveTo>
                  <a:cubicBezTo>
                    <a:pt x="379" y="680"/>
                    <a:pt x="379" y="680"/>
                    <a:pt x="379" y="680"/>
                  </a:cubicBezTo>
                  <a:cubicBezTo>
                    <a:pt x="379" y="679"/>
                    <a:pt x="378" y="679"/>
                    <a:pt x="378" y="679"/>
                  </a:cubicBezTo>
                  <a:cubicBezTo>
                    <a:pt x="377" y="679"/>
                    <a:pt x="377" y="679"/>
                    <a:pt x="376" y="679"/>
                  </a:cubicBezTo>
                  <a:cubicBezTo>
                    <a:pt x="376" y="672"/>
                    <a:pt x="376" y="672"/>
                    <a:pt x="376" y="672"/>
                  </a:cubicBezTo>
                  <a:cubicBezTo>
                    <a:pt x="377" y="672"/>
                    <a:pt x="378" y="672"/>
                    <a:pt x="379" y="672"/>
                  </a:cubicBezTo>
                  <a:close/>
                  <a:moveTo>
                    <a:pt x="379" y="688"/>
                  </a:moveTo>
                  <a:cubicBezTo>
                    <a:pt x="379" y="696"/>
                    <a:pt x="379" y="696"/>
                    <a:pt x="379" y="696"/>
                  </a:cubicBezTo>
                  <a:cubicBezTo>
                    <a:pt x="378" y="697"/>
                    <a:pt x="377" y="697"/>
                    <a:pt x="376" y="697"/>
                  </a:cubicBezTo>
                  <a:cubicBezTo>
                    <a:pt x="376" y="690"/>
                    <a:pt x="376" y="690"/>
                    <a:pt x="376" y="690"/>
                  </a:cubicBezTo>
                  <a:cubicBezTo>
                    <a:pt x="378" y="689"/>
                    <a:pt x="378" y="689"/>
                    <a:pt x="379" y="688"/>
                  </a:cubicBezTo>
                  <a:close/>
                  <a:moveTo>
                    <a:pt x="379" y="699"/>
                  </a:moveTo>
                  <a:cubicBezTo>
                    <a:pt x="379" y="712"/>
                    <a:pt x="379" y="712"/>
                    <a:pt x="379" y="712"/>
                  </a:cubicBezTo>
                  <a:cubicBezTo>
                    <a:pt x="376" y="712"/>
                    <a:pt x="376" y="712"/>
                    <a:pt x="376" y="712"/>
                  </a:cubicBezTo>
                  <a:cubicBezTo>
                    <a:pt x="376" y="702"/>
                    <a:pt x="376" y="702"/>
                    <a:pt x="376" y="702"/>
                  </a:cubicBezTo>
                  <a:cubicBezTo>
                    <a:pt x="377" y="702"/>
                    <a:pt x="378" y="700"/>
                    <a:pt x="379" y="699"/>
                  </a:cubicBezTo>
                  <a:close/>
                  <a:moveTo>
                    <a:pt x="379" y="747"/>
                  </a:moveTo>
                  <a:cubicBezTo>
                    <a:pt x="379" y="757"/>
                    <a:pt x="379" y="757"/>
                    <a:pt x="379" y="757"/>
                  </a:cubicBezTo>
                  <a:cubicBezTo>
                    <a:pt x="378" y="756"/>
                    <a:pt x="377" y="756"/>
                    <a:pt x="376" y="756"/>
                  </a:cubicBezTo>
                  <a:cubicBezTo>
                    <a:pt x="376" y="747"/>
                    <a:pt x="376" y="747"/>
                    <a:pt x="376" y="747"/>
                  </a:cubicBezTo>
                  <a:cubicBezTo>
                    <a:pt x="377" y="747"/>
                    <a:pt x="378" y="747"/>
                    <a:pt x="379" y="747"/>
                  </a:cubicBezTo>
                  <a:close/>
                  <a:moveTo>
                    <a:pt x="373" y="2"/>
                  </a:moveTo>
                  <a:cubicBezTo>
                    <a:pt x="374" y="2"/>
                    <a:pt x="375" y="2"/>
                    <a:pt x="376" y="2"/>
                  </a:cubicBezTo>
                  <a:cubicBezTo>
                    <a:pt x="376" y="13"/>
                    <a:pt x="376" y="13"/>
                    <a:pt x="376" y="13"/>
                  </a:cubicBezTo>
                  <a:cubicBezTo>
                    <a:pt x="375" y="12"/>
                    <a:pt x="374" y="11"/>
                    <a:pt x="373" y="10"/>
                  </a:cubicBezTo>
                  <a:cubicBezTo>
                    <a:pt x="373" y="2"/>
                    <a:pt x="373" y="2"/>
                    <a:pt x="373" y="2"/>
                  </a:cubicBezTo>
                  <a:close/>
                  <a:moveTo>
                    <a:pt x="376" y="793"/>
                  </a:moveTo>
                  <a:cubicBezTo>
                    <a:pt x="375" y="793"/>
                    <a:pt x="374" y="793"/>
                    <a:pt x="373" y="793"/>
                  </a:cubicBezTo>
                  <a:cubicBezTo>
                    <a:pt x="373" y="768"/>
                    <a:pt x="373" y="768"/>
                    <a:pt x="373" y="768"/>
                  </a:cubicBezTo>
                  <a:cubicBezTo>
                    <a:pt x="374" y="771"/>
                    <a:pt x="375" y="773"/>
                    <a:pt x="376" y="775"/>
                  </a:cubicBezTo>
                  <a:cubicBezTo>
                    <a:pt x="376" y="793"/>
                    <a:pt x="376" y="793"/>
                    <a:pt x="376" y="793"/>
                  </a:cubicBezTo>
                  <a:close/>
                  <a:moveTo>
                    <a:pt x="376" y="37"/>
                  </a:moveTo>
                  <a:cubicBezTo>
                    <a:pt x="376" y="46"/>
                    <a:pt x="376" y="46"/>
                    <a:pt x="376" y="46"/>
                  </a:cubicBezTo>
                  <a:cubicBezTo>
                    <a:pt x="373" y="46"/>
                    <a:pt x="373" y="46"/>
                    <a:pt x="373" y="46"/>
                  </a:cubicBezTo>
                  <a:cubicBezTo>
                    <a:pt x="373" y="35"/>
                    <a:pt x="373" y="35"/>
                    <a:pt x="373" y="35"/>
                  </a:cubicBezTo>
                  <a:cubicBezTo>
                    <a:pt x="374" y="36"/>
                    <a:pt x="375" y="37"/>
                    <a:pt x="376" y="37"/>
                  </a:cubicBezTo>
                  <a:close/>
                  <a:moveTo>
                    <a:pt x="376" y="166"/>
                  </a:moveTo>
                  <a:cubicBezTo>
                    <a:pt x="376" y="170"/>
                    <a:pt x="376" y="170"/>
                    <a:pt x="376" y="170"/>
                  </a:cubicBezTo>
                  <a:cubicBezTo>
                    <a:pt x="375" y="170"/>
                    <a:pt x="374" y="171"/>
                    <a:pt x="373" y="171"/>
                  </a:cubicBezTo>
                  <a:cubicBezTo>
                    <a:pt x="373" y="166"/>
                    <a:pt x="373" y="166"/>
                    <a:pt x="373" y="166"/>
                  </a:cubicBezTo>
                  <a:cubicBezTo>
                    <a:pt x="376" y="166"/>
                    <a:pt x="376" y="166"/>
                    <a:pt x="376" y="166"/>
                  </a:cubicBezTo>
                  <a:close/>
                  <a:moveTo>
                    <a:pt x="376" y="177"/>
                  </a:moveTo>
                  <a:cubicBezTo>
                    <a:pt x="376" y="193"/>
                    <a:pt x="376" y="193"/>
                    <a:pt x="376" y="193"/>
                  </a:cubicBezTo>
                  <a:cubicBezTo>
                    <a:pt x="375" y="193"/>
                    <a:pt x="374" y="193"/>
                    <a:pt x="373" y="194"/>
                  </a:cubicBezTo>
                  <a:cubicBezTo>
                    <a:pt x="373" y="188"/>
                    <a:pt x="373" y="188"/>
                    <a:pt x="373" y="188"/>
                  </a:cubicBezTo>
                  <a:cubicBezTo>
                    <a:pt x="375" y="188"/>
                    <a:pt x="375" y="188"/>
                    <a:pt x="375" y="188"/>
                  </a:cubicBezTo>
                  <a:cubicBezTo>
                    <a:pt x="375" y="187"/>
                    <a:pt x="375" y="187"/>
                    <a:pt x="373" y="183"/>
                  </a:cubicBezTo>
                  <a:cubicBezTo>
                    <a:pt x="373" y="174"/>
                    <a:pt x="373" y="174"/>
                    <a:pt x="373" y="174"/>
                  </a:cubicBezTo>
                  <a:cubicBezTo>
                    <a:pt x="376" y="177"/>
                    <a:pt x="376" y="177"/>
                    <a:pt x="376" y="177"/>
                  </a:cubicBezTo>
                  <a:close/>
                  <a:moveTo>
                    <a:pt x="376" y="296"/>
                  </a:moveTo>
                  <a:cubicBezTo>
                    <a:pt x="376" y="304"/>
                    <a:pt x="376" y="304"/>
                    <a:pt x="376" y="304"/>
                  </a:cubicBezTo>
                  <a:cubicBezTo>
                    <a:pt x="375" y="303"/>
                    <a:pt x="374" y="302"/>
                    <a:pt x="373" y="302"/>
                  </a:cubicBezTo>
                  <a:cubicBezTo>
                    <a:pt x="373" y="297"/>
                    <a:pt x="373" y="297"/>
                    <a:pt x="373" y="297"/>
                  </a:cubicBezTo>
                  <a:cubicBezTo>
                    <a:pt x="374" y="297"/>
                    <a:pt x="375" y="296"/>
                    <a:pt x="376" y="296"/>
                  </a:cubicBezTo>
                  <a:close/>
                  <a:moveTo>
                    <a:pt x="376" y="310"/>
                  </a:moveTo>
                  <a:cubicBezTo>
                    <a:pt x="376" y="314"/>
                    <a:pt x="376" y="314"/>
                    <a:pt x="376" y="314"/>
                  </a:cubicBezTo>
                  <a:cubicBezTo>
                    <a:pt x="375" y="314"/>
                    <a:pt x="374" y="315"/>
                    <a:pt x="373" y="315"/>
                  </a:cubicBezTo>
                  <a:cubicBezTo>
                    <a:pt x="373" y="311"/>
                    <a:pt x="373" y="311"/>
                    <a:pt x="373" y="311"/>
                  </a:cubicBezTo>
                  <a:cubicBezTo>
                    <a:pt x="373" y="311"/>
                    <a:pt x="373" y="311"/>
                    <a:pt x="373" y="311"/>
                  </a:cubicBezTo>
                  <a:cubicBezTo>
                    <a:pt x="375" y="311"/>
                    <a:pt x="376" y="311"/>
                    <a:pt x="376" y="310"/>
                  </a:cubicBezTo>
                  <a:close/>
                  <a:moveTo>
                    <a:pt x="376" y="377"/>
                  </a:moveTo>
                  <a:cubicBezTo>
                    <a:pt x="376" y="446"/>
                    <a:pt x="376" y="446"/>
                    <a:pt x="376" y="446"/>
                  </a:cubicBezTo>
                  <a:cubicBezTo>
                    <a:pt x="373" y="448"/>
                    <a:pt x="373" y="448"/>
                    <a:pt x="373" y="448"/>
                  </a:cubicBezTo>
                  <a:cubicBezTo>
                    <a:pt x="373" y="377"/>
                    <a:pt x="373" y="377"/>
                    <a:pt x="373" y="377"/>
                  </a:cubicBezTo>
                  <a:cubicBezTo>
                    <a:pt x="376" y="377"/>
                    <a:pt x="376" y="377"/>
                    <a:pt x="376" y="377"/>
                  </a:cubicBezTo>
                  <a:close/>
                  <a:moveTo>
                    <a:pt x="376" y="489"/>
                  </a:moveTo>
                  <a:cubicBezTo>
                    <a:pt x="376" y="504"/>
                    <a:pt x="376" y="504"/>
                    <a:pt x="376" y="504"/>
                  </a:cubicBezTo>
                  <a:cubicBezTo>
                    <a:pt x="375" y="501"/>
                    <a:pt x="374" y="498"/>
                    <a:pt x="373" y="495"/>
                  </a:cubicBezTo>
                  <a:cubicBezTo>
                    <a:pt x="373" y="489"/>
                    <a:pt x="373" y="489"/>
                    <a:pt x="373" y="489"/>
                  </a:cubicBezTo>
                  <a:cubicBezTo>
                    <a:pt x="376" y="489"/>
                    <a:pt x="376" y="489"/>
                    <a:pt x="376" y="489"/>
                  </a:cubicBezTo>
                  <a:close/>
                  <a:moveTo>
                    <a:pt x="376" y="505"/>
                  </a:moveTo>
                  <a:cubicBezTo>
                    <a:pt x="376" y="508"/>
                    <a:pt x="376" y="508"/>
                    <a:pt x="376" y="508"/>
                  </a:cubicBezTo>
                  <a:cubicBezTo>
                    <a:pt x="375" y="508"/>
                    <a:pt x="374" y="507"/>
                    <a:pt x="373" y="507"/>
                  </a:cubicBezTo>
                  <a:cubicBezTo>
                    <a:pt x="373" y="505"/>
                    <a:pt x="373" y="505"/>
                    <a:pt x="373" y="505"/>
                  </a:cubicBezTo>
                  <a:cubicBezTo>
                    <a:pt x="373" y="505"/>
                    <a:pt x="373" y="505"/>
                    <a:pt x="373" y="505"/>
                  </a:cubicBezTo>
                  <a:cubicBezTo>
                    <a:pt x="376" y="505"/>
                    <a:pt x="376" y="505"/>
                    <a:pt x="376" y="505"/>
                  </a:cubicBezTo>
                  <a:close/>
                  <a:moveTo>
                    <a:pt x="376" y="612"/>
                  </a:moveTo>
                  <a:cubicBezTo>
                    <a:pt x="376" y="623"/>
                    <a:pt x="376" y="623"/>
                    <a:pt x="376" y="623"/>
                  </a:cubicBezTo>
                  <a:cubicBezTo>
                    <a:pt x="375" y="621"/>
                    <a:pt x="374" y="620"/>
                    <a:pt x="373" y="618"/>
                  </a:cubicBezTo>
                  <a:cubicBezTo>
                    <a:pt x="373" y="611"/>
                    <a:pt x="373" y="611"/>
                    <a:pt x="373" y="611"/>
                  </a:cubicBezTo>
                  <a:cubicBezTo>
                    <a:pt x="374" y="612"/>
                    <a:pt x="374" y="612"/>
                    <a:pt x="374" y="612"/>
                  </a:cubicBezTo>
                  <a:cubicBezTo>
                    <a:pt x="376" y="612"/>
                    <a:pt x="376" y="612"/>
                    <a:pt x="376" y="612"/>
                  </a:cubicBezTo>
                  <a:close/>
                  <a:moveTo>
                    <a:pt x="376" y="633"/>
                  </a:moveTo>
                  <a:cubicBezTo>
                    <a:pt x="376" y="639"/>
                    <a:pt x="376" y="639"/>
                    <a:pt x="376" y="639"/>
                  </a:cubicBezTo>
                  <a:cubicBezTo>
                    <a:pt x="374" y="639"/>
                    <a:pt x="374" y="639"/>
                    <a:pt x="374" y="639"/>
                  </a:cubicBezTo>
                  <a:cubicBezTo>
                    <a:pt x="374" y="639"/>
                    <a:pt x="374" y="639"/>
                    <a:pt x="373" y="639"/>
                  </a:cubicBezTo>
                  <a:cubicBezTo>
                    <a:pt x="373" y="633"/>
                    <a:pt x="373" y="633"/>
                    <a:pt x="373" y="633"/>
                  </a:cubicBezTo>
                  <a:cubicBezTo>
                    <a:pt x="374" y="633"/>
                    <a:pt x="375" y="633"/>
                    <a:pt x="376" y="633"/>
                  </a:cubicBezTo>
                  <a:close/>
                  <a:moveTo>
                    <a:pt x="376" y="672"/>
                  </a:moveTo>
                  <a:cubicBezTo>
                    <a:pt x="376" y="679"/>
                    <a:pt x="376" y="679"/>
                    <a:pt x="376" y="679"/>
                  </a:cubicBezTo>
                  <a:cubicBezTo>
                    <a:pt x="376" y="679"/>
                    <a:pt x="375" y="679"/>
                    <a:pt x="373" y="680"/>
                  </a:cubicBezTo>
                  <a:cubicBezTo>
                    <a:pt x="373" y="672"/>
                    <a:pt x="373" y="672"/>
                    <a:pt x="373" y="672"/>
                  </a:cubicBezTo>
                  <a:cubicBezTo>
                    <a:pt x="374" y="672"/>
                    <a:pt x="375" y="672"/>
                    <a:pt x="376" y="672"/>
                  </a:cubicBezTo>
                  <a:close/>
                  <a:moveTo>
                    <a:pt x="376" y="690"/>
                  </a:moveTo>
                  <a:cubicBezTo>
                    <a:pt x="376" y="697"/>
                    <a:pt x="376" y="697"/>
                    <a:pt x="376" y="697"/>
                  </a:cubicBezTo>
                  <a:cubicBezTo>
                    <a:pt x="375" y="697"/>
                    <a:pt x="374" y="697"/>
                    <a:pt x="373" y="697"/>
                  </a:cubicBezTo>
                  <a:cubicBezTo>
                    <a:pt x="373" y="687"/>
                    <a:pt x="373" y="687"/>
                    <a:pt x="373" y="687"/>
                  </a:cubicBezTo>
                  <a:cubicBezTo>
                    <a:pt x="373" y="688"/>
                    <a:pt x="374" y="689"/>
                    <a:pt x="374" y="690"/>
                  </a:cubicBezTo>
                  <a:cubicBezTo>
                    <a:pt x="375" y="690"/>
                    <a:pt x="376" y="690"/>
                    <a:pt x="376" y="690"/>
                  </a:cubicBezTo>
                  <a:close/>
                  <a:moveTo>
                    <a:pt x="376" y="702"/>
                  </a:moveTo>
                  <a:cubicBezTo>
                    <a:pt x="376" y="712"/>
                    <a:pt x="376" y="712"/>
                    <a:pt x="376" y="712"/>
                  </a:cubicBezTo>
                  <a:cubicBezTo>
                    <a:pt x="373" y="712"/>
                    <a:pt x="373" y="712"/>
                    <a:pt x="373" y="712"/>
                  </a:cubicBezTo>
                  <a:cubicBezTo>
                    <a:pt x="373" y="703"/>
                    <a:pt x="373" y="703"/>
                    <a:pt x="373" y="703"/>
                  </a:cubicBezTo>
                  <a:cubicBezTo>
                    <a:pt x="374" y="703"/>
                    <a:pt x="375" y="703"/>
                    <a:pt x="376" y="703"/>
                  </a:cubicBezTo>
                  <a:cubicBezTo>
                    <a:pt x="376" y="702"/>
                    <a:pt x="376" y="702"/>
                    <a:pt x="376" y="702"/>
                  </a:cubicBezTo>
                  <a:close/>
                  <a:moveTo>
                    <a:pt x="376" y="747"/>
                  </a:moveTo>
                  <a:cubicBezTo>
                    <a:pt x="376" y="756"/>
                    <a:pt x="376" y="756"/>
                    <a:pt x="376" y="756"/>
                  </a:cubicBezTo>
                  <a:cubicBezTo>
                    <a:pt x="375" y="756"/>
                    <a:pt x="374" y="756"/>
                    <a:pt x="373" y="756"/>
                  </a:cubicBezTo>
                  <a:cubicBezTo>
                    <a:pt x="373" y="747"/>
                    <a:pt x="373" y="747"/>
                    <a:pt x="373" y="747"/>
                  </a:cubicBezTo>
                  <a:cubicBezTo>
                    <a:pt x="374" y="747"/>
                    <a:pt x="375" y="747"/>
                    <a:pt x="376" y="747"/>
                  </a:cubicBezTo>
                  <a:close/>
                  <a:moveTo>
                    <a:pt x="373" y="551"/>
                  </a:moveTo>
                  <a:cubicBezTo>
                    <a:pt x="373" y="544"/>
                    <a:pt x="373" y="544"/>
                    <a:pt x="373" y="544"/>
                  </a:cubicBezTo>
                  <a:cubicBezTo>
                    <a:pt x="374" y="545"/>
                    <a:pt x="376" y="546"/>
                    <a:pt x="376" y="548"/>
                  </a:cubicBezTo>
                  <a:cubicBezTo>
                    <a:pt x="375" y="549"/>
                    <a:pt x="374" y="550"/>
                    <a:pt x="373" y="551"/>
                  </a:cubicBezTo>
                  <a:close/>
                  <a:moveTo>
                    <a:pt x="373" y="264"/>
                  </a:moveTo>
                  <a:cubicBezTo>
                    <a:pt x="373" y="258"/>
                    <a:pt x="373" y="258"/>
                    <a:pt x="373" y="258"/>
                  </a:cubicBezTo>
                  <a:cubicBezTo>
                    <a:pt x="375" y="258"/>
                    <a:pt x="375" y="258"/>
                    <a:pt x="375" y="258"/>
                  </a:cubicBezTo>
                  <a:cubicBezTo>
                    <a:pt x="375" y="260"/>
                    <a:pt x="375" y="261"/>
                    <a:pt x="375" y="263"/>
                  </a:cubicBezTo>
                  <a:cubicBezTo>
                    <a:pt x="374" y="264"/>
                    <a:pt x="374" y="264"/>
                    <a:pt x="373" y="264"/>
                  </a:cubicBezTo>
                  <a:close/>
                  <a:moveTo>
                    <a:pt x="370" y="2"/>
                  </a:moveTo>
                  <a:cubicBezTo>
                    <a:pt x="371" y="2"/>
                    <a:pt x="372" y="2"/>
                    <a:pt x="373" y="2"/>
                  </a:cubicBezTo>
                  <a:cubicBezTo>
                    <a:pt x="373" y="10"/>
                    <a:pt x="373" y="10"/>
                    <a:pt x="373" y="10"/>
                  </a:cubicBezTo>
                  <a:cubicBezTo>
                    <a:pt x="372" y="10"/>
                    <a:pt x="371" y="9"/>
                    <a:pt x="370" y="9"/>
                  </a:cubicBezTo>
                  <a:cubicBezTo>
                    <a:pt x="370" y="2"/>
                    <a:pt x="370" y="2"/>
                    <a:pt x="370" y="2"/>
                  </a:cubicBezTo>
                  <a:close/>
                  <a:moveTo>
                    <a:pt x="373" y="793"/>
                  </a:moveTo>
                  <a:cubicBezTo>
                    <a:pt x="372" y="793"/>
                    <a:pt x="371" y="793"/>
                    <a:pt x="370" y="793"/>
                  </a:cubicBezTo>
                  <a:cubicBezTo>
                    <a:pt x="370" y="785"/>
                    <a:pt x="370" y="785"/>
                    <a:pt x="370" y="785"/>
                  </a:cubicBezTo>
                  <a:cubicBezTo>
                    <a:pt x="370" y="785"/>
                    <a:pt x="371" y="785"/>
                    <a:pt x="372" y="784"/>
                  </a:cubicBezTo>
                  <a:cubicBezTo>
                    <a:pt x="371" y="783"/>
                    <a:pt x="370" y="781"/>
                    <a:pt x="370" y="780"/>
                  </a:cubicBezTo>
                  <a:cubicBezTo>
                    <a:pt x="370" y="760"/>
                    <a:pt x="370" y="760"/>
                    <a:pt x="370" y="760"/>
                  </a:cubicBezTo>
                  <a:cubicBezTo>
                    <a:pt x="371" y="763"/>
                    <a:pt x="372" y="766"/>
                    <a:pt x="373" y="768"/>
                  </a:cubicBezTo>
                  <a:cubicBezTo>
                    <a:pt x="373" y="793"/>
                    <a:pt x="373" y="793"/>
                    <a:pt x="373" y="793"/>
                  </a:cubicBezTo>
                  <a:close/>
                  <a:moveTo>
                    <a:pt x="373" y="35"/>
                  </a:moveTo>
                  <a:cubicBezTo>
                    <a:pt x="373" y="46"/>
                    <a:pt x="373" y="46"/>
                    <a:pt x="373" y="46"/>
                  </a:cubicBezTo>
                  <a:cubicBezTo>
                    <a:pt x="370" y="46"/>
                    <a:pt x="370" y="46"/>
                    <a:pt x="370" y="46"/>
                  </a:cubicBezTo>
                  <a:cubicBezTo>
                    <a:pt x="370" y="32"/>
                    <a:pt x="370" y="32"/>
                    <a:pt x="370" y="32"/>
                  </a:cubicBezTo>
                  <a:cubicBezTo>
                    <a:pt x="371" y="33"/>
                    <a:pt x="372" y="34"/>
                    <a:pt x="373" y="35"/>
                  </a:cubicBezTo>
                  <a:close/>
                  <a:moveTo>
                    <a:pt x="373" y="166"/>
                  </a:moveTo>
                  <a:cubicBezTo>
                    <a:pt x="373" y="171"/>
                    <a:pt x="373" y="171"/>
                    <a:pt x="373" y="171"/>
                  </a:cubicBezTo>
                  <a:cubicBezTo>
                    <a:pt x="372" y="171"/>
                    <a:pt x="372" y="171"/>
                    <a:pt x="371" y="172"/>
                  </a:cubicBezTo>
                  <a:cubicBezTo>
                    <a:pt x="373" y="174"/>
                    <a:pt x="373" y="174"/>
                    <a:pt x="373" y="174"/>
                  </a:cubicBezTo>
                  <a:cubicBezTo>
                    <a:pt x="373" y="183"/>
                    <a:pt x="373" y="183"/>
                    <a:pt x="373" y="183"/>
                  </a:cubicBezTo>
                  <a:cubicBezTo>
                    <a:pt x="372" y="182"/>
                    <a:pt x="371" y="180"/>
                    <a:pt x="370" y="177"/>
                  </a:cubicBezTo>
                  <a:cubicBezTo>
                    <a:pt x="370" y="166"/>
                    <a:pt x="370" y="166"/>
                    <a:pt x="370" y="166"/>
                  </a:cubicBezTo>
                  <a:cubicBezTo>
                    <a:pt x="371" y="166"/>
                    <a:pt x="371" y="166"/>
                    <a:pt x="371" y="166"/>
                  </a:cubicBezTo>
                  <a:cubicBezTo>
                    <a:pt x="373" y="166"/>
                    <a:pt x="373" y="166"/>
                    <a:pt x="373" y="166"/>
                  </a:cubicBezTo>
                  <a:close/>
                  <a:moveTo>
                    <a:pt x="373" y="188"/>
                  </a:moveTo>
                  <a:cubicBezTo>
                    <a:pt x="373" y="194"/>
                    <a:pt x="373" y="194"/>
                    <a:pt x="373" y="194"/>
                  </a:cubicBezTo>
                  <a:cubicBezTo>
                    <a:pt x="372" y="194"/>
                    <a:pt x="372" y="194"/>
                    <a:pt x="372" y="194"/>
                  </a:cubicBezTo>
                  <a:cubicBezTo>
                    <a:pt x="371" y="194"/>
                    <a:pt x="370" y="194"/>
                    <a:pt x="370" y="194"/>
                  </a:cubicBezTo>
                  <a:cubicBezTo>
                    <a:pt x="370" y="188"/>
                    <a:pt x="370" y="188"/>
                    <a:pt x="370" y="188"/>
                  </a:cubicBezTo>
                  <a:cubicBezTo>
                    <a:pt x="371" y="188"/>
                    <a:pt x="372" y="188"/>
                    <a:pt x="373" y="188"/>
                  </a:cubicBezTo>
                  <a:close/>
                  <a:moveTo>
                    <a:pt x="373" y="258"/>
                  </a:moveTo>
                  <a:cubicBezTo>
                    <a:pt x="373" y="264"/>
                    <a:pt x="373" y="264"/>
                    <a:pt x="373" y="264"/>
                  </a:cubicBezTo>
                  <a:cubicBezTo>
                    <a:pt x="372" y="265"/>
                    <a:pt x="371" y="266"/>
                    <a:pt x="370" y="266"/>
                  </a:cubicBezTo>
                  <a:cubicBezTo>
                    <a:pt x="370" y="257"/>
                    <a:pt x="370" y="257"/>
                    <a:pt x="370" y="257"/>
                  </a:cubicBezTo>
                  <a:cubicBezTo>
                    <a:pt x="371" y="258"/>
                    <a:pt x="372" y="258"/>
                    <a:pt x="373" y="258"/>
                  </a:cubicBezTo>
                  <a:close/>
                  <a:moveTo>
                    <a:pt x="373" y="297"/>
                  </a:moveTo>
                  <a:cubicBezTo>
                    <a:pt x="373" y="302"/>
                    <a:pt x="373" y="302"/>
                    <a:pt x="373" y="302"/>
                  </a:cubicBezTo>
                  <a:cubicBezTo>
                    <a:pt x="372" y="302"/>
                    <a:pt x="371" y="302"/>
                    <a:pt x="370" y="302"/>
                  </a:cubicBezTo>
                  <a:cubicBezTo>
                    <a:pt x="370" y="298"/>
                    <a:pt x="370" y="298"/>
                    <a:pt x="370" y="298"/>
                  </a:cubicBezTo>
                  <a:cubicBezTo>
                    <a:pt x="371" y="298"/>
                    <a:pt x="372" y="297"/>
                    <a:pt x="373" y="297"/>
                  </a:cubicBezTo>
                  <a:close/>
                  <a:moveTo>
                    <a:pt x="373" y="311"/>
                  </a:moveTo>
                  <a:cubicBezTo>
                    <a:pt x="373" y="315"/>
                    <a:pt x="373" y="315"/>
                    <a:pt x="373" y="315"/>
                  </a:cubicBezTo>
                  <a:cubicBezTo>
                    <a:pt x="372" y="315"/>
                    <a:pt x="371" y="315"/>
                    <a:pt x="370" y="316"/>
                  </a:cubicBezTo>
                  <a:cubicBezTo>
                    <a:pt x="370" y="308"/>
                    <a:pt x="370" y="308"/>
                    <a:pt x="370" y="308"/>
                  </a:cubicBezTo>
                  <a:cubicBezTo>
                    <a:pt x="373" y="311"/>
                    <a:pt x="373" y="311"/>
                    <a:pt x="373" y="311"/>
                  </a:cubicBezTo>
                  <a:close/>
                  <a:moveTo>
                    <a:pt x="373" y="377"/>
                  </a:moveTo>
                  <a:cubicBezTo>
                    <a:pt x="373" y="448"/>
                    <a:pt x="373" y="448"/>
                    <a:pt x="373" y="448"/>
                  </a:cubicBezTo>
                  <a:cubicBezTo>
                    <a:pt x="370" y="450"/>
                    <a:pt x="370" y="450"/>
                    <a:pt x="370" y="450"/>
                  </a:cubicBezTo>
                  <a:cubicBezTo>
                    <a:pt x="370" y="377"/>
                    <a:pt x="370" y="377"/>
                    <a:pt x="370" y="377"/>
                  </a:cubicBezTo>
                  <a:cubicBezTo>
                    <a:pt x="373" y="377"/>
                    <a:pt x="373" y="377"/>
                    <a:pt x="373" y="377"/>
                  </a:cubicBezTo>
                  <a:close/>
                  <a:moveTo>
                    <a:pt x="373" y="489"/>
                  </a:moveTo>
                  <a:cubicBezTo>
                    <a:pt x="373" y="495"/>
                    <a:pt x="373" y="495"/>
                    <a:pt x="373" y="495"/>
                  </a:cubicBezTo>
                  <a:cubicBezTo>
                    <a:pt x="372" y="493"/>
                    <a:pt x="372" y="493"/>
                    <a:pt x="372" y="493"/>
                  </a:cubicBezTo>
                  <a:cubicBezTo>
                    <a:pt x="370" y="492"/>
                    <a:pt x="370" y="492"/>
                    <a:pt x="370" y="492"/>
                  </a:cubicBezTo>
                  <a:cubicBezTo>
                    <a:pt x="370" y="488"/>
                    <a:pt x="370" y="488"/>
                    <a:pt x="370" y="488"/>
                  </a:cubicBezTo>
                  <a:cubicBezTo>
                    <a:pt x="373" y="489"/>
                    <a:pt x="373" y="489"/>
                    <a:pt x="373" y="489"/>
                  </a:cubicBezTo>
                  <a:close/>
                  <a:moveTo>
                    <a:pt x="373" y="505"/>
                  </a:moveTo>
                  <a:cubicBezTo>
                    <a:pt x="373" y="507"/>
                    <a:pt x="373" y="507"/>
                    <a:pt x="373" y="507"/>
                  </a:cubicBezTo>
                  <a:cubicBezTo>
                    <a:pt x="372" y="507"/>
                    <a:pt x="371" y="507"/>
                    <a:pt x="370" y="506"/>
                  </a:cubicBezTo>
                  <a:cubicBezTo>
                    <a:pt x="370" y="501"/>
                    <a:pt x="370" y="501"/>
                    <a:pt x="370" y="501"/>
                  </a:cubicBezTo>
                  <a:cubicBezTo>
                    <a:pt x="370" y="502"/>
                    <a:pt x="372" y="503"/>
                    <a:pt x="373" y="505"/>
                  </a:cubicBezTo>
                  <a:close/>
                  <a:moveTo>
                    <a:pt x="373" y="544"/>
                  </a:moveTo>
                  <a:cubicBezTo>
                    <a:pt x="373" y="551"/>
                    <a:pt x="373" y="551"/>
                    <a:pt x="373" y="551"/>
                  </a:cubicBezTo>
                  <a:cubicBezTo>
                    <a:pt x="372" y="551"/>
                    <a:pt x="371" y="552"/>
                    <a:pt x="370" y="552"/>
                  </a:cubicBezTo>
                  <a:cubicBezTo>
                    <a:pt x="370" y="543"/>
                    <a:pt x="370" y="543"/>
                    <a:pt x="370" y="543"/>
                  </a:cubicBezTo>
                  <a:cubicBezTo>
                    <a:pt x="371" y="543"/>
                    <a:pt x="372" y="543"/>
                    <a:pt x="373" y="544"/>
                  </a:cubicBezTo>
                  <a:close/>
                  <a:moveTo>
                    <a:pt x="373" y="611"/>
                  </a:moveTo>
                  <a:cubicBezTo>
                    <a:pt x="373" y="618"/>
                    <a:pt x="373" y="618"/>
                    <a:pt x="373" y="618"/>
                  </a:cubicBezTo>
                  <a:cubicBezTo>
                    <a:pt x="372" y="618"/>
                    <a:pt x="371" y="617"/>
                    <a:pt x="370" y="616"/>
                  </a:cubicBezTo>
                  <a:cubicBezTo>
                    <a:pt x="370" y="610"/>
                    <a:pt x="370" y="610"/>
                    <a:pt x="370" y="610"/>
                  </a:cubicBezTo>
                  <a:cubicBezTo>
                    <a:pt x="371" y="611"/>
                    <a:pt x="372" y="611"/>
                    <a:pt x="373" y="611"/>
                  </a:cubicBezTo>
                  <a:close/>
                  <a:moveTo>
                    <a:pt x="373" y="633"/>
                  </a:moveTo>
                  <a:cubicBezTo>
                    <a:pt x="373" y="639"/>
                    <a:pt x="373" y="639"/>
                    <a:pt x="373" y="639"/>
                  </a:cubicBezTo>
                  <a:cubicBezTo>
                    <a:pt x="372" y="639"/>
                    <a:pt x="371" y="638"/>
                    <a:pt x="370" y="638"/>
                  </a:cubicBezTo>
                  <a:cubicBezTo>
                    <a:pt x="370" y="632"/>
                    <a:pt x="370" y="632"/>
                    <a:pt x="370" y="632"/>
                  </a:cubicBezTo>
                  <a:cubicBezTo>
                    <a:pt x="370" y="632"/>
                    <a:pt x="371" y="633"/>
                    <a:pt x="372" y="633"/>
                  </a:cubicBezTo>
                  <a:cubicBezTo>
                    <a:pt x="373" y="633"/>
                    <a:pt x="373" y="633"/>
                    <a:pt x="373" y="633"/>
                  </a:cubicBezTo>
                  <a:close/>
                  <a:moveTo>
                    <a:pt x="373" y="672"/>
                  </a:moveTo>
                  <a:cubicBezTo>
                    <a:pt x="373" y="680"/>
                    <a:pt x="373" y="680"/>
                    <a:pt x="373" y="680"/>
                  </a:cubicBezTo>
                  <a:cubicBezTo>
                    <a:pt x="373" y="680"/>
                    <a:pt x="373" y="680"/>
                    <a:pt x="373" y="680"/>
                  </a:cubicBezTo>
                  <a:cubicBezTo>
                    <a:pt x="373" y="683"/>
                    <a:pt x="372" y="685"/>
                    <a:pt x="373" y="687"/>
                  </a:cubicBezTo>
                  <a:cubicBezTo>
                    <a:pt x="373" y="697"/>
                    <a:pt x="373" y="697"/>
                    <a:pt x="373" y="697"/>
                  </a:cubicBezTo>
                  <a:cubicBezTo>
                    <a:pt x="372" y="697"/>
                    <a:pt x="371" y="697"/>
                    <a:pt x="370" y="696"/>
                  </a:cubicBezTo>
                  <a:cubicBezTo>
                    <a:pt x="370" y="672"/>
                    <a:pt x="370" y="672"/>
                    <a:pt x="370" y="672"/>
                  </a:cubicBezTo>
                  <a:cubicBezTo>
                    <a:pt x="371" y="672"/>
                    <a:pt x="372" y="672"/>
                    <a:pt x="373" y="672"/>
                  </a:cubicBezTo>
                  <a:close/>
                  <a:moveTo>
                    <a:pt x="373" y="703"/>
                  </a:moveTo>
                  <a:cubicBezTo>
                    <a:pt x="373" y="712"/>
                    <a:pt x="373" y="712"/>
                    <a:pt x="373" y="712"/>
                  </a:cubicBezTo>
                  <a:cubicBezTo>
                    <a:pt x="372" y="712"/>
                    <a:pt x="371" y="712"/>
                    <a:pt x="370" y="712"/>
                  </a:cubicBezTo>
                  <a:cubicBezTo>
                    <a:pt x="370" y="703"/>
                    <a:pt x="370" y="703"/>
                    <a:pt x="370" y="703"/>
                  </a:cubicBezTo>
                  <a:cubicBezTo>
                    <a:pt x="371" y="703"/>
                    <a:pt x="372" y="703"/>
                    <a:pt x="373" y="703"/>
                  </a:cubicBezTo>
                  <a:close/>
                  <a:moveTo>
                    <a:pt x="373" y="747"/>
                  </a:moveTo>
                  <a:cubicBezTo>
                    <a:pt x="373" y="756"/>
                    <a:pt x="373" y="756"/>
                    <a:pt x="373" y="756"/>
                  </a:cubicBezTo>
                  <a:cubicBezTo>
                    <a:pt x="372" y="756"/>
                    <a:pt x="371" y="756"/>
                    <a:pt x="370" y="755"/>
                  </a:cubicBezTo>
                  <a:cubicBezTo>
                    <a:pt x="370" y="747"/>
                    <a:pt x="370" y="747"/>
                    <a:pt x="370" y="747"/>
                  </a:cubicBezTo>
                  <a:cubicBezTo>
                    <a:pt x="371" y="747"/>
                    <a:pt x="372" y="747"/>
                    <a:pt x="373" y="747"/>
                  </a:cubicBezTo>
                  <a:close/>
                  <a:moveTo>
                    <a:pt x="370" y="529"/>
                  </a:moveTo>
                  <a:cubicBezTo>
                    <a:pt x="370" y="522"/>
                    <a:pt x="370" y="522"/>
                    <a:pt x="370" y="522"/>
                  </a:cubicBezTo>
                  <a:cubicBezTo>
                    <a:pt x="371" y="524"/>
                    <a:pt x="371" y="526"/>
                    <a:pt x="370" y="529"/>
                  </a:cubicBezTo>
                  <a:close/>
                  <a:moveTo>
                    <a:pt x="370" y="129"/>
                  </a:moveTo>
                  <a:cubicBezTo>
                    <a:pt x="370" y="121"/>
                    <a:pt x="370" y="121"/>
                    <a:pt x="370" y="121"/>
                  </a:cubicBezTo>
                  <a:cubicBezTo>
                    <a:pt x="370" y="122"/>
                    <a:pt x="371" y="122"/>
                    <a:pt x="372" y="122"/>
                  </a:cubicBezTo>
                  <a:cubicBezTo>
                    <a:pt x="372" y="124"/>
                    <a:pt x="371" y="127"/>
                    <a:pt x="370" y="129"/>
                  </a:cubicBezTo>
                  <a:close/>
                  <a:moveTo>
                    <a:pt x="366" y="2"/>
                  </a:moveTo>
                  <a:cubicBezTo>
                    <a:pt x="368" y="2"/>
                    <a:pt x="369" y="2"/>
                    <a:pt x="370" y="2"/>
                  </a:cubicBezTo>
                  <a:cubicBezTo>
                    <a:pt x="370" y="9"/>
                    <a:pt x="370" y="9"/>
                    <a:pt x="370" y="9"/>
                  </a:cubicBezTo>
                  <a:cubicBezTo>
                    <a:pt x="369" y="9"/>
                    <a:pt x="368" y="8"/>
                    <a:pt x="366" y="8"/>
                  </a:cubicBezTo>
                  <a:cubicBezTo>
                    <a:pt x="366" y="2"/>
                    <a:pt x="366" y="2"/>
                    <a:pt x="366" y="2"/>
                  </a:cubicBezTo>
                  <a:close/>
                  <a:moveTo>
                    <a:pt x="370" y="793"/>
                  </a:moveTo>
                  <a:cubicBezTo>
                    <a:pt x="369" y="792"/>
                    <a:pt x="368" y="792"/>
                    <a:pt x="366" y="792"/>
                  </a:cubicBezTo>
                  <a:cubicBezTo>
                    <a:pt x="366" y="786"/>
                    <a:pt x="366" y="786"/>
                    <a:pt x="366" y="786"/>
                  </a:cubicBezTo>
                  <a:cubicBezTo>
                    <a:pt x="368" y="785"/>
                    <a:pt x="369" y="785"/>
                    <a:pt x="370" y="785"/>
                  </a:cubicBezTo>
                  <a:cubicBezTo>
                    <a:pt x="370" y="793"/>
                    <a:pt x="370" y="793"/>
                    <a:pt x="370" y="793"/>
                  </a:cubicBezTo>
                  <a:close/>
                  <a:moveTo>
                    <a:pt x="370" y="32"/>
                  </a:moveTo>
                  <a:cubicBezTo>
                    <a:pt x="370" y="46"/>
                    <a:pt x="370" y="46"/>
                    <a:pt x="370" y="46"/>
                  </a:cubicBezTo>
                  <a:cubicBezTo>
                    <a:pt x="369" y="46"/>
                    <a:pt x="369" y="46"/>
                    <a:pt x="369" y="46"/>
                  </a:cubicBezTo>
                  <a:cubicBezTo>
                    <a:pt x="368" y="46"/>
                    <a:pt x="367" y="46"/>
                    <a:pt x="366" y="46"/>
                  </a:cubicBezTo>
                  <a:cubicBezTo>
                    <a:pt x="366" y="29"/>
                    <a:pt x="366" y="29"/>
                    <a:pt x="366" y="29"/>
                  </a:cubicBezTo>
                  <a:cubicBezTo>
                    <a:pt x="368" y="30"/>
                    <a:pt x="368" y="31"/>
                    <a:pt x="370" y="32"/>
                  </a:cubicBezTo>
                  <a:close/>
                  <a:moveTo>
                    <a:pt x="370" y="121"/>
                  </a:moveTo>
                  <a:cubicBezTo>
                    <a:pt x="370" y="129"/>
                    <a:pt x="370" y="129"/>
                    <a:pt x="370" y="129"/>
                  </a:cubicBezTo>
                  <a:cubicBezTo>
                    <a:pt x="369" y="131"/>
                    <a:pt x="368" y="133"/>
                    <a:pt x="366" y="134"/>
                  </a:cubicBezTo>
                  <a:cubicBezTo>
                    <a:pt x="366" y="121"/>
                    <a:pt x="366" y="121"/>
                    <a:pt x="366" y="121"/>
                  </a:cubicBezTo>
                  <a:cubicBezTo>
                    <a:pt x="368" y="121"/>
                    <a:pt x="369" y="121"/>
                    <a:pt x="370" y="121"/>
                  </a:cubicBezTo>
                  <a:close/>
                  <a:moveTo>
                    <a:pt x="370" y="166"/>
                  </a:moveTo>
                  <a:cubicBezTo>
                    <a:pt x="370" y="177"/>
                    <a:pt x="370" y="177"/>
                    <a:pt x="370" y="177"/>
                  </a:cubicBezTo>
                  <a:cubicBezTo>
                    <a:pt x="369" y="176"/>
                    <a:pt x="369" y="176"/>
                    <a:pt x="369" y="176"/>
                  </a:cubicBezTo>
                  <a:cubicBezTo>
                    <a:pt x="368" y="175"/>
                    <a:pt x="367" y="175"/>
                    <a:pt x="366" y="175"/>
                  </a:cubicBezTo>
                  <a:cubicBezTo>
                    <a:pt x="366" y="166"/>
                    <a:pt x="366" y="166"/>
                    <a:pt x="366" y="166"/>
                  </a:cubicBezTo>
                  <a:cubicBezTo>
                    <a:pt x="368" y="166"/>
                    <a:pt x="368" y="166"/>
                    <a:pt x="370" y="166"/>
                  </a:cubicBezTo>
                  <a:close/>
                  <a:moveTo>
                    <a:pt x="370" y="188"/>
                  </a:moveTo>
                  <a:cubicBezTo>
                    <a:pt x="370" y="194"/>
                    <a:pt x="370" y="194"/>
                    <a:pt x="370" y="194"/>
                  </a:cubicBezTo>
                  <a:cubicBezTo>
                    <a:pt x="369" y="194"/>
                    <a:pt x="368" y="194"/>
                    <a:pt x="366" y="194"/>
                  </a:cubicBezTo>
                  <a:cubicBezTo>
                    <a:pt x="366" y="188"/>
                    <a:pt x="366" y="188"/>
                    <a:pt x="366" y="188"/>
                  </a:cubicBezTo>
                  <a:cubicBezTo>
                    <a:pt x="368" y="188"/>
                    <a:pt x="369" y="188"/>
                    <a:pt x="370" y="188"/>
                  </a:cubicBezTo>
                  <a:close/>
                  <a:moveTo>
                    <a:pt x="370" y="257"/>
                  </a:moveTo>
                  <a:cubicBezTo>
                    <a:pt x="370" y="266"/>
                    <a:pt x="370" y="266"/>
                    <a:pt x="370" y="266"/>
                  </a:cubicBezTo>
                  <a:cubicBezTo>
                    <a:pt x="369" y="266"/>
                    <a:pt x="368" y="267"/>
                    <a:pt x="366" y="268"/>
                  </a:cubicBezTo>
                  <a:cubicBezTo>
                    <a:pt x="366" y="257"/>
                    <a:pt x="366" y="257"/>
                    <a:pt x="366" y="257"/>
                  </a:cubicBezTo>
                  <a:cubicBezTo>
                    <a:pt x="370" y="257"/>
                    <a:pt x="370" y="257"/>
                    <a:pt x="370" y="257"/>
                  </a:cubicBezTo>
                  <a:close/>
                  <a:moveTo>
                    <a:pt x="370" y="298"/>
                  </a:moveTo>
                  <a:cubicBezTo>
                    <a:pt x="370" y="302"/>
                    <a:pt x="370" y="302"/>
                    <a:pt x="370" y="302"/>
                  </a:cubicBezTo>
                  <a:cubicBezTo>
                    <a:pt x="369" y="302"/>
                    <a:pt x="368" y="302"/>
                    <a:pt x="366" y="302"/>
                  </a:cubicBezTo>
                  <a:cubicBezTo>
                    <a:pt x="366" y="299"/>
                    <a:pt x="366" y="299"/>
                    <a:pt x="366" y="299"/>
                  </a:cubicBezTo>
                  <a:cubicBezTo>
                    <a:pt x="368" y="298"/>
                    <a:pt x="369" y="298"/>
                    <a:pt x="370" y="298"/>
                  </a:cubicBezTo>
                  <a:close/>
                  <a:moveTo>
                    <a:pt x="370" y="308"/>
                  </a:moveTo>
                  <a:cubicBezTo>
                    <a:pt x="370" y="316"/>
                    <a:pt x="370" y="316"/>
                    <a:pt x="370" y="316"/>
                  </a:cubicBezTo>
                  <a:cubicBezTo>
                    <a:pt x="369" y="316"/>
                    <a:pt x="368" y="316"/>
                    <a:pt x="366" y="317"/>
                  </a:cubicBezTo>
                  <a:cubicBezTo>
                    <a:pt x="366" y="314"/>
                    <a:pt x="366" y="314"/>
                    <a:pt x="366" y="314"/>
                  </a:cubicBezTo>
                  <a:cubicBezTo>
                    <a:pt x="367" y="314"/>
                    <a:pt x="368" y="313"/>
                    <a:pt x="369" y="313"/>
                  </a:cubicBezTo>
                  <a:cubicBezTo>
                    <a:pt x="368" y="312"/>
                    <a:pt x="367" y="310"/>
                    <a:pt x="366" y="309"/>
                  </a:cubicBezTo>
                  <a:cubicBezTo>
                    <a:pt x="366" y="304"/>
                    <a:pt x="366" y="304"/>
                    <a:pt x="366" y="304"/>
                  </a:cubicBezTo>
                  <a:cubicBezTo>
                    <a:pt x="370" y="308"/>
                    <a:pt x="370" y="308"/>
                    <a:pt x="370" y="308"/>
                  </a:cubicBezTo>
                  <a:close/>
                  <a:moveTo>
                    <a:pt x="370" y="377"/>
                  </a:moveTo>
                  <a:cubicBezTo>
                    <a:pt x="370" y="450"/>
                    <a:pt x="370" y="450"/>
                    <a:pt x="370" y="450"/>
                  </a:cubicBezTo>
                  <a:cubicBezTo>
                    <a:pt x="366" y="453"/>
                    <a:pt x="366" y="453"/>
                    <a:pt x="366" y="453"/>
                  </a:cubicBezTo>
                  <a:cubicBezTo>
                    <a:pt x="366" y="417"/>
                    <a:pt x="366" y="417"/>
                    <a:pt x="366" y="417"/>
                  </a:cubicBezTo>
                  <a:cubicBezTo>
                    <a:pt x="368" y="411"/>
                    <a:pt x="368" y="411"/>
                    <a:pt x="368" y="411"/>
                  </a:cubicBezTo>
                  <a:cubicBezTo>
                    <a:pt x="366" y="410"/>
                    <a:pt x="366" y="410"/>
                    <a:pt x="366" y="410"/>
                  </a:cubicBezTo>
                  <a:cubicBezTo>
                    <a:pt x="366" y="378"/>
                    <a:pt x="366" y="378"/>
                    <a:pt x="366" y="378"/>
                  </a:cubicBezTo>
                  <a:cubicBezTo>
                    <a:pt x="370" y="377"/>
                    <a:pt x="370" y="377"/>
                    <a:pt x="370" y="377"/>
                  </a:cubicBezTo>
                  <a:close/>
                  <a:moveTo>
                    <a:pt x="370" y="488"/>
                  </a:moveTo>
                  <a:cubicBezTo>
                    <a:pt x="370" y="492"/>
                    <a:pt x="370" y="492"/>
                    <a:pt x="370" y="492"/>
                  </a:cubicBezTo>
                  <a:cubicBezTo>
                    <a:pt x="366" y="491"/>
                    <a:pt x="366" y="491"/>
                    <a:pt x="366" y="491"/>
                  </a:cubicBezTo>
                  <a:cubicBezTo>
                    <a:pt x="366" y="487"/>
                    <a:pt x="366" y="487"/>
                    <a:pt x="366" y="487"/>
                  </a:cubicBezTo>
                  <a:cubicBezTo>
                    <a:pt x="370" y="488"/>
                    <a:pt x="370" y="488"/>
                    <a:pt x="370" y="488"/>
                  </a:cubicBezTo>
                  <a:close/>
                  <a:moveTo>
                    <a:pt x="370" y="501"/>
                  </a:moveTo>
                  <a:cubicBezTo>
                    <a:pt x="368" y="499"/>
                    <a:pt x="367" y="496"/>
                    <a:pt x="366" y="491"/>
                  </a:cubicBezTo>
                  <a:cubicBezTo>
                    <a:pt x="366" y="505"/>
                    <a:pt x="366" y="505"/>
                    <a:pt x="366" y="505"/>
                  </a:cubicBezTo>
                  <a:cubicBezTo>
                    <a:pt x="368" y="506"/>
                    <a:pt x="369" y="506"/>
                    <a:pt x="370" y="506"/>
                  </a:cubicBezTo>
                  <a:cubicBezTo>
                    <a:pt x="370" y="501"/>
                    <a:pt x="370" y="501"/>
                    <a:pt x="370" y="501"/>
                  </a:cubicBezTo>
                  <a:close/>
                  <a:moveTo>
                    <a:pt x="370" y="522"/>
                  </a:moveTo>
                  <a:cubicBezTo>
                    <a:pt x="370" y="529"/>
                    <a:pt x="370" y="529"/>
                    <a:pt x="370" y="529"/>
                  </a:cubicBezTo>
                  <a:cubicBezTo>
                    <a:pt x="369" y="530"/>
                    <a:pt x="368" y="532"/>
                    <a:pt x="366" y="533"/>
                  </a:cubicBezTo>
                  <a:cubicBezTo>
                    <a:pt x="366" y="521"/>
                    <a:pt x="366" y="521"/>
                    <a:pt x="366" y="521"/>
                  </a:cubicBezTo>
                  <a:cubicBezTo>
                    <a:pt x="369" y="521"/>
                    <a:pt x="369" y="521"/>
                    <a:pt x="369" y="521"/>
                  </a:cubicBezTo>
                  <a:cubicBezTo>
                    <a:pt x="369" y="521"/>
                    <a:pt x="370" y="522"/>
                    <a:pt x="370" y="522"/>
                  </a:cubicBezTo>
                  <a:close/>
                  <a:moveTo>
                    <a:pt x="370" y="543"/>
                  </a:moveTo>
                  <a:cubicBezTo>
                    <a:pt x="370" y="552"/>
                    <a:pt x="370" y="552"/>
                    <a:pt x="370" y="552"/>
                  </a:cubicBezTo>
                  <a:cubicBezTo>
                    <a:pt x="369" y="553"/>
                    <a:pt x="368" y="553"/>
                    <a:pt x="366" y="553"/>
                  </a:cubicBezTo>
                  <a:cubicBezTo>
                    <a:pt x="366" y="542"/>
                    <a:pt x="366" y="542"/>
                    <a:pt x="366" y="542"/>
                  </a:cubicBezTo>
                  <a:cubicBezTo>
                    <a:pt x="368" y="542"/>
                    <a:pt x="369" y="543"/>
                    <a:pt x="370" y="543"/>
                  </a:cubicBezTo>
                  <a:close/>
                  <a:moveTo>
                    <a:pt x="370" y="610"/>
                  </a:moveTo>
                  <a:cubicBezTo>
                    <a:pt x="370" y="616"/>
                    <a:pt x="370" y="616"/>
                    <a:pt x="370" y="616"/>
                  </a:cubicBezTo>
                  <a:cubicBezTo>
                    <a:pt x="369" y="616"/>
                    <a:pt x="368" y="615"/>
                    <a:pt x="366" y="615"/>
                  </a:cubicBezTo>
                  <a:cubicBezTo>
                    <a:pt x="366" y="609"/>
                    <a:pt x="366" y="609"/>
                    <a:pt x="366" y="609"/>
                  </a:cubicBezTo>
                  <a:cubicBezTo>
                    <a:pt x="368" y="610"/>
                    <a:pt x="369" y="610"/>
                    <a:pt x="370" y="610"/>
                  </a:cubicBezTo>
                  <a:close/>
                  <a:moveTo>
                    <a:pt x="370" y="632"/>
                  </a:moveTo>
                  <a:cubicBezTo>
                    <a:pt x="370" y="638"/>
                    <a:pt x="370" y="638"/>
                    <a:pt x="370" y="638"/>
                  </a:cubicBezTo>
                  <a:cubicBezTo>
                    <a:pt x="369" y="638"/>
                    <a:pt x="368" y="638"/>
                    <a:pt x="366" y="637"/>
                  </a:cubicBezTo>
                  <a:cubicBezTo>
                    <a:pt x="366" y="628"/>
                    <a:pt x="366" y="628"/>
                    <a:pt x="366" y="628"/>
                  </a:cubicBezTo>
                  <a:cubicBezTo>
                    <a:pt x="367" y="630"/>
                    <a:pt x="368" y="631"/>
                    <a:pt x="370" y="632"/>
                  </a:cubicBezTo>
                  <a:close/>
                  <a:moveTo>
                    <a:pt x="370" y="672"/>
                  </a:moveTo>
                  <a:cubicBezTo>
                    <a:pt x="370" y="696"/>
                    <a:pt x="370" y="696"/>
                    <a:pt x="370" y="696"/>
                  </a:cubicBezTo>
                  <a:cubicBezTo>
                    <a:pt x="368" y="696"/>
                    <a:pt x="367" y="695"/>
                    <a:pt x="366" y="694"/>
                  </a:cubicBezTo>
                  <a:cubicBezTo>
                    <a:pt x="366" y="674"/>
                    <a:pt x="366" y="674"/>
                    <a:pt x="366" y="674"/>
                  </a:cubicBezTo>
                  <a:cubicBezTo>
                    <a:pt x="367" y="673"/>
                    <a:pt x="368" y="673"/>
                    <a:pt x="370" y="672"/>
                  </a:cubicBezTo>
                  <a:close/>
                  <a:moveTo>
                    <a:pt x="370" y="703"/>
                  </a:moveTo>
                  <a:cubicBezTo>
                    <a:pt x="370" y="712"/>
                    <a:pt x="370" y="712"/>
                    <a:pt x="370" y="712"/>
                  </a:cubicBezTo>
                  <a:cubicBezTo>
                    <a:pt x="369" y="712"/>
                    <a:pt x="368" y="712"/>
                    <a:pt x="366" y="712"/>
                  </a:cubicBezTo>
                  <a:cubicBezTo>
                    <a:pt x="366" y="702"/>
                    <a:pt x="366" y="702"/>
                    <a:pt x="366" y="702"/>
                  </a:cubicBezTo>
                  <a:cubicBezTo>
                    <a:pt x="368" y="703"/>
                    <a:pt x="369" y="703"/>
                    <a:pt x="370" y="703"/>
                  </a:cubicBezTo>
                  <a:close/>
                  <a:moveTo>
                    <a:pt x="370" y="747"/>
                  </a:moveTo>
                  <a:cubicBezTo>
                    <a:pt x="370" y="755"/>
                    <a:pt x="370" y="755"/>
                    <a:pt x="370" y="755"/>
                  </a:cubicBezTo>
                  <a:cubicBezTo>
                    <a:pt x="369" y="755"/>
                    <a:pt x="368" y="755"/>
                    <a:pt x="368" y="755"/>
                  </a:cubicBezTo>
                  <a:cubicBezTo>
                    <a:pt x="368" y="757"/>
                    <a:pt x="369" y="759"/>
                    <a:pt x="370" y="760"/>
                  </a:cubicBezTo>
                  <a:cubicBezTo>
                    <a:pt x="370" y="780"/>
                    <a:pt x="370" y="780"/>
                    <a:pt x="370" y="780"/>
                  </a:cubicBezTo>
                  <a:cubicBezTo>
                    <a:pt x="368" y="777"/>
                    <a:pt x="367" y="775"/>
                    <a:pt x="366" y="773"/>
                  </a:cubicBezTo>
                  <a:cubicBezTo>
                    <a:pt x="366" y="747"/>
                    <a:pt x="366" y="747"/>
                    <a:pt x="366" y="747"/>
                  </a:cubicBezTo>
                  <a:cubicBezTo>
                    <a:pt x="368" y="747"/>
                    <a:pt x="369" y="747"/>
                    <a:pt x="370" y="747"/>
                  </a:cubicBezTo>
                  <a:close/>
                  <a:moveTo>
                    <a:pt x="366" y="579"/>
                  </a:moveTo>
                  <a:cubicBezTo>
                    <a:pt x="366" y="572"/>
                    <a:pt x="366" y="572"/>
                    <a:pt x="366" y="572"/>
                  </a:cubicBezTo>
                  <a:cubicBezTo>
                    <a:pt x="369" y="574"/>
                    <a:pt x="368" y="576"/>
                    <a:pt x="366" y="579"/>
                  </a:cubicBezTo>
                  <a:close/>
                  <a:moveTo>
                    <a:pt x="360" y="2"/>
                  </a:moveTo>
                  <a:cubicBezTo>
                    <a:pt x="362" y="2"/>
                    <a:pt x="364" y="2"/>
                    <a:pt x="366" y="2"/>
                  </a:cubicBezTo>
                  <a:cubicBezTo>
                    <a:pt x="366" y="8"/>
                    <a:pt x="366" y="8"/>
                    <a:pt x="366" y="8"/>
                  </a:cubicBezTo>
                  <a:cubicBezTo>
                    <a:pt x="364" y="8"/>
                    <a:pt x="362" y="8"/>
                    <a:pt x="360" y="9"/>
                  </a:cubicBezTo>
                  <a:cubicBezTo>
                    <a:pt x="360" y="2"/>
                    <a:pt x="360" y="2"/>
                    <a:pt x="360" y="2"/>
                  </a:cubicBezTo>
                  <a:close/>
                  <a:moveTo>
                    <a:pt x="366" y="792"/>
                  </a:moveTo>
                  <a:cubicBezTo>
                    <a:pt x="364" y="792"/>
                    <a:pt x="362" y="792"/>
                    <a:pt x="360" y="792"/>
                  </a:cubicBezTo>
                  <a:cubicBezTo>
                    <a:pt x="360" y="785"/>
                    <a:pt x="360" y="785"/>
                    <a:pt x="360" y="785"/>
                  </a:cubicBezTo>
                  <a:cubicBezTo>
                    <a:pt x="361" y="785"/>
                    <a:pt x="363" y="786"/>
                    <a:pt x="364" y="786"/>
                  </a:cubicBezTo>
                  <a:cubicBezTo>
                    <a:pt x="365" y="786"/>
                    <a:pt x="366" y="786"/>
                    <a:pt x="366" y="786"/>
                  </a:cubicBezTo>
                  <a:cubicBezTo>
                    <a:pt x="366" y="792"/>
                    <a:pt x="366" y="792"/>
                    <a:pt x="366" y="792"/>
                  </a:cubicBezTo>
                  <a:close/>
                  <a:moveTo>
                    <a:pt x="366" y="29"/>
                  </a:moveTo>
                  <a:cubicBezTo>
                    <a:pt x="366" y="46"/>
                    <a:pt x="366" y="46"/>
                    <a:pt x="366" y="46"/>
                  </a:cubicBezTo>
                  <a:cubicBezTo>
                    <a:pt x="364" y="47"/>
                    <a:pt x="362" y="47"/>
                    <a:pt x="360" y="48"/>
                  </a:cubicBezTo>
                  <a:cubicBezTo>
                    <a:pt x="360" y="40"/>
                    <a:pt x="360" y="40"/>
                    <a:pt x="360" y="40"/>
                  </a:cubicBezTo>
                  <a:cubicBezTo>
                    <a:pt x="362" y="39"/>
                    <a:pt x="362" y="39"/>
                    <a:pt x="362" y="39"/>
                  </a:cubicBezTo>
                  <a:cubicBezTo>
                    <a:pt x="361" y="38"/>
                    <a:pt x="361" y="37"/>
                    <a:pt x="360" y="35"/>
                  </a:cubicBezTo>
                  <a:cubicBezTo>
                    <a:pt x="360" y="21"/>
                    <a:pt x="360" y="21"/>
                    <a:pt x="360" y="21"/>
                  </a:cubicBezTo>
                  <a:cubicBezTo>
                    <a:pt x="362" y="23"/>
                    <a:pt x="364" y="26"/>
                    <a:pt x="366" y="29"/>
                  </a:cubicBezTo>
                  <a:close/>
                  <a:moveTo>
                    <a:pt x="366" y="121"/>
                  </a:moveTo>
                  <a:cubicBezTo>
                    <a:pt x="366" y="134"/>
                    <a:pt x="366" y="134"/>
                    <a:pt x="366" y="134"/>
                  </a:cubicBezTo>
                  <a:cubicBezTo>
                    <a:pt x="365" y="136"/>
                    <a:pt x="363" y="137"/>
                    <a:pt x="360" y="138"/>
                  </a:cubicBezTo>
                  <a:cubicBezTo>
                    <a:pt x="360" y="120"/>
                    <a:pt x="360" y="120"/>
                    <a:pt x="360" y="120"/>
                  </a:cubicBezTo>
                  <a:cubicBezTo>
                    <a:pt x="362" y="121"/>
                    <a:pt x="364" y="121"/>
                    <a:pt x="366" y="121"/>
                  </a:cubicBezTo>
                  <a:close/>
                  <a:moveTo>
                    <a:pt x="366" y="166"/>
                  </a:moveTo>
                  <a:cubicBezTo>
                    <a:pt x="366" y="175"/>
                    <a:pt x="366" y="175"/>
                    <a:pt x="366" y="175"/>
                  </a:cubicBezTo>
                  <a:cubicBezTo>
                    <a:pt x="364" y="174"/>
                    <a:pt x="362" y="173"/>
                    <a:pt x="360" y="173"/>
                  </a:cubicBezTo>
                  <a:cubicBezTo>
                    <a:pt x="360" y="167"/>
                    <a:pt x="360" y="167"/>
                    <a:pt x="360" y="167"/>
                  </a:cubicBezTo>
                  <a:cubicBezTo>
                    <a:pt x="362" y="167"/>
                    <a:pt x="364" y="167"/>
                    <a:pt x="366" y="166"/>
                  </a:cubicBezTo>
                  <a:close/>
                  <a:moveTo>
                    <a:pt x="366" y="188"/>
                  </a:moveTo>
                  <a:cubicBezTo>
                    <a:pt x="366" y="194"/>
                    <a:pt x="366" y="194"/>
                    <a:pt x="366" y="194"/>
                  </a:cubicBezTo>
                  <a:cubicBezTo>
                    <a:pt x="364" y="194"/>
                    <a:pt x="362" y="194"/>
                    <a:pt x="360" y="195"/>
                  </a:cubicBezTo>
                  <a:cubicBezTo>
                    <a:pt x="360" y="184"/>
                    <a:pt x="360" y="184"/>
                    <a:pt x="360" y="184"/>
                  </a:cubicBezTo>
                  <a:cubicBezTo>
                    <a:pt x="364" y="189"/>
                    <a:pt x="364" y="189"/>
                    <a:pt x="364" y="189"/>
                  </a:cubicBezTo>
                  <a:cubicBezTo>
                    <a:pt x="366" y="188"/>
                    <a:pt x="366" y="188"/>
                    <a:pt x="366" y="188"/>
                  </a:cubicBezTo>
                  <a:close/>
                  <a:moveTo>
                    <a:pt x="366" y="257"/>
                  </a:moveTo>
                  <a:cubicBezTo>
                    <a:pt x="366" y="268"/>
                    <a:pt x="366" y="268"/>
                    <a:pt x="366" y="268"/>
                  </a:cubicBezTo>
                  <a:cubicBezTo>
                    <a:pt x="365" y="268"/>
                    <a:pt x="364" y="269"/>
                    <a:pt x="362" y="270"/>
                  </a:cubicBezTo>
                  <a:cubicBezTo>
                    <a:pt x="362" y="274"/>
                    <a:pt x="361" y="278"/>
                    <a:pt x="360" y="283"/>
                  </a:cubicBezTo>
                  <a:cubicBezTo>
                    <a:pt x="360" y="246"/>
                    <a:pt x="360" y="246"/>
                    <a:pt x="360" y="246"/>
                  </a:cubicBezTo>
                  <a:cubicBezTo>
                    <a:pt x="361" y="246"/>
                    <a:pt x="361" y="246"/>
                    <a:pt x="361" y="246"/>
                  </a:cubicBezTo>
                  <a:cubicBezTo>
                    <a:pt x="361" y="250"/>
                    <a:pt x="361" y="253"/>
                    <a:pt x="361" y="257"/>
                  </a:cubicBezTo>
                  <a:cubicBezTo>
                    <a:pt x="363" y="257"/>
                    <a:pt x="365" y="257"/>
                    <a:pt x="366" y="257"/>
                  </a:cubicBezTo>
                  <a:close/>
                  <a:moveTo>
                    <a:pt x="366" y="299"/>
                  </a:moveTo>
                  <a:cubicBezTo>
                    <a:pt x="366" y="302"/>
                    <a:pt x="366" y="302"/>
                    <a:pt x="366" y="302"/>
                  </a:cubicBezTo>
                  <a:cubicBezTo>
                    <a:pt x="366" y="302"/>
                    <a:pt x="365" y="302"/>
                    <a:pt x="364" y="302"/>
                  </a:cubicBezTo>
                  <a:cubicBezTo>
                    <a:pt x="365" y="303"/>
                    <a:pt x="366" y="304"/>
                    <a:pt x="366" y="304"/>
                  </a:cubicBezTo>
                  <a:cubicBezTo>
                    <a:pt x="366" y="309"/>
                    <a:pt x="366" y="309"/>
                    <a:pt x="366" y="309"/>
                  </a:cubicBezTo>
                  <a:cubicBezTo>
                    <a:pt x="365" y="308"/>
                    <a:pt x="363" y="306"/>
                    <a:pt x="360" y="306"/>
                  </a:cubicBezTo>
                  <a:cubicBezTo>
                    <a:pt x="360" y="301"/>
                    <a:pt x="360" y="301"/>
                    <a:pt x="360" y="301"/>
                  </a:cubicBezTo>
                  <a:cubicBezTo>
                    <a:pt x="362" y="300"/>
                    <a:pt x="364" y="299"/>
                    <a:pt x="366" y="299"/>
                  </a:cubicBezTo>
                  <a:close/>
                  <a:moveTo>
                    <a:pt x="366" y="314"/>
                  </a:moveTo>
                  <a:cubicBezTo>
                    <a:pt x="366" y="317"/>
                    <a:pt x="366" y="317"/>
                    <a:pt x="366" y="317"/>
                  </a:cubicBezTo>
                  <a:cubicBezTo>
                    <a:pt x="364" y="317"/>
                    <a:pt x="362" y="318"/>
                    <a:pt x="360" y="319"/>
                  </a:cubicBezTo>
                  <a:cubicBezTo>
                    <a:pt x="360" y="313"/>
                    <a:pt x="360" y="313"/>
                    <a:pt x="360" y="313"/>
                  </a:cubicBezTo>
                  <a:cubicBezTo>
                    <a:pt x="363" y="315"/>
                    <a:pt x="363" y="315"/>
                    <a:pt x="363" y="315"/>
                  </a:cubicBezTo>
                  <a:cubicBezTo>
                    <a:pt x="364" y="314"/>
                    <a:pt x="365" y="314"/>
                    <a:pt x="366" y="314"/>
                  </a:cubicBezTo>
                  <a:close/>
                  <a:moveTo>
                    <a:pt x="366" y="378"/>
                  </a:moveTo>
                  <a:cubicBezTo>
                    <a:pt x="366" y="410"/>
                    <a:pt x="366" y="410"/>
                    <a:pt x="366" y="410"/>
                  </a:cubicBezTo>
                  <a:cubicBezTo>
                    <a:pt x="360" y="405"/>
                    <a:pt x="360" y="405"/>
                    <a:pt x="360" y="405"/>
                  </a:cubicBezTo>
                  <a:cubicBezTo>
                    <a:pt x="360" y="378"/>
                    <a:pt x="360" y="378"/>
                    <a:pt x="360" y="378"/>
                  </a:cubicBezTo>
                  <a:cubicBezTo>
                    <a:pt x="366" y="378"/>
                    <a:pt x="366" y="378"/>
                    <a:pt x="366" y="378"/>
                  </a:cubicBezTo>
                  <a:close/>
                  <a:moveTo>
                    <a:pt x="366" y="417"/>
                  </a:moveTo>
                  <a:cubicBezTo>
                    <a:pt x="366" y="453"/>
                    <a:pt x="366" y="453"/>
                    <a:pt x="366" y="453"/>
                  </a:cubicBezTo>
                  <a:cubicBezTo>
                    <a:pt x="360" y="457"/>
                    <a:pt x="360" y="457"/>
                    <a:pt x="360" y="457"/>
                  </a:cubicBezTo>
                  <a:cubicBezTo>
                    <a:pt x="360" y="436"/>
                    <a:pt x="360" y="436"/>
                    <a:pt x="360" y="436"/>
                  </a:cubicBezTo>
                  <a:cubicBezTo>
                    <a:pt x="362" y="430"/>
                    <a:pt x="364" y="423"/>
                    <a:pt x="366" y="417"/>
                  </a:cubicBezTo>
                  <a:close/>
                  <a:moveTo>
                    <a:pt x="366" y="487"/>
                  </a:moveTo>
                  <a:cubicBezTo>
                    <a:pt x="366" y="491"/>
                    <a:pt x="366" y="491"/>
                    <a:pt x="366" y="491"/>
                  </a:cubicBezTo>
                  <a:cubicBezTo>
                    <a:pt x="366" y="505"/>
                    <a:pt x="366" y="505"/>
                    <a:pt x="366" y="505"/>
                  </a:cubicBezTo>
                  <a:cubicBezTo>
                    <a:pt x="364" y="505"/>
                    <a:pt x="362" y="504"/>
                    <a:pt x="360" y="504"/>
                  </a:cubicBezTo>
                  <a:cubicBezTo>
                    <a:pt x="360" y="501"/>
                    <a:pt x="360" y="501"/>
                    <a:pt x="360" y="501"/>
                  </a:cubicBezTo>
                  <a:cubicBezTo>
                    <a:pt x="361" y="501"/>
                    <a:pt x="361" y="501"/>
                    <a:pt x="361" y="502"/>
                  </a:cubicBezTo>
                  <a:cubicBezTo>
                    <a:pt x="362" y="502"/>
                    <a:pt x="363" y="502"/>
                    <a:pt x="364" y="502"/>
                  </a:cubicBezTo>
                  <a:cubicBezTo>
                    <a:pt x="364" y="497"/>
                    <a:pt x="363" y="493"/>
                    <a:pt x="360" y="490"/>
                  </a:cubicBezTo>
                  <a:cubicBezTo>
                    <a:pt x="360" y="485"/>
                    <a:pt x="360" y="485"/>
                    <a:pt x="360" y="485"/>
                  </a:cubicBezTo>
                  <a:cubicBezTo>
                    <a:pt x="361" y="486"/>
                    <a:pt x="363" y="486"/>
                    <a:pt x="364" y="487"/>
                  </a:cubicBezTo>
                  <a:cubicBezTo>
                    <a:pt x="366" y="487"/>
                    <a:pt x="366" y="487"/>
                    <a:pt x="366" y="487"/>
                  </a:cubicBezTo>
                  <a:close/>
                  <a:moveTo>
                    <a:pt x="366" y="521"/>
                  </a:moveTo>
                  <a:cubicBezTo>
                    <a:pt x="366" y="533"/>
                    <a:pt x="366" y="533"/>
                    <a:pt x="366" y="533"/>
                  </a:cubicBezTo>
                  <a:cubicBezTo>
                    <a:pt x="364" y="536"/>
                    <a:pt x="362" y="539"/>
                    <a:pt x="362" y="542"/>
                  </a:cubicBezTo>
                  <a:cubicBezTo>
                    <a:pt x="364" y="542"/>
                    <a:pt x="365" y="542"/>
                    <a:pt x="366" y="542"/>
                  </a:cubicBezTo>
                  <a:cubicBezTo>
                    <a:pt x="366" y="553"/>
                    <a:pt x="366" y="553"/>
                    <a:pt x="366" y="553"/>
                  </a:cubicBezTo>
                  <a:cubicBezTo>
                    <a:pt x="365" y="554"/>
                    <a:pt x="363" y="554"/>
                    <a:pt x="360" y="554"/>
                  </a:cubicBezTo>
                  <a:cubicBezTo>
                    <a:pt x="360" y="525"/>
                    <a:pt x="360" y="525"/>
                    <a:pt x="360" y="525"/>
                  </a:cubicBezTo>
                  <a:cubicBezTo>
                    <a:pt x="361" y="524"/>
                    <a:pt x="362" y="522"/>
                    <a:pt x="362" y="521"/>
                  </a:cubicBezTo>
                  <a:cubicBezTo>
                    <a:pt x="366" y="521"/>
                    <a:pt x="366" y="521"/>
                    <a:pt x="366" y="521"/>
                  </a:cubicBezTo>
                  <a:close/>
                  <a:moveTo>
                    <a:pt x="366" y="572"/>
                  </a:moveTo>
                  <a:cubicBezTo>
                    <a:pt x="366" y="579"/>
                    <a:pt x="366" y="579"/>
                    <a:pt x="366" y="579"/>
                  </a:cubicBezTo>
                  <a:cubicBezTo>
                    <a:pt x="365" y="583"/>
                    <a:pt x="362" y="587"/>
                    <a:pt x="361" y="592"/>
                  </a:cubicBezTo>
                  <a:cubicBezTo>
                    <a:pt x="360" y="592"/>
                    <a:pt x="360" y="592"/>
                    <a:pt x="360" y="592"/>
                  </a:cubicBezTo>
                  <a:cubicBezTo>
                    <a:pt x="360" y="569"/>
                    <a:pt x="360" y="569"/>
                    <a:pt x="360" y="569"/>
                  </a:cubicBezTo>
                  <a:cubicBezTo>
                    <a:pt x="363" y="570"/>
                    <a:pt x="365" y="571"/>
                    <a:pt x="366" y="572"/>
                  </a:cubicBezTo>
                  <a:close/>
                  <a:moveTo>
                    <a:pt x="366" y="609"/>
                  </a:moveTo>
                  <a:cubicBezTo>
                    <a:pt x="366" y="615"/>
                    <a:pt x="366" y="615"/>
                    <a:pt x="366" y="615"/>
                  </a:cubicBezTo>
                  <a:cubicBezTo>
                    <a:pt x="365" y="615"/>
                    <a:pt x="363" y="614"/>
                    <a:pt x="361" y="614"/>
                  </a:cubicBezTo>
                  <a:cubicBezTo>
                    <a:pt x="363" y="619"/>
                    <a:pt x="364" y="624"/>
                    <a:pt x="366" y="628"/>
                  </a:cubicBezTo>
                  <a:cubicBezTo>
                    <a:pt x="366" y="637"/>
                    <a:pt x="366" y="637"/>
                    <a:pt x="366" y="637"/>
                  </a:cubicBezTo>
                  <a:cubicBezTo>
                    <a:pt x="364" y="637"/>
                    <a:pt x="362" y="637"/>
                    <a:pt x="360" y="637"/>
                  </a:cubicBezTo>
                  <a:cubicBezTo>
                    <a:pt x="360" y="631"/>
                    <a:pt x="360" y="631"/>
                    <a:pt x="360" y="631"/>
                  </a:cubicBezTo>
                  <a:cubicBezTo>
                    <a:pt x="360" y="631"/>
                    <a:pt x="360" y="631"/>
                    <a:pt x="360" y="631"/>
                  </a:cubicBezTo>
                  <a:cubicBezTo>
                    <a:pt x="360" y="631"/>
                    <a:pt x="360" y="631"/>
                    <a:pt x="360" y="631"/>
                  </a:cubicBezTo>
                  <a:cubicBezTo>
                    <a:pt x="360" y="608"/>
                    <a:pt x="360" y="608"/>
                    <a:pt x="360" y="608"/>
                  </a:cubicBezTo>
                  <a:cubicBezTo>
                    <a:pt x="362" y="608"/>
                    <a:pt x="364" y="609"/>
                    <a:pt x="366" y="609"/>
                  </a:cubicBezTo>
                  <a:close/>
                  <a:moveTo>
                    <a:pt x="366" y="674"/>
                  </a:moveTo>
                  <a:cubicBezTo>
                    <a:pt x="366" y="694"/>
                    <a:pt x="366" y="694"/>
                    <a:pt x="366" y="694"/>
                  </a:cubicBezTo>
                  <a:cubicBezTo>
                    <a:pt x="360" y="690"/>
                    <a:pt x="359" y="679"/>
                    <a:pt x="366" y="674"/>
                  </a:cubicBezTo>
                  <a:close/>
                  <a:moveTo>
                    <a:pt x="366" y="702"/>
                  </a:moveTo>
                  <a:cubicBezTo>
                    <a:pt x="366" y="712"/>
                    <a:pt x="366" y="712"/>
                    <a:pt x="366" y="712"/>
                  </a:cubicBezTo>
                  <a:cubicBezTo>
                    <a:pt x="364" y="711"/>
                    <a:pt x="362" y="711"/>
                    <a:pt x="360" y="710"/>
                  </a:cubicBezTo>
                  <a:cubicBezTo>
                    <a:pt x="362" y="702"/>
                    <a:pt x="362" y="702"/>
                    <a:pt x="364" y="700"/>
                  </a:cubicBezTo>
                  <a:cubicBezTo>
                    <a:pt x="364" y="701"/>
                    <a:pt x="366" y="702"/>
                    <a:pt x="366" y="702"/>
                  </a:cubicBezTo>
                  <a:close/>
                  <a:moveTo>
                    <a:pt x="366" y="747"/>
                  </a:moveTo>
                  <a:cubicBezTo>
                    <a:pt x="366" y="773"/>
                    <a:pt x="366" y="773"/>
                    <a:pt x="366" y="773"/>
                  </a:cubicBezTo>
                  <a:cubicBezTo>
                    <a:pt x="364" y="769"/>
                    <a:pt x="362" y="765"/>
                    <a:pt x="360" y="762"/>
                  </a:cubicBezTo>
                  <a:cubicBezTo>
                    <a:pt x="360" y="748"/>
                    <a:pt x="360" y="748"/>
                    <a:pt x="360" y="748"/>
                  </a:cubicBezTo>
                  <a:cubicBezTo>
                    <a:pt x="362" y="748"/>
                    <a:pt x="364" y="748"/>
                    <a:pt x="366" y="747"/>
                  </a:cubicBezTo>
                  <a:close/>
                  <a:moveTo>
                    <a:pt x="354" y="3"/>
                  </a:moveTo>
                  <a:cubicBezTo>
                    <a:pt x="355" y="3"/>
                    <a:pt x="356" y="2"/>
                    <a:pt x="357" y="2"/>
                  </a:cubicBezTo>
                  <a:cubicBezTo>
                    <a:pt x="358" y="2"/>
                    <a:pt x="359" y="2"/>
                    <a:pt x="360" y="2"/>
                  </a:cubicBezTo>
                  <a:cubicBezTo>
                    <a:pt x="360" y="9"/>
                    <a:pt x="360" y="9"/>
                    <a:pt x="360" y="9"/>
                  </a:cubicBezTo>
                  <a:cubicBezTo>
                    <a:pt x="358" y="9"/>
                    <a:pt x="356" y="10"/>
                    <a:pt x="354" y="12"/>
                  </a:cubicBezTo>
                  <a:cubicBezTo>
                    <a:pt x="354" y="3"/>
                    <a:pt x="354" y="3"/>
                    <a:pt x="354" y="3"/>
                  </a:cubicBezTo>
                  <a:close/>
                  <a:moveTo>
                    <a:pt x="360" y="792"/>
                  </a:moveTo>
                  <a:cubicBezTo>
                    <a:pt x="358" y="791"/>
                    <a:pt x="356" y="791"/>
                    <a:pt x="354" y="791"/>
                  </a:cubicBezTo>
                  <a:cubicBezTo>
                    <a:pt x="354" y="782"/>
                    <a:pt x="354" y="782"/>
                    <a:pt x="354" y="782"/>
                  </a:cubicBezTo>
                  <a:cubicBezTo>
                    <a:pt x="356" y="783"/>
                    <a:pt x="358" y="784"/>
                    <a:pt x="360" y="785"/>
                  </a:cubicBezTo>
                  <a:cubicBezTo>
                    <a:pt x="360" y="792"/>
                    <a:pt x="360" y="792"/>
                    <a:pt x="360" y="792"/>
                  </a:cubicBezTo>
                  <a:close/>
                  <a:moveTo>
                    <a:pt x="360" y="21"/>
                  </a:moveTo>
                  <a:cubicBezTo>
                    <a:pt x="360" y="35"/>
                    <a:pt x="360" y="35"/>
                    <a:pt x="360" y="35"/>
                  </a:cubicBezTo>
                  <a:cubicBezTo>
                    <a:pt x="359" y="31"/>
                    <a:pt x="356" y="27"/>
                    <a:pt x="354" y="24"/>
                  </a:cubicBezTo>
                  <a:cubicBezTo>
                    <a:pt x="354" y="12"/>
                    <a:pt x="354" y="12"/>
                    <a:pt x="354" y="12"/>
                  </a:cubicBezTo>
                  <a:cubicBezTo>
                    <a:pt x="356" y="15"/>
                    <a:pt x="358" y="18"/>
                    <a:pt x="360" y="21"/>
                  </a:cubicBezTo>
                  <a:close/>
                  <a:moveTo>
                    <a:pt x="360" y="40"/>
                  </a:moveTo>
                  <a:cubicBezTo>
                    <a:pt x="360" y="48"/>
                    <a:pt x="360" y="48"/>
                    <a:pt x="360" y="48"/>
                  </a:cubicBezTo>
                  <a:cubicBezTo>
                    <a:pt x="358" y="48"/>
                    <a:pt x="356" y="48"/>
                    <a:pt x="354" y="49"/>
                  </a:cubicBezTo>
                  <a:cubicBezTo>
                    <a:pt x="354" y="41"/>
                    <a:pt x="354" y="41"/>
                    <a:pt x="354" y="41"/>
                  </a:cubicBezTo>
                  <a:cubicBezTo>
                    <a:pt x="357" y="41"/>
                    <a:pt x="358" y="41"/>
                    <a:pt x="360" y="40"/>
                  </a:cubicBezTo>
                  <a:close/>
                  <a:moveTo>
                    <a:pt x="360" y="120"/>
                  </a:moveTo>
                  <a:cubicBezTo>
                    <a:pt x="360" y="138"/>
                    <a:pt x="360" y="138"/>
                    <a:pt x="360" y="138"/>
                  </a:cubicBezTo>
                  <a:cubicBezTo>
                    <a:pt x="358" y="139"/>
                    <a:pt x="356" y="139"/>
                    <a:pt x="354" y="139"/>
                  </a:cubicBezTo>
                  <a:cubicBezTo>
                    <a:pt x="354" y="120"/>
                    <a:pt x="354" y="120"/>
                    <a:pt x="354" y="120"/>
                  </a:cubicBezTo>
                  <a:cubicBezTo>
                    <a:pt x="356" y="120"/>
                    <a:pt x="358" y="120"/>
                    <a:pt x="360" y="120"/>
                  </a:cubicBezTo>
                  <a:close/>
                  <a:moveTo>
                    <a:pt x="360" y="167"/>
                  </a:moveTo>
                  <a:cubicBezTo>
                    <a:pt x="360" y="173"/>
                    <a:pt x="360" y="173"/>
                    <a:pt x="360" y="173"/>
                  </a:cubicBezTo>
                  <a:cubicBezTo>
                    <a:pt x="358" y="173"/>
                    <a:pt x="356" y="173"/>
                    <a:pt x="354" y="173"/>
                  </a:cubicBezTo>
                  <a:cubicBezTo>
                    <a:pt x="354" y="169"/>
                    <a:pt x="354" y="169"/>
                    <a:pt x="354" y="169"/>
                  </a:cubicBezTo>
                  <a:cubicBezTo>
                    <a:pt x="356" y="168"/>
                    <a:pt x="358" y="168"/>
                    <a:pt x="360" y="167"/>
                  </a:cubicBezTo>
                  <a:close/>
                  <a:moveTo>
                    <a:pt x="360" y="184"/>
                  </a:moveTo>
                  <a:cubicBezTo>
                    <a:pt x="360" y="195"/>
                    <a:pt x="360" y="195"/>
                    <a:pt x="360" y="195"/>
                  </a:cubicBezTo>
                  <a:cubicBezTo>
                    <a:pt x="358" y="195"/>
                    <a:pt x="356" y="195"/>
                    <a:pt x="354" y="196"/>
                  </a:cubicBezTo>
                  <a:cubicBezTo>
                    <a:pt x="354" y="191"/>
                    <a:pt x="354" y="191"/>
                    <a:pt x="354" y="191"/>
                  </a:cubicBezTo>
                  <a:cubicBezTo>
                    <a:pt x="355" y="191"/>
                    <a:pt x="356" y="191"/>
                    <a:pt x="357" y="191"/>
                  </a:cubicBezTo>
                  <a:cubicBezTo>
                    <a:pt x="356" y="188"/>
                    <a:pt x="355" y="186"/>
                    <a:pt x="354" y="185"/>
                  </a:cubicBezTo>
                  <a:cubicBezTo>
                    <a:pt x="354" y="177"/>
                    <a:pt x="354" y="177"/>
                    <a:pt x="354" y="177"/>
                  </a:cubicBezTo>
                  <a:cubicBezTo>
                    <a:pt x="360" y="184"/>
                    <a:pt x="360" y="184"/>
                    <a:pt x="360" y="184"/>
                  </a:cubicBezTo>
                  <a:close/>
                  <a:moveTo>
                    <a:pt x="360" y="246"/>
                  </a:moveTo>
                  <a:cubicBezTo>
                    <a:pt x="360" y="283"/>
                    <a:pt x="360" y="283"/>
                    <a:pt x="360" y="283"/>
                  </a:cubicBezTo>
                  <a:cubicBezTo>
                    <a:pt x="359" y="287"/>
                    <a:pt x="357" y="291"/>
                    <a:pt x="354" y="293"/>
                  </a:cubicBezTo>
                  <a:cubicBezTo>
                    <a:pt x="354" y="220"/>
                    <a:pt x="354" y="220"/>
                    <a:pt x="354" y="220"/>
                  </a:cubicBezTo>
                  <a:cubicBezTo>
                    <a:pt x="355" y="220"/>
                    <a:pt x="355" y="220"/>
                    <a:pt x="355" y="220"/>
                  </a:cubicBezTo>
                  <a:cubicBezTo>
                    <a:pt x="356" y="220"/>
                    <a:pt x="357" y="221"/>
                    <a:pt x="357" y="221"/>
                  </a:cubicBezTo>
                  <a:cubicBezTo>
                    <a:pt x="357" y="230"/>
                    <a:pt x="358" y="238"/>
                    <a:pt x="358" y="246"/>
                  </a:cubicBezTo>
                  <a:cubicBezTo>
                    <a:pt x="360" y="246"/>
                    <a:pt x="360" y="246"/>
                    <a:pt x="360" y="246"/>
                  </a:cubicBezTo>
                  <a:close/>
                  <a:moveTo>
                    <a:pt x="360" y="301"/>
                  </a:moveTo>
                  <a:cubicBezTo>
                    <a:pt x="360" y="306"/>
                    <a:pt x="360" y="306"/>
                    <a:pt x="360" y="306"/>
                  </a:cubicBezTo>
                  <a:cubicBezTo>
                    <a:pt x="358" y="305"/>
                    <a:pt x="356" y="306"/>
                    <a:pt x="354" y="306"/>
                  </a:cubicBezTo>
                  <a:cubicBezTo>
                    <a:pt x="354" y="303"/>
                    <a:pt x="354" y="303"/>
                    <a:pt x="354" y="303"/>
                  </a:cubicBezTo>
                  <a:cubicBezTo>
                    <a:pt x="356" y="302"/>
                    <a:pt x="358" y="301"/>
                    <a:pt x="360" y="301"/>
                  </a:cubicBezTo>
                  <a:close/>
                  <a:moveTo>
                    <a:pt x="360" y="313"/>
                  </a:moveTo>
                  <a:cubicBezTo>
                    <a:pt x="360" y="319"/>
                    <a:pt x="360" y="319"/>
                    <a:pt x="360" y="319"/>
                  </a:cubicBezTo>
                  <a:cubicBezTo>
                    <a:pt x="358" y="320"/>
                    <a:pt x="356" y="321"/>
                    <a:pt x="354" y="322"/>
                  </a:cubicBezTo>
                  <a:cubicBezTo>
                    <a:pt x="354" y="318"/>
                    <a:pt x="354" y="318"/>
                    <a:pt x="354" y="318"/>
                  </a:cubicBezTo>
                  <a:cubicBezTo>
                    <a:pt x="355" y="318"/>
                    <a:pt x="356" y="317"/>
                    <a:pt x="358" y="316"/>
                  </a:cubicBezTo>
                  <a:cubicBezTo>
                    <a:pt x="357" y="315"/>
                    <a:pt x="355" y="315"/>
                    <a:pt x="354" y="314"/>
                  </a:cubicBezTo>
                  <a:cubicBezTo>
                    <a:pt x="354" y="308"/>
                    <a:pt x="354" y="308"/>
                    <a:pt x="354" y="308"/>
                  </a:cubicBezTo>
                  <a:cubicBezTo>
                    <a:pt x="356" y="310"/>
                    <a:pt x="357" y="311"/>
                    <a:pt x="360" y="313"/>
                  </a:cubicBezTo>
                  <a:close/>
                  <a:moveTo>
                    <a:pt x="360" y="378"/>
                  </a:moveTo>
                  <a:cubicBezTo>
                    <a:pt x="360" y="405"/>
                    <a:pt x="360" y="405"/>
                    <a:pt x="360" y="405"/>
                  </a:cubicBezTo>
                  <a:cubicBezTo>
                    <a:pt x="354" y="400"/>
                    <a:pt x="354" y="400"/>
                    <a:pt x="354" y="400"/>
                  </a:cubicBezTo>
                  <a:cubicBezTo>
                    <a:pt x="354" y="378"/>
                    <a:pt x="354" y="378"/>
                    <a:pt x="354" y="378"/>
                  </a:cubicBezTo>
                  <a:cubicBezTo>
                    <a:pt x="360" y="378"/>
                    <a:pt x="360" y="378"/>
                    <a:pt x="360" y="378"/>
                  </a:cubicBezTo>
                  <a:close/>
                  <a:moveTo>
                    <a:pt x="360" y="436"/>
                  </a:moveTo>
                  <a:cubicBezTo>
                    <a:pt x="360" y="457"/>
                    <a:pt x="360" y="457"/>
                    <a:pt x="360" y="457"/>
                  </a:cubicBezTo>
                  <a:cubicBezTo>
                    <a:pt x="354" y="462"/>
                    <a:pt x="354" y="462"/>
                    <a:pt x="354" y="462"/>
                  </a:cubicBezTo>
                  <a:cubicBezTo>
                    <a:pt x="354" y="457"/>
                    <a:pt x="354" y="457"/>
                    <a:pt x="354" y="457"/>
                  </a:cubicBezTo>
                  <a:cubicBezTo>
                    <a:pt x="356" y="450"/>
                    <a:pt x="358" y="443"/>
                    <a:pt x="360" y="436"/>
                  </a:cubicBezTo>
                  <a:close/>
                  <a:moveTo>
                    <a:pt x="360" y="485"/>
                  </a:moveTo>
                  <a:cubicBezTo>
                    <a:pt x="360" y="490"/>
                    <a:pt x="360" y="490"/>
                    <a:pt x="360" y="490"/>
                  </a:cubicBezTo>
                  <a:cubicBezTo>
                    <a:pt x="359" y="489"/>
                    <a:pt x="358" y="488"/>
                    <a:pt x="357" y="486"/>
                  </a:cubicBezTo>
                  <a:cubicBezTo>
                    <a:pt x="357" y="490"/>
                    <a:pt x="357" y="494"/>
                    <a:pt x="357" y="497"/>
                  </a:cubicBezTo>
                  <a:cubicBezTo>
                    <a:pt x="358" y="498"/>
                    <a:pt x="359" y="499"/>
                    <a:pt x="360" y="501"/>
                  </a:cubicBezTo>
                  <a:cubicBezTo>
                    <a:pt x="360" y="504"/>
                    <a:pt x="360" y="504"/>
                    <a:pt x="360" y="504"/>
                  </a:cubicBezTo>
                  <a:cubicBezTo>
                    <a:pt x="358" y="503"/>
                    <a:pt x="356" y="502"/>
                    <a:pt x="354" y="501"/>
                  </a:cubicBezTo>
                  <a:cubicBezTo>
                    <a:pt x="354" y="482"/>
                    <a:pt x="354" y="482"/>
                    <a:pt x="354" y="482"/>
                  </a:cubicBezTo>
                  <a:cubicBezTo>
                    <a:pt x="356" y="483"/>
                    <a:pt x="358" y="484"/>
                    <a:pt x="360" y="485"/>
                  </a:cubicBezTo>
                  <a:close/>
                  <a:moveTo>
                    <a:pt x="360" y="525"/>
                  </a:moveTo>
                  <a:cubicBezTo>
                    <a:pt x="360" y="554"/>
                    <a:pt x="360" y="554"/>
                    <a:pt x="360" y="554"/>
                  </a:cubicBezTo>
                  <a:cubicBezTo>
                    <a:pt x="359" y="554"/>
                    <a:pt x="359" y="554"/>
                    <a:pt x="359" y="554"/>
                  </a:cubicBezTo>
                  <a:cubicBezTo>
                    <a:pt x="356" y="559"/>
                    <a:pt x="357" y="561"/>
                    <a:pt x="357" y="568"/>
                  </a:cubicBezTo>
                  <a:cubicBezTo>
                    <a:pt x="358" y="568"/>
                    <a:pt x="359" y="569"/>
                    <a:pt x="360" y="569"/>
                  </a:cubicBezTo>
                  <a:cubicBezTo>
                    <a:pt x="360" y="592"/>
                    <a:pt x="360" y="592"/>
                    <a:pt x="360" y="592"/>
                  </a:cubicBezTo>
                  <a:cubicBezTo>
                    <a:pt x="358" y="593"/>
                    <a:pt x="358" y="593"/>
                    <a:pt x="355" y="591"/>
                  </a:cubicBezTo>
                  <a:cubicBezTo>
                    <a:pt x="355" y="588"/>
                    <a:pt x="354" y="584"/>
                    <a:pt x="354" y="581"/>
                  </a:cubicBezTo>
                  <a:cubicBezTo>
                    <a:pt x="354" y="540"/>
                    <a:pt x="354" y="540"/>
                    <a:pt x="354" y="540"/>
                  </a:cubicBezTo>
                  <a:cubicBezTo>
                    <a:pt x="356" y="535"/>
                    <a:pt x="358" y="530"/>
                    <a:pt x="360" y="525"/>
                  </a:cubicBezTo>
                  <a:close/>
                  <a:moveTo>
                    <a:pt x="360" y="608"/>
                  </a:moveTo>
                  <a:cubicBezTo>
                    <a:pt x="360" y="631"/>
                    <a:pt x="360" y="631"/>
                    <a:pt x="360" y="631"/>
                  </a:cubicBezTo>
                  <a:cubicBezTo>
                    <a:pt x="358" y="624"/>
                    <a:pt x="357" y="619"/>
                    <a:pt x="354" y="616"/>
                  </a:cubicBezTo>
                  <a:cubicBezTo>
                    <a:pt x="354" y="607"/>
                    <a:pt x="354" y="607"/>
                    <a:pt x="354" y="607"/>
                  </a:cubicBezTo>
                  <a:cubicBezTo>
                    <a:pt x="356" y="607"/>
                    <a:pt x="358" y="607"/>
                    <a:pt x="360" y="608"/>
                  </a:cubicBezTo>
                  <a:close/>
                  <a:moveTo>
                    <a:pt x="360" y="631"/>
                  </a:moveTo>
                  <a:cubicBezTo>
                    <a:pt x="360" y="637"/>
                    <a:pt x="360" y="637"/>
                    <a:pt x="360" y="637"/>
                  </a:cubicBezTo>
                  <a:cubicBezTo>
                    <a:pt x="358" y="636"/>
                    <a:pt x="356" y="636"/>
                    <a:pt x="354" y="636"/>
                  </a:cubicBezTo>
                  <a:cubicBezTo>
                    <a:pt x="354" y="631"/>
                    <a:pt x="354" y="631"/>
                    <a:pt x="354" y="631"/>
                  </a:cubicBezTo>
                  <a:cubicBezTo>
                    <a:pt x="355" y="631"/>
                    <a:pt x="355" y="631"/>
                    <a:pt x="355" y="631"/>
                  </a:cubicBezTo>
                  <a:cubicBezTo>
                    <a:pt x="360" y="631"/>
                    <a:pt x="360" y="631"/>
                    <a:pt x="360" y="631"/>
                  </a:cubicBezTo>
                  <a:close/>
                  <a:moveTo>
                    <a:pt x="360" y="748"/>
                  </a:moveTo>
                  <a:cubicBezTo>
                    <a:pt x="360" y="762"/>
                    <a:pt x="360" y="762"/>
                    <a:pt x="360" y="762"/>
                  </a:cubicBezTo>
                  <a:cubicBezTo>
                    <a:pt x="359" y="759"/>
                    <a:pt x="357" y="757"/>
                    <a:pt x="354" y="756"/>
                  </a:cubicBezTo>
                  <a:cubicBezTo>
                    <a:pt x="354" y="747"/>
                    <a:pt x="354" y="747"/>
                    <a:pt x="354" y="747"/>
                  </a:cubicBezTo>
                  <a:cubicBezTo>
                    <a:pt x="355" y="747"/>
                    <a:pt x="357" y="747"/>
                    <a:pt x="358" y="748"/>
                  </a:cubicBezTo>
                  <a:cubicBezTo>
                    <a:pt x="359" y="748"/>
                    <a:pt x="359" y="748"/>
                    <a:pt x="360" y="748"/>
                  </a:cubicBezTo>
                  <a:close/>
                  <a:moveTo>
                    <a:pt x="354" y="217"/>
                  </a:moveTo>
                  <a:cubicBezTo>
                    <a:pt x="354" y="209"/>
                    <a:pt x="354" y="209"/>
                    <a:pt x="354" y="209"/>
                  </a:cubicBezTo>
                  <a:cubicBezTo>
                    <a:pt x="355" y="209"/>
                    <a:pt x="355" y="209"/>
                    <a:pt x="355" y="209"/>
                  </a:cubicBezTo>
                  <a:cubicBezTo>
                    <a:pt x="356" y="211"/>
                    <a:pt x="356" y="211"/>
                    <a:pt x="356" y="215"/>
                  </a:cubicBezTo>
                  <a:cubicBezTo>
                    <a:pt x="356" y="215"/>
                    <a:pt x="355" y="216"/>
                    <a:pt x="354" y="217"/>
                  </a:cubicBezTo>
                  <a:close/>
                  <a:moveTo>
                    <a:pt x="349" y="4"/>
                  </a:moveTo>
                  <a:cubicBezTo>
                    <a:pt x="350" y="3"/>
                    <a:pt x="352" y="3"/>
                    <a:pt x="354" y="3"/>
                  </a:cubicBezTo>
                  <a:cubicBezTo>
                    <a:pt x="354" y="12"/>
                    <a:pt x="354" y="12"/>
                    <a:pt x="354" y="12"/>
                  </a:cubicBezTo>
                  <a:cubicBezTo>
                    <a:pt x="354" y="12"/>
                    <a:pt x="354" y="12"/>
                    <a:pt x="354" y="12"/>
                  </a:cubicBezTo>
                  <a:cubicBezTo>
                    <a:pt x="354" y="12"/>
                    <a:pt x="354" y="12"/>
                    <a:pt x="354" y="12"/>
                  </a:cubicBezTo>
                  <a:cubicBezTo>
                    <a:pt x="354" y="24"/>
                    <a:pt x="354" y="24"/>
                    <a:pt x="354" y="24"/>
                  </a:cubicBezTo>
                  <a:cubicBezTo>
                    <a:pt x="352" y="22"/>
                    <a:pt x="351" y="20"/>
                    <a:pt x="349" y="19"/>
                  </a:cubicBezTo>
                  <a:cubicBezTo>
                    <a:pt x="349" y="4"/>
                    <a:pt x="349" y="4"/>
                    <a:pt x="349" y="4"/>
                  </a:cubicBezTo>
                  <a:close/>
                  <a:moveTo>
                    <a:pt x="354" y="791"/>
                  </a:moveTo>
                  <a:cubicBezTo>
                    <a:pt x="352" y="791"/>
                    <a:pt x="350" y="791"/>
                    <a:pt x="349" y="791"/>
                  </a:cubicBezTo>
                  <a:cubicBezTo>
                    <a:pt x="349" y="778"/>
                    <a:pt x="349" y="778"/>
                    <a:pt x="349" y="778"/>
                  </a:cubicBezTo>
                  <a:cubicBezTo>
                    <a:pt x="350" y="780"/>
                    <a:pt x="352" y="781"/>
                    <a:pt x="354" y="782"/>
                  </a:cubicBezTo>
                  <a:cubicBezTo>
                    <a:pt x="354" y="791"/>
                    <a:pt x="354" y="791"/>
                    <a:pt x="354" y="791"/>
                  </a:cubicBezTo>
                  <a:close/>
                  <a:moveTo>
                    <a:pt x="354" y="41"/>
                  </a:moveTo>
                  <a:cubicBezTo>
                    <a:pt x="354" y="49"/>
                    <a:pt x="354" y="49"/>
                    <a:pt x="354" y="49"/>
                  </a:cubicBezTo>
                  <a:cubicBezTo>
                    <a:pt x="352" y="49"/>
                    <a:pt x="350" y="49"/>
                    <a:pt x="349" y="49"/>
                  </a:cubicBezTo>
                  <a:cubicBezTo>
                    <a:pt x="349" y="42"/>
                    <a:pt x="349" y="42"/>
                    <a:pt x="349" y="42"/>
                  </a:cubicBezTo>
                  <a:cubicBezTo>
                    <a:pt x="351" y="41"/>
                    <a:pt x="353" y="41"/>
                    <a:pt x="354" y="41"/>
                  </a:cubicBezTo>
                  <a:close/>
                  <a:moveTo>
                    <a:pt x="354" y="120"/>
                  </a:moveTo>
                  <a:cubicBezTo>
                    <a:pt x="354" y="139"/>
                    <a:pt x="354" y="139"/>
                    <a:pt x="354" y="139"/>
                  </a:cubicBezTo>
                  <a:cubicBezTo>
                    <a:pt x="352" y="140"/>
                    <a:pt x="351" y="140"/>
                    <a:pt x="349" y="140"/>
                  </a:cubicBezTo>
                  <a:cubicBezTo>
                    <a:pt x="349" y="119"/>
                    <a:pt x="349" y="119"/>
                    <a:pt x="349" y="119"/>
                  </a:cubicBezTo>
                  <a:cubicBezTo>
                    <a:pt x="350" y="119"/>
                    <a:pt x="352" y="119"/>
                    <a:pt x="354" y="120"/>
                  </a:cubicBezTo>
                  <a:close/>
                  <a:moveTo>
                    <a:pt x="354" y="169"/>
                  </a:moveTo>
                  <a:cubicBezTo>
                    <a:pt x="354" y="173"/>
                    <a:pt x="354" y="173"/>
                    <a:pt x="354" y="173"/>
                  </a:cubicBezTo>
                  <a:cubicBezTo>
                    <a:pt x="353" y="174"/>
                    <a:pt x="352" y="174"/>
                    <a:pt x="351" y="174"/>
                  </a:cubicBezTo>
                  <a:cubicBezTo>
                    <a:pt x="354" y="177"/>
                    <a:pt x="354" y="177"/>
                    <a:pt x="354" y="177"/>
                  </a:cubicBezTo>
                  <a:cubicBezTo>
                    <a:pt x="354" y="185"/>
                    <a:pt x="354" y="185"/>
                    <a:pt x="354" y="185"/>
                  </a:cubicBezTo>
                  <a:cubicBezTo>
                    <a:pt x="352" y="183"/>
                    <a:pt x="351" y="181"/>
                    <a:pt x="349" y="180"/>
                  </a:cubicBezTo>
                  <a:cubicBezTo>
                    <a:pt x="349" y="169"/>
                    <a:pt x="349" y="169"/>
                    <a:pt x="349" y="169"/>
                  </a:cubicBezTo>
                  <a:cubicBezTo>
                    <a:pt x="350" y="169"/>
                    <a:pt x="352" y="169"/>
                    <a:pt x="354" y="169"/>
                  </a:cubicBezTo>
                  <a:close/>
                  <a:moveTo>
                    <a:pt x="354" y="191"/>
                  </a:moveTo>
                  <a:cubicBezTo>
                    <a:pt x="354" y="196"/>
                    <a:pt x="354" y="196"/>
                    <a:pt x="354" y="196"/>
                  </a:cubicBezTo>
                  <a:cubicBezTo>
                    <a:pt x="352" y="196"/>
                    <a:pt x="350" y="196"/>
                    <a:pt x="349" y="197"/>
                  </a:cubicBezTo>
                  <a:cubicBezTo>
                    <a:pt x="349" y="192"/>
                    <a:pt x="349" y="192"/>
                    <a:pt x="349" y="192"/>
                  </a:cubicBezTo>
                  <a:cubicBezTo>
                    <a:pt x="350" y="192"/>
                    <a:pt x="352" y="192"/>
                    <a:pt x="354" y="191"/>
                  </a:cubicBezTo>
                  <a:close/>
                  <a:moveTo>
                    <a:pt x="354" y="209"/>
                  </a:moveTo>
                  <a:cubicBezTo>
                    <a:pt x="354" y="217"/>
                    <a:pt x="354" y="217"/>
                    <a:pt x="354" y="217"/>
                  </a:cubicBezTo>
                  <a:cubicBezTo>
                    <a:pt x="352" y="218"/>
                    <a:pt x="351" y="219"/>
                    <a:pt x="349" y="220"/>
                  </a:cubicBezTo>
                  <a:cubicBezTo>
                    <a:pt x="349" y="210"/>
                    <a:pt x="349" y="210"/>
                    <a:pt x="349" y="210"/>
                  </a:cubicBezTo>
                  <a:cubicBezTo>
                    <a:pt x="351" y="209"/>
                    <a:pt x="352" y="209"/>
                    <a:pt x="354" y="209"/>
                  </a:cubicBezTo>
                  <a:close/>
                  <a:moveTo>
                    <a:pt x="354" y="220"/>
                  </a:moveTo>
                  <a:cubicBezTo>
                    <a:pt x="354" y="293"/>
                    <a:pt x="354" y="293"/>
                    <a:pt x="354" y="293"/>
                  </a:cubicBezTo>
                  <a:cubicBezTo>
                    <a:pt x="353" y="294"/>
                    <a:pt x="351" y="295"/>
                    <a:pt x="349" y="295"/>
                  </a:cubicBezTo>
                  <a:cubicBezTo>
                    <a:pt x="349" y="283"/>
                    <a:pt x="349" y="283"/>
                    <a:pt x="349" y="283"/>
                  </a:cubicBezTo>
                  <a:cubicBezTo>
                    <a:pt x="351" y="281"/>
                    <a:pt x="353" y="278"/>
                    <a:pt x="353" y="273"/>
                  </a:cubicBezTo>
                  <a:cubicBezTo>
                    <a:pt x="352" y="274"/>
                    <a:pt x="350" y="274"/>
                    <a:pt x="349" y="275"/>
                  </a:cubicBezTo>
                  <a:cubicBezTo>
                    <a:pt x="349" y="242"/>
                    <a:pt x="349" y="242"/>
                    <a:pt x="349" y="242"/>
                  </a:cubicBezTo>
                  <a:cubicBezTo>
                    <a:pt x="350" y="241"/>
                    <a:pt x="350" y="241"/>
                    <a:pt x="350" y="241"/>
                  </a:cubicBezTo>
                  <a:cubicBezTo>
                    <a:pt x="349" y="241"/>
                    <a:pt x="349" y="241"/>
                    <a:pt x="349" y="241"/>
                  </a:cubicBezTo>
                  <a:cubicBezTo>
                    <a:pt x="349" y="222"/>
                    <a:pt x="349" y="222"/>
                    <a:pt x="349" y="222"/>
                  </a:cubicBezTo>
                  <a:cubicBezTo>
                    <a:pt x="350" y="222"/>
                    <a:pt x="352" y="221"/>
                    <a:pt x="354" y="220"/>
                  </a:cubicBezTo>
                  <a:close/>
                  <a:moveTo>
                    <a:pt x="354" y="303"/>
                  </a:moveTo>
                  <a:cubicBezTo>
                    <a:pt x="354" y="306"/>
                    <a:pt x="354" y="306"/>
                    <a:pt x="354" y="306"/>
                  </a:cubicBezTo>
                  <a:cubicBezTo>
                    <a:pt x="353" y="306"/>
                    <a:pt x="353" y="306"/>
                    <a:pt x="352" y="307"/>
                  </a:cubicBezTo>
                  <a:cubicBezTo>
                    <a:pt x="353" y="308"/>
                    <a:pt x="353" y="308"/>
                    <a:pt x="354" y="308"/>
                  </a:cubicBezTo>
                  <a:cubicBezTo>
                    <a:pt x="354" y="314"/>
                    <a:pt x="354" y="314"/>
                    <a:pt x="354" y="314"/>
                  </a:cubicBezTo>
                  <a:cubicBezTo>
                    <a:pt x="352" y="313"/>
                    <a:pt x="350" y="312"/>
                    <a:pt x="349" y="311"/>
                  </a:cubicBezTo>
                  <a:cubicBezTo>
                    <a:pt x="349" y="305"/>
                    <a:pt x="349" y="305"/>
                    <a:pt x="349" y="305"/>
                  </a:cubicBezTo>
                  <a:cubicBezTo>
                    <a:pt x="350" y="304"/>
                    <a:pt x="352" y="304"/>
                    <a:pt x="354" y="303"/>
                  </a:cubicBezTo>
                  <a:close/>
                  <a:moveTo>
                    <a:pt x="354" y="318"/>
                  </a:moveTo>
                  <a:cubicBezTo>
                    <a:pt x="354" y="322"/>
                    <a:pt x="354" y="322"/>
                    <a:pt x="354" y="322"/>
                  </a:cubicBezTo>
                  <a:cubicBezTo>
                    <a:pt x="352" y="323"/>
                    <a:pt x="350" y="325"/>
                    <a:pt x="349" y="326"/>
                  </a:cubicBezTo>
                  <a:cubicBezTo>
                    <a:pt x="349" y="319"/>
                    <a:pt x="349" y="319"/>
                    <a:pt x="349" y="319"/>
                  </a:cubicBezTo>
                  <a:cubicBezTo>
                    <a:pt x="350" y="319"/>
                    <a:pt x="350" y="319"/>
                    <a:pt x="350" y="319"/>
                  </a:cubicBezTo>
                  <a:cubicBezTo>
                    <a:pt x="352" y="319"/>
                    <a:pt x="353" y="319"/>
                    <a:pt x="354" y="318"/>
                  </a:cubicBezTo>
                  <a:close/>
                  <a:moveTo>
                    <a:pt x="354" y="378"/>
                  </a:moveTo>
                  <a:cubicBezTo>
                    <a:pt x="354" y="400"/>
                    <a:pt x="354" y="400"/>
                    <a:pt x="354" y="400"/>
                  </a:cubicBezTo>
                  <a:cubicBezTo>
                    <a:pt x="349" y="396"/>
                    <a:pt x="349" y="396"/>
                    <a:pt x="349" y="396"/>
                  </a:cubicBezTo>
                  <a:cubicBezTo>
                    <a:pt x="349" y="378"/>
                    <a:pt x="349" y="378"/>
                    <a:pt x="349" y="378"/>
                  </a:cubicBezTo>
                  <a:cubicBezTo>
                    <a:pt x="354" y="378"/>
                    <a:pt x="354" y="378"/>
                    <a:pt x="354" y="378"/>
                  </a:cubicBezTo>
                  <a:close/>
                  <a:moveTo>
                    <a:pt x="354" y="457"/>
                  </a:moveTo>
                  <a:cubicBezTo>
                    <a:pt x="354" y="462"/>
                    <a:pt x="354" y="462"/>
                    <a:pt x="354" y="462"/>
                  </a:cubicBezTo>
                  <a:cubicBezTo>
                    <a:pt x="352" y="463"/>
                    <a:pt x="352" y="463"/>
                    <a:pt x="352" y="463"/>
                  </a:cubicBezTo>
                  <a:cubicBezTo>
                    <a:pt x="354" y="457"/>
                    <a:pt x="354" y="457"/>
                    <a:pt x="354" y="457"/>
                  </a:cubicBezTo>
                  <a:close/>
                  <a:moveTo>
                    <a:pt x="354" y="482"/>
                  </a:moveTo>
                  <a:cubicBezTo>
                    <a:pt x="354" y="501"/>
                    <a:pt x="354" y="501"/>
                    <a:pt x="354" y="501"/>
                  </a:cubicBezTo>
                  <a:cubicBezTo>
                    <a:pt x="352" y="501"/>
                    <a:pt x="350" y="500"/>
                    <a:pt x="349" y="499"/>
                  </a:cubicBezTo>
                  <a:cubicBezTo>
                    <a:pt x="349" y="496"/>
                    <a:pt x="349" y="496"/>
                    <a:pt x="349" y="496"/>
                  </a:cubicBezTo>
                  <a:cubicBezTo>
                    <a:pt x="349" y="496"/>
                    <a:pt x="349" y="497"/>
                    <a:pt x="350" y="497"/>
                  </a:cubicBezTo>
                  <a:cubicBezTo>
                    <a:pt x="351" y="497"/>
                    <a:pt x="351" y="497"/>
                    <a:pt x="352" y="497"/>
                  </a:cubicBezTo>
                  <a:cubicBezTo>
                    <a:pt x="351" y="491"/>
                    <a:pt x="352" y="487"/>
                    <a:pt x="349" y="483"/>
                  </a:cubicBezTo>
                  <a:cubicBezTo>
                    <a:pt x="349" y="479"/>
                    <a:pt x="349" y="479"/>
                    <a:pt x="349" y="479"/>
                  </a:cubicBezTo>
                  <a:cubicBezTo>
                    <a:pt x="350" y="480"/>
                    <a:pt x="352" y="481"/>
                    <a:pt x="354" y="482"/>
                  </a:cubicBezTo>
                  <a:close/>
                  <a:moveTo>
                    <a:pt x="354" y="540"/>
                  </a:moveTo>
                  <a:cubicBezTo>
                    <a:pt x="354" y="581"/>
                    <a:pt x="354" y="581"/>
                    <a:pt x="354" y="581"/>
                  </a:cubicBezTo>
                  <a:cubicBezTo>
                    <a:pt x="354" y="579"/>
                    <a:pt x="354" y="579"/>
                    <a:pt x="354" y="579"/>
                  </a:cubicBezTo>
                  <a:cubicBezTo>
                    <a:pt x="352" y="579"/>
                    <a:pt x="350" y="578"/>
                    <a:pt x="349" y="578"/>
                  </a:cubicBezTo>
                  <a:cubicBezTo>
                    <a:pt x="349" y="556"/>
                    <a:pt x="349" y="556"/>
                    <a:pt x="349" y="556"/>
                  </a:cubicBezTo>
                  <a:cubicBezTo>
                    <a:pt x="351" y="551"/>
                    <a:pt x="352" y="546"/>
                    <a:pt x="354" y="540"/>
                  </a:cubicBezTo>
                  <a:close/>
                  <a:moveTo>
                    <a:pt x="354" y="607"/>
                  </a:moveTo>
                  <a:cubicBezTo>
                    <a:pt x="354" y="616"/>
                    <a:pt x="354" y="616"/>
                    <a:pt x="354" y="616"/>
                  </a:cubicBezTo>
                  <a:cubicBezTo>
                    <a:pt x="353" y="614"/>
                    <a:pt x="351" y="613"/>
                    <a:pt x="349" y="612"/>
                  </a:cubicBezTo>
                  <a:cubicBezTo>
                    <a:pt x="349" y="606"/>
                    <a:pt x="349" y="606"/>
                    <a:pt x="349" y="606"/>
                  </a:cubicBezTo>
                  <a:cubicBezTo>
                    <a:pt x="350" y="606"/>
                    <a:pt x="352" y="606"/>
                    <a:pt x="354" y="607"/>
                  </a:cubicBezTo>
                  <a:close/>
                  <a:moveTo>
                    <a:pt x="354" y="631"/>
                  </a:moveTo>
                  <a:cubicBezTo>
                    <a:pt x="354" y="636"/>
                    <a:pt x="354" y="636"/>
                    <a:pt x="354" y="636"/>
                  </a:cubicBezTo>
                  <a:cubicBezTo>
                    <a:pt x="352" y="636"/>
                    <a:pt x="350" y="635"/>
                    <a:pt x="349" y="635"/>
                  </a:cubicBezTo>
                  <a:cubicBezTo>
                    <a:pt x="349" y="628"/>
                    <a:pt x="349" y="628"/>
                    <a:pt x="349" y="628"/>
                  </a:cubicBezTo>
                  <a:cubicBezTo>
                    <a:pt x="350" y="629"/>
                    <a:pt x="352" y="630"/>
                    <a:pt x="354" y="631"/>
                  </a:cubicBezTo>
                  <a:close/>
                  <a:moveTo>
                    <a:pt x="354" y="747"/>
                  </a:moveTo>
                  <a:cubicBezTo>
                    <a:pt x="354" y="756"/>
                    <a:pt x="354" y="756"/>
                    <a:pt x="354" y="756"/>
                  </a:cubicBezTo>
                  <a:cubicBezTo>
                    <a:pt x="352" y="755"/>
                    <a:pt x="351" y="755"/>
                    <a:pt x="349" y="754"/>
                  </a:cubicBezTo>
                  <a:cubicBezTo>
                    <a:pt x="349" y="745"/>
                    <a:pt x="349" y="745"/>
                    <a:pt x="349" y="745"/>
                  </a:cubicBezTo>
                  <a:cubicBezTo>
                    <a:pt x="350" y="746"/>
                    <a:pt x="352" y="746"/>
                    <a:pt x="354" y="747"/>
                  </a:cubicBezTo>
                  <a:close/>
                  <a:moveTo>
                    <a:pt x="344" y="5"/>
                  </a:moveTo>
                  <a:cubicBezTo>
                    <a:pt x="345" y="4"/>
                    <a:pt x="347" y="4"/>
                    <a:pt x="349" y="4"/>
                  </a:cubicBezTo>
                  <a:cubicBezTo>
                    <a:pt x="349" y="19"/>
                    <a:pt x="349" y="19"/>
                    <a:pt x="349" y="19"/>
                  </a:cubicBezTo>
                  <a:cubicBezTo>
                    <a:pt x="347" y="18"/>
                    <a:pt x="346" y="17"/>
                    <a:pt x="344" y="16"/>
                  </a:cubicBezTo>
                  <a:cubicBezTo>
                    <a:pt x="344" y="5"/>
                    <a:pt x="344" y="5"/>
                    <a:pt x="344" y="5"/>
                  </a:cubicBezTo>
                  <a:close/>
                  <a:moveTo>
                    <a:pt x="349" y="791"/>
                  </a:moveTo>
                  <a:cubicBezTo>
                    <a:pt x="347" y="791"/>
                    <a:pt x="345" y="790"/>
                    <a:pt x="344" y="790"/>
                  </a:cubicBezTo>
                  <a:cubicBezTo>
                    <a:pt x="344" y="772"/>
                    <a:pt x="344" y="772"/>
                    <a:pt x="344" y="772"/>
                  </a:cubicBezTo>
                  <a:cubicBezTo>
                    <a:pt x="345" y="774"/>
                    <a:pt x="347" y="776"/>
                    <a:pt x="349" y="778"/>
                  </a:cubicBezTo>
                  <a:cubicBezTo>
                    <a:pt x="349" y="791"/>
                    <a:pt x="349" y="791"/>
                    <a:pt x="349" y="791"/>
                  </a:cubicBezTo>
                  <a:close/>
                  <a:moveTo>
                    <a:pt x="349" y="42"/>
                  </a:moveTo>
                  <a:cubicBezTo>
                    <a:pt x="349" y="49"/>
                    <a:pt x="349" y="49"/>
                    <a:pt x="349" y="49"/>
                  </a:cubicBezTo>
                  <a:cubicBezTo>
                    <a:pt x="344" y="50"/>
                    <a:pt x="344" y="50"/>
                    <a:pt x="344" y="50"/>
                  </a:cubicBezTo>
                  <a:cubicBezTo>
                    <a:pt x="344" y="41"/>
                    <a:pt x="344" y="41"/>
                    <a:pt x="344" y="41"/>
                  </a:cubicBezTo>
                  <a:cubicBezTo>
                    <a:pt x="344" y="41"/>
                    <a:pt x="345" y="41"/>
                    <a:pt x="345" y="42"/>
                  </a:cubicBezTo>
                  <a:cubicBezTo>
                    <a:pt x="349" y="42"/>
                    <a:pt x="349" y="42"/>
                    <a:pt x="349" y="42"/>
                  </a:cubicBezTo>
                  <a:close/>
                  <a:moveTo>
                    <a:pt x="349" y="119"/>
                  </a:moveTo>
                  <a:cubicBezTo>
                    <a:pt x="349" y="140"/>
                    <a:pt x="349" y="140"/>
                    <a:pt x="349" y="140"/>
                  </a:cubicBezTo>
                  <a:cubicBezTo>
                    <a:pt x="347" y="140"/>
                    <a:pt x="346" y="140"/>
                    <a:pt x="344" y="140"/>
                  </a:cubicBezTo>
                  <a:cubicBezTo>
                    <a:pt x="344" y="118"/>
                    <a:pt x="344" y="118"/>
                    <a:pt x="344" y="118"/>
                  </a:cubicBezTo>
                  <a:cubicBezTo>
                    <a:pt x="345" y="118"/>
                    <a:pt x="347" y="118"/>
                    <a:pt x="349" y="119"/>
                  </a:cubicBezTo>
                  <a:close/>
                  <a:moveTo>
                    <a:pt x="349" y="169"/>
                  </a:moveTo>
                  <a:cubicBezTo>
                    <a:pt x="349" y="180"/>
                    <a:pt x="349" y="180"/>
                    <a:pt x="349" y="180"/>
                  </a:cubicBezTo>
                  <a:cubicBezTo>
                    <a:pt x="347" y="179"/>
                    <a:pt x="346" y="179"/>
                    <a:pt x="344" y="179"/>
                  </a:cubicBezTo>
                  <a:cubicBezTo>
                    <a:pt x="344" y="171"/>
                    <a:pt x="344" y="171"/>
                    <a:pt x="344" y="171"/>
                  </a:cubicBezTo>
                  <a:cubicBezTo>
                    <a:pt x="345" y="170"/>
                    <a:pt x="347" y="170"/>
                    <a:pt x="349" y="169"/>
                  </a:cubicBezTo>
                  <a:close/>
                  <a:moveTo>
                    <a:pt x="349" y="192"/>
                  </a:moveTo>
                  <a:cubicBezTo>
                    <a:pt x="349" y="197"/>
                    <a:pt x="349" y="197"/>
                    <a:pt x="349" y="197"/>
                  </a:cubicBezTo>
                  <a:cubicBezTo>
                    <a:pt x="347" y="197"/>
                    <a:pt x="345" y="198"/>
                    <a:pt x="344" y="198"/>
                  </a:cubicBezTo>
                  <a:cubicBezTo>
                    <a:pt x="344" y="190"/>
                    <a:pt x="344" y="190"/>
                    <a:pt x="344" y="190"/>
                  </a:cubicBezTo>
                  <a:cubicBezTo>
                    <a:pt x="345" y="191"/>
                    <a:pt x="346" y="192"/>
                    <a:pt x="346" y="192"/>
                  </a:cubicBezTo>
                  <a:cubicBezTo>
                    <a:pt x="349" y="192"/>
                    <a:pt x="349" y="192"/>
                    <a:pt x="349" y="192"/>
                  </a:cubicBezTo>
                  <a:close/>
                  <a:moveTo>
                    <a:pt x="349" y="210"/>
                  </a:moveTo>
                  <a:cubicBezTo>
                    <a:pt x="349" y="220"/>
                    <a:pt x="349" y="220"/>
                    <a:pt x="349" y="220"/>
                  </a:cubicBezTo>
                  <a:cubicBezTo>
                    <a:pt x="347" y="220"/>
                    <a:pt x="346" y="221"/>
                    <a:pt x="344" y="222"/>
                  </a:cubicBezTo>
                  <a:cubicBezTo>
                    <a:pt x="344" y="211"/>
                    <a:pt x="344" y="211"/>
                    <a:pt x="344" y="211"/>
                  </a:cubicBezTo>
                  <a:cubicBezTo>
                    <a:pt x="346" y="210"/>
                    <a:pt x="347" y="210"/>
                    <a:pt x="349" y="210"/>
                  </a:cubicBezTo>
                  <a:close/>
                  <a:moveTo>
                    <a:pt x="349" y="222"/>
                  </a:moveTo>
                  <a:cubicBezTo>
                    <a:pt x="349" y="241"/>
                    <a:pt x="349" y="241"/>
                    <a:pt x="349" y="241"/>
                  </a:cubicBezTo>
                  <a:cubicBezTo>
                    <a:pt x="347" y="241"/>
                    <a:pt x="346" y="241"/>
                    <a:pt x="344" y="241"/>
                  </a:cubicBezTo>
                  <a:cubicBezTo>
                    <a:pt x="344" y="234"/>
                    <a:pt x="344" y="234"/>
                    <a:pt x="344" y="234"/>
                  </a:cubicBezTo>
                  <a:cubicBezTo>
                    <a:pt x="345" y="234"/>
                    <a:pt x="346" y="233"/>
                    <a:pt x="348" y="233"/>
                  </a:cubicBezTo>
                  <a:cubicBezTo>
                    <a:pt x="348" y="232"/>
                    <a:pt x="348" y="232"/>
                    <a:pt x="348" y="231"/>
                  </a:cubicBezTo>
                  <a:cubicBezTo>
                    <a:pt x="346" y="231"/>
                    <a:pt x="345" y="232"/>
                    <a:pt x="344" y="232"/>
                  </a:cubicBezTo>
                  <a:cubicBezTo>
                    <a:pt x="344" y="224"/>
                    <a:pt x="344" y="224"/>
                    <a:pt x="344" y="224"/>
                  </a:cubicBezTo>
                  <a:cubicBezTo>
                    <a:pt x="349" y="222"/>
                    <a:pt x="349" y="222"/>
                    <a:pt x="349" y="222"/>
                  </a:cubicBezTo>
                  <a:close/>
                  <a:moveTo>
                    <a:pt x="349" y="242"/>
                  </a:moveTo>
                  <a:cubicBezTo>
                    <a:pt x="349" y="275"/>
                    <a:pt x="349" y="275"/>
                    <a:pt x="349" y="275"/>
                  </a:cubicBezTo>
                  <a:cubicBezTo>
                    <a:pt x="347" y="275"/>
                    <a:pt x="345" y="276"/>
                    <a:pt x="344" y="277"/>
                  </a:cubicBezTo>
                  <a:cubicBezTo>
                    <a:pt x="344" y="267"/>
                    <a:pt x="344" y="267"/>
                    <a:pt x="344" y="267"/>
                  </a:cubicBezTo>
                  <a:cubicBezTo>
                    <a:pt x="344" y="267"/>
                    <a:pt x="344" y="267"/>
                    <a:pt x="344" y="267"/>
                  </a:cubicBezTo>
                  <a:cubicBezTo>
                    <a:pt x="344" y="267"/>
                    <a:pt x="344" y="267"/>
                    <a:pt x="344" y="267"/>
                  </a:cubicBezTo>
                  <a:cubicBezTo>
                    <a:pt x="344" y="245"/>
                    <a:pt x="344" y="245"/>
                    <a:pt x="344" y="245"/>
                  </a:cubicBezTo>
                  <a:cubicBezTo>
                    <a:pt x="345" y="244"/>
                    <a:pt x="347" y="243"/>
                    <a:pt x="349" y="242"/>
                  </a:cubicBezTo>
                  <a:close/>
                  <a:moveTo>
                    <a:pt x="349" y="283"/>
                  </a:moveTo>
                  <a:cubicBezTo>
                    <a:pt x="349" y="295"/>
                    <a:pt x="349" y="295"/>
                    <a:pt x="349" y="295"/>
                  </a:cubicBezTo>
                  <a:cubicBezTo>
                    <a:pt x="348" y="295"/>
                    <a:pt x="347" y="295"/>
                    <a:pt x="346" y="295"/>
                  </a:cubicBezTo>
                  <a:cubicBezTo>
                    <a:pt x="345" y="295"/>
                    <a:pt x="345" y="294"/>
                    <a:pt x="344" y="294"/>
                  </a:cubicBezTo>
                  <a:cubicBezTo>
                    <a:pt x="344" y="285"/>
                    <a:pt x="344" y="285"/>
                    <a:pt x="344" y="285"/>
                  </a:cubicBezTo>
                  <a:cubicBezTo>
                    <a:pt x="346" y="284"/>
                    <a:pt x="347" y="283"/>
                    <a:pt x="349" y="283"/>
                  </a:cubicBezTo>
                  <a:close/>
                  <a:moveTo>
                    <a:pt x="349" y="305"/>
                  </a:moveTo>
                  <a:cubicBezTo>
                    <a:pt x="349" y="311"/>
                    <a:pt x="349" y="311"/>
                    <a:pt x="349" y="311"/>
                  </a:cubicBezTo>
                  <a:cubicBezTo>
                    <a:pt x="347" y="311"/>
                    <a:pt x="345" y="311"/>
                    <a:pt x="344" y="312"/>
                  </a:cubicBezTo>
                  <a:cubicBezTo>
                    <a:pt x="344" y="307"/>
                    <a:pt x="344" y="307"/>
                    <a:pt x="344" y="307"/>
                  </a:cubicBezTo>
                  <a:cubicBezTo>
                    <a:pt x="346" y="306"/>
                    <a:pt x="347" y="306"/>
                    <a:pt x="349" y="305"/>
                  </a:cubicBezTo>
                  <a:close/>
                  <a:moveTo>
                    <a:pt x="349" y="319"/>
                  </a:moveTo>
                  <a:cubicBezTo>
                    <a:pt x="349" y="326"/>
                    <a:pt x="349" y="326"/>
                    <a:pt x="349" y="326"/>
                  </a:cubicBezTo>
                  <a:cubicBezTo>
                    <a:pt x="348" y="326"/>
                    <a:pt x="348" y="327"/>
                    <a:pt x="348" y="327"/>
                  </a:cubicBezTo>
                  <a:cubicBezTo>
                    <a:pt x="346" y="327"/>
                    <a:pt x="345" y="328"/>
                    <a:pt x="344" y="329"/>
                  </a:cubicBezTo>
                  <a:cubicBezTo>
                    <a:pt x="344" y="324"/>
                    <a:pt x="344" y="324"/>
                    <a:pt x="344" y="324"/>
                  </a:cubicBezTo>
                  <a:cubicBezTo>
                    <a:pt x="345" y="324"/>
                    <a:pt x="346" y="323"/>
                    <a:pt x="348" y="322"/>
                  </a:cubicBezTo>
                  <a:cubicBezTo>
                    <a:pt x="346" y="321"/>
                    <a:pt x="345" y="321"/>
                    <a:pt x="344" y="320"/>
                  </a:cubicBezTo>
                  <a:cubicBezTo>
                    <a:pt x="344" y="316"/>
                    <a:pt x="344" y="316"/>
                    <a:pt x="344" y="316"/>
                  </a:cubicBezTo>
                  <a:cubicBezTo>
                    <a:pt x="345" y="317"/>
                    <a:pt x="347" y="318"/>
                    <a:pt x="349" y="319"/>
                  </a:cubicBezTo>
                  <a:close/>
                  <a:moveTo>
                    <a:pt x="349" y="378"/>
                  </a:moveTo>
                  <a:cubicBezTo>
                    <a:pt x="349" y="396"/>
                    <a:pt x="349" y="396"/>
                    <a:pt x="349" y="396"/>
                  </a:cubicBezTo>
                  <a:cubicBezTo>
                    <a:pt x="344" y="393"/>
                    <a:pt x="344" y="393"/>
                    <a:pt x="344" y="393"/>
                  </a:cubicBezTo>
                  <a:cubicBezTo>
                    <a:pt x="344" y="378"/>
                    <a:pt x="344" y="378"/>
                    <a:pt x="344" y="378"/>
                  </a:cubicBezTo>
                  <a:cubicBezTo>
                    <a:pt x="349" y="378"/>
                    <a:pt x="349" y="378"/>
                    <a:pt x="349" y="378"/>
                  </a:cubicBezTo>
                  <a:close/>
                  <a:moveTo>
                    <a:pt x="349" y="479"/>
                  </a:moveTo>
                  <a:cubicBezTo>
                    <a:pt x="349" y="483"/>
                    <a:pt x="349" y="483"/>
                    <a:pt x="349" y="483"/>
                  </a:cubicBezTo>
                  <a:cubicBezTo>
                    <a:pt x="348" y="482"/>
                    <a:pt x="347" y="481"/>
                    <a:pt x="346" y="481"/>
                  </a:cubicBezTo>
                  <a:cubicBezTo>
                    <a:pt x="345" y="488"/>
                    <a:pt x="344" y="491"/>
                    <a:pt x="349" y="496"/>
                  </a:cubicBezTo>
                  <a:cubicBezTo>
                    <a:pt x="349" y="499"/>
                    <a:pt x="349" y="499"/>
                    <a:pt x="349" y="499"/>
                  </a:cubicBezTo>
                  <a:cubicBezTo>
                    <a:pt x="347" y="498"/>
                    <a:pt x="345" y="498"/>
                    <a:pt x="344" y="497"/>
                  </a:cubicBezTo>
                  <a:cubicBezTo>
                    <a:pt x="344" y="476"/>
                    <a:pt x="344" y="476"/>
                    <a:pt x="344" y="476"/>
                  </a:cubicBezTo>
                  <a:cubicBezTo>
                    <a:pt x="345" y="477"/>
                    <a:pt x="347" y="478"/>
                    <a:pt x="349" y="479"/>
                  </a:cubicBezTo>
                  <a:close/>
                  <a:moveTo>
                    <a:pt x="349" y="556"/>
                  </a:moveTo>
                  <a:cubicBezTo>
                    <a:pt x="349" y="578"/>
                    <a:pt x="349" y="578"/>
                    <a:pt x="349" y="578"/>
                  </a:cubicBezTo>
                  <a:cubicBezTo>
                    <a:pt x="348" y="578"/>
                    <a:pt x="348" y="578"/>
                    <a:pt x="348" y="578"/>
                  </a:cubicBezTo>
                  <a:cubicBezTo>
                    <a:pt x="346" y="582"/>
                    <a:pt x="345" y="585"/>
                    <a:pt x="344" y="588"/>
                  </a:cubicBezTo>
                  <a:cubicBezTo>
                    <a:pt x="344" y="564"/>
                    <a:pt x="344" y="564"/>
                    <a:pt x="344" y="564"/>
                  </a:cubicBezTo>
                  <a:cubicBezTo>
                    <a:pt x="345" y="563"/>
                    <a:pt x="346" y="562"/>
                    <a:pt x="347" y="560"/>
                  </a:cubicBezTo>
                  <a:cubicBezTo>
                    <a:pt x="347" y="559"/>
                    <a:pt x="348" y="558"/>
                    <a:pt x="349" y="556"/>
                  </a:cubicBezTo>
                  <a:close/>
                  <a:moveTo>
                    <a:pt x="349" y="606"/>
                  </a:moveTo>
                  <a:cubicBezTo>
                    <a:pt x="349" y="612"/>
                    <a:pt x="349" y="612"/>
                    <a:pt x="349" y="612"/>
                  </a:cubicBezTo>
                  <a:cubicBezTo>
                    <a:pt x="347" y="611"/>
                    <a:pt x="346" y="611"/>
                    <a:pt x="344" y="610"/>
                  </a:cubicBezTo>
                  <a:cubicBezTo>
                    <a:pt x="344" y="605"/>
                    <a:pt x="344" y="605"/>
                    <a:pt x="344" y="605"/>
                  </a:cubicBezTo>
                  <a:cubicBezTo>
                    <a:pt x="345" y="605"/>
                    <a:pt x="347" y="606"/>
                    <a:pt x="349" y="606"/>
                  </a:cubicBezTo>
                  <a:close/>
                  <a:moveTo>
                    <a:pt x="349" y="628"/>
                  </a:moveTo>
                  <a:cubicBezTo>
                    <a:pt x="349" y="635"/>
                    <a:pt x="349" y="635"/>
                    <a:pt x="349" y="635"/>
                  </a:cubicBezTo>
                  <a:cubicBezTo>
                    <a:pt x="347" y="635"/>
                    <a:pt x="345" y="634"/>
                    <a:pt x="344" y="634"/>
                  </a:cubicBezTo>
                  <a:cubicBezTo>
                    <a:pt x="344" y="614"/>
                    <a:pt x="344" y="614"/>
                    <a:pt x="344" y="614"/>
                  </a:cubicBezTo>
                  <a:cubicBezTo>
                    <a:pt x="345" y="619"/>
                    <a:pt x="346" y="623"/>
                    <a:pt x="348" y="628"/>
                  </a:cubicBezTo>
                  <a:cubicBezTo>
                    <a:pt x="349" y="628"/>
                    <a:pt x="349" y="628"/>
                    <a:pt x="349" y="628"/>
                  </a:cubicBezTo>
                  <a:close/>
                  <a:moveTo>
                    <a:pt x="349" y="745"/>
                  </a:moveTo>
                  <a:cubicBezTo>
                    <a:pt x="349" y="754"/>
                    <a:pt x="349" y="754"/>
                    <a:pt x="349" y="754"/>
                  </a:cubicBezTo>
                  <a:cubicBezTo>
                    <a:pt x="347" y="753"/>
                    <a:pt x="346" y="753"/>
                    <a:pt x="344" y="753"/>
                  </a:cubicBezTo>
                  <a:cubicBezTo>
                    <a:pt x="344" y="745"/>
                    <a:pt x="344" y="745"/>
                    <a:pt x="344" y="745"/>
                  </a:cubicBezTo>
                  <a:cubicBezTo>
                    <a:pt x="345" y="745"/>
                    <a:pt x="347" y="745"/>
                    <a:pt x="349" y="745"/>
                  </a:cubicBezTo>
                  <a:close/>
                  <a:moveTo>
                    <a:pt x="344" y="685"/>
                  </a:moveTo>
                  <a:cubicBezTo>
                    <a:pt x="344" y="667"/>
                    <a:pt x="344" y="667"/>
                    <a:pt x="344" y="667"/>
                  </a:cubicBezTo>
                  <a:cubicBezTo>
                    <a:pt x="344" y="667"/>
                    <a:pt x="345" y="667"/>
                    <a:pt x="345" y="667"/>
                  </a:cubicBezTo>
                  <a:cubicBezTo>
                    <a:pt x="346" y="671"/>
                    <a:pt x="345" y="678"/>
                    <a:pt x="344" y="685"/>
                  </a:cubicBezTo>
                  <a:close/>
                  <a:moveTo>
                    <a:pt x="344" y="540"/>
                  </a:moveTo>
                  <a:cubicBezTo>
                    <a:pt x="344" y="534"/>
                    <a:pt x="344" y="534"/>
                    <a:pt x="344" y="534"/>
                  </a:cubicBezTo>
                  <a:cubicBezTo>
                    <a:pt x="345" y="534"/>
                    <a:pt x="346" y="534"/>
                    <a:pt x="348" y="535"/>
                  </a:cubicBezTo>
                  <a:cubicBezTo>
                    <a:pt x="347" y="537"/>
                    <a:pt x="346" y="538"/>
                    <a:pt x="344" y="540"/>
                  </a:cubicBezTo>
                  <a:close/>
                  <a:moveTo>
                    <a:pt x="337" y="6"/>
                  </a:moveTo>
                  <a:cubicBezTo>
                    <a:pt x="339" y="5"/>
                    <a:pt x="342" y="5"/>
                    <a:pt x="344" y="5"/>
                  </a:cubicBezTo>
                  <a:cubicBezTo>
                    <a:pt x="344" y="16"/>
                    <a:pt x="344" y="16"/>
                    <a:pt x="344" y="16"/>
                  </a:cubicBezTo>
                  <a:cubicBezTo>
                    <a:pt x="342" y="16"/>
                    <a:pt x="339" y="15"/>
                    <a:pt x="337" y="14"/>
                  </a:cubicBezTo>
                  <a:cubicBezTo>
                    <a:pt x="337" y="6"/>
                    <a:pt x="337" y="6"/>
                    <a:pt x="337" y="6"/>
                  </a:cubicBezTo>
                  <a:close/>
                  <a:moveTo>
                    <a:pt x="344" y="790"/>
                  </a:moveTo>
                  <a:cubicBezTo>
                    <a:pt x="342" y="790"/>
                    <a:pt x="339" y="789"/>
                    <a:pt x="337" y="789"/>
                  </a:cubicBezTo>
                  <a:cubicBezTo>
                    <a:pt x="337" y="781"/>
                    <a:pt x="337" y="781"/>
                    <a:pt x="337" y="781"/>
                  </a:cubicBezTo>
                  <a:cubicBezTo>
                    <a:pt x="338" y="781"/>
                    <a:pt x="338" y="781"/>
                    <a:pt x="338" y="781"/>
                  </a:cubicBezTo>
                  <a:cubicBezTo>
                    <a:pt x="338" y="780"/>
                    <a:pt x="337" y="779"/>
                    <a:pt x="337" y="778"/>
                  </a:cubicBezTo>
                  <a:cubicBezTo>
                    <a:pt x="337" y="755"/>
                    <a:pt x="337" y="755"/>
                    <a:pt x="337" y="755"/>
                  </a:cubicBezTo>
                  <a:cubicBezTo>
                    <a:pt x="340" y="762"/>
                    <a:pt x="342" y="768"/>
                    <a:pt x="344" y="772"/>
                  </a:cubicBezTo>
                  <a:cubicBezTo>
                    <a:pt x="344" y="790"/>
                    <a:pt x="344" y="790"/>
                    <a:pt x="344" y="790"/>
                  </a:cubicBezTo>
                  <a:close/>
                  <a:moveTo>
                    <a:pt x="344" y="41"/>
                  </a:moveTo>
                  <a:cubicBezTo>
                    <a:pt x="344" y="50"/>
                    <a:pt x="344" y="50"/>
                    <a:pt x="344" y="50"/>
                  </a:cubicBezTo>
                  <a:cubicBezTo>
                    <a:pt x="342" y="50"/>
                    <a:pt x="339" y="51"/>
                    <a:pt x="337" y="51"/>
                  </a:cubicBezTo>
                  <a:cubicBezTo>
                    <a:pt x="337" y="35"/>
                    <a:pt x="337" y="35"/>
                    <a:pt x="337" y="35"/>
                  </a:cubicBezTo>
                  <a:cubicBezTo>
                    <a:pt x="339" y="37"/>
                    <a:pt x="342" y="39"/>
                    <a:pt x="344" y="41"/>
                  </a:cubicBezTo>
                  <a:close/>
                  <a:moveTo>
                    <a:pt x="344" y="118"/>
                  </a:moveTo>
                  <a:cubicBezTo>
                    <a:pt x="344" y="140"/>
                    <a:pt x="344" y="140"/>
                    <a:pt x="344" y="140"/>
                  </a:cubicBezTo>
                  <a:cubicBezTo>
                    <a:pt x="343" y="140"/>
                    <a:pt x="343" y="140"/>
                    <a:pt x="343" y="140"/>
                  </a:cubicBezTo>
                  <a:cubicBezTo>
                    <a:pt x="341" y="139"/>
                    <a:pt x="339" y="137"/>
                    <a:pt x="337" y="136"/>
                  </a:cubicBezTo>
                  <a:cubicBezTo>
                    <a:pt x="337" y="116"/>
                    <a:pt x="337" y="116"/>
                    <a:pt x="337" y="116"/>
                  </a:cubicBezTo>
                  <a:cubicBezTo>
                    <a:pt x="339" y="117"/>
                    <a:pt x="342" y="117"/>
                    <a:pt x="344" y="118"/>
                  </a:cubicBezTo>
                  <a:close/>
                  <a:moveTo>
                    <a:pt x="344" y="171"/>
                  </a:moveTo>
                  <a:cubicBezTo>
                    <a:pt x="344" y="179"/>
                    <a:pt x="344" y="179"/>
                    <a:pt x="344" y="179"/>
                  </a:cubicBezTo>
                  <a:cubicBezTo>
                    <a:pt x="342" y="178"/>
                    <a:pt x="339" y="178"/>
                    <a:pt x="337" y="178"/>
                  </a:cubicBezTo>
                  <a:cubicBezTo>
                    <a:pt x="337" y="171"/>
                    <a:pt x="337" y="171"/>
                    <a:pt x="337" y="171"/>
                  </a:cubicBezTo>
                  <a:cubicBezTo>
                    <a:pt x="337" y="171"/>
                    <a:pt x="337" y="171"/>
                    <a:pt x="337" y="171"/>
                  </a:cubicBezTo>
                  <a:cubicBezTo>
                    <a:pt x="339" y="171"/>
                    <a:pt x="342" y="171"/>
                    <a:pt x="344" y="171"/>
                  </a:cubicBezTo>
                  <a:close/>
                  <a:moveTo>
                    <a:pt x="344" y="190"/>
                  </a:moveTo>
                  <a:cubicBezTo>
                    <a:pt x="344" y="198"/>
                    <a:pt x="344" y="198"/>
                    <a:pt x="344" y="198"/>
                  </a:cubicBezTo>
                  <a:cubicBezTo>
                    <a:pt x="342" y="199"/>
                    <a:pt x="339" y="200"/>
                    <a:pt x="337" y="201"/>
                  </a:cubicBezTo>
                  <a:cubicBezTo>
                    <a:pt x="337" y="201"/>
                    <a:pt x="337" y="201"/>
                    <a:pt x="337" y="201"/>
                  </a:cubicBezTo>
                  <a:cubicBezTo>
                    <a:pt x="337" y="195"/>
                    <a:pt x="337" y="195"/>
                    <a:pt x="337" y="195"/>
                  </a:cubicBezTo>
                  <a:cubicBezTo>
                    <a:pt x="338" y="195"/>
                    <a:pt x="338" y="194"/>
                    <a:pt x="339" y="194"/>
                  </a:cubicBezTo>
                  <a:cubicBezTo>
                    <a:pt x="338" y="193"/>
                    <a:pt x="338" y="193"/>
                    <a:pt x="337" y="192"/>
                  </a:cubicBezTo>
                  <a:cubicBezTo>
                    <a:pt x="337" y="185"/>
                    <a:pt x="337" y="185"/>
                    <a:pt x="337" y="185"/>
                  </a:cubicBezTo>
                  <a:cubicBezTo>
                    <a:pt x="339" y="187"/>
                    <a:pt x="342" y="189"/>
                    <a:pt x="344" y="190"/>
                  </a:cubicBezTo>
                  <a:close/>
                  <a:moveTo>
                    <a:pt x="344" y="211"/>
                  </a:moveTo>
                  <a:cubicBezTo>
                    <a:pt x="344" y="222"/>
                    <a:pt x="344" y="222"/>
                    <a:pt x="344" y="222"/>
                  </a:cubicBezTo>
                  <a:cubicBezTo>
                    <a:pt x="342" y="222"/>
                    <a:pt x="339" y="223"/>
                    <a:pt x="337" y="224"/>
                  </a:cubicBezTo>
                  <a:cubicBezTo>
                    <a:pt x="337" y="213"/>
                    <a:pt x="337" y="213"/>
                    <a:pt x="337" y="213"/>
                  </a:cubicBezTo>
                  <a:cubicBezTo>
                    <a:pt x="339" y="212"/>
                    <a:pt x="342" y="211"/>
                    <a:pt x="344" y="211"/>
                  </a:cubicBezTo>
                  <a:close/>
                  <a:moveTo>
                    <a:pt x="344" y="224"/>
                  </a:moveTo>
                  <a:cubicBezTo>
                    <a:pt x="337" y="226"/>
                    <a:pt x="337" y="226"/>
                    <a:pt x="337" y="226"/>
                  </a:cubicBezTo>
                  <a:cubicBezTo>
                    <a:pt x="337" y="234"/>
                    <a:pt x="337" y="234"/>
                    <a:pt x="337" y="234"/>
                  </a:cubicBezTo>
                  <a:cubicBezTo>
                    <a:pt x="339" y="233"/>
                    <a:pt x="342" y="232"/>
                    <a:pt x="344" y="232"/>
                  </a:cubicBezTo>
                  <a:cubicBezTo>
                    <a:pt x="344" y="224"/>
                    <a:pt x="344" y="224"/>
                    <a:pt x="344" y="224"/>
                  </a:cubicBezTo>
                  <a:close/>
                  <a:moveTo>
                    <a:pt x="344" y="234"/>
                  </a:moveTo>
                  <a:cubicBezTo>
                    <a:pt x="344" y="241"/>
                    <a:pt x="344" y="241"/>
                    <a:pt x="344" y="241"/>
                  </a:cubicBezTo>
                  <a:cubicBezTo>
                    <a:pt x="342" y="242"/>
                    <a:pt x="339" y="243"/>
                    <a:pt x="337" y="244"/>
                  </a:cubicBezTo>
                  <a:cubicBezTo>
                    <a:pt x="337" y="237"/>
                    <a:pt x="337" y="237"/>
                    <a:pt x="337" y="237"/>
                  </a:cubicBezTo>
                  <a:cubicBezTo>
                    <a:pt x="339" y="236"/>
                    <a:pt x="342" y="235"/>
                    <a:pt x="344" y="234"/>
                  </a:cubicBezTo>
                  <a:close/>
                  <a:moveTo>
                    <a:pt x="344" y="245"/>
                  </a:moveTo>
                  <a:cubicBezTo>
                    <a:pt x="344" y="267"/>
                    <a:pt x="344" y="267"/>
                    <a:pt x="344" y="267"/>
                  </a:cubicBezTo>
                  <a:cubicBezTo>
                    <a:pt x="343" y="266"/>
                    <a:pt x="343" y="266"/>
                    <a:pt x="337" y="264"/>
                  </a:cubicBezTo>
                  <a:cubicBezTo>
                    <a:pt x="337" y="248"/>
                    <a:pt x="337" y="248"/>
                    <a:pt x="337" y="248"/>
                  </a:cubicBezTo>
                  <a:cubicBezTo>
                    <a:pt x="339" y="247"/>
                    <a:pt x="342" y="246"/>
                    <a:pt x="344" y="245"/>
                  </a:cubicBezTo>
                  <a:close/>
                  <a:moveTo>
                    <a:pt x="344" y="267"/>
                  </a:moveTo>
                  <a:cubicBezTo>
                    <a:pt x="344" y="277"/>
                    <a:pt x="344" y="277"/>
                    <a:pt x="344" y="277"/>
                  </a:cubicBezTo>
                  <a:cubicBezTo>
                    <a:pt x="342" y="278"/>
                    <a:pt x="340" y="279"/>
                    <a:pt x="337" y="278"/>
                  </a:cubicBezTo>
                  <a:cubicBezTo>
                    <a:pt x="337" y="272"/>
                    <a:pt x="337" y="272"/>
                    <a:pt x="337" y="272"/>
                  </a:cubicBezTo>
                  <a:cubicBezTo>
                    <a:pt x="339" y="269"/>
                    <a:pt x="340" y="269"/>
                    <a:pt x="344" y="267"/>
                  </a:cubicBezTo>
                  <a:close/>
                  <a:moveTo>
                    <a:pt x="344" y="285"/>
                  </a:moveTo>
                  <a:cubicBezTo>
                    <a:pt x="344" y="294"/>
                    <a:pt x="344" y="294"/>
                    <a:pt x="344" y="294"/>
                  </a:cubicBezTo>
                  <a:cubicBezTo>
                    <a:pt x="342" y="292"/>
                    <a:pt x="341" y="290"/>
                    <a:pt x="342" y="286"/>
                  </a:cubicBezTo>
                  <a:cubicBezTo>
                    <a:pt x="342" y="286"/>
                    <a:pt x="343" y="285"/>
                    <a:pt x="344" y="285"/>
                  </a:cubicBezTo>
                  <a:close/>
                  <a:moveTo>
                    <a:pt x="344" y="307"/>
                  </a:moveTo>
                  <a:cubicBezTo>
                    <a:pt x="344" y="312"/>
                    <a:pt x="344" y="312"/>
                    <a:pt x="344" y="312"/>
                  </a:cubicBezTo>
                  <a:cubicBezTo>
                    <a:pt x="343" y="312"/>
                    <a:pt x="342" y="313"/>
                    <a:pt x="340" y="314"/>
                  </a:cubicBezTo>
                  <a:cubicBezTo>
                    <a:pt x="342" y="315"/>
                    <a:pt x="343" y="315"/>
                    <a:pt x="344" y="316"/>
                  </a:cubicBezTo>
                  <a:cubicBezTo>
                    <a:pt x="344" y="320"/>
                    <a:pt x="344" y="320"/>
                    <a:pt x="344" y="320"/>
                  </a:cubicBezTo>
                  <a:cubicBezTo>
                    <a:pt x="341" y="319"/>
                    <a:pt x="339" y="318"/>
                    <a:pt x="337" y="318"/>
                  </a:cubicBezTo>
                  <a:cubicBezTo>
                    <a:pt x="337" y="312"/>
                    <a:pt x="337" y="312"/>
                    <a:pt x="337" y="312"/>
                  </a:cubicBezTo>
                  <a:cubicBezTo>
                    <a:pt x="338" y="311"/>
                    <a:pt x="339" y="310"/>
                    <a:pt x="342" y="308"/>
                  </a:cubicBezTo>
                  <a:cubicBezTo>
                    <a:pt x="342" y="308"/>
                    <a:pt x="343" y="307"/>
                    <a:pt x="344" y="307"/>
                  </a:cubicBezTo>
                  <a:close/>
                  <a:moveTo>
                    <a:pt x="344" y="324"/>
                  </a:moveTo>
                  <a:cubicBezTo>
                    <a:pt x="344" y="329"/>
                    <a:pt x="344" y="329"/>
                    <a:pt x="344" y="329"/>
                  </a:cubicBezTo>
                  <a:cubicBezTo>
                    <a:pt x="341" y="330"/>
                    <a:pt x="339" y="333"/>
                    <a:pt x="337" y="334"/>
                  </a:cubicBezTo>
                  <a:cubicBezTo>
                    <a:pt x="337" y="330"/>
                    <a:pt x="337" y="330"/>
                    <a:pt x="337" y="330"/>
                  </a:cubicBezTo>
                  <a:cubicBezTo>
                    <a:pt x="337" y="330"/>
                    <a:pt x="338" y="330"/>
                    <a:pt x="338" y="329"/>
                  </a:cubicBezTo>
                  <a:cubicBezTo>
                    <a:pt x="337" y="329"/>
                    <a:pt x="337" y="329"/>
                    <a:pt x="337" y="329"/>
                  </a:cubicBezTo>
                  <a:cubicBezTo>
                    <a:pt x="337" y="325"/>
                    <a:pt x="337" y="325"/>
                    <a:pt x="337" y="325"/>
                  </a:cubicBezTo>
                  <a:cubicBezTo>
                    <a:pt x="338" y="325"/>
                    <a:pt x="338" y="325"/>
                    <a:pt x="338" y="325"/>
                  </a:cubicBezTo>
                  <a:cubicBezTo>
                    <a:pt x="341" y="325"/>
                    <a:pt x="342" y="325"/>
                    <a:pt x="344" y="324"/>
                  </a:cubicBezTo>
                  <a:close/>
                  <a:moveTo>
                    <a:pt x="344" y="378"/>
                  </a:moveTo>
                  <a:cubicBezTo>
                    <a:pt x="344" y="393"/>
                    <a:pt x="344" y="393"/>
                    <a:pt x="344" y="393"/>
                  </a:cubicBezTo>
                  <a:cubicBezTo>
                    <a:pt x="337" y="387"/>
                    <a:pt x="337" y="387"/>
                    <a:pt x="337" y="387"/>
                  </a:cubicBezTo>
                  <a:cubicBezTo>
                    <a:pt x="337" y="378"/>
                    <a:pt x="337" y="378"/>
                    <a:pt x="337" y="378"/>
                  </a:cubicBezTo>
                  <a:cubicBezTo>
                    <a:pt x="344" y="378"/>
                    <a:pt x="344" y="378"/>
                    <a:pt x="344" y="378"/>
                  </a:cubicBezTo>
                  <a:close/>
                  <a:moveTo>
                    <a:pt x="344" y="476"/>
                  </a:moveTo>
                  <a:cubicBezTo>
                    <a:pt x="344" y="497"/>
                    <a:pt x="344" y="497"/>
                    <a:pt x="344" y="497"/>
                  </a:cubicBezTo>
                  <a:cubicBezTo>
                    <a:pt x="342" y="495"/>
                    <a:pt x="339" y="494"/>
                    <a:pt x="337" y="493"/>
                  </a:cubicBezTo>
                  <a:cubicBezTo>
                    <a:pt x="337" y="488"/>
                    <a:pt x="337" y="488"/>
                    <a:pt x="337" y="488"/>
                  </a:cubicBezTo>
                  <a:cubicBezTo>
                    <a:pt x="338" y="489"/>
                    <a:pt x="338" y="490"/>
                    <a:pt x="339" y="491"/>
                  </a:cubicBezTo>
                  <a:cubicBezTo>
                    <a:pt x="340" y="484"/>
                    <a:pt x="341" y="479"/>
                    <a:pt x="337" y="474"/>
                  </a:cubicBezTo>
                  <a:cubicBezTo>
                    <a:pt x="337" y="469"/>
                    <a:pt x="337" y="469"/>
                    <a:pt x="337" y="469"/>
                  </a:cubicBezTo>
                  <a:cubicBezTo>
                    <a:pt x="338" y="471"/>
                    <a:pt x="340" y="472"/>
                    <a:pt x="342" y="473"/>
                  </a:cubicBezTo>
                  <a:cubicBezTo>
                    <a:pt x="342" y="474"/>
                    <a:pt x="343" y="475"/>
                    <a:pt x="344" y="476"/>
                  </a:cubicBezTo>
                  <a:close/>
                  <a:moveTo>
                    <a:pt x="344" y="534"/>
                  </a:moveTo>
                  <a:cubicBezTo>
                    <a:pt x="344" y="540"/>
                    <a:pt x="344" y="540"/>
                    <a:pt x="344" y="540"/>
                  </a:cubicBezTo>
                  <a:cubicBezTo>
                    <a:pt x="342" y="542"/>
                    <a:pt x="339" y="543"/>
                    <a:pt x="337" y="545"/>
                  </a:cubicBezTo>
                  <a:cubicBezTo>
                    <a:pt x="337" y="536"/>
                    <a:pt x="337" y="536"/>
                    <a:pt x="337" y="536"/>
                  </a:cubicBezTo>
                  <a:cubicBezTo>
                    <a:pt x="339" y="535"/>
                    <a:pt x="341" y="535"/>
                    <a:pt x="344" y="534"/>
                  </a:cubicBezTo>
                  <a:close/>
                  <a:moveTo>
                    <a:pt x="344" y="564"/>
                  </a:moveTo>
                  <a:cubicBezTo>
                    <a:pt x="344" y="588"/>
                    <a:pt x="344" y="588"/>
                    <a:pt x="344" y="588"/>
                  </a:cubicBezTo>
                  <a:cubicBezTo>
                    <a:pt x="344" y="590"/>
                    <a:pt x="343" y="590"/>
                    <a:pt x="343" y="591"/>
                  </a:cubicBezTo>
                  <a:cubicBezTo>
                    <a:pt x="341" y="592"/>
                    <a:pt x="340" y="593"/>
                    <a:pt x="338" y="593"/>
                  </a:cubicBezTo>
                  <a:cubicBezTo>
                    <a:pt x="338" y="592"/>
                    <a:pt x="337" y="590"/>
                    <a:pt x="337" y="589"/>
                  </a:cubicBezTo>
                  <a:cubicBezTo>
                    <a:pt x="337" y="580"/>
                    <a:pt x="337" y="580"/>
                    <a:pt x="337" y="580"/>
                  </a:cubicBezTo>
                  <a:cubicBezTo>
                    <a:pt x="338" y="580"/>
                    <a:pt x="338" y="580"/>
                    <a:pt x="338" y="580"/>
                  </a:cubicBezTo>
                  <a:cubicBezTo>
                    <a:pt x="340" y="575"/>
                    <a:pt x="341" y="569"/>
                    <a:pt x="344" y="564"/>
                  </a:cubicBezTo>
                  <a:close/>
                  <a:moveTo>
                    <a:pt x="344" y="605"/>
                  </a:moveTo>
                  <a:cubicBezTo>
                    <a:pt x="344" y="610"/>
                    <a:pt x="344" y="610"/>
                    <a:pt x="344" y="610"/>
                  </a:cubicBezTo>
                  <a:cubicBezTo>
                    <a:pt x="344" y="610"/>
                    <a:pt x="343" y="610"/>
                    <a:pt x="343" y="610"/>
                  </a:cubicBezTo>
                  <a:cubicBezTo>
                    <a:pt x="343" y="611"/>
                    <a:pt x="344" y="613"/>
                    <a:pt x="344" y="614"/>
                  </a:cubicBezTo>
                  <a:cubicBezTo>
                    <a:pt x="344" y="634"/>
                    <a:pt x="344" y="634"/>
                    <a:pt x="344" y="634"/>
                  </a:cubicBezTo>
                  <a:cubicBezTo>
                    <a:pt x="342" y="634"/>
                    <a:pt x="339" y="633"/>
                    <a:pt x="337" y="632"/>
                  </a:cubicBezTo>
                  <a:cubicBezTo>
                    <a:pt x="337" y="627"/>
                    <a:pt x="337" y="627"/>
                    <a:pt x="337" y="627"/>
                  </a:cubicBezTo>
                  <a:cubicBezTo>
                    <a:pt x="337" y="627"/>
                    <a:pt x="338" y="627"/>
                    <a:pt x="338" y="628"/>
                  </a:cubicBezTo>
                  <a:cubicBezTo>
                    <a:pt x="339" y="627"/>
                    <a:pt x="340" y="627"/>
                    <a:pt x="341" y="626"/>
                  </a:cubicBezTo>
                  <a:cubicBezTo>
                    <a:pt x="340" y="622"/>
                    <a:pt x="338" y="618"/>
                    <a:pt x="337" y="614"/>
                  </a:cubicBezTo>
                  <a:cubicBezTo>
                    <a:pt x="337" y="604"/>
                    <a:pt x="337" y="604"/>
                    <a:pt x="337" y="604"/>
                  </a:cubicBezTo>
                  <a:cubicBezTo>
                    <a:pt x="337" y="604"/>
                    <a:pt x="338" y="604"/>
                    <a:pt x="338" y="605"/>
                  </a:cubicBezTo>
                  <a:cubicBezTo>
                    <a:pt x="340" y="605"/>
                    <a:pt x="342" y="605"/>
                    <a:pt x="344" y="605"/>
                  </a:cubicBezTo>
                  <a:close/>
                  <a:moveTo>
                    <a:pt x="344" y="667"/>
                  </a:moveTo>
                  <a:cubicBezTo>
                    <a:pt x="344" y="685"/>
                    <a:pt x="344" y="685"/>
                    <a:pt x="344" y="685"/>
                  </a:cubicBezTo>
                  <a:cubicBezTo>
                    <a:pt x="342" y="695"/>
                    <a:pt x="340" y="704"/>
                    <a:pt x="337" y="708"/>
                  </a:cubicBezTo>
                  <a:cubicBezTo>
                    <a:pt x="337" y="708"/>
                    <a:pt x="337" y="708"/>
                    <a:pt x="337" y="708"/>
                  </a:cubicBezTo>
                  <a:cubicBezTo>
                    <a:pt x="337" y="666"/>
                    <a:pt x="337" y="666"/>
                    <a:pt x="337" y="666"/>
                  </a:cubicBezTo>
                  <a:cubicBezTo>
                    <a:pt x="339" y="666"/>
                    <a:pt x="341" y="666"/>
                    <a:pt x="344" y="667"/>
                  </a:cubicBezTo>
                  <a:close/>
                  <a:moveTo>
                    <a:pt x="344" y="745"/>
                  </a:moveTo>
                  <a:cubicBezTo>
                    <a:pt x="344" y="753"/>
                    <a:pt x="344" y="753"/>
                    <a:pt x="344" y="753"/>
                  </a:cubicBezTo>
                  <a:cubicBezTo>
                    <a:pt x="342" y="753"/>
                    <a:pt x="340" y="753"/>
                    <a:pt x="337" y="753"/>
                  </a:cubicBezTo>
                  <a:cubicBezTo>
                    <a:pt x="337" y="745"/>
                    <a:pt x="337" y="745"/>
                    <a:pt x="337" y="745"/>
                  </a:cubicBezTo>
                  <a:cubicBezTo>
                    <a:pt x="339" y="745"/>
                    <a:pt x="342" y="745"/>
                    <a:pt x="344" y="745"/>
                  </a:cubicBezTo>
                  <a:close/>
                  <a:moveTo>
                    <a:pt x="337" y="532"/>
                  </a:moveTo>
                  <a:cubicBezTo>
                    <a:pt x="337" y="522"/>
                    <a:pt x="337" y="522"/>
                    <a:pt x="337" y="522"/>
                  </a:cubicBezTo>
                  <a:cubicBezTo>
                    <a:pt x="343" y="522"/>
                    <a:pt x="343" y="522"/>
                    <a:pt x="343" y="522"/>
                  </a:cubicBezTo>
                  <a:cubicBezTo>
                    <a:pt x="343" y="526"/>
                    <a:pt x="341" y="529"/>
                    <a:pt x="337" y="532"/>
                  </a:cubicBezTo>
                  <a:close/>
                  <a:moveTo>
                    <a:pt x="337" y="517"/>
                  </a:moveTo>
                  <a:cubicBezTo>
                    <a:pt x="337" y="509"/>
                    <a:pt x="337" y="509"/>
                    <a:pt x="337" y="509"/>
                  </a:cubicBezTo>
                  <a:cubicBezTo>
                    <a:pt x="339" y="508"/>
                    <a:pt x="340" y="508"/>
                    <a:pt x="342" y="508"/>
                  </a:cubicBezTo>
                  <a:cubicBezTo>
                    <a:pt x="343" y="511"/>
                    <a:pt x="343" y="513"/>
                    <a:pt x="343" y="516"/>
                  </a:cubicBezTo>
                  <a:cubicBezTo>
                    <a:pt x="341" y="516"/>
                    <a:pt x="339" y="517"/>
                    <a:pt x="337" y="517"/>
                  </a:cubicBezTo>
                  <a:close/>
                  <a:moveTo>
                    <a:pt x="337" y="101"/>
                  </a:moveTo>
                  <a:cubicBezTo>
                    <a:pt x="337" y="84"/>
                    <a:pt x="337" y="84"/>
                    <a:pt x="337" y="84"/>
                  </a:cubicBezTo>
                  <a:cubicBezTo>
                    <a:pt x="338" y="84"/>
                    <a:pt x="338" y="84"/>
                    <a:pt x="339" y="84"/>
                  </a:cubicBezTo>
                  <a:cubicBezTo>
                    <a:pt x="343" y="91"/>
                    <a:pt x="342" y="94"/>
                    <a:pt x="339" y="100"/>
                  </a:cubicBezTo>
                  <a:lnTo>
                    <a:pt x="337" y="101"/>
                  </a:lnTo>
                  <a:close/>
                  <a:moveTo>
                    <a:pt x="328" y="7"/>
                  </a:moveTo>
                  <a:cubicBezTo>
                    <a:pt x="331" y="7"/>
                    <a:pt x="334" y="6"/>
                    <a:pt x="337" y="6"/>
                  </a:cubicBezTo>
                  <a:cubicBezTo>
                    <a:pt x="337" y="14"/>
                    <a:pt x="337" y="14"/>
                    <a:pt x="337" y="14"/>
                  </a:cubicBezTo>
                  <a:cubicBezTo>
                    <a:pt x="334" y="14"/>
                    <a:pt x="331" y="14"/>
                    <a:pt x="328" y="14"/>
                  </a:cubicBezTo>
                  <a:cubicBezTo>
                    <a:pt x="328" y="7"/>
                    <a:pt x="328" y="7"/>
                    <a:pt x="328" y="7"/>
                  </a:cubicBezTo>
                  <a:close/>
                  <a:moveTo>
                    <a:pt x="337" y="789"/>
                  </a:moveTo>
                  <a:cubicBezTo>
                    <a:pt x="334" y="789"/>
                    <a:pt x="331" y="788"/>
                    <a:pt x="328" y="788"/>
                  </a:cubicBezTo>
                  <a:cubicBezTo>
                    <a:pt x="328" y="781"/>
                    <a:pt x="328" y="781"/>
                    <a:pt x="328" y="781"/>
                  </a:cubicBezTo>
                  <a:cubicBezTo>
                    <a:pt x="331" y="781"/>
                    <a:pt x="334" y="781"/>
                    <a:pt x="337" y="781"/>
                  </a:cubicBezTo>
                  <a:cubicBezTo>
                    <a:pt x="337" y="789"/>
                    <a:pt x="337" y="789"/>
                    <a:pt x="337" y="789"/>
                  </a:cubicBezTo>
                  <a:close/>
                  <a:moveTo>
                    <a:pt x="337" y="35"/>
                  </a:moveTo>
                  <a:cubicBezTo>
                    <a:pt x="337" y="51"/>
                    <a:pt x="337" y="51"/>
                    <a:pt x="337" y="51"/>
                  </a:cubicBezTo>
                  <a:cubicBezTo>
                    <a:pt x="334" y="52"/>
                    <a:pt x="331" y="52"/>
                    <a:pt x="328" y="53"/>
                  </a:cubicBezTo>
                  <a:cubicBezTo>
                    <a:pt x="328" y="45"/>
                    <a:pt x="328" y="45"/>
                    <a:pt x="328" y="45"/>
                  </a:cubicBezTo>
                  <a:cubicBezTo>
                    <a:pt x="329" y="44"/>
                    <a:pt x="330" y="44"/>
                    <a:pt x="332" y="43"/>
                  </a:cubicBezTo>
                  <a:cubicBezTo>
                    <a:pt x="330" y="41"/>
                    <a:pt x="329" y="40"/>
                    <a:pt x="328" y="38"/>
                  </a:cubicBezTo>
                  <a:cubicBezTo>
                    <a:pt x="328" y="26"/>
                    <a:pt x="328" y="26"/>
                    <a:pt x="328" y="26"/>
                  </a:cubicBezTo>
                  <a:cubicBezTo>
                    <a:pt x="330" y="29"/>
                    <a:pt x="334" y="33"/>
                    <a:pt x="337" y="35"/>
                  </a:cubicBezTo>
                  <a:close/>
                  <a:moveTo>
                    <a:pt x="337" y="84"/>
                  </a:moveTo>
                  <a:cubicBezTo>
                    <a:pt x="337" y="101"/>
                    <a:pt x="337" y="101"/>
                    <a:pt x="337" y="101"/>
                  </a:cubicBezTo>
                  <a:cubicBezTo>
                    <a:pt x="334" y="102"/>
                    <a:pt x="331" y="103"/>
                    <a:pt x="328" y="103"/>
                  </a:cubicBezTo>
                  <a:cubicBezTo>
                    <a:pt x="328" y="87"/>
                    <a:pt x="328" y="87"/>
                    <a:pt x="328" y="87"/>
                  </a:cubicBezTo>
                  <a:cubicBezTo>
                    <a:pt x="331" y="86"/>
                    <a:pt x="334" y="85"/>
                    <a:pt x="337" y="84"/>
                  </a:cubicBezTo>
                  <a:close/>
                  <a:moveTo>
                    <a:pt x="337" y="116"/>
                  </a:moveTo>
                  <a:cubicBezTo>
                    <a:pt x="337" y="136"/>
                    <a:pt x="337" y="136"/>
                    <a:pt x="337" y="136"/>
                  </a:cubicBezTo>
                  <a:cubicBezTo>
                    <a:pt x="334" y="134"/>
                    <a:pt x="331" y="131"/>
                    <a:pt x="328" y="129"/>
                  </a:cubicBezTo>
                  <a:cubicBezTo>
                    <a:pt x="328" y="113"/>
                    <a:pt x="328" y="113"/>
                    <a:pt x="328" y="113"/>
                  </a:cubicBezTo>
                  <a:cubicBezTo>
                    <a:pt x="331" y="114"/>
                    <a:pt x="334" y="115"/>
                    <a:pt x="337" y="116"/>
                  </a:cubicBezTo>
                  <a:close/>
                  <a:moveTo>
                    <a:pt x="337" y="171"/>
                  </a:moveTo>
                  <a:cubicBezTo>
                    <a:pt x="337" y="178"/>
                    <a:pt x="337" y="178"/>
                    <a:pt x="337" y="178"/>
                  </a:cubicBezTo>
                  <a:cubicBezTo>
                    <a:pt x="335" y="178"/>
                    <a:pt x="334" y="178"/>
                    <a:pt x="332" y="178"/>
                  </a:cubicBezTo>
                  <a:cubicBezTo>
                    <a:pt x="333" y="181"/>
                    <a:pt x="335" y="183"/>
                    <a:pt x="337" y="185"/>
                  </a:cubicBezTo>
                  <a:cubicBezTo>
                    <a:pt x="337" y="192"/>
                    <a:pt x="337" y="192"/>
                    <a:pt x="337" y="192"/>
                  </a:cubicBezTo>
                  <a:cubicBezTo>
                    <a:pt x="333" y="190"/>
                    <a:pt x="330" y="187"/>
                    <a:pt x="328" y="185"/>
                  </a:cubicBezTo>
                  <a:cubicBezTo>
                    <a:pt x="328" y="175"/>
                    <a:pt x="328" y="175"/>
                    <a:pt x="328" y="175"/>
                  </a:cubicBezTo>
                  <a:cubicBezTo>
                    <a:pt x="331" y="174"/>
                    <a:pt x="334" y="173"/>
                    <a:pt x="337" y="171"/>
                  </a:cubicBezTo>
                  <a:close/>
                  <a:moveTo>
                    <a:pt x="337" y="195"/>
                  </a:moveTo>
                  <a:cubicBezTo>
                    <a:pt x="337" y="201"/>
                    <a:pt x="337" y="201"/>
                    <a:pt x="337" y="201"/>
                  </a:cubicBezTo>
                  <a:cubicBezTo>
                    <a:pt x="334" y="202"/>
                    <a:pt x="331" y="202"/>
                    <a:pt x="328" y="203"/>
                  </a:cubicBezTo>
                  <a:cubicBezTo>
                    <a:pt x="328" y="197"/>
                    <a:pt x="328" y="197"/>
                    <a:pt x="328" y="197"/>
                  </a:cubicBezTo>
                  <a:cubicBezTo>
                    <a:pt x="331" y="196"/>
                    <a:pt x="334" y="196"/>
                    <a:pt x="337" y="195"/>
                  </a:cubicBezTo>
                  <a:close/>
                  <a:moveTo>
                    <a:pt x="337" y="213"/>
                  </a:moveTo>
                  <a:cubicBezTo>
                    <a:pt x="337" y="224"/>
                    <a:pt x="337" y="224"/>
                    <a:pt x="337" y="224"/>
                  </a:cubicBezTo>
                  <a:cubicBezTo>
                    <a:pt x="335" y="225"/>
                    <a:pt x="333" y="226"/>
                    <a:pt x="331" y="226"/>
                  </a:cubicBezTo>
                  <a:cubicBezTo>
                    <a:pt x="331" y="227"/>
                    <a:pt x="331" y="228"/>
                    <a:pt x="331" y="229"/>
                  </a:cubicBezTo>
                  <a:cubicBezTo>
                    <a:pt x="337" y="226"/>
                    <a:pt x="337" y="226"/>
                    <a:pt x="337" y="226"/>
                  </a:cubicBezTo>
                  <a:cubicBezTo>
                    <a:pt x="337" y="234"/>
                    <a:pt x="337" y="234"/>
                    <a:pt x="337" y="234"/>
                  </a:cubicBezTo>
                  <a:cubicBezTo>
                    <a:pt x="334" y="235"/>
                    <a:pt x="330" y="236"/>
                    <a:pt x="328" y="239"/>
                  </a:cubicBezTo>
                  <a:cubicBezTo>
                    <a:pt x="328" y="216"/>
                    <a:pt x="328" y="216"/>
                    <a:pt x="328" y="216"/>
                  </a:cubicBezTo>
                  <a:cubicBezTo>
                    <a:pt x="331" y="215"/>
                    <a:pt x="334" y="214"/>
                    <a:pt x="337" y="213"/>
                  </a:cubicBezTo>
                  <a:close/>
                  <a:moveTo>
                    <a:pt x="337" y="237"/>
                  </a:moveTo>
                  <a:cubicBezTo>
                    <a:pt x="334" y="238"/>
                    <a:pt x="331" y="240"/>
                    <a:pt x="328" y="242"/>
                  </a:cubicBezTo>
                  <a:cubicBezTo>
                    <a:pt x="328" y="260"/>
                    <a:pt x="328" y="260"/>
                    <a:pt x="328" y="260"/>
                  </a:cubicBezTo>
                  <a:cubicBezTo>
                    <a:pt x="329" y="260"/>
                    <a:pt x="331" y="260"/>
                    <a:pt x="332" y="260"/>
                  </a:cubicBezTo>
                  <a:cubicBezTo>
                    <a:pt x="332" y="260"/>
                    <a:pt x="332" y="259"/>
                    <a:pt x="332" y="258"/>
                  </a:cubicBezTo>
                  <a:cubicBezTo>
                    <a:pt x="333" y="258"/>
                    <a:pt x="334" y="258"/>
                    <a:pt x="334" y="258"/>
                  </a:cubicBezTo>
                  <a:cubicBezTo>
                    <a:pt x="335" y="260"/>
                    <a:pt x="335" y="262"/>
                    <a:pt x="335" y="264"/>
                  </a:cubicBezTo>
                  <a:cubicBezTo>
                    <a:pt x="337" y="264"/>
                    <a:pt x="337" y="264"/>
                    <a:pt x="337" y="264"/>
                  </a:cubicBezTo>
                  <a:cubicBezTo>
                    <a:pt x="337" y="248"/>
                    <a:pt x="337" y="248"/>
                    <a:pt x="337" y="248"/>
                  </a:cubicBezTo>
                  <a:cubicBezTo>
                    <a:pt x="335" y="249"/>
                    <a:pt x="332" y="249"/>
                    <a:pt x="330" y="250"/>
                  </a:cubicBezTo>
                  <a:cubicBezTo>
                    <a:pt x="331" y="247"/>
                    <a:pt x="334" y="245"/>
                    <a:pt x="337" y="244"/>
                  </a:cubicBezTo>
                  <a:cubicBezTo>
                    <a:pt x="337" y="237"/>
                    <a:pt x="337" y="237"/>
                    <a:pt x="337" y="237"/>
                  </a:cubicBezTo>
                  <a:close/>
                  <a:moveTo>
                    <a:pt x="337" y="272"/>
                  </a:moveTo>
                  <a:cubicBezTo>
                    <a:pt x="337" y="278"/>
                    <a:pt x="337" y="278"/>
                    <a:pt x="337" y="278"/>
                  </a:cubicBezTo>
                  <a:cubicBezTo>
                    <a:pt x="336" y="278"/>
                    <a:pt x="336" y="277"/>
                    <a:pt x="335" y="277"/>
                  </a:cubicBezTo>
                  <a:cubicBezTo>
                    <a:pt x="335" y="276"/>
                    <a:pt x="335" y="274"/>
                    <a:pt x="335" y="273"/>
                  </a:cubicBezTo>
                  <a:cubicBezTo>
                    <a:pt x="336" y="273"/>
                    <a:pt x="336" y="272"/>
                    <a:pt x="337" y="272"/>
                  </a:cubicBezTo>
                  <a:close/>
                  <a:moveTo>
                    <a:pt x="337" y="312"/>
                  </a:moveTo>
                  <a:cubicBezTo>
                    <a:pt x="337" y="318"/>
                    <a:pt x="337" y="318"/>
                    <a:pt x="337" y="318"/>
                  </a:cubicBezTo>
                  <a:cubicBezTo>
                    <a:pt x="335" y="318"/>
                    <a:pt x="332" y="319"/>
                    <a:pt x="330" y="321"/>
                  </a:cubicBezTo>
                  <a:cubicBezTo>
                    <a:pt x="332" y="322"/>
                    <a:pt x="334" y="323"/>
                    <a:pt x="337" y="325"/>
                  </a:cubicBezTo>
                  <a:cubicBezTo>
                    <a:pt x="337" y="329"/>
                    <a:pt x="337" y="329"/>
                    <a:pt x="337" y="329"/>
                  </a:cubicBezTo>
                  <a:cubicBezTo>
                    <a:pt x="333" y="327"/>
                    <a:pt x="330" y="326"/>
                    <a:pt x="328" y="326"/>
                  </a:cubicBezTo>
                  <a:cubicBezTo>
                    <a:pt x="328" y="316"/>
                    <a:pt x="328" y="316"/>
                    <a:pt x="328" y="316"/>
                  </a:cubicBezTo>
                  <a:cubicBezTo>
                    <a:pt x="329" y="317"/>
                    <a:pt x="329" y="317"/>
                    <a:pt x="329" y="317"/>
                  </a:cubicBezTo>
                  <a:cubicBezTo>
                    <a:pt x="333" y="314"/>
                    <a:pt x="335" y="313"/>
                    <a:pt x="337" y="312"/>
                  </a:cubicBezTo>
                  <a:close/>
                  <a:moveTo>
                    <a:pt x="337" y="330"/>
                  </a:moveTo>
                  <a:cubicBezTo>
                    <a:pt x="337" y="334"/>
                    <a:pt x="337" y="334"/>
                    <a:pt x="337" y="334"/>
                  </a:cubicBezTo>
                  <a:cubicBezTo>
                    <a:pt x="336" y="335"/>
                    <a:pt x="335" y="336"/>
                    <a:pt x="333" y="336"/>
                  </a:cubicBezTo>
                  <a:cubicBezTo>
                    <a:pt x="332" y="339"/>
                    <a:pt x="330" y="342"/>
                    <a:pt x="328" y="344"/>
                  </a:cubicBezTo>
                  <a:cubicBezTo>
                    <a:pt x="328" y="338"/>
                    <a:pt x="328" y="338"/>
                    <a:pt x="328" y="338"/>
                  </a:cubicBezTo>
                  <a:cubicBezTo>
                    <a:pt x="328" y="338"/>
                    <a:pt x="328" y="338"/>
                    <a:pt x="328" y="338"/>
                  </a:cubicBezTo>
                  <a:cubicBezTo>
                    <a:pt x="328" y="337"/>
                    <a:pt x="328" y="337"/>
                    <a:pt x="328" y="337"/>
                  </a:cubicBezTo>
                  <a:cubicBezTo>
                    <a:pt x="328" y="332"/>
                    <a:pt x="328" y="332"/>
                    <a:pt x="328" y="332"/>
                  </a:cubicBezTo>
                  <a:cubicBezTo>
                    <a:pt x="331" y="332"/>
                    <a:pt x="334" y="332"/>
                    <a:pt x="337" y="330"/>
                  </a:cubicBezTo>
                  <a:close/>
                  <a:moveTo>
                    <a:pt x="337" y="378"/>
                  </a:moveTo>
                  <a:cubicBezTo>
                    <a:pt x="337" y="387"/>
                    <a:pt x="337" y="387"/>
                    <a:pt x="337" y="387"/>
                  </a:cubicBezTo>
                  <a:cubicBezTo>
                    <a:pt x="328" y="380"/>
                    <a:pt x="328" y="380"/>
                    <a:pt x="328" y="380"/>
                  </a:cubicBezTo>
                  <a:cubicBezTo>
                    <a:pt x="328" y="378"/>
                    <a:pt x="328" y="378"/>
                    <a:pt x="328" y="378"/>
                  </a:cubicBezTo>
                  <a:cubicBezTo>
                    <a:pt x="337" y="378"/>
                    <a:pt x="337" y="378"/>
                    <a:pt x="337" y="378"/>
                  </a:cubicBezTo>
                  <a:close/>
                  <a:moveTo>
                    <a:pt x="337" y="469"/>
                  </a:moveTo>
                  <a:cubicBezTo>
                    <a:pt x="337" y="474"/>
                    <a:pt x="337" y="474"/>
                    <a:pt x="337" y="474"/>
                  </a:cubicBezTo>
                  <a:cubicBezTo>
                    <a:pt x="337" y="474"/>
                    <a:pt x="336" y="474"/>
                    <a:pt x="336" y="474"/>
                  </a:cubicBezTo>
                  <a:cubicBezTo>
                    <a:pt x="334" y="479"/>
                    <a:pt x="334" y="484"/>
                    <a:pt x="337" y="488"/>
                  </a:cubicBezTo>
                  <a:cubicBezTo>
                    <a:pt x="337" y="493"/>
                    <a:pt x="337" y="493"/>
                    <a:pt x="337" y="493"/>
                  </a:cubicBezTo>
                  <a:cubicBezTo>
                    <a:pt x="335" y="491"/>
                    <a:pt x="333" y="490"/>
                    <a:pt x="331" y="488"/>
                  </a:cubicBezTo>
                  <a:cubicBezTo>
                    <a:pt x="330" y="488"/>
                    <a:pt x="329" y="488"/>
                    <a:pt x="328" y="489"/>
                  </a:cubicBezTo>
                  <a:cubicBezTo>
                    <a:pt x="328" y="482"/>
                    <a:pt x="328" y="482"/>
                    <a:pt x="328" y="482"/>
                  </a:cubicBezTo>
                  <a:cubicBezTo>
                    <a:pt x="328" y="482"/>
                    <a:pt x="328" y="482"/>
                    <a:pt x="329" y="483"/>
                  </a:cubicBezTo>
                  <a:cubicBezTo>
                    <a:pt x="331" y="478"/>
                    <a:pt x="330" y="472"/>
                    <a:pt x="330" y="466"/>
                  </a:cubicBezTo>
                  <a:cubicBezTo>
                    <a:pt x="328" y="466"/>
                    <a:pt x="328" y="466"/>
                    <a:pt x="328" y="466"/>
                  </a:cubicBezTo>
                  <a:cubicBezTo>
                    <a:pt x="328" y="461"/>
                    <a:pt x="328" y="461"/>
                    <a:pt x="328" y="461"/>
                  </a:cubicBezTo>
                  <a:cubicBezTo>
                    <a:pt x="330" y="464"/>
                    <a:pt x="334" y="467"/>
                    <a:pt x="337" y="469"/>
                  </a:cubicBezTo>
                  <a:close/>
                  <a:moveTo>
                    <a:pt x="337" y="509"/>
                  </a:moveTo>
                  <a:cubicBezTo>
                    <a:pt x="337" y="517"/>
                    <a:pt x="337" y="517"/>
                    <a:pt x="337" y="517"/>
                  </a:cubicBezTo>
                  <a:cubicBezTo>
                    <a:pt x="334" y="518"/>
                    <a:pt x="331" y="519"/>
                    <a:pt x="328" y="520"/>
                  </a:cubicBezTo>
                  <a:cubicBezTo>
                    <a:pt x="328" y="511"/>
                    <a:pt x="328" y="511"/>
                    <a:pt x="328" y="511"/>
                  </a:cubicBezTo>
                  <a:cubicBezTo>
                    <a:pt x="331" y="510"/>
                    <a:pt x="334" y="509"/>
                    <a:pt x="337" y="509"/>
                  </a:cubicBezTo>
                  <a:close/>
                  <a:moveTo>
                    <a:pt x="337" y="522"/>
                  </a:moveTo>
                  <a:cubicBezTo>
                    <a:pt x="337" y="532"/>
                    <a:pt x="337" y="532"/>
                    <a:pt x="337" y="532"/>
                  </a:cubicBezTo>
                  <a:cubicBezTo>
                    <a:pt x="334" y="534"/>
                    <a:pt x="331" y="537"/>
                    <a:pt x="328" y="539"/>
                  </a:cubicBezTo>
                  <a:cubicBezTo>
                    <a:pt x="328" y="530"/>
                    <a:pt x="328" y="530"/>
                    <a:pt x="328" y="530"/>
                  </a:cubicBezTo>
                  <a:cubicBezTo>
                    <a:pt x="330" y="527"/>
                    <a:pt x="333" y="525"/>
                    <a:pt x="336" y="522"/>
                  </a:cubicBezTo>
                  <a:cubicBezTo>
                    <a:pt x="337" y="522"/>
                    <a:pt x="337" y="522"/>
                    <a:pt x="337" y="522"/>
                  </a:cubicBezTo>
                  <a:close/>
                  <a:moveTo>
                    <a:pt x="337" y="536"/>
                  </a:moveTo>
                  <a:cubicBezTo>
                    <a:pt x="334" y="538"/>
                    <a:pt x="331" y="541"/>
                    <a:pt x="328" y="545"/>
                  </a:cubicBezTo>
                  <a:cubicBezTo>
                    <a:pt x="328" y="577"/>
                    <a:pt x="328" y="577"/>
                    <a:pt x="328" y="577"/>
                  </a:cubicBezTo>
                  <a:cubicBezTo>
                    <a:pt x="331" y="571"/>
                    <a:pt x="334" y="563"/>
                    <a:pt x="334" y="557"/>
                  </a:cubicBezTo>
                  <a:cubicBezTo>
                    <a:pt x="329" y="552"/>
                    <a:pt x="332" y="549"/>
                    <a:pt x="337" y="545"/>
                  </a:cubicBezTo>
                  <a:cubicBezTo>
                    <a:pt x="337" y="536"/>
                    <a:pt x="337" y="536"/>
                    <a:pt x="337" y="536"/>
                  </a:cubicBezTo>
                  <a:close/>
                  <a:moveTo>
                    <a:pt x="337" y="580"/>
                  </a:moveTo>
                  <a:cubicBezTo>
                    <a:pt x="337" y="589"/>
                    <a:pt x="337" y="589"/>
                    <a:pt x="337" y="589"/>
                  </a:cubicBezTo>
                  <a:cubicBezTo>
                    <a:pt x="336" y="587"/>
                    <a:pt x="336" y="585"/>
                    <a:pt x="336" y="580"/>
                  </a:cubicBezTo>
                  <a:cubicBezTo>
                    <a:pt x="337" y="580"/>
                    <a:pt x="337" y="580"/>
                    <a:pt x="337" y="580"/>
                  </a:cubicBezTo>
                  <a:close/>
                  <a:moveTo>
                    <a:pt x="337" y="604"/>
                  </a:moveTo>
                  <a:cubicBezTo>
                    <a:pt x="337" y="614"/>
                    <a:pt x="337" y="614"/>
                    <a:pt x="337" y="614"/>
                  </a:cubicBezTo>
                  <a:cubicBezTo>
                    <a:pt x="335" y="608"/>
                    <a:pt x="335" y="608"/>
                    <a:pt x="335" y="608"/>
                  </a:cubicBezTo>
                  <a:cubicBezTo>
                    <a:pt x="332" y="607"/>
                    <a:pt x="330" y="607"/>
                    <a:pt x="328" y="606"/>
                  </a:cubicBezTo>
                  <a:cubicBezTo>
                    <a:pt x="328" y="601"/>
                    <a:pt x="328" y="601"/>
                    <a:pt x="328" y="601"/>
                  </a:cubicBezTo>
                  <a:cubicBezTo>
                    <a:pt x="334" y="602"/>
                    <a:pt x="335" y="603"/>
                    <a:pt x="337" y="604"/>
                  </a:cubicBezTo>
                  <a:close/>
                  <a:moveTo>
                    <a:pt x="337" y="627"/>
                  </a:moveTo>
                  <a:cubicBezTo>
                    <a:pt x="337" y="632"/>
                    <a:pt x="337" y="632"/>
                    <a:pt x="337" y="632"/>
                  </a:cubicBezTo>
                  <a:cubicBezTo>
                    <a:pt x="334" y="632"/>
                    <a:pt x="330" y="630"/>
                    <a:pt x="328" y="628"/>
                  </a:cubicBezTo>
                  <a:cubicBezTo>
                    <a:pt x="328" y="619"/>
                    <a:pt x="328" y="619"/>
                    <a:pt x="328" y="619"/>
                  </a:cubicBezTo>
                  <a:cubicBezTo>
                    <a:pt x="329" y="622"/>
                    <a:pt x="332" y="624"/>
                    <a:pt x="337" y="627"/>
                  </a:cubicBezTo>
                  <a:close/>
                  <a:moveTo>
                    <a:pt x="337" y="666"/>
                  </a:moveTo>
                  <a:cubicBezTo>
                    <a:pt x="337" y="708"/>
                    <a:pt x="337" y="708"/>
                    <a:pt x="337" y="708"/>
                  </a:cubicBezTo>
                  <a:cubicBezTo>
                    <a:pt x="334" y="707"/>
                    <a:pt x="331" y="706"/>
                    <a:pt x="328" y="705"/>
                  </a:cubicBezTo>
                  <a:cubicBezTo>
                    <a:pt x="328" y="704"/>
                    <a:pt x="328" y="704"/>
                    <a:pt x="328" y="704"/>
                  </a:cubicBezTo>
                  <a:cubicBezTo>
                    <a:pt x="329" y="695"/>
                    <a:pt x="331" y="686"/>
                    <a:pt x="332" y="677"/>
                  </a:cubicBezTo>
                  <a:cubicBezTo>
                    <a:pt x="331" y="678"/>
                    <a:pt x="329" y="679"/>
                    <a:pt x="328" y="679"/>
                  </a:cubicBezTo>
                  <a:cubicBezTo>
                    <a:pt x="328" y="669"/>
                    <a:pt x="328" y="669"/>
                    <a:pt x="328" y="669"/>
                  </a:cubicBezTo>
                  <a:cubicBezTo>
                    <a:pt x="331" y="668"/>
                    <a:pt x="334" y="667"/>
                    <a:pt x="337" y="666"/>
                  </a:cubicBezTo>
                  <a:close/>
                  <a:moveTo>
                    <a:pt x="337" y="745"/>
                  </a:moveTo>
                  <a:cubicBezTo>
                    <a:pt x="337" y="753"/>
                    <a:pt x="337" y="753"/>
                    <a:pt x="337" y="753"/>
                  </a:cubicBezTo>
                  <a:cubicBezTo>
                    <a:pt x="336" y="753"/>
                    <a:pt x="336" y="753"/>
                    <a:pt x="336" y="753"/>
                  </a:cubicBezTo>
                  <a:cubicBezTo>
                    <a:pt x="336" y="753"/>
                    <a:pt x="337" y="754"/>
                    <a:pt x="337" y="755"/>
                  </a:cubicBezTo>
                  <a:cubicBezTo>
                    <a:pt x="337" y="778"/>
                    <a:pt x="337" y="778"/>
                    <a:pt x="337" y="778"/>
                  </a:cubicBezTo>
                  <a:cubicBezTo>
                    <a:pt x="333" y="768"/>
                    <a:pt x="331" y="762"/>
                    <a:pt x="328" y="757"/>
                  </a:cubicBezTo>
                  <a:cubicBezTo>
                    <a:pt x="328" y="743"/>
                    <a:pt x="328" y="743"/>
                    <a:pt x="328" y="743"/>
                  </a:cubicBezTo>
                  <a:cubicBezTo>
                    <a:pt x="328" y="744"/>
                    <a:pt x="328" y="744"/>
                    <a:pt x="329" y="744"/>
                  </a:cubicBezTo>
                  <a:cubicBezTo>
                    <a:pt x="332" y="744"/>
                    <a:pt x="334" y="744"/>
                    <a:pt x="337" y="745"/>
                  </a:cubicBezTo>
                  <a:close/>
                  <a:moveTo>
                    <a:pt x="321" y="8"/>
                  </a:moveTo>
                  <a:cubicBezTo>
                    <a:pt x="323" y="8"/>
                    <a:pt x="326" y="7"/>
                    <a:pt x="328" y="7"/>
                  </a:cubicBezTo>
                  <a:cubicBezTo>
                    <a:pt x="328" y="14"/>
                    <a:pt x="328" y="14"/>
                    <a:pt x="328" y="14"/>
                  </a:cubicBezTo>
                  <a:cubicBezTo>
                    <a:pt x="326" y="14"/>
                    <a:pt x="324" y="15"/>
                    <a:pt x="321" y="15"/>
                  </a:cubicBezTo>
                  <a:cubicBezTo>
                    <a:pt x="321" y="8"/>
                    <a:pt x="321" y="8"/>
                    <a:pt x="321" y="8"/>
                  </a:cubicBezTo>
                  <a:close/>
                  <a:moveTo>
                    <a:pt x="328" y="788"/>
                  </a:moveTo>
                  <a:cubicBezTo>
                    <a:pt x="326" y="787"/>
                    <a:pt x="323" y="787"/>
                    <a:pt x="321" y="787"/>
                  </a:cubicBezTo>
                  <a:cubicBezTo>
                    <a:pt x="321" y="778"/>
                    <a:pt x="321" y="778"/>
                    <a:pt x="321" y="778"/>
                  </a:cubicBezTo>
                  <a:cubicBezTo>
                    <a:pt x="323" y="779"/>
                    <a:pt x="325" y="780"/>
                    <a:pt x="328" y="781"/>
                  </a:cubicBezTo>
                  <a:cubicBezTo>
                    <a:pt x="328" y="781"/>
                    <a:pt x="328" y="781"/>
                    <a:pt x="328" y="781"/>
                  </a:cubicBezTo>
                  <a:cubicBezTo>
                    <a:pt x="328" y="788"/>
                    <a:pt x="328" y="788"/>
                    <a:pt x="328" y="788"/>
                  </a:cubicBezTo>
                  <a:close/>
                  <a:moveTo>
                    <a:pt x="328" y="26"/>
                  </a:moveTo>
                  <a:cubicBezTo>
                    <a:pt x="328" y="38"/>
                    <a:pt x="328" y="38"/>
                    <a:pt x="328" y="38"/>
                  </a:cubicBezTo>
                  <a:cubicBezTo>
                    <a:pt x="325" y="35"/>
                    <a:pt x="323" y="33"/>
                    <a:pt x="321" y="31"/>
                  </a:cubicBezTo>
                  <a:cubicBezTo>
                    <a:pt x="321" y="18"/>
                    <a:pt x="321" y="18"/>
                    <a:pt x="321" y="18"/>
                  </a:cubicBezTo>
                  <a:cubicBezTo>
                    <a:pt x="323" y="20"/>
                    <a:pt x="325" y="24"/>
                    <a:pt x="328" y="26"/>
                  </a:cubicBezTo>
                  <a:close/>
                  <a:moveTo>
                    <a:pt x="328" y="45"/>
                  </a:moveTo>
                  <a:cubicBezTo>
                    <a:pt x="328" y="53"/>
                    <a:pt x="328" y="53"/>
                    <a:pt x="328" y="53"/>
                  </a:cubicBezTo>
                  <a:cubicBezTo>
                    <a:pt x="326" y="53"/>
                    <a:pt x="323" y="54"/>
                    <a:pt x="321" y="55"/>
                  </a:cubicBezTo>
                  <a:cubicBezTo>
                    <a:pt x="321" y="46"/>
                    <a:pt x="321" y="46"/>
                    <a:pt x="321" y="46"/>
                  </a:cubicBezTo>
                  <a:cubicBezTo>
                    <a:pt x="323" y="46"/>
                    <a:pt x="326" y="45"/>
                    <a:pt x="328" y="45"/>
                  </a:cubicBezTo>
                  <a:close/>
                  <a:moveTo>
                    <a:pt x="328" y="87"/>
                  </a:moveTo>
                  <a:cubicBezTo>
                    <a:pt x="328" y="103"/>
                    <a:pt x="328" y="103"/>
                    <a:pt x="328" y="103"/>
                  </a:cubicBezTo>
                  <a:cubicBezTo>
                    <a:pt x="326" y="104"/>
                    <a:pt x="323" y="104"/>
                    <a:pt x="321" y="105"/>
                  </a:cubicBezTo>
                  <a:cubicBezTo>
                    <a:pt x="321" y="89"/>
                    <a:pt x="321" y="89"/>
                    <a:pt x="321" y="89"/>
                  </a:cubicBezTo>
                  <a:cubicBezTo>
                    <a:pt x="323" y="88"/>
                    <a:pt x="325" y="88"/>
                    <a:pt x="328" y="87"/>
                  </a:cubicBezTo>
                  <a:close/>
                  <a:moveTo>
                    <a:pt x="328" y="113"/>
                  </a:moveTo>
                  <a:cubicBezTo>
                    <a:pt x="328" y="129"/>
                    <a:pt x="328" y="129"/>
                    <a:pt x="328" y="129"/>
                  </a:cubicBezTo>
                  <a:cubicBezTo>
                    <a:pt x="325" y="128"/>
                    <a:pt x="323" y="127"/>
                    <a:pt x="321" y="126"/>
                  </a:cubicBezTo>
                  <a:cubicBezTo>
                    <a:pt x="321" y="111"/>
                    <a:pt x="321" y="111"/>
                    <a:pt x="321" y="111"/>
                  </a:cubicBezTo>
                  <a:cubicBezTo>
                    <a:pt x="323" y="112"/>
                    <a:pt x="326" y="113"/>
                    <a:pt x="328" y="113"/>
                  </a:cubicBezTo>
                  <a:close/>
                  <a:moveTo>
                    <a:pt x="328" y="175"/>
                  </a:moveTo>
                  <a:cubicBezTo>
                    <a:pt x="328" y="185"/>
                    <a:pt x="328" y="185"/>
                    <a:pt x="328" y="185"/>
                  </a:cubicBezTo>
                  <a:cubicBezTo>
                    <a:pt x="326" y="183"/>
                    <a:pt x="324" y="182"/>
                    <a:pt x="321" y="183"/>
                  </a:cubicBezTo>
                  <a:cubicBezTo>
                    <a:pt x="321" y="177"/>
                    <a:pt x="321" y="177"/>
                    <a:pt x="321" y="177"/>
                  </a:cubicBezTo>
                  <a:cubicBezTo>
                    <a:pt x="323" y="176"/>
                    <a:pt x="326" y="176"/>
                    <a:pt x="328" y="175"/>
                  </a:cubicBezTo>
                  <a:close/>
                  <a:moveTo>
                    <a:pt x="328" y="197"/>
                  </a:moveTo>
                  <a:cubicBezTo>
                    <a:pt x="328" y="203"/>
                    <a:pt x="328" y="203"/>
                    <a:pt x="328" y="203"/>
                  </a:cubicBezTo>
                  <a:cubicBezTo>
                    <a:pt x="326" y="204"/>
                    <a:pt x="323" y="205"/>
                    <a:pt x="321" y="205"/>
                  </a:cubicBezTo>
                  <a:cubicBezTo>
                    <a:pt x="321" y="200"/>
                    <a:pt x="321" y="200"/>
                    <a:pt x="321" y="200"/>
                  </a:cubicBezTo>
                  <a:cubicBezTo>
                    <a:pt x="321" y="200"/>
                    <a:pt x="321" y="200"/>
                    <a:pt x="321" y="200"/>
                  </a:cubicBezTo>
                  <a:cubicBezTo>
                    <a:pt x="321" y="200"/>
                    <a:pt x="321" y="200"/>
                    <a:pt x="321" y="200"/>
                  </a:cubicBezTo>
                  <a:cubicBezTo>
                    <a:pt x="321" y="193"/>
                    <a:pt x="321" y="193"/>
                    <a:pt x="321" y="193"/>
                  </a:cubicBezTo>
                  <a:cubicBezTo>
                    <a:pt x="326" y="197"/>
                    <a:pt x="326" y="197"/>
                    <a:pt x="326" y="197"/>
                  </a:cubicBezTo>
                  <a:cubicBezTo>
                    <a:pt x="328" y="197"/>
                    <a:pt x="328" y="197"/>
                    <a:pt x="328" y="197"/>
                  </a:cubicBezTo>
                  <a:close/>
                  <a:moveTo>
                    <a:pt x="328" y="216"/>
                  </a:moveTo>
                  <a:cubicBezTo>
                    <a:pt x="328" y="239"/>
                    <a:pt x="328" y="239"/>
                    <a:pt x="328" y="239"/>
                  </a:cubicBezTo>
                  <a:cubicBezTo>
                    <a:pt x="327" y="240"/>
                    <a:pt x="326" y="241"/>
                    <a:pt x="325" y="243"/>
                  </a:cubicBezTo>
                  <a:cubicBezTo>
                    <a:pt x="326" y="243"/>
                    <a:pt x="327" y="242"/>
                    <a:pt x="328" y="242"/>
                  </a:cubicBezTo>
                  <a:cubicBezTo>
                    <a:pt x="328" y="260"/>
                    <a:pt x="328" y="260"/>
                    <a:pt x="328" y="260"/>
                  </a:cubicBezTo>
                  <a:cubicBezTo>
                    <a:pt x="325" y="259"/>
                    <a:pt x="323" y="257"/>
                    <a:pt x="321" y="255"/>
                  </a:cubicBezTo>
                  <a:cubicBezTo>
                    <a:pt x="321" y="219"/>
                    <a:pt x="321" y="219"/>
                    <a:pt x="321" y="219"/>
                  </a:cubicBezTo>
                  <a:cubicBezTo>
                    <a:pt x="323" y="218"/>
                    <a:pt x="326" y="217"/>
                    <a:pt x="328" y="216"/>
                  </a:cubicBezTo>
                  <a:close/>
                  <a:moveTo>
                    <a:pt x="328" y="316"/>
                  </a:moveTo>
                  <a:cubicBezTo>
                    <a:pt x="328" y="326"/>
                    <a:pt x="328" y="326"/>
                    <a:pt x="328" y="326"/>
                  </a:cubicBezTo>
                  <a:cubicBezTo>
                    <a:pt x="326" y="326"/>
                    <a:pt x="324" y="327"/>
                    <a:pt x="321" y="329"/>
                  </a:cubicBezTo>
                  <a:cubicBezTo>
                    <a:pt x="321" y="325"/>
                    <a:pt x="321" y="325"/>
                    <a:pt x="321" y="325"/>
                  </a:cubicBezTo>
                  <a:cubicBezTo>
                    <a:pt x="324" y="322"/>
                    <a:pt x="325" y="319"/>
                    <a:pt x="321" y="314"/>
                  </a:cubicBezTo>
                  <a:cubicBezTo>
                    <a:pt x="321" y="310"/>
                    <a:pt x="321" y="310"/>
                    <a:pt x="321" y="310"/>
                  </a:cubicBezTo>
                  <a:cubicBezTo>
                    <a:pt x="323" y="312"/>
                    <a:pt x="326" y="314"/>
                    <a:pt x="328" y="316"/>
                  </a:cubicBezTo>
                  <a:close/>
                  <a:moveTo>
                    <a:pt x="328" y="332"/>
                  </a:moveTo>
                  <a:cubicBezTo>
                    <a:pt x="328" y="337"/>
                    <a:pt x="328" y="337"/>
                    <a:pt x="328" y="337"/>
                  </a:cubicBezTo>
                  <a:cubicBezTo>
                    <a:pt x="328" y="337"/>
                    <a:pt x="328" y="336"/>
                    <a:pt x="328" y="336"/>
                  </a:cubicBezTo>
                  <a:cubicBezTo>
                    <a:pt x="325" y="336"/>
                    <a:pt x="323" y="335"/>
                    <a:pt x="321" y="335"/>
                  </a:cubicBezTo>
                  <a:cubicBezTo>
                    <a:pt x="321" y="331"/>
                    <a:pt x="321" y="331"/>
                    <a:pt x="321" y="331"/>
                  </a:cubicBezTo>
                  <a:cubicBezTo>
                    <a:pt x="323" y="332"/>
                    <a:pt x="324" y="332"/>
                    <a:pt x="325" y="332"/>
                  </a:cubicBezTo>
                  <a:cubicBezTo>
                    <a:pt x="326" y="332"/>
                    <a:pt x="327" y="332"/>
                    <a:pt x="328" y="332"/>
                  </a:cubicBezTo>
                  <a:close/>
                  <a:moveTo>
                    <a:pt x="328" y="338"/>
                  </a:moveTo>
                  <a:cubicBezTo>
                    <a:pt x="328" y="344"/>
                    <a:pt x="328" y="344"/>
                    <a:pt x="328" y="344"/>
                  </a:cubicBezTo>
                  <a:cubicBezTo>
                    <a:pt x="326" y="346"/>
                    <a:pt x="325" y="348"/>
                    <a:pt x="323" y="350"/>
                  </a:cubicBezTo>
                  <a:cubicBezTo>
                    <a:pt x="323" y="351"/>
                    <a:pt x="322" y="351"/>
                    <a:pt x="321" y="352"/>
                  </a:cubicBezTo>
                  <a:cubicBezTo>
                    <a:pt x="321" y="341"/>
                    <a:pt x="321" y="341"/>
                    <a:pt x="321" y="341"/>
                  </a:cubicBezTo>
                  <a:cubicBezTo>
                    <a:pt x="324" y="341"/>
                    <a:pt x="325" y="340"/>
                    <a:pt x="328" y="338"/>
                  </a:cubicBezTo>
                  <a:close/>
                  <a:moveTo>
                    <a:pt x="328" y="378"/>
                  </a:moveTo>
                  <a:cubicBezTo>
                    <a:pt x="328" y="380"/>
                    <a:pt x="328" y="380"/>
                    <a:pt x="328" y="380"/>
                  </a:cubicBezTo>
                  <a:cubicBezTo>
                    <a:pt x="325" y="379"/>
                    <a:pt x="325" y="379"/>
                    <a:pt x="325" y="379"/>
                  </a:cubicBezTo>
                  <a:cubicBezTo>
                    <a:pt x="328" y="378"/>
                    <a:pt x="328" y="378"/>
                    <a:pt x="328" y="378"/>
                  </a:cubicBezTo>
                  <a:close/>
                  <a:moveTo>
                    <a:pt x="328" y="461"/>
                  </a:moveTo>
                  <a:cubicBezTo>
                    <a:pt x="328" y="466"/>
                    <a:pt x="328" y="466"/>
                    <a:pt x="328" y="466"/>
                  </a:cubicBezTo>
                  <a:cubicBezTo>
                    <a:pt x="326" y="466"/>
                    <a:pt x="326" y="466"/>
                    <a:pt x="326" y="466"/>
                  </a:cubicBezTo>
                  <a:cubicBezTo>
                    <a:pt x="325" y="474"/>
                    <a:pt x="324" y="476"/>
                    <a:pt x="328" y="482"/>
                  </a:cubicBezTo>
                  <a:cubicBezTo>
                    <a:pt x="328" y="489"/>
                    <a:pt x="328" y="489"/>
                    <a:pt x="328" y="489"/>
                  </a:cubicBezTo>
                  <a:cubicBezTo>
                    <a:pt x="325" y="490"/>
                    <a:pt x="323" y="491"/>
                    <a:pt x="321" y="493"/>
                  </a:cubicBezTo>
                  <a:cubicBezTo>
                    <a:pt x="321" y="485"/>
                    <a:pt x="321" y="485"/>
                    <a:pt x="321" y="485"/>
                  </a:cubicBezTo>
                  <a:cubicBezTo>
                    <a:pt x="323" y="484"/>
                    <a:pt x="324" y="484"/>
                    <a:pt x="325" y="484"/>
                  </a:cubicBezTo>
                  <a:cubicBezTo>
                    <a:pt x="324" y="483"/>
                    <a:pt x="323" y="482"/>
                    <a:pt x="321" y="480"/>
                  </a:cubicBezTo>
                  <a:cubicBezTo>
                    <a:pt x="321" y="468"/>
                    <a:pt x="321" y="468"/>
                    <a:pt x="321" y="468"/>
                  </a:cubicBezTo>
                  <a:cubicBezTo>
                    <a:pt x="322" y="465"/>
                    <a:pt x="323" y="462"/>
                    <a:pt x="321" y="459"/>
                  </a:cubicBezTo>
                  <a:cubicBezTo>
                    <a:pt x="321" y="452"/>
                    <a:pt x="321" y="452"/>
                    <a:pt x="321" y="452"/>
                  </a:cubicBezTo>
                  <a:cubicBezTo>
                    <a:pt x="323" y="455"/>
                    <a:pt x="325" y="458"/>
                    <a:pt x="328" y="461"/>
                  </a:cubicBezTo>
                  <a:close/>
                  <a:moveTo>
                    <a:pt x="328" y="511"/>
                  </a:moveTo>
                  <a:cubicBezTo>
                    <a:pt x="328" y="520"/>
                    <a:pt x="328" y="520"/>
                    <a:pt x="328" y="520"/>
                  </a:cubicBezTo>
                  <a:cubicBezTo>
                    <a:pt x="325" y="522"/>
                    <a:pt x="323" y="523"/>
                    <a:pt x="321" y="524"/>
                  </a:cubicBezTo>
                  <a:cubicBezTo>
                    <a:pt x="321" y="514"/>
                    <a:pt x="321" y="514"/>
                    <a:pt x="321" y="514"/>
                  </a:cubicBezTo>
                  <a:cubicBezTo>
                    <a:pt x="323" y="513"/>
                    <a:pt x="326" y="512"/>
                    <a:pt x="328" y="511"/>
                  </a:cubicBezTo>
                  <a:close/>
                  <a:moveTo>
                    <a:pt x="328" y="530"/>
                  </a:moveTo>
                  <a:cubicBezTo>
                    <a:pt x="328" y="539"/>
                    <a:pt x="328" y="539"/>
                    <a:pt x="328" y="539"/>
                  </a:cubicBezTo>
                  <a:cubicBezTo>
                    <a:pt x="325" y="541"/>
                    <a:pt x="323" y="544"/>
                    <a:pt x="322" y="547"/>
                  </a:cubicBezTo>
                  <a:cubicBezTo>
                    <a:pt x="324" y="547"/>
                    <a:pt x="325" y="547"/>
                    <a:pt x="326" y="547"/>
                  </a:cubicBezTo>
                  <a:cubicBezTo>
                    <a:pt x="327" y="546"/>
                    <a:pt x="327" y="546"/>
                    <a:pt x="328" y="545"/>
                  </a:cubicBezTo>
                  <a:cubicBezTo>
                    <a:pt x="328" y="577"/>
                    <a:pt x="328" y="577"/>
                    <a:pt x="328" y="577"/>
                  </a:cubicBezTo>
                  <a:cubicBezTo>
                    <a:pt x="326" y="581"/>
                    <a:pt x="324" y="584"/>
                    <a:pt x="323" y="588"/>
                  </a:cubicBezTo>
                  <a:cubicBezTo>
                    <a:pt x="321" y="588"/>
                    <a:pt x="321" y="588"/>
                    <a:pt x="321" y="588"/>
                  </a:cubicBezTo>
                  <a:cubicBezTo>
                    <a:pt x="321" y="571"/>
                    <a:pt x="321" y="571"/>
                    <a:pt x="321" y="571"/>
                  </a:cubicBezTo>
                  <a:cubicBezTo>
                    <a:pt x="323" y="568"/>
                    <a:pt x="325" y="566"/>
                    <a:pt x="325" y="562"/>
                  </a:cubicBezTo>
                  <a:cubicBezTo>
                    <a:pt x="324" y="561"/>
                    <a:pt x="323" y="560"/>
                    <a:pt x="321" y="559"/>
                  </a:cubicBezTo>
                  <a:cubicBezTo>
                    <a:pt x="321" y="536"/>
                    <a:pt x="321" y="536"/>
                    <a:pt x="321" y="536"/>
                  </a:cubicBezTo>
                  <a:cubicBezTo>
                    <a:pt x="323" y="534"/>
                    <a:pt x="326" y="532"/>
                    <a:pt x="328" y="530"/>
                  </a:cubicBezTo>
                  <a:close/>
                  <a:moveTo>
                    <a:pt x="328" y="601"/>
                  </a:moveTo>
                  <a:cubicBezTo>
                    <a:pt x="328" y="606"/>
                    <a:pt x="328" y="606"/>
                    <a:pt x="328" y="606"/>
                  </a:cubicBezTo>
                  <a:cubicBezTo>
                    <a:pt x="327" y="606"/>
                    <a:pt x="326" y="605"/>
                    <a:pt x="325" y="605"/>
                  </a:cubicBezTo>
                  <a:cubicBezTo>
                    <a:pt x="326" y="612"/>
                    <a:pt x="326" y="616"/>
                    <a:pt x="328" y="619"/>
                  </a:cubicBezTo>
                  <a:cubicBezTo>
                    <a:pt x="328" y="628"/>
                    <a:pt x="328" y="628"/>
                    <a:pt x="328" y="628"/>
                  </a:cubicBezTo>
                  <a:cubicBezTo>
                    <a:pt x="328" y="628"/>
                    <a:pt x="328" y="628"/>
                    <a:pt x="328" y="628"/>
                  </a:cubicBezTo>
                  <a:cubicBezTo>
                    <a:pt x="325" y="628"/>
                    <a:pt x="323" y="627"/>
                    <a:pt x="321" y="627"/>
                  </a:cubicBezTo>
                  <a:cubicBezTo>
                    <a:pt x="321" y="622"/>
                    <a:pt x="321" y="622"/>
                    <a:pt x="321" y="622"/>
                  </a:cubicBezTo>
                  <a:cubicBezTo>
                    <a:pt x="321" y="622"/>
                    <a:pt x="321" y="622"/>
                    <a:pt x="321" y="622"/>
                  </a:cubicBezTo>
                  <a:cubicBezTo>
                    <a:pt x="321" y="621"/>
                    <a:pt x="321" y="621"/>
                    <a:pt x="321" y="621"/>
                  </a:cubicBezTo>
                  <a:cubicBezTo>
                    <a:pt x="321" y="599"/>
                    <a:pt x="321" y="599"/>
                    <a:pt x="321" y="599"/>
                  </a:cubicBezTo>
                  <a:cubicBezTo>
                    <a:pt x="324" y="600"/>
                    <a:pt x="326" y="600"/>
                    <a:pt x="328" y="601"/>
                  </a:cubicBezTo>
                  <a:close/>
                  <a:moveTo>
                    <a:pt x="328" y="669"/>
                  </a:moveTo>
                  <a:cubicBezTo>
                    <a:pt x="328" y="679"/>
                    <a:pt x="328" y="679"/>
                    <a:pt x="328" y="679"/>
                  </a:cubicBezTo>
                  <a:cubicBezTo>
                    <a:pt x="327" y="680"/>
                    <a:pt x="327" y="680"/>
                    <a:pt x="326" y="680"/>
                  </a:cubicBezTo>
                  <a:cubicBezTo>
                    <a:pt x="325" y="677"/>
                    <a:pt x="323" y="675"/>
                    <a:pt x="322" y="672"/>
                  </a:cubicBezTo>
                  <a:cubicBezTo>
                    <a:pt x="324" y="671"/>
                    <a:pt x="326" y="670"/>
                    <a:pt x="328" y="669"/>
                  </a:cubicBezTo>
                  <a:close/>
                  <a:moveTo>
                    <a:pt x="328" y="704"/>
                  </a:moveTo>
                  <a:cubicBezTo>
                    <a:pt x="328" y="705"/>
                    <a:pt x="328" y="705"/>
                    <a:pt x="328" y="705"/>
                  </a:cubicBezTo>
                  <a:cubicBezTo>
                    <a:pt x="328" y="705"/>
                    <a:pt x="328" y="705"/>
                    <a:pt x="328" y="705"/>
                  </a:cubicBezTo>
                  <a:cubicBezTo>
                    <a:pt x="328" y="704"/>
                    <a:pt x="328" y="704"/>
                    <a:pt x="328" y="704"/>
                  </a:cubicBezTo>
                  <a:close/>
                  <a:moveTo>
                    <a:pt x="328" y="743"/>
                  </a:moveTo>
                  <a:cubicBezTo>
                    <a:pt x="328" y="757"/>
                    <a:pt x="328" y="757"/>
                    <a:pt x="328" y="757"/>
                  </a:cubicBezTo>
                  <a:cubicBezTo>
                    <a:pt x="326" y="754"/>
                    <a:pt x="324" y="752"/>
                    <a:pt x="321" y="750"/>
                  </a:cubicBezTo>
                  <a:cubicBezTo>
                    <a:pt x="321" y="740"/>
                    <a:pt x="321" y="740"/>
                    <a:pt x="321" y="740"/>
                  </a:cubicBezTo>
                  <a:cubicBezTo>
                    <a:pt x="324" y="741"/>
                    <a:pt x="326" y="742"/>
                    <a:pt x="328" y="743"/>
                  </a:cubicBezTo>
                  <a:close/>
                  <a:moveTo>
                    <a:pt x="321" y="296"/>
                  </a:moveTo>
                  <a:cubicBezTo>
                    <a:pt x="321" y="269"/>
                    <a:pt x="321" y="269"/>
                    <a:pt x="321" y="269"/>
                  </a:cubicBezTo>
                  <a:cubicBezTo>
                    <a:pt x="325" y="278"/>
                    <a:pt x="328" y="291"/>
                    <a:pt x="321" y="296"/>
                  </a:cubicBezTo>
                  <a:close/>
                  <a:moveTo>
                    <a:pt x="315" y="10"/>
                  </a:moveTo>
                  <a:cubicBezTo>
                    <a:pt x="317" y="9"/>
                    <a:pt x="319" y="9"/>
                    <a:pt x="321" y="8"/>
                  </a:cubicBezTo>
                  <a:cubicBezTo>
                    <a:pt x="321" y="15"/>
                    <a:pt x="321" y="15"/>
                    <a:pt x="321" y="15"/>
                  </a:cubicBezTo>
                  <a:cubicBezTo>
                    <a:pt x="321" y="16"/>
                    <a:pt x="321" y="16"/>
                    <a:pt x="320" y="16"/>
                  </a:cubicBezTo>
                  <a:cubicBezTo>
                    <a:pt x="321" y="16"/>
                    <a:pt x="321" y="17"/>
                    <a:pt x="321" y="18"/>
                  </a:cubicBezTo>
                  <a:cubicBezTo>
                    <a:pt x="321" y="31"/>
                    <a:pt x="321" y="31"/>
                    <a:pt x="321" y="31"/>
                  </a:cubicBezTo>
                  <a:cubicBezTo>
                    <a:pt x="319" y="29"/>
                    <a:pt x="317" y="27"/>
                    <a:pt x="315" y="25"/>
                  </a:cubicBezTo>
                  <a:cubicBezTo>
                    <a:pt x="315" y="10"/>
                    <a:pt x="315" y="10"/>
                    <a:pt x="315" y="10"/>
                  </a:cubicBezTo>
                  <a:close/>
                  <a:moveTo>
                    <a:pt x="321" y="787"/>
                  </a:moveTo>
                  <a:cubicBezTo>
                    <a:pt x="319" y="787"/>
                    <a:pt x="317" y="786"/>
                    <a:pt x="315" y="786"/>
                  </a:cubicBezTo>
                  <a:cubicBezTo>
                    <a:pt x="315" y="772"/>
                    <a:pt x="315" y="772"/>
                    <a:pt x="315" y="772"/>
                  </a:cubicBezTo>
                  <a:cubicBezTo>
                    <a:pt x="316" y="774"/>
                    <a:pt x="319" y="776"/>
                    <a:pt x="321" y="778"/>
                  </a:cubicBezTo>
                  <a:cubicBezTo>
                    <a:pt x="321" y="787"/>
                    <a:pt x="321" y="787"/>
                    <a:pt x="321" y="787"/>
                  </a:cubicBezTo>
                  <a:close/>
                  <a:moveTo>
                    <a:pt x="321" y="46"/>
                  </a:moveTo>
                  <a:cubicBezTo>
                    <a:pt x="321" y="55"/>
                    <a:pt x="321" y="55"/>
                    <a:pt x="321" y="55"/>
                  </a:cubicBezTo>
                  <a:cubicBezTo>
                    <a:pt x="320" y="55"/>
                    <a:pt x="320" y="55"/>
                    <a:pt x="320" y="55"/>
                  </a:cubicBezTo>
                  <a:cubicBezTo>
                    <a:pt x="315" y="55"/>
                    <a:pt x="315" y="55"/>
                    <a:pt x="315" y="55"/>
                  </a:cubicBezTo>
                  <a:cubicBezTo>
                    <a:pt x="315" y="47"/>
                    <a:pt x="315" y="47"/>
                    <a:pt x="315" y="47"/>
                  </a:cubicBezTo>
                  <a:cubicBezTo>
                    <a:pt x="317" y="47"/>
                    <a:pt x="319" y="47"/>
                    <a:pt x="321" y="46"/>
                  </a:cubicBezTo>
                  <a:close/>
                  <a:moveTo>
                    <a:pt x="321" y="89"/>
                  </a:moveTo>
                  <a:cubicBezTo>
                    <a:pt x="321" y="105"/>
                    <a:pt x="321" y="105"/>
                    <a:pt x="321" y="105"/>
                  </a:cubicBezTo>
                  <a:cubicBezTo>
                    <a:pt x="318" y="106"/>
                    <a:pt x="318" y="106"/>
                    <a:pt x="318" y="106"/>
                  </a:cubicBezTo>
                  <a:cubicBezTo>
                    <a:pt x="317" y="107"/>
                    <a:pt x="317" y="108"/>
                    <a:pt x="317" y="110"/>
                  </a:cubicBezTo>
                  <a:cubicBezTo>
                    <a:pt x="319" y="110"/>
                    <a:pt x="320" y="111"/>
                    <a:pt x="321" y="111"/>
                  </a:cubicBezTo>
                  <a:cubicBezTo>
                    <a:pt x="321" y="126"/>
                    <a:pt x="321" y="126"/>
                    <a:pt x="321" y="126"/>
                  </a:cubicBezTo>
                  <a:cubicBezTo>
                    <a:pt x="319" y="124"/>
                    <a:pt x="317" y="123"/>
                    <a:pt x="315" y="123"/>
                  </a:cubicBezTo>
                  <a:cubicBezTo>
                    <a:pt x="315" y="92"/>
                    <a:pt x="315" y="92"/>
                    <a:pt x="315" y="92"/>
                  </a:cubicBezTo>
                  <a:cubicBezTo>
                    <a:pt x="317" y="91"/>
                    <a:pt x="319" y="90"/>
                    <a:pt x="321" y="89"/>
                  </a:cubicBezTo>
                  <a:close/>
                  <a:moveTo>
                    <a:pt x="321" y="177"/>
                  </a:moveTo>
                  <a:cubicBezTo>
                    <a:pt x="321" y="183"/>
                    <a:pt x="321" y="183"/>
                    <a:pt x="321" y="183"/>
                  </a:cubicBezTo>
                  <a:cubicBezTo>
                    <a:pt x="320" y="183"/>
                    <a:pt x="317" y="183"/>
                    <a:pt x="315" y="185"/>
                  </a:cubicBezTo>
                  <a:cubicBezTo>
                    <a:pt x="315" y="179"/>
                    <a:pt x="315" y="179"/>
                    <a:pt x="315" y="179"/>
                  </a:cubicBezTo>
                  <a:cubicBezTo>
                    <a:pt x="321" y="177"/>
                    <a:pt x="321" y="177"/>
                    <a:pt x="321" y="177"/>
                  </a:cubicBezTo>
                  <a:close/>
                  <a:moveTo>
                    <a:pt x="321" y="193"/>
                  </a:moveTo>
                  <a:cubicBezTo>
                    <a:pt x="321" y="200"/>
                    <a:pt x="321" y="200"/>
                    <a:pt x="321" y="200"/>
                  </a:cubicBezTo>
                  <a:cubicBezTo>
                    <a:pt x="319" y="198"/>
                    <a:pt x="317" y="196"/>
                    <a:pt x="315" y="195"/>
                  </a:cubicBezTo>
                  <a:cubicBezTo>
                    <a:pt x="315" y="188"/>
                    <a:pt x="315" y="188"/>
                    <a:pt x="315" y="188"/>
                  </a:cubicBezTo>
                  <a:cubicBezTo>
                    <a:pt x="317" y="190"/>
                    <a:pt x="319" y="191"/>
                    <a:pt x="321" y="193"/>
                  </a:cubicBezTo>
                  <a:close/>
                  <a:moveTo>
                    <a:pt x="321" y="200"/>
                  </a:moveTo>
                  <a:cubicBezTo>
                    <a:pt x="321" y="205"/>
                    <a:pt x="321" y="205"/>
                    <a:pt x="321" y="205"/>
                  </a:cubicBezTo>
                  <a:cubicBezTo>
                    <a:pt x="319" y="206"/>
                    <a:pt x="317" y="207"/>
                    <a:pt x="315" y="208"/>
                  </a:cubicBezTo>
                  <a:cubicBezTo>
                    <a:pt x="315" y="203"/>
                    <a:pt x="315" y="203"/>
                    <a:pt x="315" y="203"/>
                  </a:cubicBezTo>
                  <a:cubicBezTo>
                    <a:pt x="318" y="202"/>
                    <a:pt x="319" y="202"/>
                    <a:pt x="321" y="200"/>
                  </a:cubicBezTo>
                  <a:close/>
                  <a:moveTo>
                    <a:pt x="321" y="219"/>
                  </a:moveTo>
                  <a:cubicBezTo>
                    <a:pt x="321" y="255"/>
                    <a:pt x="321" y="255"/>
                    <a:pt x="321" y="255"/>
                  </a:cubicBezTo>
                  <a:cubicBezTo>
                    <a:pt x="318" y="252"/>
                    <a:pt x="316" y="246"/>
                    <a:pt x="316" y="239"/>
                  </a:cubicBezTo>
                  <a:cubicBezTo>
                    <a:pt x="320" y="235"/>
                    <a:pt x="320" y="235"/>
                    <a:pt x="319" y="234"/>
                  </a:cubicBezTo>
                  <a:cubicBezTo>
                    <a:pt x="317" y="234"/>
                    <a:pt x="316" y="234"/>
                    <a:pt x="315" y="235"/>
                  </a:cubicBezTo>
                  <a:cubicBezTo>
                    <a:pt x="315" y="223"/>
                    <a:pt x="315" y="223"/>
                    <a:pt x="315" y="223"/>
                  </a:cubicBezTo>
                  <a:cubicBezTo>
                    <a:pt x="317" y="222"/>
                    <a:pt x="319" y="220"/>
                    <a:pt x="321" y="219"/>
                  </a:cubicBezTo>
                  <a:close/>
                  <a:moveTo>
                    <a:pt x="321" y="269"/>
                  </a:moveTo>
                  <a:cubicBezTo>
                    <a:pt x="321" y="296"/>
                    <a:pt x="321" y="296"/>
                    <a:pt x="321" y="296"/>
                  </a:cubicBezTo>
                  <a:cubicBezTo>
                    <a:pt x="321" y="297"/>
                    <a:pt x="319" y="298"/>
                    <a:pt x="318" y="298"/>
                  </a:cubicBezTo>
                  <a:cubicBezTo>
                    <a:pt x="315" y="291"/>
                    <a:pt x="316" y="283"/>
                    <a:pt x="315" y="275"/>
                  </a:cubicBezTo>
                  <a:cubicBezTo>
                    <a:pt x="315" y="256"/>
                    <a:pt x="315" y="256"/>
                    <a:pt x="315" y="256"/>
                  </a:cubicBezTo>
                  <a:cubicBezTo>
                    <a:pt x="317" y="259"/>
                    <a:pt x="318" y="261"/>
                    <a:pt x="320" y="264"/>
                  </a:cubicBezTo>
                  <a:cubicBezTo>
                    <a:pt x="320" y="265"/>
                    <a:pt x="321" y="267"/>
                    <a:pt x="321" y="269"/>
                  </a:cubicBezTo>
                  <a:close/>
                  <a:moveTo>
                    <a:pt x="321" y="310"/>
                  </a:moveTo>
                  <a:cubicBezTo>
                    <a:pt x="321" y="314"/>
                    <a:pt x="321" y="314"/>
                    <a:pt x="321" y="314"/>
                  </a:cubicBezTo>
                  <a:cubicBezTo>
                    <a:pt x="321" y="314"/>
                    <a:pt x="321" y="314"/>
                    <a:pt x="321" y="313"/>
                  </a:cubicBezTo>
                  <a:cubicBezTo>
                    <a:pt x="319" y="318"/>
                    <a:pt x="316" y="321"/>
                    <a:pt x="315" y="325"/>
                  </a:cubicBezTo>
                  <a:cubicBezTo>
                    <a:pt x="315" y="317"/>
                    <a:pt x="315" y="317"/>
                    <a:pt x="315" y="317"/>
                  </a:cubicBezTo>
                  <a:cubicBezTo>
                    <a:pt x="316" y="314"/>
                    <a:pt x="317" y="312"/>
                    <a:pt x="315" y="308"/>
                  </a:cubicBezTo>
                  <a:cubicBezTo>
                    <a:pt x="315" y="302"/>
                    <a:pt x="315" y="302"/>
                    <a:pt x="315" y="302"/>
                  </a:cubicBezTo>
                  <a:cubicBezTo>
                    <a:pt x="317" y="305"/>
                    <a:pt x="319" y="307"/>
                    <a:pt x="321" y="310"/>
                  </a:cubicBezTo>
                  <a:close/>
                  <a:moveTo>
                    <a:pt x="321" y="325"/>
                  </a:moveTo>
                  <a:cubicBezTo>
                    <a:pt x="320" y="326"/>
                    <a:pt x="317" y="328"/>
                    <a:pt x="315" y="331"/>
                  </a:cubicBezTo>
                  <a:cubicBezTo>
                    <a:pt x="315" y="337"/>
                    <a:pt x="315" y="337"/>
                    <a:pt x="315" y="337"/>
                  </a:cubicBezTo>
                  <a:cubicBezTo>
                    <a:pt x="317" y="335"/>
                    <a:pt x="319" y="335"/>
                    <a:pt x="321" y="335"/>
                  </a:cubicBezTo>
                  <a:cubicBezTo>
                    <a:pt x="321" y="331"/>
                    <a:pt x="321" y="331"/>
                    <a:pt x="321" y="331"/>
                  </a:cubicBezTo>
                  <a:cubicBezTo>
                    <a:pt x="319" y="330"/>
                    <a:pt x="319" y="330"/>
                    <a:pt x="319" y="330"/>
                  </a:cubicBezTo>
                  <a:cubicBezTo>
                    <a:pt x="320" y="330"/>
                    <a:pt x="321" y="329"/>
                    <a:pt x="321" y="329"/>
                  </a:cubicBezTo>
                  <a:cubicBezTo>
                    <a:pt x="321" y="325"/>
                    <a:pt x="321" y="325"/>
                    <a:pt x="321" y="325"/>
                  </a:cubicBezTo>
                  <a:close/>
                  <a:moveTo>
                    <a:pt x="321" y="341"/>
                  </a:moveTo>
                  <a:cubicBezTo>
                    <a:pt x="321" y="352"/>
                    <a:pt x="321" y="352"/>
                    <a:pt x="321" y="352"/>
                  </a:cubicBezTo>
                  <a:cubicBezTo>
                    <a:pt x="319" y="355"/>
                    <a:pt x="317" y="359"/>
                    <a:pt x="315" y="362"/>
                  </a:cubicBezTo>
                  <a:cubicBezTo>
                    <a:pt x="315" y="351"/>
                    <a:pt x="315" y="351"/>
                    <a:pt x="315" y="351"/>
                  </a:cubicBezTo>
                  <a:cubicBezTo>
                    <a:pt x="317" y="350"/>
                    <a:pt x="319" y="349"/>
                    <a:pt x="321" y="346"/>
                  </a:cubicBezTo>
                  <a:cubicBezTo>
                    <a:pt x="315" y="346"/>
                    <a:pt x="315" y="346"/>
                    <a:pt x="315" y="346"/>
                  </a:cubicBezTo>
                  <a:cubicBezTo>
                    <a:pt x="315" y="341"/>
                    <a:pt x="315" y="341"/>
                    <a:pt x="315" y="341"/>
                  </a:cubicBezTo>
                  <a:cubicBezTo>
                    <a:pt x="316" y="342"/>
                    <a:pt x="316" y="342"/>
                    <a:pt x="316" y="342"/>
                  </a:cubicBezTo>
                  <a:cubicBezTo>
                    <a:pt x="318" y="341"/>
                    <a:pt x="320" y="341"/>
                    <a:pt x="321" y="341"/>
                  </a:cubicBezTo>
                  <a:close/>
                  <a:moveTo>
                    <a:pt x="321" y="452"/>
                  </a:moveTo>
                  <a:cubicBezTo>
                    <a:pt x="321" y="459"/>
                    <a:pt x="321" y="459"/>
                    <a:pt x="321" y="459"/>
                  </a:cubicBezTo>
                  <a:cubicBezTo>
                    <a:pt x="321" y="458"/>
                    <a:pt x="321" y="457"/>
                    <a:pt x="320" y="456"/>
                  </a:cubicBezTo>
                  <a:cubicBezTo>
                    <a:pt x="316" y="463"/>
                    <a:pt x="314" y="467"/>
                    <a:pt x="319" y="474"/>
                  </a:cubicBezTo>
                  <a:cubicBezTo>
                    <a:pt x="320" y="471"/>
                    <a:pt x="321" y="470"/>
                    <a:pt x="321" y="468"/>
                  </a:cubicBezTo>
                  <a:cubicBezTo>
                    <a:pt x="321" y="480"/>
                    <a:pt x="321" y="480"/>
                    <a:pt x="321" y="480"/>
                  </a:cubicBezTo>
                  <a:cubicBezTo>
                    <a:pt x="319" y="478"/>
                    <a:pt x="317" y="476"/>
                    <a:pt x="315" y="474"/>
                  </a:cubicBezTo>
                  <a:cubicBezTo>
                    <a:pt x="315" y="457"/>
                    <a:pt x="315" y="457"/>
                    <a:pt x="315" y="457"/>
                  </a:cubicBezTo>
                  <a:cubicBezTo>
                    <a:pt x="316" y="454"/>
                    <a:pt x="316" y="452"/>
                    <a:pt x="315" y="448"/>
                  </a:cubicBezTo>
                  <a:cubicBezTo>
                    <a:pt x="315" y="441"/>
                    <a:pt x="315" y="441"/>
                    <a:pt x="315" y="441"/>
                  </a:cubicBezTo>
                  <a:cubicBezTo>
                    <a:pt x="316" y="443"/>
                    <a:pt x="317" y="445"/>
                    <a:pt x="319" y="446"/>
                  </a:cubicBezTo>
                  <a:cubicBezTo>
                    <a:pt x="319" y="448"/>
                    <a:pt x="320" y="450"/>
                    <a:pt x="321" y="452"/>
                  </a:cubicBezTo>
                  <a:close/>
                  <a:moveTo>
                    <a:pt x="321" y="485"/>
                  </a:moveTo>
                  <a:cubicBezTo>
                    <a:pt x="321" y="493"/>
                    <a:pt x="321" y="493"/>
                    <a:pt x="321" y="493"/>
                  </a:cubicBezTo>
                  <a:cubicBezTo>
                    <a:pt x="319" y="496"/>
                    <a:pt x="317" y="499"/>
                    <a:pt x="315" y="502"/>
                  </a:cubicBezTo>
                  <a:cubicBezTo>
                    <a:pt x="315" y="494"/>
                    <a:pt x="315" y="494"/>
                    <a:pt x="315" y="494"/>
                  </a:cubicBezTo>
                  <a:cubicBezTo>
                    <a:pt x="317" y="493"/>
                    <a:pt x="320" y="492"/>
                    <a:pt x="320" y="489"/>
                  </a:cubicBezTo>
                  <a:cubicBezTo>
                    <a:pt x="319" y="488"/>
                    <a:pt x="317" y="487"/>
                    <a:pt x="315" y="486"/>
                  </a:cubicBezTo>
                  <a:cubicBezTo>
                    <a:pt x="315" y="481"/>
                    <a:pt x="315" y="481"/>
                    <a:pt x="315" y="481"/>
                  </a:cubicBezTo>
                  <a:cubicBezTo>
                    <a:pt x="316" y="482"/>
                    <a:pt x="317" y="484"/>
                    <a:pt x="319" y="485"/>
                  </a:cubicBezTo>
                  <a:cubicBezTo>
                    <a:pt x="321" y="485"/>
                    <a:pt x="321" y="485"/>
                    <a:pt x="321" y="485"/>
                  </a:cubicBezTo>
                  <a:close/>
                  <a:moveTo>
                    <a:pt x="321" y="514"/>
                  </a:moveTo>
                  <a:cubicBezTo>
                    <a:pt x="321" y="524"/>
                    <a:pt x="321" y="524"/>
                    <a:pt x="321" y="524"/>
                  </a:cubicBezTo>
                  <a:cubicBezTo>
                    <a:pt x="319" y="526"/>
                    <a:pt x="316" y="528"/>
                    <a:pt x="315" y="531"/>
                  </a:cubicBezTo>
                  <a:cubicBezTo>
                    <a:pt x="315" y="518"/>
                    <a:pt x="315" y="518"/>
                    <a:pt x="315" y="518"/>
                  </a:cubicBezTo>
                  <a:cubicBezTo>
                    <a:pt x="317" y="517"/>
                    <a:pt x="319" y="516"/>
                    <a:pt x="321" y="514"/>
                  </a:cubicBezTo>
                  <a:close/>
                  <a:moveTo>
                    <a:pt x="321" y="536"/>
                  </a:moveTo>
                  <a:cubicBezTo>
                    <a:pt x="321" y="559"/>
                    <a:pt x="321" y="559"/>
                    <a:pt x="321" y="559"/>
                  </a:cubicBezTo>
                  <a:cubicBezTo>
                    <a:pt x="319" y="558"/>
                    <a:pt x="317" y="557"/>
                    <a:pt x="315" y="556"/>
                  </a:cubicBezTo>
                  <a:cubicBezTo>
                    <a:pt x="315" y="541"/>
                    <a:pt x="315" y="541"/>
                    <a:pt x="315" y="541"/>
                  </a:cubicBezTo>
                  <a:cubicBezTo>
                    <a:pt x="317" y="539"/>
                    <a:pt x="319" y="538"/>
                    <a:pt x="321" y="536"/>
                  </a:cubicBezTo>
                  <a:close/>
                  <a:moveTo>
                    <a:pt x="321" y="571"/>
                  </a:moveTo>
                  <a:cubicBezTo>
                    <a:pt x="321" y="588"/>
                    <a:pt x="321" y="588"/>
                    <a:pt x="321" y="588"/>
                  </a:cubicBezTo>
                  <a:cubicBezTo>
                    <a:pt x="319" y="588"/>
                    <a:pt x="319" y="588"/>
                    <a:pt x="319" y="588"/>
                  </a:cubicBezTo>
                  <a:cubicBezTo>
                    <a:pt x="313" y="578"/>
                    <a:pt x="318" y="575"/>
                    <a:pt x="321" y="571"/>
                  </a:cubicBezTo>
                  <a:close/>
                  <a:moveTo>
                    <a:pt x="321" y="599"/>
                  </a:moveTo>
                  <a:cubicBezTo>
                    <a:pt x="321" y="621"/>
                    <a:pt x="321" y="621"/>
                    <a:pt x="321" y="621"/>
                  </a:cubicBezTo>
                  <a:cubicBezTo>
                    <a:pt x="320" y="611"/>
                    <a:pt x="320" y="606"/>
                    <a:pt x="315" y="602"/>
                  </a:cubicBezTo>
                  <a:cubicBezTo>
                    <a:pt x="315" y="594"/>
                    <a:pt x="315" y="594"/>
                    <a:pt x="315" y="594"/>
                  </a:cubicBezTo>
                  <a:cubicBezTo>
                    <a:pt x="318" y="596"/>
                    <a:pt x="318" y="596"/>
                    <a:pt x="320" y="599"/>
                  </a:cubicBezTo>
                  <a:cubicBezTo>
                    <a:pt x="321" y="599"/>
                    <a:pt x="321" y="599"/>
                    <a:pt x="321" y="599"/>
                  </a:cubicBezTo>
                  <a:close/>
                  <a:moveTo>
                    <a:pt x="321" y="622"/>
                  </a:moveTo>
                  <a:cubicBezTo>
                    <a:pt x="319" y="622"/>
                    <a:pt x="319" y="622"/>
                    <a:pt x="319" y="622"/>
                  </a:cubicBezTo>
                  <a:cubicBezTo>
                    <a:pt x="318" y="621"/>
                    <a:pt x="316" y="620"/>
                    <a:pt x="315" y="620"/>
                  </a:cubicBezTo>
                  <a:cubicBezTo>
                    <a:pt x="315" y="625"/>
                    <a:pt x="315" y="625"/>
                    <a:pt x="315" y="625"/>
                  </a:cubicBezTo>
                  <a:cubicBezTo>
                    <a:pt x="317" y="626"/>
                    <a:pt x="319" y="626"/>
                    <a:pt x="321" y="627"/>
                  </a:cubicBezTo>
                  <a:cubicBezTo>
                    <a:pt x="321" y="622"/>
                    <a:pt x="321" y="622"/>
                    <a:pt x="321" y="622"/>
                  </a:cubicBezTo>
                  <a:close/>
                  <a:moveTo>
                    <a:pt x="321" y="740"/>
                  </a:moveTo>
                  <a:cubicBezTo>
                    <a:pt x="321" y="750"/>
                    <a:pt x="321" y="750"/>
                    <a:pt x="321" y="750"/>
                  </a:cubicBezTo>
                  <a:cubicBezTo>
                    <a:pt x="320" y="749"/>
                    <a:pt x="317" y="748"/>
                    <a:pt x="315" y="747"/>
                  </a:cubicBezTo>
                  <a:cubicBezTo>
                    <a:pt x="315" y="739"/>
                    <a:pt x="315" y="739"/>
                    <a:pt x="315" y="739"/>
                  </a:cubicBezTo>
                  <a:cubicBezTo>
                    <a:pt x="317" y="739"/>
                    <a:pt x="319" y="740"/>
                    <a:pt x="321" y="740"/>
                  </a:cubicBezTo>
                  <a:close/>
                  <a:moveTo>
                    <a:pt x="311" y="11"/>
                  </a:moveTo>
                  <a:cubicBezTo>
                    <a:pt x="312" y="11"/>
                    <a:pt x="313" y="10"/>
                    <a:pt x="315" y="10"/>
                  </a:cubicBezTo>
                  <a:cubicBezTo>
                    <a:pt x="315" y="25"/>
                    <a:pt x="315" y="25"/>
                    <a:pt x="315" y="25"/>
                  </a:cubicBezTo>
                  <a:cubicBezTo>
                    <a:pt x="313" y="24"/>
                    <a:pt x="312" y="23"/>
                    <a:pt x="311" y="23"/>
                  </a:cubicBezTo>
                  <a:cubicBezTo>
                    <a:pt x="311" y="11"/>
                    <a:pt x="311" y="11"/>
                    <a:pt x="311" y="11"/>
                  </a:cubicBezTo>
                  <a:close/>
                  <a:moveTo>
                    <a:pt x="315" y="786"/>
                  </a:moveTo>
                  <a:cubicBezTo>
                    <a:pt x="313" y="785"/>
                    <a:pt x="312" y="785"/>
                    <a:pt x="311" y="785"/>
                  </a:cubicBezTo>
                  <a:cubicBezTo>
                    <a:pt x="311" y="765"/>
                    <a:pt x="311" y="765"/>
                    <a:pt x="311" y="765"/>
                  </a:cubicBezTo>
                  <a:cubicBezTo>
                    <a:pt x="312" y="768"/>
                    <a:pt x="313" y="770"/>
                    <a:pt x="315" y="772"/>
                  </a:cubicBezTo>
                  <a:cubicBezTo>
                    <a:pt x="315" y="786"/>
                    <a:pt x="315" y="786"/>
                    <a:pt x="315" y="786"/>
                  </a:cubicBezTo>
                  <a:close/>
                  <a:moveTo>
                    <a:pt x="315" y="47"/>
                  </a:moveTo>
                  <a:cubicBezTo>
                    <a:pt x="315" y="55"/>
                    <a:pt x="315" y="55"/>
                    <a:pt x="315" y="55"/>
                  </a:cubicBezTo>
                  <a:cubicBezTo>
                    <a:pt x="311" y="55"/>
                    <a:pt x="311" y="55"/>
                    <a:pt x="311" y="55"/>
                  </a:cubicBezTo>
                  <a:cubicBezTo>
                    <a:pt x="311" y="45"/>
                    <a:pt x="311" y="45"/>
                    <a:pt x="311" y="45"/>
                  </a:cubicBezTo>
                  <a:cubicBezTo>
                    <a:pt x="315" y="47"/>
                    <a:pt x="315" y="47"/>
                    <a:pt x="315" y="47"/>
                  </a:cubicBezTo>
                  <a:cubicBezTo>
                    <a:pt x="315" y="47"/>
                    <a:pt x="315" y="47"/>
                    <a:pt x="315" y="47"/>
                  </a:cubicBezTo>
                  <a:close/>
                  <a:moveTo>
                    <a:pt x="315" y="92"/>
                  </a:moveTo>
                  <a:cubicBezTo>
                    <a:pt x="315" y="123"/>
                    <a:pt x="315" y="123"/>
                    <a:pt x="315" y="123"/>
                  </a:cubicBezTo>
                  <a:cubicBezTo>
                    <a:pt x="314" y="122"/>
                    <a:pt x="313" y="122"/>
                    <a:pt x="312" y="122"/>
                  </a:cubicBezTo>
                  <a:cubicBezTo>
                    <a:pt x="312" y="125"/>
                    <a:pt x="311" y="127"/>
                    <a:pt x="311" y="130"/>
                  </a:cubicBezTo>
                  <a:cubicBezTo>
                    <a:pt x="311" y="93"/>
                    <a:pt x="311" y="93"/>
                    <a:pt x="311" y="93"/>
                  </a:cubicBezTo>
                  <a:cubicBezTo>
                    <a:pt x="312" y="93"/>
                    <a:pt x="313" y="93"/>
                    <a:pt x="315" y="92"/>
                  </a:cubicBezTo>
                  <a:close/>
                  <a:moveTo>
                    <a:pt x="315" y="179"/>
                  </a:moveTo>
                  <a:cubicBezTo>
                    <a:pt x="315" y="185"/>
                    <a:pt x="315" y="185"/>
                    <a:pt x="315" y="185"/>
                  </a:cubicBezTo>
                  <a:cubicBezTo>
                    <a:pt x="314" y="185"/>
                    <a:pt x="313" y="185"/>
                    <a:pt x="312" y="186"/>
                  </a:cubicBezTo>
                  <a:cubicBezTo>
                    <a:pt x="315" y="188"/>
                    <a:pt x="315" y="188"/>
                    <a:pt x="315" y="188"/>
                  </a:cubicBezTo>
                  <a:cubicBezTo>
                    <a:pt x="315" y="195"/>
                    <a:pt x="315" y="195"/>
                    <a:pt x="315" y="195"/>
                  </a:cubicBezTo>
                  <a:cubicBezTo>
                    <a:pt x="313" y="194"/>
                    <a:pt x="312" y="193"/>
                    <a:pt x="311" y="192"/>
                  </a:cubicBezTo>
                  <a:cubicBezTo>
                    <a:pt x="311" y="181"/>
                    <a:pt x="311" y="181"/>
                    <a:pt x="311" y="181"/>
                  </a:cubicBezTo>
                  <a:cubicBezTo>
                    <a:pt x="312" y="180"/>
                    <a:pt x="313" y="180"/>
                    <a:pt x="315" y="179"/>
                  </a:cubicBezTo>
                  <a:close/>
                  <a:moveTo>
                    <a:pt x="315" y="203"/>
                  </a:moveTo>
                  <a:cubicBezTo>
                    <a:pt x="315" y="208"/>
                    <a:pt x="315" y="208"/>
                    <a:pt x="315" y="208"/>
                  </a:cubicBezTo>
                  <a:cubicBezTo>
                    <a:pt x="313" y="208"/>
                    <a:pt x="312" y="209"/>
                    <a:pt x="311" y="209"/>
                  </a:cubicBezTo>
                  <a:cubicBezTo>
                    <a:pt x="311" y="204"/>
                    <a:pt x="311" y="204"/>
                    <a:pt x="311" y="204"/>
                  </a:cubicBezTo>
                  <a:cubicBezTo>
                    <a:pt x="313" y="203"/>
                    <a:pt x="314" y="203"/>
                    <a:pt x="315" y="203"/>
                  </a:cubicBezTo>
                  <a:close/>
                  <a:moveTo>
                    <a:pt x="315" y="223"/>
                  </a:moveTo>
                  <a:cubicBezTo>
                    <a:pt x="315" y="235"/>
                    <a:pt x="315" y="235"/>
                    <a:pt x="315" y="235"/>
                  </a:cubicBezTo>
                  <a:cubicBezTo>
                    <a:pt x="313" y="236"/>
                    <a:pt x="312" y="237"/>
                    <a:pt x="311" y="238"/>
                  </a:cubicBezTo>
                  <a:cubicBezTo>
                    <a:pt x="311" y="225"/>
                    <a:pt x="311" y="225"/>
                    <a:pt x="311" y="225"/>
                  </a:cubicBezTo>
                  <a:cubicBezTo>
                    <a:pt x="312" y="224"/>
                    <a:pt x="313" y="224"/>
                    <a:pt x="315" y="223"/>
                  </a:cubicBezTo>
                  <a:close/>
                  <a:moveTo>
                    <a:pt x="315" y="256"/>
                  </a:moveTo>
                  <a:cubicBezTo>
                    <a:pt x="315" y="275"/>
                    <a:pt x="315" y="275"/>
                    <a:pt x="315" y="275"/>
                  </a:cubicBezTo>
                  <a:cubicBezTo>
                    <a:pt x="315" y="274"/>
                    <a:pt x="314" y="273"/>
                    <a:pt x="314" y="272"/>
                  </a:cubicBezTo>
                  <a:cubicBezTo>
                    <a:pt x="313" y="271"/>
                    <a:pt x="312" y="269"/>
                    <a:pt x="311" y="267"/>
                  </a:cubicBezTo>
                  <a:cubicBezTo>
                    <a:pt x="311" y="250"/>
                    <a:pt x="311" y="250"/>
                    <a:pt x="311" y="250"/>
                  </a:cubicBezTo>
                  <a:cubicBezTo>
                    <a:pt x="312" y="252"/>
                    <a:pt x="313" y="254"/>
                    <a:pt x="315" y="256"/>
                  </a:cubicBezTo>
                  <a:close/>
                  <a:moveTo>
                    <a:pt x="315" y="302"/>
                  </a:moveTo>
                  <a:cubicBezTo>
                    <a:pt x="315" y="308"/>
                    <a:pt x="315" y="308"/>
                    <a:pt x="315" y="308"/>
                  </a:cubicBezTo>
                  <a:cubicBezTo>
                    <a:pt x="314" y="307"/>
                    <a:pt x="314" y="306"/>
                    <a:pt x="313" y="305"/>
                  </a:cubicBezTo>
                  <a:cubicBezTo>
                    <a:pt x="312" y="306"/>
                    <a:pt x="311" y="307"/>
                    <a:pt x="311" y="308"/>
                  </a:cubicBezTo>
                  <a:cubicBezTo>
                    <a:pt x="311" y="299"/>
                    <a:pt x="311" y="299"/>
                    <a:pt x="311" y="299"/>
                  </a:cubicBezTo>
                  <a:cubicBezTo>
                    <a:pt x="315" y="302"/>
                    <a:pt x="315" y="302"/>
                    <a:pt x="315" y="302"/>
                  </a:cubicBezTo>
                  <a:close/>
                  <a:moveTo>
                    <a:pt x="315" y="317"/>
                  </a:moveTo>
                  <a:cubicBezTo>
                    <a:pt x="315" y="325"/>
                    <a:pt x="315" y="325"/>
                    <a:pt x="315" y="325"/>
                  </a:cubicBezTo>
                  <a:cubicBezTo>
                    <a:pt x="314" y="327"/>
                    <a:pt x="313" y="329"/>
                    <a:pt x="313" y="332"/>
                  </a:cubicBezTo>
                  <a:cubicBezTo>
                    <a:pt x="314" y="332"/>
                    <a:pt x="314" y="331"/>
                    <a:pt x="315" y="331"/>
                  </a:cubicBezTo>
                  <a:cubicBezTo>
                    <a:pt x="315" y="337"/>
                    <a:pt x="315" y="337"/>
                    <a:pt x="315" y="337"/>
                  </a:cubicBezTo>
                  <a:cubicBezTo>
                    <a:pt x="314" y="338"/>
                    <a:pt x="313" y="339"/>
                    <a:pt x="312" y="340"/>
                  </a:cubicBezTo>
                  <a:cubicBezTo>
                    <a:pt x="313" y="341"/>
                    <a:pt x="314" y="341"/>
                    <a:pt x="315" y="341"/>
                  </a:cubicBezTo>
                  <a:cubicBezTo>
                    <a:pt x="315" y="346"/>
                    <a:pt x="315" y="346"/>
                    <a:pt x="315" y="346"/>
                  </a:cubicBezTo>
                  <a:cubicBezTo>
                    <a:pt x="311" y="346"/>
                    <a:pt x="311" y="346"/>
                    <a:pt x="311" y="346"/>
                  </a:cubicBezTo>
                  <a:cubicBezTo>
                    <a:pt x="311" y="322"/>
                    <a:pt x="311" y="322"/>
                    <a:pt x="311" y="322"/>
                  </a:cubicBezTo>
                  <a:cubicBezTo>
                    <a:pt x="312" y="320"/>
                    <a:pt x="314" y="319"/>
                    <a:pt x="315" y="317"/>
                  </a:cubicBezTo>
                  <a:close/>
                  <a:moveTo>
                    <a:pt x="315" y="351"/>
                  </a:moveTo>
                  <a:cubicBezTo>
                    <a:pt x="315" y="362"/>
                    <a:pt x="315" y="362"/>
                    <a:pt x="315" y="362"/>
                  </a:cubicBezTo>
                  <a:cubicBezTo>
                    <a:pt x="313" y="366"/>
                    <a:pt x="312" y="369"/>
                    <a:pt x="311" y="372"/>
                  </a:cubicBezTo>
                  <a:cubicBezTo>
                    <a:pt x="311" y="361"/>
                    <a:pt x="311" y="361"/>
                    <a:pt x="311" y="361"/>
                  </a:cubicBezTo>
                  <a:cubicBezTo>
                    <a:pt x="313" y="361"/>
                    <a:pt x="313" y="361"/>
                    <a:pt x="313" y="361"/>
                  </a:cubicBezTo>
                  <a:cubicBezTo>
                    <a:pt x="313" y="359"/>
                    <a:pt x="314" y="357"/>
                    <a:pt x="315" y="356"/>
                  </a:cubicBezTo>
                  <a:cubicBezTo>
                    <a:pt x="313" y="356"/>
                    <a:pt x="312" y="356"/>
                    <a:pt x="311" y="356"/>
                  </a:cubicBezTo>
                  <a:cubicBezTo>
                    <a:pt x="311" y="351"/>
                    <a:pt x="311" y="351"/>
                    <a:pt x="311" y="351"/>
                  </a:cubicBezTo>
                  <a:cubicBezTo>
                    <a:pt x="312" y="351"/>
                    <a:pt x="313" y="351"/>
                    <a:pt x="315" y="351"/>
                  </a:cubicBezTo>
                  <a:close/>
                  <a:moveTo>
                    <a:pt x="315" y="441"/>
                  </a:moveTo>
                  <a:cubicBezTo>
                    <a:pt x="315" y="448"/>
                    <a:pt x="315" y="448"/>
                    <a:pt x="315" y="448"/>
                  </a:cubicBezTo>
                  <a:cubicBezTo>
                    <a:pt x="315" y="447"/>
                    <a:pt x="314" y="447"/>
                    <a:pt x="314" y="446"/>
                  </a:cubicBezTo>
                  <a:cubicBezTo>
                    <a:pt x="313" y="448"/>
                    <a:pt x="312" y="449"/>
                    <a:pt x="311" y="451"/>
                  </a:cubicBezTo>
                  <a:cubicBezTo>
                    <a:pt x="311" y="431"/>
                    <a:pt x="311" y="431"/>
                    <a:pt x="311" y="431"/>
                  </a:cubicBezTo>
                  <a:cubicBezTo>
                    <a:pt x="312" y="435"/>
                    <a:pt x="313" y="438"/>
                    <a:pt x="315" y="441"/>
                  </a:cubicBezTo>
                  <a:close/>
                  <a:moveTo>
                    <a:pt x="315" y="457"/>
                  </a:moveTo>
                  <a:cubicBezTo>
                    <a:pt x="315" y="474"/>
                    <a:pt x="315" y="474"/>
                    <a:pt x="315" y="474"/>
                  </a:cubicBezTo>
                  <a:cubicBezTo>
                    <a:pt x="314" y="473"/>
                    <a:pt x="314" y="473"/>
                    <a:pt x="314" y="472"/>
                  </a:cubicBezTo>
                  <a:cubicBezTo>
                    <a:pt x="312" y="473"/>
                    <a:pt x="311" y="474"/>
                    <a:pt x="311" y="474"/>
                  </a:cubicBezTo>
                  <a:cubicBezTo>
                    <a:pt x="311" y="464"/>
                    <a:pt x="311" y="464"/>
                    <a:pt x="311" y="464"/>
                  </a:cubicBezTo>
                  <a:cubicBezTo>
                    <a:pt x="311" y="464"/>
                    <a:pt x="311" y="464"/>
                    <a:pt x="311" y="464"/>
                  </a:cubicBezTo>
                  <a:cubicBezTo>
                    <a:pt x="313" y="461"/>
                    <a:pt x="314" y="459"/>
                    <a:pt x="315" y="457"/>
                  </a:cubicBezTo>
                  <a:close/>
                  <a:moveTo>
                    <a:pt x="315" y="481"/>
                  </a:moveTo>
                  <a:cubicBezTo>
                    <a:pt x="315" y="486"/>
                    <a:pt x="315" y="486"/>
                    <a:pt x="315" y="486"/>
                  </a:cubicBezTo>
                  <a:cubicBezTo>
                    <a:pt x="313" y="485"/>
                    <a:pt x="312" y="484"/>
                    <a:pt x="311" y="484"/>
                  </a:cubicBezTo>
                  <a:cubicBezTo>
                    <a:pt x="311" y="479"/>
                    <a:pt x="311" y="479"/>
                    <a:pt x="311" y="479"/>
                  </a:cubicBezTo>
                  <a:cubicBezTo>
                    <a:pt x="312" y="480"/>
                    <a:pt x="313" y="480"/>
                    <a:pt x="315" y="481"/>
                  </a:cubicBezTo>
                  <a:close/>
                  <a:moveTo>
                    <a:pt x="315" y="494"/>
                  </a:moveTo>
                  <a:cubicBezTo>
                    <a:pt x="315" y="502"/>
                    <a:pt x="315" y="502"/>
                    <a:pt x="315" y="502"/>
                  </a:cubicBezTo>
                  <a:cubicBezTo>
                    <a:pt x="314" y="503"/>
                    <a:pt x="314" y="503"/>
                    <a:pt x="313" y="504"/>
                  </a:cubicBezTo>
                  <a:cubicBezTo>
                    <a:pt x="313" y="504"/>
                    <a:pt x="312" y="505"/>
                    <a:pt x="311" y="505"/>
                  </a:cubicBezTo>
                  <a:cubicBezTo>
                    <a:pt x="311" y="500"/>
                    <a:pt x="311" y="500"/>
                    <a:pt x="311" y="500"/>
                  </a:cubicBezTo>
                  <a:cubicBezTo>
                    <a:pt x="311" y="499"/>
                    <a:pt x="312" y="499"/>
                    <a:pt x="312" y="499"/>
                  </a:cubicBezTo>
                  <a:cubicBezTo>
                    <a:pt x="312" y="498"/>
                    <a:pt x="311" y="498"/>
                    <a:pt x="311" y="498"/>
                  </a:cubicBezTo>
                  <a:cubicBezTo>
                    <a:pt x="311" y="494"/>
                    <a:pt x="311" y="494"/>
                    <a:pt x="311" y="494"/>
                  </a:cubicBezTo>
                  <a:cubicBezTo>
                    <a:pt x="312" y="495"/>
                    <a:pt x="312" y="495"/>
                    <a:pt x="312" y="495"/>
                  </a:cubicBezTo>
                  <a:cubicBezTo>
                    <a:pt x="313" y="495"/>
                    <a:pt x="314" y="494"/>
                    <a:pt x="315" y="494"/>
                  </a:cubicBezTo>
                  <a:close/>
                  <a:moveTo>
                    <a:pt x="315" y="518"/>
                  </a:moveTo>
                  <a:cubicBezTo>
                    <a:pt x="315" y="531"/>
                    <a:pt x="315" y="531"/>
                    <a:pt x="315" y="531"/>
                  </a:cubicBezTo>
                  <a:cubicBezTo>
                    <a:pt x="313" y="534"/>
                    <a:pt x="312" y="537"/>
                    <a:pt x="312" y="541"/>
                  </a:cubicBezTo>
                  <a:cubicBezTo>
                    <a:pt x="312" y="542"/>
                    <a:pt x="313" y="542"/>
                    <a:pt x="313" y="542"/>
                  </a:cubicBezTo>
                  <a:cubicBezTo>
                    <a:pt x="314" y="542"/>
                    <a:pt x="314" y="542"/>
                    <a:pt x="315" y="541"/>
                  </a:cubicBezTo>
                  <a:cubicBezTo>
                    <a:pt x="315" y="556"/>
                    <a:pt x="315" y="556"/>
                    <a:pt x="315" y="556"/>
                  </a:cubicBezTo>
                  <a:cubicBezTo>
                    <a:pt x="313" y="556"/>
                    <a:pt x="312" y="556"/>
                    <a:pt x="311" y="555"/>
                  </a:cubicBezTo>
                  <a:cubicBezTo>
                    <a:pt x="311" y="522"/>
                    <a:pt x="311" y="522"/>
                    <a:pt x="311" y="522"/>
                  </a:cubicBezTo>
                  <a:cubicBezTo>
                    <a:pt x="312" y="520"/>
                    <a:pt x="313" y="520"/>
                    <a:pt x="315" y="518"/>
                  </a:cubicBezTo>
                  <a:close/>
                  <a:moveTo>
                    <a:pt x="315" y="594"/>
                  </a:moveTo>
                  <a:cubicBezTo>
                    <a:pt x="315" y="602"/>
                    <a:pt x="315" y="602"/>
                    <a:pt x="315" y="602"/>
                  </a:cubicBezTo>
                  <a:cubicBezTo>
                    <a:pt x="314" y="601"/>
                    <a:pt x="312" y="600"/>
                    <a:pt x="311" y="599"/>
                  </a:cubicBezTo>
                  <a:cubicBezTo>
                    <a:pt x="311" y="593"/>
                    <a:pt x="311" y="593"/>
                    <a:pt x="311" y="593"/>
                  </a:cubicBezTo>
                  <a:cubicBezTo>
                    <a:pt x="312" y="594"/>
                    <a:pt x="313" y="594"/>
                    <a:pt x="313" y="594"/>
                  </a:cubicBezTo>
                  <a:cubicBezTo>
                    <a:pt x="315" y="594"/>
                    <a:pt x="315" y="594"/>
                    <a:pt x="315" y="594"/>
                  </a:cubicBezTo>
                  <a:close/>
                  <a:moveTo>
                    <a:pt x="315" y="620"/>
                  </a:moveTo>
                  <a:cubicBezTo>
                    <a:pt x="315" y="625"/>
                    <a:pt x="315" y="625"/>
                    <a:pt x="315" y="625"/>
                  </a:cubicBezTo>
                  <a:cubicBezTo>
                    <a:pt x="313" y="624"/>
                    <a:pt x="312" y="624"/>
                    <a:pt x="311" y="624"/>
                  </a:cubicBezTo>
                  <a:cubicBezTo>
                    <a:pt x="311" y="618"/>
                    <a:pt x="311" y="618"/>
                    <a:pt x="311" y="618"/>
                  </a:cubicBezTo>
                  <a:cubicBezTo>
                    <a:pt x="311" y="618"/>
                    <a:pt x="311" y="618"/>
                    <a:pt x="311" y="618"/>
                  </a:cubicBezTo>
                  <a:cubicBezTo>
                    <a:pt x="315" y="620"/>
                    <a:pt x="315" y="620"/>
                    <a:pt x="315" y="620"/>
                  </a:cubicBezTo>
                  <a:close/>
                  <a:moveTo>
                    <a:pt x="315" y="739"/>
                  </a:moveTo>
                  <a:cubicBezTo>
                    <a:pt x="315" y="747"/>
                    <a:pt x="315" y="747"/>
                    <a:pt x="315" y="747"/>
                  </a:cubicBezTo>
                  <a:cubicBezTo>
                    <a:pt x="313" y="747"/>
                    <a:pt x="312" y="746"/>
                    <a:pt x="311" y="746"/>
                  </a:cubicBezTo>
                  <a:cubicBezTo>
                    <a:pt x="311" y="738"/>
                    <a:pt x="311" y="738"/>
                    <a:pt x="311" y="738"/>
                  </a:cubicBezTo>
                  <a:cubicBezTo>
                    <a:pt x="312" y="738"/>
                    <a:pt x="313" y="738"/>
                    <a:pt x="315" y="739"/>
                  </a:cubicBezTo>
                  <a:close/>
                  <a:moveTo>
                    <a:pt x="310" y="12"/>
                  </a:moveTo>
                  <a:cubicBezTo>
                    <a:pt x="310" y="12"/>
                    <a:pt x="310" y="12"/>
                    <a:pt x="310" y="12"/>
                  </a:cubicBezTo>
                  <a:cubicBezTo>
                    <a:pt x="310" y="11"/>
                    <a:pt x="311" y="11"/>
                    <a:pt x="311" y="11"/>
                  </a:cubicBezTo>
                  <a:cubicBezTo>
                    <a:pt x="311" y="23"/>
                    <a:pt x="311" y="23"/>
                    <a:pt x="311" y="23"/>
                  </a:cubicBezTo>
                  <a:cubicBezTo>
                    <a:pt x="311" y="23"/>
                    <a:pt x="310" y="22"/>
                    <a:pt x="310" y="22"/>
                  </a:cubicBezTo>
                  <a:cubicBezTo>
                    <a:pt x="310" y="12"/>
                    <a:pt x="310" y="12"/>
                    <a:pt x="310" y="12"/>
                  </a:cubicBezTo>
                  <a:close/>
                  <a:moveTo>
                    <a:pt x="311" y="785"/>
                  </a:moveTo>
                  <a:cubicBezTo>
                    <a:pt x="310" y="785"/>
                    <a:pt x="310" y="785"/>
                    <a:pt x="310" y="785"/>
                  </a:cubicBezTo>
                  <a:cubicBezTo>
                    <a:pt x="310" y="762"/>
                    <a:pt x="310" y="762"/>
                    <a:pt x="310" y="762"/>
                  </a:cubicBezTo>
                  <a:cubicBezTo>
                    <a:pt x="310" y="763"/>
                    <a:pt x="311" y="764"/>
                    <a:pt x="311" y="765"/>
                  </a:cubicBezTo>
                  <a:cubicBezTo>
                    <a:pt x="311" y="785"/>
                    <a:pt x="311" y="785"/>
                    <a:pt x="311" y="785"/>
                  </a:cubicBezTo>
                  <a:close/>
                  <a:moveTo>
                    <a:pt x="311" y="45"/>
                  </a:moveTo>
                  <a:cubicBezTo>
                    <a:pt x="311" y="55"/>
                    <a:pt x="311" y="55"/>
                    <a:pt x="311" y="55"/>
                  </a:cubicBezTo>
                  <a:cubicBezTo>
                    <a:pt x="310" y="55"/>
                    <a:pt x="310" y="55"/>
                    <a:pt x="310" y="55"/>
                  </a:cubicBezTo>
                  <a:cubicBezTo>
                    <a:pt x="310" y="44"/>
                    <a:pt x="310" y="44"/>
                    <a:pt x="310" y="44"/>
                  </a:cubicBezTo>
                  <a:cubicBezTo>
                    <a:pt x="311" y="45"/>
                    <a:pt x="311" y="45"/>
                    <a:pt x="311" y="45"/>
                  </a:cubicBezTo>
                  <a:close/>
                  <a:moveTo>
                    <a:pt x="311" y="93"/>
                  </a:moveTo>
                  <a:cubicBezTo>
                    <a:pt x="311" y="130"/>
                    <a:pt x="311" y="130"/>
                    <a:pt x="311" y="130"/>
                  </a:cubicBezTo>
                  <a:cubicBezTo>
                    <a:pt x="311" y="132"/>
                    <a:pt x="310" y="134"/>
                    <a:pt x="310" y="136"/>
                  </a:cubicBezTo>
                  <a:cubicBezTo>
                    <a:pt x="310" y="94"/>
                    <a:pt x="310" y="94"/>
                    <a:pt x="310" y="94"/>
                  </a:cubicBezTo>
                  <a:cubicBezTo>
                    <a:pt x="310" y="94"/>
                    <a:pt x="311" y="94"/>
                    <a:pt x="311" y="93"/>
                  </a:cubicBezTo>
                  <a:close/>
                  <a:moveTo>
                    <a:pt x="311" y="181"/>
                  </a:moveTo>
                  <a:cubicBezTo>
                    <a:pt x="311" y="192"/>
                    <a:pt x="311" y="192"/>
                    <a:pt x="311" y="192"/>
                  </a:cubicBezTo>
                  <a:cubicBezTo>
                    <a:pt x="311" y="192"/>
                    <a:pt x="310" y="192"/>
                    <a:pt x="310" y="192"/>
                  </a:cubicBezTo>
                  <a:cubicBezTo>
                    <a:pt x="310" y="181"/>
                    <a:pt x="310" y="181"/>
                    <a:pt x="310" y="181"/>
                  </a:cubicBezTo>
                  <a:cubicBezTo>
                    <a:pt x="311" y="181"/>
                    <a:pt x="311" y="181"/>
                    <a:pt x="311" y="181"/>
                  </a:cubicBezTo>
                  <a:close/>
                  <a:moveTo>
                    <a:pt x="311" y="204"/>
                  </a:moveTo>
                  <a:cubicBezTo>
                    <a:pt x="311" y="209"/>
                    <a:pt x="311" y="209"/>
                    <a:pt x="311" y="209"/>
                  </a:cubicBezTo>
                  <a:cubicBezTo>
                    <a:pt x="310" y="210"/>
                    <a:pt x="310" y="210"/>
                    <a:pt x="310" y="210"/>
                  </a:cubicBezTo>
                  <a:cubicBezTo>
                    <a:pt x="310" y="204"/>
                    <a:pt x="310" y="204"/>
                    <a:pt x="310" y="204"/>
                  </a:cubicBezTo>
                  <a:cubicBezTo>
                    <a:pt x="310" y="204"/>
                    <a:pt x="310" y="204"/>
                    <a:pt x="310" y="204"/>
                  </a:cubicBezTo>
                  <a:cubicBezTo>
                    <a:pt x="311" y="204"/>
                    <a:pt x="311" y="204"/>
                    <a:pt x="311" y="204"/>
                  </a:cubicBezTo>
                  <a:close/>
                  <a:moveTo>
                    <a:pt x="311" y="225"/>
                  </a:moveTo>
                  <a:cubicBezTo>
                    <a:pt x="311" y="238"/>
                    <a:pt x="311" y="238"/>
                    <a:pt x="311" y="238"/>
                  </a:cubicBezTo>
                  <a:cubicBezTo>
                    <a:pt x="310" y="239"/>
                    <a:pt x="310" y="239"/>
                    <a:pt x="310" y="239"/>
                  </a:cubicBezTo>
                  <a:cubicBezTo>
                    <a:pt x="310" y="226"/>
                    <a:pt x="310" y="226"/>
                    <a:pt x="310" y="226"/>
                  </a:cubicBezTo>
                  <a:cubicBezTo>
                    <a:pt x="311" y="225"/>
                    <a:pt x="311" y="225"/>
                    <a:pt x="311" y="225"/>
                  </a:cubicBezTo>
                  <a:close/>
                  <a:moveTo>
                    <a:pt x="311" y="250"/>
                  </a:moveTo>
                  <a:cubicBezTo>
                    <a:pt x="311" y="267"/>
                    <a:pt x="311" y="267"/>
                    <a:pt x="311" y="267"/>
                  </a:cubicBezTo>
                  <a:cubicBezTo>
                    <a:pt x="310" y="266"/>
                    <a:pt x="310" y="266"/>
                    <a:pt x="310" y="266"/>
                  </a:cubicBezTo>
                  <a:cubicBezTo>
                    <a:pt x="310" y="248"/>
                    <a:pt x="310" y="248"/>
                    <a:pt x="310" y="248"/>
                  </a:cubicBezTo>
                  <a:cubicBezTo>
                    <a:pt x="310" y="249"/>
                    <a:pt x="311" y="249"/>
                    <a:pt x="311" y="250"/>
                  </a:cubicBezTo>
                  <a:close/>
                  <a:moveTo>
                    <a:pt x="311" y="299"/>
                  </a:moveTo>
                  <a:cubicBezTo>
                    <a:pt x="311" y="308"/>
                    <a:pt x="311" y="308"/>
                    <a:pt x="311" y="308"/>
                  </a:cubicBezTo>
                  <a:cubicBezTo>
                    <a:pt x="310" y="309"/>
                    <a:pt x="310" y="309"/>
                    <a:pt x="310" y="309"/>
                  </a:cubicBezTo>
                  <a:cubicBezTo>
                    <a:pt x="310" y="298"/>
                    <a:pt x="310" y="298"/>
                    <a:pt x="310" y="298"/>
                  </a:cubicBezTo>
                  <a:cubicBezTo>
                    <a:pt x="311" y="299"/>
                    <a:pt x="311" y="299"/>
                    <a:pt x="311" y="299"/>
                  </a:cubicBezTo>
                  <a:close/>
                  <a:moveTo>
                    <a:pt x="311" y="322"/>
                  </a:moveTo>
                  <a:cubicBezTo>
                    <a:pt x="311" y="346"/>
                    <a:pt x="311" y="346"/>
                    <a:pt x="311" y="346"/>
                  </a:cubicBezTo>
                  <a:cubicBezTo>
                    <a:pt x="310" y="346"/>
                    <a:pt x="310" y="346"/>
                    <a:pt x="310" y="346"/>
                  </a:cubicBezTo>
                  <a:cubicBezTo>
                    <a:pt x="310" y="337"/>
                    <a:pt x="310" y="337"/>
                    <a:pt x="310" y="337"/>
                  </a:cubicBezTo>
                  <a:cubicBezTo>
                    <a:pt x="311" y="336"/>
                    <a:pt x="311" y="336"/>
                    <a:pt x="311" y="336"/>
                  </a:cubicBezTo>
                  <a:cubicBezTo>
                    <a:pt x="310" y="335"/>
                    <a:pt x="310" y="335"/>
                    <a:pt x="310" y="334"/>
                  </a:cubicBezTo>
                  <a:cubicBezTo>
                    <a:pt x="310" y="323"/>
                    <a:pt x="310" y="323"/>
                    <a:pt x="310" y="323"/>
                  </a:cubicBezTo>
                  <a:cubicBezTo>
                    <a:pt x="311" y="322"/>
                    <a:pt x="311" y="322"/>
                    <a:pt x="311" y="322"/>
                  </a:cubicBezTo>
                  <a:close/>
                  <a:moveTo>
                    <a:pt x="311" y="351"/>
                  </a:moveTo>
                  <a:cubicBezTo>
                    <a:pt x="311" y="356"/>
                    <a:pt x="311" y="356"/>
                    <a:pt x="311" y="356"/>
                  </a:cubicBezTo>
                  <a:cubicBezTo>
                    <a:pt x="310" y="356"/>
                    <a:pt x="310" y="356"/>
                    <a:pt x="310" y="356"/>
                  </a:cubicBezTo>
                  <a:cubicBezTo>
                    <a:pt x="310" y="351"/>
                    <a:pt x="310" y="351"/>
                    <a:pt x="310" y="351"/>
                  </a:cubicBezTo>
                  <a:cubicBezTo>
                    <a:pt x="310" y="351"/>
                    <a:pt x="311" y="351"/>
                    <a:pt x="311" y="351"/>
                  </a:cubicBezTo>
                  <a:close/>
                  <a:moveTo>
                    <a:pt x="311" y="361"/>
                  </a:moveTo>
                  <a:cubicBezTo>
                    <a:pt x="311" y="372"/>
                    <a:pt x="311" y="372"/>
                    <a:pt x="311" y="372"/>
                  </a:cubicBezTo>
                  <a:cubicBezTo>
                    <a:pt x="311" y="374"/>
                    <a:pt x="310" y="375"/>
                    <a:pt x="310" y="376"/>
                  </a:cubicBezTo>
                  <a:cubicBezTo>
                    <a:pt x="310" y="366"/>
                    <a:pt x="310" y="366"/>
                    <a:pt x="310" y="366"/>
                  </a:cubicBezTo>
                  <a:cubicBezTo>
                    <a:pt x="310" y="366"/>
                    <a:pt x="310" y="366"/>
                    <a:pt x="310" y="366"/>
                  </a:cubicBezTo>
                  <a:cubicBezTo>
                    <a:pt x="310" y="366"/>
                    <a:pt x="310" y="366"/>
                    <a:pt x="310" y="366"/>
                  </a:cubicBezTo>
                  <a:cubicBezTo>
                    <a:pt x="310" y="361"/>
                    <a:pt x="310" y="361"/>
                    <a:pt x="310" y="361"/>
                  </a:cubicBezTo>
                  <a:cubicBezTo>
                    <a:pt x="311" y="361"/>
                    <a:pt x="311" y="361"/>
                    <a:pt x="311" y="361"/>
                  </a:cubicBezTo>
                  <a:close/>
                  <a:moveTo>
                    <a:pt x="311" y="431"/>
                  </a:moveTo>
                  <a:cubicBezTo>
                    <a:pt x="311" y="451"/>
                    <a:pt x="311" y="451"/>
                    <a:pt x="311" y="451"/>
                  </a:cubicBezTo>
                  <a:cubicBezTo>
                    <a:pt x="311" y="452"/>
                    <a:pt x="310" y="452"/>
                    <a:pt x="310" y="453"/>
                  </a:cubicBezTo>
                  <a:cubicBezTo>
                    <a:pt x="310" y="443"/>
                    <a:pt x="310" y="443"/>
                    <a:pt x="310" y="443"/>
                  </a:cubicBezTo>
                  <a:cubicBezTo>
                    <a:pt x="310" y="440"/>
                    <a:pt x="310" y="438"/>
                    <a:pt x="310" y="436"/>
                  </a:cubicBezTo>
                  <a:cubicBezTo>
                    <a:pt x="310" y="436"/>
                    <a:pt x="310" y="436"/>
                    <a:pt x="310" y="436"/>
                  </a:cubicBezTo>
                  <a:cubicBezTo>
                    <a:pt x="310" y="428"/>
                    <a:pt x="310" y="428"/>
                    <a:pt x="310" y="428"/>
                  </a:cubicBezTo>
                  <a:cubicBezTo>
                    <a:pt x="310" y="429"/>
                    <a:pt x="311" y="430"/>
                    <a:pt x="311" y="431"/>
                  </a:cubicBezTo>
                  <a:close/>
                  <a:moveTo>
                    <a:pt x="311" y="464"/>
                  </a:moveTo>
                  <a:cubicBezTo>
                    <a:pt x="311" y="474"/>
                    <a:pt x="311" y="474"/>
                    <a:pt x="311" y="474"/>
                  </a:cubicBezTo>
                  <a:cubicBezTo>
                    <a:pt x="311" y="475"/>
                    <a:pt x="310" y="475"/>
                    <a:pt x="310" y="476"/>
                  </a:cubicBezTo>
                  <a:cubicBezTo>
                    <a:pt x="310" y="471"/>
                    <a:pt x="310" y="471"/>
                    <a:pt x="310" y="471"/>
                  </a:cubicBezTo>
                  <a:cubicBezTo>
                    <a:pt x="310" y="469"/>
                    <a:pt x="311" y="469"/>
                    <a:pt x="311" y="467"/>
                  </a:cubicBezTo>
                  <a:cubicBezTo>
                    <a:pt x="310" y="467"/>
                    <a:pt x="310" y="467"/>
                    <a:pt x="310" y="467"/>
                  </a:cubicBezTo>
                  <a:cubicBezTo>
                    <a:pt x="310" y="461"/>
                    <a:pt x="310" y="461"/>
                    <a:pt x="310" y="461"/>
                  </a:cubicBezTo>
                  <a:cubicBezTo>
                    <a:pt x="310" y="462"/>
                    <a:pt x="310" y="463"/>
                    <a:pt x="311" y="464"/>
                  </a:cubicBezTo>
                  <a:close/>
                  <a:moveTo>
                    <a:pt x="311" y="479"/>
                  </a:moveTo>
                  <a:cubicBezTo>
                    <a:pt x="311" y="484"/>
                    <a:pt x="311" y="484"/>
                    <a:pt x="311" y="484"/>
                  </a:cubicBezTo>
                  <a:cubicBezTo>
                    <a:pt x="311" y="484"/>
                    <a:pt x="310" y="483"/>
                    <a:pt x="310" y="483"/>
                  </a:cubicBezTo>
                  <a:cubicBezTo>
                    <a:pt x="310" y="478"/>
                    <a:pt x="310" y="478"/>
                    <a:pt x="310" y="478"/>
                  </a:cubicBezTo>
                  <a:cubicBezTo>
                    <a:pt x="310" y="479"/>
                    <a:pt x="311" y="479"/>
                    <a:pt x="311" y="479"/>
                  </a:cubicBezTo>
                  <a:close/>
                  <a:moveTo>
                    <a:pt x="311" y="494"/>
                  </a:moveTo>
                  <a:cubicBezTo>
                    <a:pt x="311" y="498"/>
                    <a:pt x="311" y="498"/>
                    <a:pt x="311" y="498"/>
                  </a:cubicBezTo>
                  <a:cubicBezTo>
                    <a:pt x="311" y="497"/>
                    <a:pt x="310" y="497"/>
                    <a:pt x="310" y="497"/>
                  </a:cubicBezTo>
                  <a:cubicBezTo>
                    <a:pt x="310" y="493"/>
                    <a:pt x="310" y="493"/>
                    <a:pt x="310" y="493"/>
                  </a:cubicBezTo>
                  <a:cubicBezTo>
                    <a:pt x="311" y="494"/>
                    <a:pt x="311" y="494"/>
                    <a:pt x="311" y="494"/>
                  </a:cubicBezTo>
                  <a:close/>
                  <a:moveTo>
                    <a:pt x="311" y="500"/>
                  </a:moveTo>
                  <a:cubicBezTo>
                    <a:pt x="311" y="505"/>
                    <a:pt x="311" y="505"/>
                    <a:pt x="311" y="505"/>
                  </a:cubicBezTo>
                  <a:cubicBezTo>
                    <a:pt x="311" y="505"/>
                    <a:pt x="310" y="506"/>
                    <a:pt x="310" y="506"/>
                  </a:cubicBezTo>
                  <a:cubicBezTo>
                    <a:pt x="310" y="500"/>
                    <a:pt x="310" y="500"/>
                    <a:pt x="310" y="500"/>
                  </a:cubicBezTo>
                  <a:cubicBezTo>
                    <a:pt x="310" y="500"/>
                    <a:pt x="311" y="500"/>
                    <a:pt x="311" y="500"/>
                  </a:cubicBezTo>
                  <a:close/>
                  <a:moveTo>
                    <a:pt x="311" y="522"/>
                  </a:moveTo>
                  <a:cubicBezTo>
                    <a:pt x="311" y="555"/>
                    <a:pt x="311" y="555"/>
                    <a:pt x="311" y="555"/>
                  </a:cubicBezTo>
                  <a:cubicBezTo>
                    <a:pt x="310" y="555"/>
                    <a:pt x="310" y="555"/>
                    <a:pt x="310" y="555"/>
                  </a:cubicBezTo>
                  <a:cubicBezTo>
                    <a:pt x="310" y="522"/>
                    <a:pt x="310" y="522"/>
                    <a:pt x="310" y="522"/>
                  </a:cubicBezTo>
                  <a:cubicBezTo>
                    <a:pt x="310" y="522"/>
                    <a:pt x="311" y="522"/>
                    <a:pt x="311" y="522"/>
                  </a:cubicBezTo>
                  <a:close/>
                  <a:moveTo>
                    <a:pt x="311" y="593"/>
                  </a:moveTo>
                  <a:cubicBezTo>
                    <a:pt x="311" y="599"/>
                    <a:pt x="311" y="599"/>
                    <a:pt x="311" y="599"/>
                  </a:cubicBezTo>
                  <a:cubicBezTo>
                    <a:pt x="311" y="599"/>
                    <a:pt x="310" y="599"/>
                    <a:pt x="310" y="599"/>
                  </a:cubicBezTo>
                  <a:cubicBezTo>
                    <a:pt x="310" y="593"/>
                    <a:pt x="310" y="593"/>
                    <a:pt x="310" y="593"/>
                  </a:cubicBezTo>
                  <a:cubicBezTo>
                    <a:pt x="310" y="593"/>
                    <a:pt x="311" y="593"/>
                    <a:pt x="311" y="593"/>
                  </a:cubicBezTo>
                  <a:close/>
                  <a:moveTo>
                    <a:pt x="311" y="618"/>
                  </a:moveTo>
                  <a:cubicBezTo>
                    <a:pt x="311" y="624"/>
                    <a:pt x="311" y="624"/>
                    <a:pt x="311" y="624"/>
                  </a:cubicBezTo>
                  <a:cubicBezTo>
                    <a:pt x="310" y="623"/>
                    <a:pt x="310" y="623"/>
                    <a:pt x="310" y="623"/>
                  </a:cubicBezTo>
                  <a:cubicBezTo>
                    <a:pt x="310" y="614"/>
                    <a:pt x="310" y="614"/>
                    <a:pt x="310" y="614"/>
                  </a:cubicBezTo>
                  <a:cubicBezTo>
                    <a:pt x="310" y="615"/>
                    <a:pt x="311" y="616"/>
                    <a:pt x="311" y="618"/>
                  </a:cubicBezTo>
                  <a:close/>
                  <a:moveTo>
                    <a:pt x="311" y="738"/>
                  </a:moveTo>
                  <a:cubicBezTo>
                    <a:pt x="311" y="746"/>
                    <a:pt x="311" y="746"/>
                    <a:pt x="311" y="746"/>
                  </a:cubicBezTo>
                  <a:cubicBezTo>
                    <a:pt x="311" y="746"/>
                    <a:pt x="310" y="746"/>
                    <a:pt x="310" y="746"/>
                  </a:cubicBezTo>
                  <a:cubicBezTo>
                    <a:pt x="310" y="738"/>
                    <a:pt x="310" y="738"/>
                    <a:pt x="310" y="738"/>
                  </a:cubicBezTo>
                  <a:lnTo>
                    <a:pt x="311" y="738"/>
                  </a:lnTo>
                  <a:close/>
                  <a:moveTo>
                    <a:pt x="309" y="12"/>
                  </a:moveTo>
                  <a:cubicBezTo>
                    <a:pt x="309" y="12"/>
                    <a:pt x="309" y="12"/>
                    <a:pt x="310" y="12"/>
                  </a:cubicBezTo>
                  <a:cubicBezTo>
                    <a:pt x="310" y="22"/>
                    <a:pt x="310" y="22"/>
                    <a:pt x="310" y="22"/>
                  </a:cubicBezTo>
                  <a:cubicBezTo>
                    <a:pt x="309" y="22"/>
                    <a:pt x="309" y="22"/>
                    <a:pt x="309" y="22"/>
                  </a:cubicBezTo>
                  <a:cubicBezTo>
                    <a:pt x="309" y="12"/>
                    <a:pt x="309" y="12"/>
                    <a:pt x="309" y="12"/>
                  </a:cubicBezTo>
                  <a:close/>
                  <a:moveTo>
                    <a:pt x="310" y="785"/>
                  </a:moveTo>
                  <a:cubicBezTo>
                    <a:pt x="309" y="785"/>
                    <a:pt x="309" y="785"/>
                    <a:pt x="309" y="785"/>
                  </a:cubicBezTo>
                  <a:cubicBezTo>
                    <a:pt x="309" y="758"/>
                    <a:pt x="309" y="758"/>
                    <a:pt x="309" y="758"/>
                  </a:cubicBezTo>
                  <a:cubicBezTo>
                    <a:pt x="309" y="759"/>
                    <a:pt x="309" y="761"/>
                    <a:pt x="310" y="762"/>
                  </a:cubicBezTo>
                  <a:cubicBezTo>
                    <a:pt x="310" y="785"/>
                    <a:pt x="310" y="785"/>
                    <a:pt x="310" y="785"/>
                  </a:cubicBezTo>
                  <a:close/>
                  <a:moveTo>
                    <a:pt x="310" y="44"/>
                  </a:moveTo>
                  <a:cubicBezTo>
                    <a:pt x="310" y="55"/>
                    <a:pt x="310" y="55"/>
                    <a:pt x="310" y="55"/>
                  </a:cubicBezTo>
                  <a:cubicBezTo>
                    <a:pt x="309" y="55"/>
                    <a:pt x="309" y="55"/>
                    <a:pt x="309" y="55"/>
                  </a:cubicBezTo>
                  <a:cubicBezTo>
                    <a:pt x="309" y="44"/>
                    <a:pt x="309" y="44"/>
                    <a:pt x="309" y="44"/>
                  </a:cubicBezTo>
                  <a:cubicBezTo>
                    <a:pt x="310" y="44"/>
                    <a:pt x="310" y="44"/>
                    <a:pt x="310" y="44"/>
                  </a:cubicBezTo>
                  <a:close/>
                  <a:moveTo>
                    <a:pt x="310" y="94"/>
                  </a:moveTo>
                  <a:cubicBezTo>
                    <a:pt x="310" y="136"/>
                    <a:pt x="310" y="136"/>
                    <a:pt x="310" y="136"/>
                  </a:cubicBezTo>
                  <a:cubicBezTo>
                    <a:pt x="309" y="138"/>
                    <a:pt x="309" y="139"/>
                    <a:pt x="309" y="141"/>
                  </a:cubicBezTo>
                  <a:cubicBezTo>
                    <a:pt x="309" y="94"/>
                    <a:pt x="309" y="94"/>
                    <a:pt x="309" y="94"/>
                  </a:cubicBezTo>
                  <a:cubicBezTo>
                    <a:pt x="309" y="94"/>
                    <a:pt x="309" y="94"/>
                    <a:pt x="310" y="94"/>
                  </a:cubicBezTo>
                  <a:close/>
                  <a:moveTo>
                    <a:pt x="310" y="181"/>
                  </a:moveTo>
                  <a:cubicBezTo>
                    <a:pt x="310" y="192"/>
                    <a:pt x="310" y="192"/>
                    <a:pt x="310" y="192"/>
                  </a:cubicBezTo>
                  <a:cubicBezTo>
                    <a:pt x="309" y="192"/>
                    <a:pt x="309" y="192"/>
                    <a:pt x="309" y="191"/>
                  </a:cubicBezTo>
                  <a:cubicBezTo>
                    <a:pt x="309" y="181"/>
                    <a:pt x="309" y="181"/>
                    <a:pt x="309" y="181"/>
                  </a:cubicBezTo>
                  <a:cubicBezTo>
                    <a:pt x="310" y="181"/>
                    <a:pt x="310" y="181"/>
                    <a:pt x="310" y="181"/>
                  </a:cubicBezTo>
                  <a:close/>
                  <a:moveTo>
                    <a:pt x="310" y="204"/>
                  </a:moveTo>
                  <a:cubicBezTo>
                    <a:pt x="310" y="210"/>
                    <a:pt x="310" y="210"/>
                    <a:pt x="310" y="210"/>
                  </a:cubicBezTo>
                  <a:cubicBezTo>
                    <a:pt x="309" y="210"/>
                    <a:pt x="309" y="210"/>
                    <a:pt x="309" y="210"/>
                  </a:cubicBezTo>
                  <a:cubicBezTo>
                    <a:pt x="309" y="203"/>
                    <a:pt x="309" y="203"/>
                    <a:pt x="309" y="203"/>
                  </a:cubicBezTo>
                  <a:cubicBezTo>
                    <a:pt x="310" y="204"/>
                    <a:pt x="310" y="204"/>
                    <a:pt x="310" y="204"/>
                  </a:cubicBezTo>
                  <a:close/>
                  <a:moveTo>
                    <a:pt x="310" y="226"/>
                  </a:moveTo>
                  <a:cubicBezTo>
                    <a:pt x="310" y="239"/>
                    <a:pt x="310" y="239"/>
                    <a:pt x="310" y="239"/>
                  </a:cubicBezTo>
                  <a:cubicBezTo>
                    <a:pt x="309" y="239"/>
                    <a:pt x="309" y="239"/>
                    <a:pt x="309" y="240"/>
                  </a:cubicBezTo>
                  <a:cubicBezTo>
                    <a:pt x="309" y="226"/>
                    <a:pt x="309" y="226"/>
                    <a:pt x="309" y="226"/>
                  </a:cubicBezTo>
                  <a:cubicBezTo>
                    <a:pt x="310" y="226"/>
                    <a:pt x="310" y="226"/>
                    <a:pt x="310" y="226"/>
                  </a:cubicBezTo>
                  <a:close/>
                  <a:moveTo>
                    <a:pt x="310" y="248"/>
                  </a:moveTo>
                  <a:cubicBezTo>
                    <a:pt x="310" y="266"/>
                    <a:pt x="310" y="266"/>
                    <a:pt x="310" y="266"/>
                  </a:cubicBezTo>
                  <a:cubicBezTo>
                    <a:pt x="309" y="264"/>
                    <a:pt x="309" y="264"/>
                    <a:pt x="309" y="264"/>
                  </a:cubicBezTo>
                  <a:cubicBezTo>
                    <a:pt x="309" y="245"/>
                    <a:pt x="309" y="245"/>
                    <a:pt x="309" y="245"/>
                  </a:cubicBezTo>
                  <a:cubicBezTo>
                    <a:pt x="309" y="246"/>
                    <a:pt x="309" y="247"/>
                    <a:pt x="310" y="248"/>
                  </a:cubicBezTo>
                  <a:close/>
                  <a:moveTo>
                    <a:pt x="310" y="298"/>
                  </a:moveTo>
                  <a:cubicBezTo>
                    <a:pt x="310" y="309"/>
                    <a:pt x="310" y="309"/>
                    <a:pt x="310" y="309"/>
                  </a:cubicBezTo>
                  <a:cubicBezTo>
                    <a:pt x="309" y="310"/>
                    <a:pt x="309" y="310"/>
                    <a:pt x="309" y="310"/>
                  </a:cubicBezTo>
                  <a:cubicBezTo>
                    <a:pt x="309" y="296"/>
                    <a:pt x="309" y="296"/>
                    <a:pt x="309" y="296"/>
                  </a:cubicBezTo>
                  <a:cubicBezTo>
                    <a:pt x="310" y="298"/>
                    <a:pt x="310" y="298"/>
                    <a:pt x="310" y="298"/>
                  </a:cubicBezTo>
                  <a:close/>
                  <a:moveTo>
                    <a:pt x="310" y="323"/>
                  </a:moveTo>
                  <a:cubicBezTo>
                    <a:pt x="310" y="334"/>
                    <a:pt x="310" y="334"/>
                    <a:pt x="310" y="334"/>
                  </a:cubicBezTo>
                  <a:cubicBezTo>
                    <a:pt x="309" y="333"/>
                    <a:pt x="309" y="333"/>
                    <a:pt x="309" y="332"/>
                  </a:cubicBezTo>
                  <a:cubicBezTo>
                    <a:pt x="309" y="325"/>
                    <a:pt x="309" y="325"/>
                    <a:pt x="309" y="325"/>
                  </a:cubicBezTo>
                  <a:cubicBezTo>
                    <a:pt x="309" y="324"/>
                    <a:pt x="309" y="324"/>
                    <a:pt x="310" y="323"/>
                  </a:cubicBezTo>
                  <a:close/>
                  <a:moveTo>
                    <a:pt x="310" y="337"/>
                  </a:moveTo>
                  <a:cubicBezTo>
                    <a:pt x="310" y="346"/>
                    <a:pt x="310" y="346"/>
                    <a:pt x="310" y="346"/>
                  </a:cubicBezTo>
                  <a:cubicBezTo>
                    <a:pt x="309" y="346"/>
                    <a:pt x="309" y="346"/>
                    <a:pt x="309" y="346"/>
                  </a:cubicBezTo>
                  <a:cubicBezTo>
                    <a:pt x="309" y="338"/>
                    <a:pt x="309" y="338"/>
                    <a:pt x="309" y="338"/>
                  </a:cubicBezTo>
                  <a:cubicBezTo>
                    <a:pt x="309" y="338"/>
                    <a:pt x="309" y="337"/>
                    <a:pt x="310" y="337"/>
                  </a:cubicBezTo>
                  <a:close/>
                  <a:moveTo>
                    <a:pt x="310" y="351"/>
                  </a:moveTo>
                  <a:cubicBezTo>
                    <a:pt x="310" y="356"/>
                    <a:pt x="310" y="356"/>
                    <a:pt x="310" y="356"/>
                  </a:cubicBezTo>
                  <a:cubicBezTo>
                    <a:pt x="309" y="356"/>
                    <a:pt x="309" y="356"/>
                    <a:pt x="309" y="356"/>
                  </a:cubicBezTo>
                  <a:cubicBezTo>
                    <a:pt x="309" y="352"/>
                    <a:pt x="309" y="352"/>
                    <a:pt x="309" y="352"/>
                  </a:cubicBezTo>
                  <a:cubicBezTo>
                    <a:pt x="310" y="351"/>
                    <a:pt x="310" y="351"/>
                    <a:pt x="310" y="351"/>
                  </a:cubicBezTo>
                  <a:close/>
                  <a:moveTo>
                    <a:pt x="310" y="361"/>
                  </a:moveTo>
                  <a:cubicBezTo>
                    <a:pt x="310" y="366"/>
                    <a:pt x="310" y="366"/>
                    <a:pt x="310" y="366"/>
                  </a:cubicBezTo>
                  <a:cubicBezTo>
                    <a:pt x="309" y="366"/>
                    <a:pt x="309" y="366"/>
                    <a:pt x="309" y="366"/>
                  </a:cubicBezTo>
                  <a:cubicBezTo>
                    <a:pt x="309" y="361"/>
                    <a:pt x="309" y="361"/>
                    <a:pt x="309" y="361"/>
                  </a:cubicBezTo>
                  <a:cubicBezTo>
                    <a:pt x="310" y="361"/>
                    <a:pt x="310" y="361"/>
                    <a:pt x="310" y="361"/>
                  </a:cubicBezTo>
                  <a:close/>
                  <a:moveTo>
                    <a:pt x="310" y="366"/>
                  </a:moveTo>
                  <a:cubicBezTo>
                    <a:pt x="310" y="376"/>
                    <a:pt x="310" y="376"/>
                    <a:pt x="310" y="376"/>
                  </a:cubicBezTo>
                  <a:cubicBezTo>
                    <a:pt x="309" y="378"/>
                    <a:pt x="309" y="380"/>
                    <a:pt x="309" y="382"/>
                  </a:cubicBezTo>
                  <a:cubicBezTo>
                    <a:pt x="309" y="369"/>
                    <a:pt x="309" y="369"/>
                    <a:pt x="309" y="369"/>
                  </a:cubicBezTo>
                  <a:cubicBezTo>
                    <a:pt x="309" y="368"/>
                    <a:pt x="309" y="367"/>
                    <a:pt x="310" y="366"/>
                  </a:cubicBezTo>
                  <a:close/>
                  <a:moveTo>
                    <a:pt x="310" y="428"/>
                  </a:moveTo>
                  <a:cubicBezTo>
                    <a:pt x="310" y="436"/>
                    <a:pt x="310" y="436"/>
                    <a:pt x="310" y="436"/>
                  </a:cubicBezTo>
                  <a:cubicBezTo>
                    <a:pt x="309" y="436"/>
                    <a:pt x="309" y="436"/>
                    <a:pt x="309" y="436"/>
                  </a:cubicBezTo>
                  <a:cubicBezTo>
                    <a:pt x="309" y="424"/>
                    <a:pt x="309" y="424"/>
                    <a:pt x="309" y="424"/>
                  </a:cubicBezTo>
                  <a:cubicBezTo>
                    <a:pt x="309" y="425"/>
                    <a:pt x="309" y="426"/>
                    <a:pt x="310" y="428"/>
                  </a:cubicBezTo>
                  <a:close/>
                  <a:moveTo>
                    <a:pt x="310" y="443"/>
                  </a:moveTo>
                  <a:cubicBezTo>
                    <a:pt x="310" y="453"/>
                    <a:pt x="310" y="453"/>
                    <a:pt x="310" y="453"/>
                  </a:cubicBezTo>
                  <a:cubicBezTo>
                    <a:pt x="309" y="456"/>
                    <a:pt x="309" y="458"/>
                    <a:pt x="310" y="461"/>
                  </a:cubicBezTo>
                  <a:cubicBezTo>
                    <a:pt x="310" y="467"/>
                    <a:pt x="310" y="467"/>
                    <a:pt x="310" y="467"/>
                  </a:cubicBezTo>
                  <a:cubicBezTo>
                    <a:pt x="309" y="466"/>
                    <a:pt x="309" y="466"/>
                    <a:pt x="309" y="466"/>
                  </a:cubicBezTo>
                  <a:cubicBezTo>
                    <a:pt x="309" y="447"/>
                    <a:pt x="309" y="447"/>
                    <a:pt x="309" y="447"/>
                  </a:cubicBezTo>
                  <a:cubicBezTo>
                    <a:pt x="309" y="446"/>
                    <a:pt x="310" y="444"/>
                    <a:pt x="310" y="443"/>
                  </a:cubicBezTo>
                  <a:close/>
                  <a:moveTo>
                    <a:pt x="310" y="471"/>
                  </a:moveTo>
                  <a:cubicBezTo>
                    <a:pt x="310" y="476"/>
                    <a:pt x="310" y="476"/>
                    <a:pt x="310" y="476"/>
                  </a:cubicBezTo>
                  <a:cubicBezTo>
                    <a:pt x="309" y="476"/>
                    <a:pt x="309" y="477"/>
                    <a:pt x="309" y="478"/>
                  </a:cubicBezTo>
                  <a:cubicBezTo>
                    <a:pt x="309" y="473"/>
                    <a:pt x="309" y="473"/>
                    <a:pt x="309" y="473"/>
                  </a:cubicBezTo>
                  <a:cubicBezTo>
                    <a:pt x="309" y="472"/>
                    <a:pt x="309" y="471"/>
                    <a:pt x="310" y="471"/>
                  </a:cubicBezTo>
                  <a:close/>
                  <a:moveTo>
                    <a:pt x="310" y="478"/>
                  </a:moveTo>
                  <a:cubicBezTo>
                    <a:pt x="310" y="483"/>
                    <a:pt x="310" y="483"/>
                    <a:pt x="310" y="483"/>
                  </a:cubicBezTo>
                  <a:cubicBezTo>
                    <a:pt x="309" y="483"/>
                    <a:pt x="309" y="483"/>
                    <a:pt x="309" y="483"/>
                  </a:cubicBezTo>
                  <a:cubicBezTo>
                    <a:pt x="309" y="478"/>
                    <a:pt x="309" y="478"/>
                    <a:pt x="309" y="478"/>
                  </a:cubicBezTo>
                  <a:cubicBezTo>
                    <a:pt x="309" y="478"/>
                    <a:pt x="309" y="478"/>
                    <a:pt x="310" y="478"/>
                  </a:cubicBezTo>
                  <a:close/>
                  <a:moveTo>
                    <a:pt x="310" y="493"/>
                  </a:moveTo>
                  <a:cubicBezTo>
                    <a:pt x="310" y="497"/>
                    <a:pt x="310" y="497"/>
                    <a:pt x="310" y="497"/>
                  </a:cubicBezTo>
                  <a:cubicBezTo>
                    <a:pt x="309" y="496"/>
                    <a:pt x="309" y="496"/>
                    <a:pt x="309" y="496"/>
                  </a:cubicBezTo>
                  <a:cubicBezTo>
                    <a:pt x="309" y="492"/>
                    <a:pt x="309" y="492"/>
                    <a:pt x="309" y="492"/>
                  </a:cubicBezTo>
                  <a:cubicBezTo>
                    <a:pt x="310" y="493"/>
                    <a:pt x="310" y="493"/>
                    <a:pt x="310" y="493"/>
                  </a:cubicBezTo>
                  <a:close/>
                  <a:moveTo>
                    <a:pt x="310" y="500"/>
                  </a:moveTo>
                  <a:cubicBezTo>
                    <a:pt x="310" y="506"/>
                    <a:pt x="310" y="506"/>
                    <a:pt x="310" y="506"/>
                  </a:cubicBezTo>
                  <a:cubicBezTo>
                    <a:pt x="309" y="506"/>
                    <a:pt x="309" y="506"/>
                    <a:pt x="309" y="507"/>
                  </a:cubicBezTo>
                  <a:cubicBezTo>
                    <a:pt x="309" y="501"/>
                    <a:pt x="309" y="501"/>
                    <a:pt x="309" y="501"/>
                  </a:cubicBezTo>
                  <a:cubicBezTo>
                    <a:pt x="309" y="501"/>
                    <a:pt x="309" y="501"/>
                    <a:pt x="310" y="500"/>
                  </a:cubicBezTo>
                  <a:close/>
                  <a:moveTo>
                    <a:pt x="310" y="522"/>
                  </a:moveTo>
                  <a:cubicBezTo>
                    <a:pt x="310" y="555"/>
                    <a:pt x="310" y="555"/>
                    <a:pt x="310" y="555"/>
                  </a:cubicBezTo>
                  <a:cubicBezTo>
                    <a:pt x="309" y="554"/>
                    <a:pt x="309" y="554"/>
                    <a:pt x="309" y="554"/>
                  </a:cubicBezTo>
                  <a:cubicBezTo>
                    <a:pt x="309" y="524"/>
                    <a:pt x="309" y="524"/>
                    <a:pt x="309" y="524"/>
                  </a:cubicBezTo>
                  <a:cubicBezTo>
                    <a:pt x="309" y="523"/>
                    <a:pt x="309" y="523"/>
                    <a:pt x="310" y="522"/>
                  </a:cubicBezTo>
                  <a:close/>
                  <a:moveTo>
                    <a:pt x="310" y="593"/>
                  </a:moveTo>
                  <a:cubicBezTo>
                    <a:pt x="310" y="599"/>
                    <a:pt x="310" y="599"/>
                    <a:pt x="310" y="599"/>
                  </a:cubicBezTo>
                  <a:cubicBezTo>
                    <a:pt x="309" y="599"/>
                    <a:pt x="309" y="599"/>
                    <a:pt x="309" y="598"/>
                  </a:cubicBezTo>
                  <a:cubicBezTo>
                    <a:pt x="309" y="592"/>
                    <a:pt x="309" y="592"/>
                    <a:pt x="309" y="592"/>
                  </a:cubicBezTo>
                  <a:cubicBezTo>
                    <a:pt x="309" y="593"/>
                    <a:pt x="309" y="593"/>
                    <a:pt x="310" y="593"/>
                  </a:cubicBezTo>
                  <a:close/>
                  <a:moveTo>
                    <a:pt x="310" y="614"/>
                  </a:moveTo>
                  <a:cubicBezTo>
                    <a:pt x="310" y="623"/>
                    <a:pt x="310" y="623"/>
                    <a:pt x="310" y="623"/>
                  </a:cubicBezTo>
                  <a:cubicBezTo>
                    <a:pt x="309" y="623"/>
                    <a:pt x="309" y="623"/>
                    <a:pt x="309" y="623"/>
                  </a:cubicBezTo>
                  <a:cubicBezTo>
                    <a:pt x="309" y="609"/>
                    <a:pt x="309" y="609"/>
                    <a:pt x="309" y="609"/>
                  </a:cubicBezTo>
                  <a:cubicBezTo>
                    <a:pt x="309" y="611"/>
                    <a:pt x="309" y="613"/>
                    <a:pt x="310" y="614"/>
                  </a:cubicBezTo>
                  <a:close/>
                  <a:moveTo>
                    <a:pt x="310" y="738"/>
                  </a:moveTo>
                  <a:cubicBezTo>
                    <a:pt x="310" y="746"/>
                    <a:pt x="310" y="746"/>
                    <a:pt x="310" y="746"/>
                  </a:cubicBezTo>
                  <a:cubicBezTo>
                    <a:pt x="309" y="746"/>
                    <a:pt x="309" y="746"/>
                    <a:pt x="309" y="746"/>
                  </a:cubicBezTo>
                  <a:cubicBezTo>
                    <a:pt x="309" y="738"/>
                    <a:pt x="309" y="738"/>
                    <a:pt x="309" y="738"/>
                  </a:cubicBezTo>
                  <a:lnTo>
                    <a:pt x="310" y="738"/>
                  </a:lnTo>
                  <a:close/>
                  <a:moveTo>
                    <a:pt x="307" y="12"/>
                  </a:moveTo>
                  <a:cubicBezTo>
                    <a:pt x="308" y="12"/>
                    <a:pt x="308" y="12"/>
                    <a:pt x="309" y="12"/>
                  </a:cubicBezTo>
                  <a:cubicBezTo>
                    <a:pt x="309" y="22"/>
                    <a:pt x="309" y="22"/>
                    <a:pt x="309" y="22"/>
                  </a:cubicBezTo>
                  <a:cubicBezTo>
                    <a:pt x="308" y="22"/>
                    <a:pt x="308" y="22"/>
                    <a:pt x="307" y="22"/>
                  </a:cubicBezTo>
                  <a:cubicBezTo>
                    <a:pt x="307" y="12"/>
                    <a:pt x="307" y="12"/>
                    <a:pt x="307" y="12"/>
                  </a:cubicBezTo>
                  <a:close/>
                  <a:moveTo>
                    <a:pt x="309" y="785"/>
                  </a:moveTo>
                  <a:cubicBezTo>
                    <a:pt x="307" y="784"/>
                    <a:pt x="307" y="784"/>
                    <a:pt x="307" y="784"/>
                  </a:cubicBezTo>
                  <a:cubicBezTo>
                    <a:pt x="307" y="752"/>
                    <a:pt x="307" y="752"/>
                    <a:pt x="307" y="752"/>
                  </a:cubicBezTo>
                  <a:cubicBezTo>
                    <a:pt x="308" y="754"/>
                    <a:pt x="308" y="756"/>
                    <a:pt x="309" y="758"/>
                  </a:cubicBezTo>
                  <a:cubicBezTo>
                    <a:pt x="309" y="785"/>
                    <a:pt x="309" y="785"/>
                    <a:pt x="309" y="785"/>
                  </a:cubicBezTo>
                  <a:close/>
                  <a:moveTo>
                    <a:pt x="309" y="44"/>
                  </a:moveTo>
                  <a:cubicBezTo>
                    <a:pt x="309" y="55"/>
                    <a:pt x="309" y="55"/>
                    <a:pt x="309" y="55"/>
                  </a:cubicBezTo>
                  <a:cubicBezTo>
                    <a:pt x="308" y="55"/>
                    <a:pt x="308" y="55"/>
                    <a:pt x="308" y="55"/>
                  </a:cubicBezTo>
                  <a:cubicBezTo>
                    <a:pt x="308" y="55"/>
                    <a:pt x="308" y="56"/>
                    <a:pt x="307" y="56"/>
                  </a:cubicBezTo>
                  <a:cubicBezTo>
                    <a:pt x="307" y="42"/>
                    <a:pt x="307" y="42"/>
                    <a:pt x="307" y="42"/>
                  </a:cubicBezTo>
                  <a:cubicBezTo>
                    <a:pt x="309" y="44"/>
                    <a:pt x="309" y="44"/>
                    <a:pt x="309" y="44"/>
                  </a:cubicBezTo>
                  <a:close/>
                  <a:moveTo>
                    <a:pt x="309" y="94"/>
                  </a:moveTo>
                  <a:cubicBezTo>
                    <a:pt x="309" y="141"/>
                    <a:pt x="309" y="141"/>
                    <a:pt x="309" y="141"/>
                  </a:cubicBezTo>
                  <a:cubicBezTo>
                    <a:pt x="308" y="143"/>
                    <a:pt x="308" y="145"/>
                    <a:pt x="307" y="147"/>
                  </a:cubicBezTo>
                  <a:cubicBezTo>
                    <a:pt x="307" y="94"/>
                    <a:pt x="307" y="94"/>
                    <a:pt x="307" y="94"/>
                  </a:cubicBezTo>
                  <a:cubicBezTo>
                    <a:pt x="308" y="94"/>
                    <a:pt x="308" y="94"/>
                    <a:pt x="309" y="94"/>
                  </a:cubicBezTo>
                  <a:close/>
                  <a:moveTo>
                    <a:pt x="309" y="181"/>
                  </a:moveTo>
                  <a:cubicBezTo>
                    <a:pt x="309" y="191"/>
                    <a:pt x="309" y="191"/>
                    <a:pt x="309" y="191"/>
                  </a:cubicBezTo>
                  <a:cubicBezTo>
                    <a:pt x="308" y="191"/>
                    <a:pt x="308" y="191"/>
                    <a:pt x="307" y="191"/>
                  </a:cubicBezTo>
                  <a:cubicBezTo>
                    <a:pt x="307" y="182"/>
                    <a:pt x="307" y="182"/>
                    <a:pt x="307" y="182"/>
                  </a:cubicBezTo>
                  <a:cubicBezTo>
                    <a:pt x="309" y="181"/>
                    <a:pt x="309" y="181"/>
                    <a:pt x="309" y="181"/>
                  </a:cubicBezTo>
                  <a:close/>
                  <a:moveTo>
                    <a:pt x="309" y="203"/>
                  </a:moveTo>
                  <a:cubicBezTo>
                    <a:pt x="309" y="210"/>
                    <a:pt x="309" y="210"/>
                    <a:pt x="309" y="210"/>
                  </a:cubicBezTo>
                  <a:cubicBezTo>
                    <a:pt x="308" y="210"/>
                    <a:pt x="308" y="211"/>
                    <a:pt x="307" y="211"/>
                  </a:cubicBezTo>
                  <a:cubicBezTo>
                    <a:pt x="307" y="202"/>
                    <a:pt x="307" y="202"/>
                    <a:pt x="307" y="202"/>
                  </a:cubicBezTo>
                  <a:cubicBezTo>
                    <a:pt x="309" y="203"/>
                    <a:pt x="309" y="203"/>
                    <a:pt x="309" y="203"/>
                  </a:cubicBezTo>
                  <a:close/>
                  <a:moveTo>
                    <a:pt x="309" y="226"/>
                  </a:moveTo>
                  <a:cubicBezTo>
                    <a:pt x="309" y="240"/>
                    <a:pt x="309" y="240"/>
                    <a:pt x="309" y="240"/>
                  </a:cubicBezTo>
                  <a:cubicBezTo>
                    <a:pt x="308" y="240"/>
                    <a:pt x="308" y="240"/>
                    <a:pt x="308" y="240"/>
                  </a:cubicBezTo>
                  <a:cubicBezTo>
                    <a:pt x="308" y="242"/>
                    <a:pt x="308" y="243"/>
                    <a:pt x="309" y="245"/>
                  </a:cubicBezTo>
                  <a:cubicBezTo>
                    <a:pt x="309" y="264"/>
                    <a:pt x="309" y="264"/>
                    <a:pt x="309" y="264"/>
                  </a:cubicBezTo>
                  <a:cubicBezTo>
                    <a:pt x="307" y="262"/>
                    <a:pt x="307" y="262"/>
                    <a:pt x="307" y="262"/>
                  </a:cubicBezTo>
                  <a:cubicBezTo>
                    <a:pt x="307" y="228"/>
                    <a:pt x="307" y="228"/>
                    <a:pt x="307" y="228"/>
                  </a:cubicBezTo>
                  <a:cubicBezTo>
                    <a:pt x="308" y="227"/>
                    <a:pt x="308" y="227"/>
                    <a:pt x="309" y="226"/>
                  </a:cubicBezTo>
                  <a:close/>
                  <a:moveTo>
                    <a:pt x="309" y="296"/>
                  </a:moveTo>
                  <a:cubicBezTo>
                    <a:pt x="309" y="310"/>
                    <a:pt x="309" y="310"/>
                    <a:pt x="309" y="310"/>
                  </a:cubicBezTo>
                  <a:cubicBezTo>
                    <a:pt x="308" y="311"/>
                    <a:pt x="308" y="312"/>
                    <a:pt x="307" y="313"/>
                  </a:cubicBezTo>
                  <a:cubicBezTo>
                    <a:pt x="307" y="304"/>
                    <a:pt x="307" y="304"/>
                    <a:pt x="307" y="304"/>
                  </a:cubicBezTo>
                  <a:cubicBezTo>
                    <a:pt x="307" y="303"/>
                    <a:pt x="307" y="302"/>
                    <a:pt x="307" y="301"/>
                  </a:cubicBezTo>
                  <a:cubicBezTo>
                    <a:pt x="307" y="295"/>
                    <a:pt x="307" y="295"/>
                    <a:pt x="307" y="295"/>
                  </a:cubicBezTo>
                  <a:cubicBezTo>
                    <a:pt x="309" y="296"/>
                    <a:pt x="309" y="296"/>
                    <a:pt x="309" y="296"/>
                  </a:cubicBezTo>
                  <a:close/>
                  <a:moveTo>
                    <a:pt x="309" y="325"/>
                  </a:moveTo>
                  <a:cubicBezTo>
                    <a:pt x="309" y="332"/>
                    <a:pt x="309" y="332"/>
                    <a:pt x="309" y="332"/>
                  </a:cubicBezTo>
                  <a:cubicBezTo>
                    <a:pt x="308" y="332"/>
                    <a:pt x="308" y="331"/>
                    <a:pt x="307" y="330"/>
                  </a:cubicBezTo>
                  <a:cubicBezTo>
                    <a:pt x="307" y="326"/>
                    <a:pt x="307" y="326"/>
                    <a:pt x="307" y="326"/>
                  </a:cubicBezTo>
                  <a:cubicBezTo>
                    <a:pt x="307" y="326"/>
                    <a:pt x="307" y="326"/>
                    <a:pt x="307" y="326"/>
                  </a:cubicBezTo>
                  <a:cubicBezTo>
                    <a:pt x="308" y="326"/>
                    <a:pt x="308" y="325"/>
                    <a:pt x="309" y="325"/>
                  </a:cubicBezTo>
                  <a:close/>
                  <a:moveTo>
                    <a:pt x="309" y="338"/>
                  </a:moveTo>
                  <a:cubicBezTo>
                    <a:pt x="309" y="346"/>
                    <a:pt x="309" y="346"/>
                    <a:pt x="309" y="346"/>
                  </a:cubicBezTo>
                  <a:cubicBezTo>
                    <a:pt x="308" y="346"/>
                    <a:pt x="308" y="346"/>
                    <a:pt x="308" y="346"/>
                  </a:cubicBezTo>
                  <a:cubicBezTo>
                    <a:pt x="307" y="348"/>
                    <a:pt x="307" y="348"/>
                    <a:pt x="307" y="348"/>
                  </a:cubicBezTo>
                  <a:cubicBezTo>
                    <a:pt x="307" y="341"/>
                    <a:pt x="307" y="341"/>
                    <a:pt x="307" y="341"/>
                  </a:cubicBezTo>
                  <a:cubicBezTo>
                    <a:pt x="308" y="340"/>
                    <a:pt x="308" y="339"/>
                    <a:pt x="309" y="338"/>
                  </a:cubicBezTo>
                  <a:close/>
                  <a:moveTo>
                    <a:pt x="309" y="352"/>
                  </a:moveTo>
                  <a:cubicBezTo>
                    <a:pt x="309" y="356"/>
                    <a:pt x="309" y="356"/>
                    <a:pt x="309" y="356"/>
                  </a:cubicBezTo>
                  <a:cubicBezTo>
                    <a:pt x="307" y="356"/>
                    <a:pt x="307" y="356"/>
                    <a:pt x="307" y="356"/>
                  </a:cubicBezTo>
                  <a:cubicBezTo>
                    <a:pt x="307" y="352"/>
                    <a:pt x="307" y="352"/>
                    <a:pt x="307" y="352"/>
                  </a:cubicBezTo>
                  <a:cubicBezTo>
                    <a:pt x="309" y="352"/>
                    <a:pt x="309" y="352"/>
                    <a:pt x="309" y="352"/>
                  </a:cubicBezTo>
                  <a:close/>
                  <a:moveTo>
                    <a:pt x="309" y="361"/>
                  </a:moveTo>
                  <a:cubicBezTo>
                    <a:pt x="309" y="366"/>
                    <a:pt x="309" y="366"/>
                    <a:pt x="309" y="366"/>
                  </a:cubicBezTo>
                  <a:cubicBezTo>
                    <a:pt x="308" y="367"/>
                    <a:pt x="308" y="367"/>
                    <a:pt x="307" y="367"/>
                  </a:cubicBezTo>
                  <a:cubicBezTo>
                    <a:pt x="307" y="362"/>
                    <a:pt x="307" y="362"/>
                    <a:pt x="307" y="362"/>
                  </a:cubicBezTo>
                  <a:cubicBezTo>
                    <a:pt x="309" y="361"/>
                    <a:pt x="309" y="361"/>
                    <a:pt x="309" y="361"/>
                  </a:cubicBezTo>
                  <a:close/>
                  <a:moveTo>
                    <a:pt x="309" y="369"/>
                  </a:moveTo>
                  <a:cubicBezTo>
                    <a:pt x="309" y="382"/>
                    <a:pt x="309" y="382"/>
                    <a:pt x="309" y="382"/>
                  </a:cubicBezTo>
                  <a:cubicBezTo>
                    <a:pt x="308" y="387"/>
                    <a:pt x="307" y="393"/>
                    <a:pt x="307" y="398"/>
                  </a:cubicBezTo>
                  <a:cubicBezTo>
                    <a:pt x="307" y="371"/>
                    <a:pt x="307" y="371"/>
                    <a:pt x="307" y="371"/>
                  </a:cubicBezTo>
                  <a:cubicBezTo>
                    <a:pt x="308" y="370"/>
                    <a:pt x="308" y="370"/>
                    <a:pt x="309" y="369"/>
                  </a:cubicBezTo>
                  <a:close/>
                  <a:moveTo>
                    <a:pt x="309" y="424"/>
                  </a:moveTo>
                  <a:cubicBezTo>
                    <a:pt x="309" y="436"/>
                    <a:pt x="309" y="436"/>
                    <a:pt x="309" y="436"/>
                  </a:cubicBezTo>
                  <a:cubicBezTo>
                    <a:pt x="308" y="436"/>
                    <a:pt x="308" y="437"/>
                    <a:pt x="307" y="437"/>
                  </a:cubicBezTo>
                  <a:cubicBezTo>
                    <a:pt x="307" y="408"/>
                    <a:pt x="307" y="408"/>
                    <a:pt x="307" y="408"/>
                  </a:cubicBezTo>
                  <a:cubicBezTo>
                    <a:pt x="307" y="413"/>
                    <a:pt x="308" y="417"/>
                    <a:pt x="308" y="422"/>
                  </a:cubicBezTo>
                  <a:cubicBezTo>
                    <a:pt x="308" y="422"/>
                    <a:pt x="308" y="423"/>
                    <a:pt x="309" y="424"/>
                  </a:cubicBezTo>
                  <a:close/>
                  <a:moveTo>
                    <a:pt x="309" y="447"/>
                  </a:moveTo>
                  <a:cubicBezTo>
                    <a:pt x="309" y="466"/>
                    <a:pt x="309" y="466"/>
                    <a:pt x="309" y="466"/>
                  </a:cubicBezTo>
                  <a:cubicBezTo>
                    <a:pt x="308" y="465"/>
                    <a:pt x="308" y="464"/>
                    <a:pt x="307" y="464"/>
                  </a:cubicBezTo>
                  <a:cubicBezTo>
                    <a:pt x="307" y="449"/>
                    <a:pt x="307" y="449"/>
                    <a:pt x="307" y="449"/>
                  </a:cubicBezTo>
                  <a:cubicBezTo>
                    <a:pt x="308" y="448"/>
                    <a:pt x="308" y="448"/>
                    <a:pt x="309" y="447"/>
                  </a:cubicBezTo>
                  <a:close/>
                  <a:moveTo>
                    <a:pt x="309" y="473"/>
                  </a:moveTo>
                  <a:cubicBezTo>
                    <a:pt x="309" y="478"/>
                    <a:pt x="309" y="478"/>
                    <a:pt x="309" y="478"/>
                  </a:cubicBezTo>
                  <a:cubicBezTo>
                    <a:pt x="308" y="478"/>
                    <a:pt x="308" y="478"/>
                    <a:pt x="308" y="478"/>
                  </a:cubicBezTo>
                  <a:cubicBezTo>
                    <a:pt x="309" y="478"/>
                    <a:pt x="309" y="478"/>
                    <a:pt x="309" y="478"/>
                  </a:cubicBezTo>
                  <a:cubicBezTo>
                    <a:pt x="309" y="483"/>
                    <a:pt x="309" y="483"/>
                    <a:pt x="309" y="483"/>
                  </a:cubicBezTo>
                  <a:cubicBezTo>
                    <a:pt x="308" y="483"/>
                    <a:pt x="308" y="482"/>
                    <a:pt x="307" y="482"/>
                  </a:cubicBezTo>
                  <a:cubicBezTo>
                    <a:pt x="307" y="475"/>
                    <a:pt x="307" y="475"/>
                    <a:pt x="307" y="475"/>
                  </a:cubicBezTo>
                  <a:cubicBezTo>
                    <a:pt x="308" y="474"/>
                    <a:pt x="308" y="473"/>
                    <a:pt x="309" y="473"/>
                  </a:cubicBezTo>
                  <a:close/>
                  <a:moveTo>
                    <a:pt x="309" y="492"/>
                  </a:moveTo>
                  <a:cubicBezTo>
                    <a:pt x="309" y="496"/>
                    <a:pt x="309" y="496"/>
                    <a:pt x="309" y="496"/>
                  </a:cubicBezTo>
                  <a:cubicBezTo>
                    <a:pt x="307" y="495"/>
                    <a:pt x="307" y="495"/>
                    <a:pt x="307" y="495"/>
                  </a:cubicBezTo>
                  <a:cubicBezTo>
                    <a:pt x="307" y="491"/>
                    <a:pt x="307" y="491"/>
                    <a:pt x="307" y="491"/>
                  </a:cubicBezTo>
                  <a:cubicBezTo>
                    <a:pt x="309" y="492"/>
                    <a:pt x="309" y="492"/>
                    <a:pt x="309" y="492"/>
                  </a:cubicBezTo>
                  <a:close/>
                  <a:moveTo>
                    <a:pt x="309" y="501"/>
                  </a:moveTo>
                  <a:cubicBezTo>
                    <a:pt x="309" y="507"/>
                    <a:pt x="309" y="507"/>
                    <a:pt x="309" y="507"/>
                  </a:cubicBezTo>
                  <a:cubicBezTo>
                    <a:pt x="308" y="507"/>
                    <a:pt x="308" y="508"/>
                    <a:pt x="307" y="508"/>
                  </a:cubicBezTo>
                  <a:cubicBezTo>
                    <a:pt x="307" y="502"/>
                    <a:pt x="307" y="502"/>
                    <a:pt x="307" y="502"/>
                  </a:cubicBezTo>
                  <a:cubicBezTo>
                    <a:pt x="308" y="501"/>
                    <a:pt x="308" y="501"/>
                    <a:pt x="309" y="501"/>
                  </a:cubicBezTo>
                  <a:close/>
                  <a:moveTo>
                    <a:pt x="309" y="524"/>
                  </a:moveTo>
                  <a:cubicBezTo>
                    <a:pt x="309" y="554"/>
                    <a:pt x="309" y="554"/>
                    <a:pt x="309" y="554"/>
                  </a:cubicBezTo>
                  <a:cubicBezTo>
                    <a:pt x="308" y="554"/>
                    <a:pt x="308" y="554"/>
                    <a:pt x="307" y="554"/>
                  </a:cubicBezTo>
                  <a:cubicBezTo>
                    <a:pt x="307" y="525"/>
                    <a:pt x="307" y="525"/>
                    <a:pt x="307" y="525"/>
                  </a:cubicBezTo>
                  <a:cubicBezTo>
                    <a:pt x="308" y="524"/>
                    <a:pt x="308" y="524"/>
                    <a:pt x="309" y="524"/>
                  </a:cubicBezTo>
                  <a:close/>
                  <a:moveTo>
                    <a:pt x="309" y="592"/>
                  </a:moveTo>
                  <a:cubicBezTo>
                    <a:pt x="309" y="598"/>
                    <a:pt x="309" y="598"/>
                    <a:pt x="309" y="598"/>
                  </a:cubicBezTo>
                  <a:cubicBezTo>
                    <a:pt x="308" y="598"/>
                    <a:pt x="308" y="598"/>
                    <a:pt x="307" y="598"/>
                  </a:cubicBezTo>
                  <a:cubicBezTo>
                    <a:pt x="308" y="603"/>
                    <a:pt x="308" y="606"/>
                    <a:pt x="309" y="609"/>
                  </a:cubicBezTo>
                  <a:cubicBezTo>
                    <a:pt x="309" y="623"/>
                    <a:pt x="309" y="623"/>
                    <a:pt x="309" y="623"/>
                  </a:cubicBezTo>
                  <a:cubicBezTo>
                    <a:pt x="307" y="622"/>
                    <a:pt x="307" y="622"/>
                    <a:pt x="307" y="622"/>
                  </a:cubicBezTo>
                  <a:cubicBezTo>
                    <a:pt x="307" y="592"/>
                    <a:pt x="307" y="592"/>
                    <a:pt x="307" y="592"/>
                  </a:cubicBezTo>
                  <a:cubicBezTo>
                    <a:pt x="308" y="592"/>
                    <a:pt x="308" y="592"/>
                    <a:pt x="309" y="592"/>
                  </a:cubicBezTo>
                  <a:close/>
                  <a:moveTo>
                    <a:pt x="309" y="738"/>
                  </a:moveTo>
                  <a:cubicBezTo>
                    <a:pt x="309" y="746"/>
                    <a:pt x="309" y="746"/>
                    <a:pt x="309" y="746"/>
                  </a:cubicBezTo>
                  <a:cubicBezTo>
                    <a:pt x="308" y="745"/>
                    <a:pt x="308" y="745"/>
                    <a:pt x="307" y="745"/>
                  </a:cubicBezTo>
                  <a:cubicBezTo>
                    <a:pt x="307" y="738"/>
                    <a:pt x="307" y="738"/>
                    <a:pt x="307" y="738"/>
                  </a:cubicBezTo>
                  <a:cubicBezTo>
                    <a:pt x="308" y="738"/>
                    <a:pt x="308" y="738"/>
                    <a:pt x="309" y="738"/>
                  </a:cubicBezTo>
                  <a:close/>
                  <a:moveTo>
                    <a:pt x="307" y="675"/>
                  </a:moveTo>
                  <a:cubicBezTo>
                    <a:pt x="307" y="674"/>
                    <a:pt x="307" y="674"/>
                    <a:pt x="307" y="674"/>
                  </a:cubicBezTo>
                  <a:cubicBezTo>
                    <a:pt x="307" y="674"/>
                    <a:pt x="307" y="674"/>
                    <a:pt x="307" y="674"/>
                  </a:cubicBezTo>
                  <a:lnTo>
                    <a:pt x="307" y="675"/>
                  </a:lnTo>
                  <a:close/>
                  <a:moveTo>
                    <a:pt x="306" y="12"/>
                  </a:moveTo>
                  <a:cubicBezTo>
                    <a:pt x="306" y="12"/>
                    <a:pt x="307" y="12"/>
                    <a:pt x="307" y="12"/>
                  </a:cubicBezTo>
                  <a:cubicBezTo>
                    <a:pt x="307" y="22"/>
                    <a:pt x="307" y="22"/>
                    <a:pt x="307" y="22"/>
                  </a:cubicBezTo>
                  <a:cubicBezTo>
                    <a:pt x="307" y="21"/>
                    <a:pt x="306" y="21"/>
                    <a:pt x="306" y="21"/>
                  </a:cubicBezTo>
                  <a:cubicBezTo>
                    <a:pt x="306" y="12"/>
                    <a:pt x="306" y="12"/>
                    <a:pt x="306" y="12"/>
                  </a:cubicBezTo>
                  <a:close/>
                  <a:moveTo>
                    <a:pt x="307" y="784"/>
                  </a:moveTo>
                  <a:cubicBezTo>
                    <a:pt x="306" y="784"/>
                    <a:pt x="306" y="784"/>
                    <a:pt x="306" y="784"/>
                  </a:cubicBezTo>
                  <a:cubicBezTo>
                    <a:pt x="306" y="747"/>
                    <a:pt x="306" y="747"/>
                    <a:pt x="306" y="747"/>
                  </a:cubicBezTo>
                  <a:cubicBezTo>
                    <a:pt x="306" y="749"/>
                    <a:pt x="307" y="750"/>
                    <a:pt x="307" y="752"/>
                  </a:cubicBezTo>
                  <a:cubicBezTo>
                    <a:pt x="307" y="784"/>
                    <a:pt x="307" y="784"/>
                    <a:pt x="307" y="784"/>
                  </a:cubicBezTo>
                  <a:close/>
                  <a:moveTo>
                    <a:pt x="307" y="42"/>
                  </a:moveTo>
                  <a:cubicBezTo>
                    <a:pt x="307" y="56"/>
                    <a:pt x="307" y="56"/>
                    <a:pt x="307" y="56"/>
                  </a:cubicBezTo>
                  <a:cubicBezTo>
                    <a:pt x="306" y="56"/>
                    <a:pt x="306" y="56"/>
                    <a:pt x="306" y="56"/>
                  </a:cubicBezTo>
                  <a:cubicBezTo>
                    <a:pt x="306" y="42"/>
                    <a:pt x="306" y="42"/>
                    <a:pt x="306" y="42"/>
                  </a:cubicBezTo>
                  <a:cubicBezTo>
                    <a:pt x="307" y="42"/>
                    <a:pt x="307" y="42"/>
                    <a:pt x="307" y="42"/>
                  </a:cubicBezTo>
                  <a:close/>
                  <a:moveTo>
                    <a:pt x="307" y="94"/>
                  </a:moveTo>
                  <a:cubicBezTo>
                    <a:pt x="307" y="147"/>
                    <a:pt x="307" y="147"/>
                    <a:pt x="307" y="147"/>
                  </a:cubicBezTo>
                  <a:cubicBezTo>
                    <a:pt x="307" y="149"/>
                    <a:pt x="306" y="150"/>
                    <a:pt x="306" y="151"/>
                  </a:cubicBezTo>
                  <a:cubicBezTo>
                    <a:pt x="306" y="94"/>
                    <a:pt x="306" y="94"/>
                    <a:pt x="306" y="94"/>
                  </a:cubicBezTo>
                  <a:cubicBezTo>
                    <a:pt x="306" y="94"/>
                    <a:pt x="307" y="94"/>
                    <a:pt x="307" y="94"/>
                  </a:cubicBezTo>
                  <a:close/>
                  <a:moveTo>
                    <a:pt x="307" y="182"/>
                  </a:moveTo>
                  <a:cubicBezTo>
                    <a:pt x="307" y="191"/>
                    <a:pt x="307" y="191"/>
                    <a:pt x="307" y="191"/>
                  </a:cubicBezTo>
                  <a:cubicBezTo>
                    <a:pt x="307" y="191"/>
                    <a:pt x="306" y="191"/>
                    <a:pt x="306" y="191"/>
                  </a:cubicBezTo>
                  <a:cubicBezTo>
                    <a:pt x="306" y="182"/>
                    <a:pt x="306" y="182"/>
                    <a:pt x="306" y="182"/>
                  </a:cubicBezTo>
                  <a:cubicBezTo>
                    <a:pt x="307" y="182"/>
                    <a:pt x="307" y="182"/>
                    <a:pt x="307" y="182"/>
                  </a:cubicBezTo>
                  <a:close/>
                  <a:moveTo>
                    <a:pt x="307" y="202"/>
                  </a:moveTo>
                  <a:cubicBezTo>
                    <a:pt x="307" y="211"/>
                    <a:pt x="307" y="211"/>
                    <a:pt x="307" y="211"/>
                  </a:cubicBezTo>
                  <a:cubicBezTo>
                    <a:pt x="306" y="211"/>
                    <a:pt x="306" y="211"/>
                    <a:pt x="306" y="211"/>
                  </a:cubicBezTo>
                  <a:cubicBezTo>
                    <a:pt x="306" y="201"/>
                    <a:pt x="306" y="201"/>
                    <a:pt x="306" y="201"/>
                  </a:cubicBezTo>
                  <a:cubicBezTo>
                    <a:pt x="307" y="202"/>
                    <a:pt x="307" y="202"/>
                    <a:pt x="307" y="202"/>
                  </a:cubicBezTo>
                  <a:close/>
                  <a:moveTo>
                    <a:pt x="307" y="228"/>
                  </a:moveTo>
                  <a:cubicBezTo>
                    <a:pt x="307" y="262"/>
                    <a:pt x="307" y="262"/>
                    <a:pt x="307" y="262"/>
                  </a:cubicBezTo>
                  <a:cubicBezTo>
                    <a:pt x="306" y="260"/>
                    <a:pt x="306" y="260"/>
                    <a:pt x="306" y="260"/>
                  </a:cubicBezTo>
                  <a:cubicBezTo>
                    <a:pt x="306" y="228"/>
                    <a:pt x="306" y="228"/>
                    <a:pt x="306" y="228"/>
                  </a:cubicBezTo>
                  <a:cubicBezTo>
                    <a:pt x="306" y="228"/>
                    <a:pt x="307" y="228"/>
                    <a:pt x="307" y="228"/>
                  </a:cubicBezTo>
                  <a:close/>
                  <a:moveTo>
                    <a:pt x="307" y="295"/>
                  </a:moveTo>
                  <a:cubicBezTo>
                    <a:pt x="307" y="301"/>
                    <a:pt x="307" y="301"/>
                    <a:pt x="307" y="301"/>
                  </a:cubicBezTo>
                  <a:cubicBezTo>
                    <a:pt x="307" y="300"/>
                    <a:pt x="306" y="299"/>
                    <a:pt x="306" y="298"/>
                  </a:cubicBezTo>
                  <a:cubicBezTo>
                    <a:pt x="306" y="294"/>
                    <a:pt x="306" y="294"/>
                    <a:pt x="306" y="294"/>
                  </a:cubicBezTo>
                  <a:cubicBezTo>
                    <a:pt x="307" y="295"/>
                    <a:pt x="307" y="295"/>
                    <a:pt x="307" y="295"/>
                  </a:cubicBezTo>
                  <a:close/>
                  <a:moveTo>
                    <a:pt x="307" y="304"/>
                  </a:moveTo>
                  <a:cubicBezTo>
                    <a:pt x="307" y="313"/>
                    <a:pt x="307" y="313"/>
                    <a:pt x="307" y="313"/>
                  </a:cubicBezTo>
                  <a:cubicBezTo>
                    <a:pt x="306" y="314"/>
                    <a:pt x="306" y="314"/>
                    <a:pt x="306" y="315"/>
                  </a:cubicBezTo>
                  <a:cubicBezTo>
                    <a:pt x="306" y="308"/>
                    <a:pt x="306" y="308"/>
                    <a:pt x="306" y="308"/>
                  </a:cubicBezTo>
                  <a:cubicBezTo>
                    <a:pt x="306" y="306"/>
                    <a:pt x="307" y="305"/>
                    <a:pt x="307" y="304"/>
                  </a:cubicBezTo>
                  <a:close/>
                  <a:moveTo>
                    <a:pt x="307" y="326"/>
                  </a:moveTo>
                  <a:cubicBezTo>
                    <a:pt x="307" y="330"/>
                    <a:pt x="307" y="330"/>
                    <a:pt x="307" y="330"/>
                  </a:cubicBezTo>
                  <a:cubicBezTo>
                    <a:pt x="307" y="330"/>
                    <a:pt x="306" y="329"/>
                    <a:pt x="306" y="329"/>
                  </a:cubicBezTo>
                  <a:cubicBezTo>
                    <a:pt x="306" y="324"/>
                    <a:pt x="306" y="324"/>
                    <a:pt x="306" y="324"/>
                  </a:cubicBezTo>
                  <a:cubicBezTo>
                    <a:pt x="306" y="325"/>
                    <a:pt x="306" y="325"/>
                    <a:pt x="307" y="326"/>
                  </a:cubicBezTo>
                  <a:close/>
                  <a:moveTo>
                    <a:pt x="307" y="341"/>
                  </a:moveTo>
                  <a:cubicBezTo>
                    <a:pt x="307" y="348"/>
                    <a:pt x="307" y="348"/>
                    <a:pt x="307" y="348"/>
                  </a:cubicBezTo>
                  <a:cubicBezTo>
                    <a:pt x="306" y="349"/>
                    <a:pt x="306" y="349"/>
                    <a:pt x="306" y="349"/>
                  </a:cubicBezTo>
                  <a:cubicBezTo>
                    <a:pt x="306" y="343"/>
                    <a:pt x="306" y="343"/>
                    <a:pt x="306" y="343"/>
                  </a:cubicBezTo>
                  <a:cubicBezTo>
                    <a:pt x="306" y="342"/>
                    <a:pt x="306" y="342"/>
                    <a:pt x="307" y="341"/>
                  </a:cubicBezTo>
                  <a:close/>
                  <a:moveTo>
                    <a:pt x="307" y="352"/>
                  </a:moveTo>
                  <a:cubicBezTo>
                    <a:pt x="307" y="356"/>
                    <a:pt x="307" y="356"/>
                    <a:pt x="307" y="356"/>
                  </a:cubicBezTo>
                  <a:cubicBezTo>
                    <a:pt x="306" y="357"/>
                    <a:pt x="306" y="357"/>
                    <a:pt x="306" y="357"/>
                  </a:cubicBezTo>
                  <a:cubicBezTo>
                    <a:pt x="306" y="352"/>
                    <a:pt x="306" y="352"/>
                    <a:pt x="306" y="352"/>
                  </a:cubicBezTo>
                  <a:cubicBezTo>
                    <a:pt x="307" y="352"/>
                    <a:pt x="307" y="352"/>
                    <a:pt x="307" y="352"/>
                  </a:cubicBezTo>
                  <a:close/>
                  <a:moveTo>
                    <a:pt x="307" y="362"/>
                  </a:moveTo>
                  <a:cubicBezTo>
                    <a:pt x="307" y="367"/>
                    <a:pt x="307" y="367"/>
                    <a:pt x="307" y="367"/>
                  </a:cubicBezTo>
                  <a:cubicBezTo>
                    <a:pt x="306" y="367"/>
                    <a:pt x="306" y="367"/>
                    <a:pt x="306" y="367"/>
                  </a:cubicBezTo>
                  <a:cubicBezTo>
                    <a:pt x="306" y="362"/>
                    <a:pt x="306" y="362"/>
                    <a:pt x="306" y="362"/>
                  </a:cubicBezTo>
                  <a:cubicBezTo>
                    <a:pt x="307" y="362"/>
                    <a:pt x="307" y="362"/>
                    <a:pt x="307" y="362"/>
                  </a:cubicBezTo>
                  <a:close/>
                  <a:moveTo>
                    <a:pt x="307" y="371"/>
                  </a:moveTo>
                  <a:cubicBezTo>
                    <a:pt x="307" y="398"/>
                    <a:pt x="307" y="398"/>
                    <a:pt x="307" y="398"/>
                  </a:cubicBezTo>
                  <a:cubicBezTo>
                    <a:pt x="307" y="402"/>
                    <a:pt x="307" y="405"/>
                    <a:pt x="307" y="408"/>
                  </a:cubicBezTo>
                  <a:cubicBezTo>
                    <a:pt x="307" y="437"/>
                    <a:pt x="307" y="437"/>
                    <a:pt x="307" y="437"/>
                  </a:cubicBezTo>
                  <a:cubicBezTo>
                    <a:pt x="306" y="438"/>
                    <a:pt x="306" y="438"/>
                    <a:pt x="306" y="438"/>
                  </a:cubicBezTo>
                  <a:cubicBezTo>
                    <a:pt x="306" y="428"/>
                    <a:pt x="306" y="428"/>
                    <a:pt x="306" y="428"/>
                  </a:cubicBezTo>
                  <a:cubicBezTo>
                    <a:pt x="306" y="427"/>
                    <a:pt x="306" y="426"/>
                    <a:pt x="306" y="425"/>
                  </a:cubicBezTo>
                  <a:cubicBezTo>
                    <a:pt x="306" y="425"/>
                    <a:pt x="306" y="425"/>
                    <a:pt x="306" y="425"/>
                  </a:cubicBezTo>
                  <a:cubicBezTo>
                    <a:pt x="306" y="372"/>
                    <a:pt x="306" y="372"/>
                    <a:pt x="306" y="372"/>
                  </a:cubicBezTo>
                  <a:cubicBezTo>
                    <a:pt x="306" y="372"/>
                    <a:pt x="307" y="371"/>
                    <a:pt x="307" y="371"/>
                  </a:cubicBezTo>
                  <a:close/>
                  <a:moveTo>
                    <a:pt x="307" y="449"/>
                  </a:moveTo>
                  <a:cubicBezTo>
                    <a:pt x="307" y="464"/>
                    <a:pt x="307" y="464"/>
                    <a:pt x="307" y="464"/>
                  </a:cubicBezTo>
                  <a:cubicBezTo>
                    <a:pt x="306" y="463"/>
                    <a:pt x="306" y="463"/>
                    <a:pt x="306" y="462"/>
                  </a:cubicBezTo>
                  <a:cubicBezTo>
                    <a:pt x="306" y="451"/>
                    <a:pt x="306" y="451"/>
                    <a:pt x="306" y="451"/>
                  </a:cubicBezTo>
                  <a:cubicBezTo>
                    <a:pt x="306" y="450"/>
                    <a:pt x="307" y="450"/>
                    <a:pt x="307" y="449"/>
                  </a:cubicBezTo>
                  <a:close/>
                  <a:moveTo>
                    <a:pt x="307" y="475"/>
                  </a:moveTo>
                  <a:cubicBezTo>
                    <a:pt x="307" y="482"/>
                    <a:pt x="307" y="482"/>
                    <a:pt x="307" y="482"/>
                  </a:cubicBezTo>
                  <a:cubicBezTo>
                    <a:pt x="306" y="482"/>
                    <a:pt x="306" y="482"/>
                    <a:pt x="306" y="482"/>
                  </a:cubicBezTo>
                  <a:cubicBezTo>
                    <a:pt x="306" y="476"/>
                    <a:pt x="306" y="476"/>
                    <a:pt x="306" y="476"/>
                  </a:cubicBezTo>
                  <a:cubicBezTo>
                    <a:pt x="306" y="476"/>
                    <a:pt x="307" y="475"/>
                    <a:pt x="307" y="475"/>
                  </a:cubicBezTo>
                  <a:close/>
                  <a:moveTo>
                    <a:pt x="307" y="491"/>
                  </a:moveTo>
                  <a:cubicBezTo>
                    <a:pt x="307" y="495"/>
                    <a:pt x="307" y="495"/>
                    <a:pt x="307" y="495"/>
                  </a:cubicBezTo>
                  <a:cubicBezTo>
                    <a:pt x="307" y="495"/>
                    <a:pt x="306" y="495"/>
                    <a:pt x="306" y="494"/>
                  </a:cubicBezTo>
                  <a:cubicBezTo>
                    <a:pt x="306" y="490"/>
                    <a:pt x="306" y="490"/>
                    <a:pt x="306" y="490"/>
                  </a:cubicBezTo>
                  <a:cubicBezTo>
                    <a:pt x="307" y="491"/>
                    <a:pt x="307" y="491"/>
                    <a:pt x="307" y="491"/>
                  </a:cubicBezTo>
                  <a:close/>
                  <a:moveTo>
                    <a:pt x="307" y="502"/>
                  </a:moveTo>
                  <a:cubicBezTo>
                    <a:pt x="307" y="508"/>
                    <a:pt x="307" y="508"/>
                    <a:pt x="307" y="508"/>
                  </a:cubicBezTo>
                  <a:cubicBezTo>
                    <a:pt x="306" y="509"/>
                    <a:pt x="306" y="509"/>
                    <a:pt x="306" y="510"/>
                  </a:cubicBezTo>
                  <a:cubicBezTo>
                    <a:pt x="306" y="502"/>
                    <a:pt x="306" y="502"/>
                    <a:pt x="306" y="502"/>
                  </a:cubicBezTo>
                  <a:cubicBezTo>
                    <a:pt x="306" y="502"/>
                    <a:pt x="307" y="502"/>
                    <a:pt x="307" y="502"/>
                  </a:cubicBezTo>
                  <a:close/>
                  <a:moveTo>
                    <a:pt x="307" y="525"/>
                  </a:moveTo>
                  <a:cubicBezTo>
                    <a:pt x="307" y="554"/>
                    <a:pt x="307" y="554"/>
                    <a:pt x="307" y="554"/>
                  </a:cubicBezTo>
                  <a:cubicBezTo>
                    <a:pt x="307" y="554"/>
                    <a:pt x="306" y="554"/>
                    <a:pt x="306" y="554"/>
                  </a:cubicBezTo>
                  <a:cubicBezTo>
                    <a:pt x="306" y="526"/>
                    <a:pt x="306" y="526"/>
                    <a:pt x="306" y="526"/>
                  </a:cubicBezTo>
                  <a:cubicBezTo>
                    <a:pt x="306" y="526"/>
                    <a:pt x="306" y="526"/>
                    <a:pt x="307" y="525"/>
                  </a:cubicBezTo>
                  <a:close/>
                  <a:moveTo>
                    <a:pt x="307" y="592"/>
                  </a:moveTo>
                  <a:cubicBezTo>
                    <a:pt x="307" y="622"/>
                    <a:pt x="307" y="622"/>
                    <a:pt x="307" y="622"/>
                  </a:cubicBezTo>
                  <a:cubicBezTo>
                    <a:pt x="306" y="622"/>
                    <a:pt x="306" y="622"/>
                    <a:pt x="306" y="622"/>
                  </a:cubicBezTo>
                  <a:cubicBezTo>
                    <a:pt x="306" y="592"/>
                    <a:pt x="306" y="592"/>
                    <a:pt x="306" y="592"/>
                  </a:cubicBezTo>
                  <a:cubicBezTo>
                    <a:pt x="306" y="592"/>
                    <a:pt x="307" y="592"/>
                    <a:pt x="307" y="592"/>
                  </a:cubicBezTo>
                  <a:close/>
                  <a:moveTo>
                    <a:pt x="307" y="674"/>
                  </a:moveTo>
                  <a:cubicBezTo>
                    <a:pt x="307" y="675"/>
                    <a:pt x="307" y="675"/>
                    <a:pt x="307" y="675"/>
                  </a:cubicBezTo>
                  <a:cubicBezTo>
                    <a:pt x="306" y="676"/>
                    <a:pt x="306" y="677"/>
                    <a:pt x="306" y="678"/>
                  </a:cubicBezTo>
                  <a:cubicBezTo>
                    <a:pt x="306" y="673"/>
                    <a:pt x="306" y="673"/>
                    <a:pt x="306" y="673"/>
                  </a:cubicBezTo>
                  <a:cubicBezTo>
                    <a:pt x="307" y="673"/>
                    <a:pt x="307" y="674"/>
                    <a:pt x="307" y="674"/>
                  </a:cubicBezTo>
                  <a:close/>
                  <a:moveTo>
                    <a:pt x="307" y="738"/>
                  </a:moveTo>
                  <a:cubicBezTo>
                    <a:pt x="307" y="745"/>
                    <a:pt x="307" y="745"/>
                    <a:pt x="307" y="745"/>
                  </a:cubicBezTo>
                  <a:cubicBezTo>
                    <a:pt x="306" y="745"/>
                    <a:pt x="306" y="745"/>
                    <a:pt x="306" y="745"/>
                  </a:cubicBezTo>
                  <a:cubicBezTo>
                    <a:pt x="306" y="738"/>
                    <a:pt x="306" y="738"/>
                    <a:pt x="306" y="738"/>
                  </a:cubicBezTo>
                  <a:lnTo>
                    <a:pt x="307" y="738"/>
                  </a:lnTo>
                  <a:close/>
                  <a:moveTo>
                    <a:pt x="301" y="12"/>
                  </a:moveTo>
                  <a:cubicBezTo>
                    <a:pt x="302" y="12"/>
                    <a:pt x="304" y="12"/>
                    <a:pt x="306" y="12"/>
                  </a:cubicBezTo>
                  <a:cubicBezTo>
                    <a:pt x="306" y="21"/>
                    <a:pt x="306" y="21"/>
                    <a:pt x="306" y="21"/>
                  </a:cubicBezTo>
                  <a:cubicBezTo>
                    <a:pt x="304" y="21"/>
                    <a:pt x="302" y="21"/>
                    <a:pt x="301" y="21"/>
                  </a:cubicBezTo>
                  <a:cubicBezTo>
                    <a:pt x="301" y="12"/>
                    <a:pt x="301" y="12"/>
                    <a:pt x="301" y="12"/>
                  </a:cubicBezTo>
                  <a:close/>
                  <a:moveTo>
                    <a:pt x="306" y="784"/>
                  </a:moveTo>
                  <a:cubicBezTo>
                    <a:pt x="304" y="783"/>
                    <a:pt x="302" y="783"/>
                    <a:pt x="301" y="783"/>
                  </a:cubicBezTo>
                  <a:cubicBezTo>
                    <a:pt x="301" y="775"/>
                    <a:pt x="301" y="775"/>
                    <a:pt x="301" y="775"/>
                  </a:cubicBezTo>
                  <a:cubicBezTo>
                    <a:pt x="303" y="776"/>
                    <a:pt x="303" y="776"/>
                    <a:pt x="303" y="776"/>
                  </a:cubicBezTo>
                  <a:cubicBezTo>
                    <a:pt x="304" y="776"/>
                    <a:pt x="304" y="776"/>
                    <a:pt x="305" y="776"/>
                  </a:cubicBezTo>
                  <a:cubicBezTo>
                    <a:pt x="303" y="770"/>
                    <a:pt x="302" y="765"/>
                    <a:pt x="301" y="760"/>
                  </a:cubicBezTo>
                  <a:cubicBezTo>
                    <a:pt x="301" y="738"/>
                    <a:pt x="301" y="738"/>
                    <a:pt x="301" y="738"/>
                  </a:cubicBezTo>
                  <a:cubicBezTo>
                    <a:pt x="302" y="738"/>
                    <a:pt x="304" y="738"/>
                    <a:pt x="306" y="738"/>
                  </a:cubicBezTo>
                  <a:cubicBezTo>
                    <a:pt x="306" y="745"/>
                    <a:pt x="306" y="745"/>
                    <a:pt x="306" y="745"/>
                  </a:cubicBezTo>
                  <a:cubicBezTo>
                    <a:pt x="305" y="745"/>
                    <a:pt x="305" y="745"/>
                    <a:pt x="305" y="745"/>
                  </a:cubicBezTo>
                  <a:cubicBezTo>
                    <a:pt x="305" y="746"/>
                    <a:pt x="306" y="747"/>
                    <a:pt x="306" y="747"/>
                  </a:cubicBezTo>
                  <a:cubicBezTo>
                    <a:pt x="306" y="784"/>
                    <a:pt x="306" y="784"/>
                    <a:pt x="306" y="784"/>
                  </a:cubicBezTo>
                  <a:close/>
                  <a:moveTo>
                    <a:pt x="306" y="42"/>
                  </a:moveTo>
                  <a:cubicBezTo>
                    <a:pt x="306" y="56"/>
                    <a:pt x="306" y="56"/>
                    <a:pt x="306" y="56"/>
                  </a:cubicBezTo>
                  <a:cubicBezTo>
                    <a:pt x="304" y="57"/>
                    <a:pt x="302" y="58"/>
                    <a:pt x="301" y="58"/>
                  </a:cubicBezTo>
                  <a:cubicBezTo>
                    <a:pt x="301" y="51"/>
                    <a:pt x="301" y="51"/>
                    <a:pt x="301" y="51"/>
                  </a:cubicBezTo>
                  <a:cubicBezTo>
                    <a:pt x="302" y="50"/>
                    <a:pt x="302" y="50"/>
                    <a:pt x="302" y="50"/>
                  </a:cubicBezTo>
                  <a:cubicBezTo>
                    <a:pt x="301" y="50"/>
                    <a:pt x="301" y="50"/>
                    <a:pt x="301" y="50"/>
                  </a:cubicBezTo>
                  <a:cubicBezTo>
                    <a:pt x="301" y="37"/>
                    <a:pt x="301" y="37"/>
                    <a:pt x="301" y="37"/>
                  </a:cubicBezTo>
                  <a:cubicBezTo>
                    <a:pt x="301" y="38"/>
                    <a:pt x="301" y="38"/>
                    <a:pt x="302" y="39"/>
                  </a:cubicBezTo>
                  <a:cubicBezTo>
                    <a:pt x="303" y="39"/>
                    <a:pt x="304" y="40"/>
                    <a:pt x="306" y="42"/>
                  </a:cubicBezTo>
                  <a:close/>
                  <a:moveTo>
                    <a:pt x="306" y="94"/>
                  </a:moveTo>
                  <a:cubicBezTo>
                    <a:pt x="306" y="151"/>
                    <a:pt x="306" y="151"/>
                    <a:pt x="306" y="151"/>
                  </a:cubicBezTo>
                  <a:cubicBezTo>
                    <a:pt x="305" y="154"/>
                    <a:pt x="304" y="157"/>
                    <a:pt x="303" y="159"/>
                  </a:cubicBezTo>
                  <a:cubicBezTo>
                    <a:pt x="302" y="160"/>
                    <a:pt x="301" y="160"/>
                    <a:pt x="301" y="161"/>
                  </a:cubicBezTo>
                  <a:cubicBezTo>
                    <a:pt x="301" y="126"/>
                    <a:pt x="301" y="126"/>
                    <a:pt x="301" y="126"/>
                  </a:cubicBezTo>
                  <a:cubicBezTo>
                    <a:pt x="301" y="123"/>
                    <a:pt x="301" y="119"/>
                    <a:pt x="302" y="114"/>
                  </a:cubicBezTo>
                  <a:cubicBezTo>
                    <a:pt x="301" y="115"/>
                    <a:pt x="301" y="115"/>
                    <a:pt x="301" y="115"/>
                  </a:cubicBezTo>
                  <a:cubicBezTo>
                    <a:pt x="301" y="81"/>
                    <a:pt x="301" y="81"/>
                    <a:pt x="301" y="81"/>
                  </a:cubicBezTo>
                  <a:cubicBezTo>
                    <a:pt x="301" y="81"/>
                    <a:pt x="301" y="81"/>
                    <a:pt x="302" y="81"/>
                  </a:cubicBezTo>
                  <a:cubicBezTo>
                    <a:pt x="303" y="84"/>
                    <a:pt x="303" y="84"/>
                    <a:pt x="305" y="94"/>
                  </a:cubicBezTo>
                  <a:cubicBezTo>
                    <a:pt x="306" y="94"/>
                    <a:pt x="306" y="94"/>
                    <a:pt x="306" y="94"/>
                  </a:cubicBezTo>
                  <a:close/>
                  <a:moveTo>
                    <a:pt x="306" y="182"/>
                  </a:moveTo>
                  <a:cubicBezTo>
                    <a:pt x="306" y="191"/>
                    <a:pt x="306" y="191"/>
                    <a:pt x="306" y="191"/>
                  </a:cubicBezTo>
                  <a:cubicBezTo>
                    <a:pt x="304" y="190"/>
                    <a:pt x="302" y="190"/>
                    <a:pt x="301" y="191"/>
                  </a:cubicBezTo>
                  <a:cubicBezTo>
                    <a:pt x="301" y="184"/>
                    <a:pt x="301" y="184"/>
                    <a:pt x="301" y="184"/>
                  </a:cubicBezTo>
                  <a:cubicBezTo>
                    <a:pt x="302" y="183"/>
                    <a:pt x="304" y="183"/>
                    <a:pt x="306" y="182"/>
                  </a:cubicBezTo>
                  <a:close/>
                  <a:moveTo>
                    <a:pt x="306" y="201"/>
                  </a:moveTo>
                  <a:cubicBezTo>
                    <a:pt x="306" y="211"/>
                    <a:pt x="306" y="211"/>
                    <a:pt x="306" y="211"/>
                  </a:cubicBezTo>
                  <a:cubicBezTo>
                    <a:pt x="304" y="212"/>
                    <a:pt x="302" y="213"/>
                    <a:pt x="301" y="214"/>
                  </a:cubicBezTo>
                  <a:cubicBezTo>
                    <a:pt x="301" y="210"/>
                    <a:pt x="301" y="210"/>
                    <a:pt x="301" y="210"/>
                  </a:cubicBezTo>
                  <a:cubicBezTo>
                    <a:pt x="302" y="209"/>
                    <a:pt x="302" y="209"/>
                    <a:pt x="304" y="208"/>
                  </a:cubicBezTo>
                  <a:cubicBezTo>
                    <a:pt x="303" y="207"/>
                    <a:pt x="302" y="206"/>
                    <a:pt x="301" y="205"/>
                  </a:cubicBezTo>
                  <a:cubicBezTo>
                    <a:pt x="301" y="198"/>
                    <a:pt x="301" y="198"/>
                    <a:pt x="301" y="198"/>
                  </a:cubicBezTo>
                  <a:cubicBezTo>
                    <a:pt x="302" y="199"/>
                    <a:pt x="304" y="200"/>
                    <a:pt x="306" y="201"/>
                  </a:cubicBezTo>
                  <a:close/>
                  <a:moveTo>
                    <a:pt x="306" y="228"/>
                  </a:moveTo>
                  <a:cubicBezTo>
                    <a:pt x="306" y="260"/>
                    <a:pt x="306" y="260"/>
                    <a:pt x="306" y="260"/>
                  </a:cubicBezTo>
                  <a:cubicBezTo>
                    <a:pt x="304" y="257"/>
                    <a:pt x="302" y="254"/>
                    <a:pt x="301" y="251"/>
                  </a:cubicBezTo>
                  <a:cubicBezTo>
                    <a:pt x="301" y="232"/>
                    <a:pt x="301" y="232"/>
                    <a:pt x="301" y="232"/>
                  </a:cubicBezTo>
                  <a:cubicBezTo>
                    <a:pt x="302" y="231"/>
                    <a:pt x="304" y="230"/>
                    <a:pt x="306" y="228"/>
                  </a:cubicBezTo>
                  <a:close/>
                  <a:moveTo>
                    <a:pt x="306" y="294"/>
                  </a:moveTo>
                  <a:cubicBezTo>
                    <a:pt x="306" y="298"/>
                    <a:pt x="306" y="298"/>
                    <a:pt x="306" y="298"/>
                  </a:cubicBezTo>
                  <a:cubicBezTo>
                    <a:pt x="305" y="298"/>
                    <a:pt x="304" y="297"/>
                    <a:pt x="303" y="297"/>
                  </a:cubicBezTo>
                  <a:cubicBezTo>
                    <a:pt x="302" y="298"/>
                    <a:pt x="301" y="299"/>
                    <a:pt x="301" y="300"/>
                  </a:cubicBezTo>
                  <a:cubicBezTo>
                    <a:pt x="301" y="288"/>
                    <a:pt x="301" y="288"/>
                    <a:pt x="301" y="288"/>
                  </a:cubicBezTo>
                  <a:cubicBezTo>
                    <a:pt x="306" y="294"/>
                    <a:pt x="306" y="294"/>
                    <a:pt x="306" y="294"/>
                  </a:cubicBezTo>
                  <a:close/>
                  <a:moveTo>
                    <a:pt x="306" y="308"/>
                  </a:moveTo>
                  <a:cubicBezTo>
                    <a:pt x="306" y="315"/>
                    <a:pt x="306" y="315"/>
                    <a:pt x="306" y="315"/>
                  </a:cubicBezTo>
                  <a:cubicBezTo>
                    <a:pt x="304" y="318"/>
                    <a:pt x="304" y="321"/>
                    <a:pt x="306" y="324"/>
                  </a:cubicBezTo>
                  <a:cubicBezTo>
                    <a:pt x="306" y="329"/>
                    <a:pt x="306" y="329"/>
                    <a:pt x="306" y="329"/>
                  </a:cubicBezTo>
                  <a:cubicBezTo>
                    <a:pt x="304" y="327"/>
                    <a:pt x="302" y="325"/>
                    <a:pt x="301" y="323"/>
                  </a:cubicBezTo>
                  <a:cubicBezTo>
                    <a:pt x="301" y="316"/>
                    <a:pt x="301" y="316"/>
                    <a:pt x="301" y="316"/>
                  </a:cubicBezTo>
                  <a:cubicBezTo>
                    <a:pt x="302" y="314"/>
                    <a:pt x="304" y="311"/>
                    <a:pt x="306" y="308"/>
                  </a:cubicBezTo>
                  <a:close/>
                  <a:moveTo>
                    <a:pt x="306" y="343"/>
                  </a:moveTo>
                  <a:cubicBezTo>
                    <a:pt x="306" y="349"/>
                    <a:pt x="306" y="349"/>
                    <a:pt x="306" y="349"/>
                  </a:cubicBezTo>
                  <a:cubicBezTo>
                    <a:pt x="305" y="350"/>
                    <a:pt x="304" y="351"/>
                    <a:pt x="304" y="352"/>
                  </a:cubicBezTo>
                  <a:cubicBezTo>
                    <a:pt x="304" y="352"/>
                    <a:pt x="305" y="352"/>
                    <a:pt x="306" y="352"/>
                  </a:cubicBezTo>
                  <a:cubicBezTo>
                    <a:pt x="306" y="357"/>
                    <a:pt x="306" y="357"/>
                    <a:pt x="306" y="357"/>
                  </a:cubicBezTo>
                  <a:cubicBezTo>
                    <a:pt x="302" y="357"/>
                    <a:pt x="302" y="357"/>
                    <a:pt x="302" y="357"/>
                  </a:cubicBezTo>
                  <a:cubicBezTo>
                    <a:pt x="301" y="358"/>
                    <a:pt x="301" y="359"/>
                    <a:pt x="301" y="360"/>
                  </a:cubicBezTo>
                  <a:cubicBezTo>
                    <a:pt x="301" y="352"/>
                    <a:pt x="301" y="352"/>
                    <a:pt x="301" y="352"/>
                  </a:cubicBezTo>
                  <a:cubicBezTo>
                    <a:pt x="302" y="349"/>
                    <a:pt x="304" y="346"/>
                    <a:pt x="306" y="343"/>
                  </a:cubicBezTo>
                  <a:close/>
                  <a:moveTo>
                    <a:pt x="306" y="362"/>
                  </a:moveTo>
                  <a:cubicBezTo>
                    <a:pt x="306" y="367"/>
                    <a:pt x="306" y="367"/>
                    <a:pt x="306" y="367"/>
                  </a:cubicBezTo>
                  <a:cubicBezTo>
                    <a:pt x="304" y="367"/>
                    <a:pt x="302" y="368"/>
                    <a:pt x="301" y="368"/>
                  </a:cubicBezTo>
                  <a:cubicBezTo>
                    <a:pt x="301" y="363"/>
                    <a:pt x="301" y="363"/>
                    <a:pt x="301" y="363"/>
                  </a:cubicBezTo>
                  <a:cubicBezTo>
                    <a:pt x="306" y="362"/>
                    <a:pt x="306" y="362"/>
                    <a:pt x="306" y="362"/>
                  </a:cubicBezTo>
                  <a:close/>
                  <a:moveTo>
                    <a:pt x="306" y="372"/>
                  </a:moveTo>
                  <a:cubicBezTo>
                    <a:pt x="306" y="425"/>
                    <a:pt x="306" y="425"/>
                    <a:pt x="306" y="425"/>
                  </a:cubicBezTo>
                  <a:cubicBezTo>
                    <a:pt x="304" y="426"/>
                    <a:pt x="302" y="427"/>
                    <a:pt x="301" y="428"/>
                  </a:cubicBezTo>
                  <a:cubicBezTo>
                    <a:pt x="301" y="422"/>
                    <a:pt x="301" y="422"/>
                    <a:pt x="301" y="422"/>
                  </a:cubicBezTo>
                  <a:cubicBezTo>
                    <a:pt x="303" y="419"/>
                    <a:pt x="303" y="419"/>
                    <a:pt x="303" y="419"/>
                  </a:cubicBezTo>
                  <a:cubicBezTo>
                    <a:pt x="303" y="417"/>
                    <a:pt x="303" y="415"/>
                    <a:pt x="303" y="412"/>
                  </a:cubicBezTo>
                  <a:cubicBezTo>
                    <a:pt x="301" y="414"/>
                    <a:pt x="301" y="414"/>
                    <a:pt x="301" y="414"/>
                  </a:cubicBezTo>
                  <a:cubicBezTo>
                    <a:pt x="301" y="409"/>
                    <a:pt x="301" y="409"/>
                    <a:pt x="301" y="409"/>
                  </a:cubicBezTo>
                  <a:cubicBezTo>
                    <a:pt x="302" y="408"/>
                    <a:pt x="302" y="408"/>
                    <a:pt x="302" y="408"/>
                  </a:cubicBezTo>
                  <a:cubicBezTo>
                    <a:pt x="302" y="405"/>
                    <a:pt x="302" y="403"/>
                    <a:pt x="302" y="401"/>
                  </a:cubicBezTo>
                  <a:cubicBezTo>
                    <a:pt x="301" y="401"/>
                    <a:pt x="301" y="402"/>
                    <a:pt x="301" y="402"/>
                  </a:cubicBezTo>
                  <a:cubicBezTo>
                    <a:pt x="301" y="397"/>
                    <a:pt x="301" y="397"/>
                    <a:pt x="301" y="397"/>
                  </a:cubicBezTo>
                  <a:cubicBezTo>
                    <a:pt x="302" y="395"/>
                    <a:pt x="303" y="393"/>
                    <a:pt x="303" y="389"/>
                  </a:cubicBezTo>
                  <a:cubicBezTo>
                    <a:pt x="302" y="389"/>
                    <a:pt x="301" y="390"/>
                    <a:pt x="301" y="390"/>
                  </a:cubicBezTo>
                  <a:cubicBezTo>
                    <a:pt x="301" y="385"/>
                    <a:pt x="301" y="385"/>
                    <a:pt x="301" y="385"/>
                  </a:cubicBezTo>
                  <a:cubicBezTo>
                    <a:pt x="304" y="384"/>
                    <a:pt x="306" y="381"/>
                    <a:pt x="305" y="377"/>
                  </a:cubicBezTo>
                  <a:cubicBezTo>
                    <a:pt x="301" y="378"/>
                    <a:pt x="301" y="378"/>
                    <a:pt x="301" y="378"/>
                  </a:cubicBezTo>
                  <a:cubicBezTo>
                    <a:pt x="301" y="374"/>
                    <a:pt x="301" y="374"/>
                    <a:pt x="301" y="374"/>
                  </a:cubicBezTo>
                  <a:cubicBezTo>
                    <a:pt x="303" y="374"/>
                    <a:pt x="304" y="373"/>
                    <a:pt x="306" y="372"/>
                  </a:cubicBezTo>
                  <a:close/>
                  <a:moveTo>
                    <a:pt x="306" y="428"/>
                  </a:moveTo>
                  <a:cubicBezTo>
                    <a:pt x="306" y="438"/>
                    <a:pt x="306" y="438"/>
                    <a:pt x="306" y="438"/>
                  </a:cubicBezTo>
                  <a:cubicBezTo>
                    <a:pt x="302" y="442"/>
                    <a:pt x="302" y="447"/>
                    <a:pt x="304" y="452"/>
                  </a:cubicBezTo>
                  <a:cubicBezTo>
                    <a:pt x="305" y="452"/>
                    <a:pt x="305" y="451"/>
                    <a:pt x="306" y="451"/>
                  </a:cubicBezTo>
                  <a:cubicBezTo>
                    <a:pt x="306" y="462"/>
                    <a:pt x="306" y="462"/>
                    <a:pt x="306" y="462"/>
                  </a:cubicBezTo>
                  <a:cubicBezTo>
                    <a:pt x="304" y="460"/>
                    <a:pt x="302" y="457"/>
                    <a:pt x="301" y="454"/>
                  </a:cubicBezTo>
                  <a:cubicBezTo>
                    <a:pt x="301" y="440"/>
                    <a:pt x="301" y="440"/>
                    <a:pt x="301" y="440"/>
                  </a:cubicBezTo>
                  <a:cubicBezTo>
                    <a:pt x="302" y="435"/>
                    <a:pt x="305" y="433"/>
                    <a:pt x="306" y="428"/>
                  </a:cubicBezTo>
                  <a:close/>
                  <a:moveTo>
                    <a:pt x="306" y="476"/>
                  </a:moveTo>
                  <a:cubicBezTo>
                    <a:pt x="306" y="482"/>
                    <a:pt x="306" y="482"/>
                    <a:pt x="306" y="482"/>
                  </a:cubicBezTo>
                  <a:cubicBezTo>
                    <a:pt x="303" y="482"/>
                    <a:pt x="301" y="482"/>
                    <a:pt x="301" y="486"/>
                  </a:cubicBezTo>
                  <a:cubicBezTo>
                    <a:pt x="303" y="488"/>
                    <a:pt x="304" y="489"/>
                    <a:pt x="306" y="490"/>
                  </a:cubicBezTo>
                  <a:cubicBezTo>
                    <a:pt x="306" y="494"/>
                    <a:pt x="306" y="494"/>
                    <a:pt x="306" y="494"/>
                  </a:cubicBezTo>
                  <a:cubicBezTo>
                    <a:pt x="304" y="493"/>
                    <a:pt x="302" y="492"/>
                    <a:pt x="301" y="491"/>
                  </a:cubicBezTo>
                  <a:cubicBezTo>
                    <a:pt x="301" y="481"/>
                    <a:pt x="301" y="481"/>
                    <a:pt x="301" y="481"/>
                  </a:cubicBezTo>
                  <a:cubicBezTo>
                    <a:pt x="302" y="479"/>
                    <a:pt x="304" y="478"/>
                    <a:pt x="306" y="476"/>
                  </a:cubicBezTo>
                  <a:close/>
                  <a:moveTo>
                    <a:pt x="306" y="502"/>
                  </a:moveTo>
                  <a:cubicBezTo>
                    <a:pt x="306" y="510"/>
                    <a:pt x="306" y="510"/>
                    <a:pt x="306" y="510"/>
                  </a:cubicBezTo>
                  <a:cubicBezTo>
                    <a:pt x="304" y="512"/>
                    <a:pt x="302" y="514"/>
                    <a:pt x="301" y="516"/>
                  </a:cubicBezTo>
                  <a:cubicBezTo>
                    <a:pt x="301" y="510"/>
                    <a:pt x="301" y="510"/>
                    <a:pt x="301" y="510"/>
                  </a:cubicBezTo>
                  <a:cubicBezTo>
                    <a:pt x="302" y="509"/>
                    <a:pt x="302" y="508"/>
                    <a:pt x="303" y="506"/>
                  </a:cubicBezTo>
                  <a:cubicBezTo>
                    <a:pt x="302" y="506"/>
                    <a:pt x="302" y="506"/>
                    <a:pt x="301" y="505"/>
                  </a:cubicBezTo>
                  <a:cubicBezTo>
                    <a:pt x="301" y="502"/>
                    <a:pt x="301" y="502"/>
                    <a:pt x="301" y="502"/>
                  </a:cubicBezTo>
                  <a:cubicBezTo>
                    <a:pt x="302" y="503"/>
                    <a:pt x="302" y="503"/>
                    <a:pt x="302" y="503"/>
                  </a:cubicBezTo>
                  <a:cubicBezTo>
                    <a:pt x="303" y="503"/>
                    <a:pt x="305" y="502"/>
                    <a:pt x="306" y="502"/>
                  </a:cubicBezTo>
                  <a:close/>
                  <a:moveTo>
                    <a:pt x="306" y="526"/>
                  </a:moveTo>
                  <a:cubicBezTo>
                    <a:pt x="306" y="554"/>
                    <a:pt x="306" y="554"/>
                    <a:pt x="306" y="554"/>
                  </a:cubicBezTo>
                  <a:cubicBezTo>
                    <a:pt x="304" y="553"/>
                    <a:pt x="302" y="552"/>
                    <a:pt x="301" y="552"/>
                  </a:cubicBezTo>
                  <a:cubicBezTo>
                    <a:pt x="301" y="534"/>
                    <a:pt x="301" y="534"/>
                    <a:pt x="301" y="534"/>
                  </a:cubicBezTo>
                  <a:cubicBezTo>
                    <a:pt x="302" y="531"/>
                    <a:pt x="304" y="529"/>
                    <a:pt x="306" y="526"/>
                  </a:cubicBezTo>
                  <a:close/>
                  <a:moveTo>
                    <a:pt x="306" y="592"/>
                  </a:moveTo>
                  <a:cubicBezTo>
                    <a:pt x="306" y="622"/>
                    <a:pt x="306" y="622"/>
                    <a:pt x="306" y="622"/>
                  </a:cubicBezTo>
                  <a:cubicBezTo>
                    <a:pt x="304" y="621"/>
                    <a:pt x="302" y="620"/>
                    <a:pt x="301" y="620"/>
                  </a:cubicBezTo>
                  <a:cubicBezTo>
                    <a:pt x="301" y="614"/>
                    <a:pt x="301" y="614"/>
                    <a:pt x="301" y="614"/>
                  </a:cubicBezTo>
                  <a:cubicBezTo>
                    <a:pt x="302" y="615"/>
                    <a:pt x="302" y="615"/>
                    <a:pt x="302" y="615"/>
                  </a:cubicBezTo>
                  <a:cubicBezTo>
                    <a:pt x="302" y="608"/>
                    <a:pt x="302" y="603"/>
                    <a:pt x="301" y="598"/>
                  </a:cubicBezTo>
                  <a:cubicBezTo>
                    <a:pt x="301" y="589"/>
                    <a:pt x="301" y="589"/>
                    <a:pt x="301" y="589"/>
                  </a:cubicBezTo>
                  <a:cubicBezTo>
                    <a:pt x="302" y="590"/>
                    <a:pt x="304" y="591"/>
                    <a:pt x="306" y="592"/>
                  </a:cubicBezTo>
                  <a:close/>
                  <a:moveTo>
                    <a:pt x="306" y="673"/>
                  </a:moveTo>
                  <a:cubicBezTo>
                    <a:pt x="306" y="678"/>
                    <a:pt x="306" y="678"/>
                    <a:pt x="306" y="678"/>
                  </a:cubicBezTo>
                  <a:cubicBezTo>
                    <a:pt x="305" y="680"/>
                    <a:pt x="304" y="682"/>
                    <a:pt x="304" y="684"/>
                  </a:cubicBezTo>
                  <a:cubicBezTo>
                    <a:pt x="303" y="684"/>
                    <a:pt x="302" y="684"/>
                    <a:pt x="302" y="684"/>
                  </a:cubicBezTo>
                  <a:cubicBezTo>
                    <a:pt x="301" y="684"/>
                    <a:pt x="301" y="684"/>
                    <a:pt x="301" y="684"/>
                  </a:cubicBezTo>
                  <a:cubicBezTo>
                    <a:pt x="301" y="671"/>
                    <a:pt x="301" y="671"/>
                    <a:pt x="301" y="671"/>
                  </a:cubicBezTo>
                  <a:cubicBezTo>
                    <a:pt x="304" y="672"/>
                    <a:pt x="305" y="673"/>
                    <a:pt x="306" y="673"/>
                  </a:cubicBezTo>
                  <a:close/>
                  <a:moveTo>
                    <a:pt x="296" y="13"/>
                  </a:moveTo>
                  <a:cubicBezTo>
                    <a:pt x="298" y="13"/>
                    <a:pt x="299" y="13"/>
                    <a:pt x="301" y="12"/>
                  </a:cubicBezTo>
                  <a:cubicBezTo>
                    <a:pt x="301" y="21"/>
                    <a:pt x="301" y="21"/>
                    <a:pt x="301" y="21"/>
                  </a:cubicBezTo>
                  <a:cubicBezTo>
                    <a:pt x="299" y="21"/>
                    <a:pt x="298" y="21"/>
                    <a:pt x="296" y="21"/>
                  </a:cubicBezTo>
                  <a:cubicBezTo>
                    <a:pt x="296" y="13"/>
                    <a:pt x="296" y="13"/>
                    <a:pt x="296" y="13"/>
                  </a:cubicBezTo>
                  <a:close/>
                  <a:moveTo>
                    <a:pt x="301" y="783"/>
                  </a:moveTo>
                  <a:cubicBezTo>
                    <a:pt x="299" y="783"/>
                    <a:pt x="298" y="782"/>
                    <a:pt x="296" y="782"/>
                  </a:cubicBezTo>
                  <a:cubicBezTo>
                    <a:pt x="296" y="773"/>
                    <a:pt x="296" y="773"/>
                    <a:pt x="296" y="773"/>
                  </a:cubicBezTo>
                  <a:cubicBezTo>
                    <a:pt x="298" y="774"/>
                    <a:pt x="299" y="774"/>
                    <a:pt x="301" y="775"/>
                  </a:cubicBezTo>
                  <a:cubicBezTo>
                    <a:pt x="301" y="783"/>
                    <a:pt x="301" y="783"/>
                    <a:pt x="301" y="783"/>
                  </a:cubicBezTo>
                  <a:close/>
                  <a:moveTo>
                    <a:pt x="301" y="37"/>
                  </a:moveTo>
                  <a:cubicBezTo>
                    <a:pt x="301" y="50"/>
                    <a:pt x="301" y="50"/>
                    <a:pt x="301" y="50"/>
                  </a:cubicBezTo>
                  <a:cubicBezTo>
                    <a:pt x="299" y="48"/>
                    <a:pt x="298" y="47"/>
                    <a:pt x="296" y="46"/>
                  </a:cubicBezTo>
                  <a:cubicBezTo>
                    <a:pt x="296" y="33"/>
                    <a:pt x="296" y="33"/>
                    <a:pt x="296" y="33"/>
                  </a:cubicBezTo>
                  <a:cubicBezTo>
                    <a:pt x="298" y="35"/>
                    <a:pt x="299" y="36"/>
                    <a:pt x="301" y="37"/>
                  </a:cubicBezTo>
                  <a:close/>
                  <a:moveTo>
                    <a:pt x="301" y="51"/>
                  </a:moveTo>
                  <a:cubicBezTo>
                    <a:pt x="301" y="58"/>
                    <a:pt x="301" y="58"/>
                    <a:pt x="301" y="58"/>
                  </a:cubicBezTo>
                  <a:cubicBezTo>
                    <a:pt x="299" y="59"/>
                    <a:pt x="298" y="60"/>
                    <a:pt x="296" y="60"/>
                  </a:cubicBezTo>
                  <a:cubicBezTo>
                    <a:pt x="296" y="52"/>
                    <a:pt x="296" y="52"/>
                    <a:pt x="296" y="52"/>
                  </a:cubicBezTo>
                  <a:cubicBezTo>
                    <a:pt x="298" y="52"/>
                    <a:pt x="299" y="51"/>
                    <a:pt x="301" y="51"/>
                  </a:cubicBezTo>
                  <a:close/>
                  <a:moveTo>
                    <a:pt x="301" y="81"/>
                  </a:moveTo>
                  <a:cubicBezTo>
                    <a:pt x="301" y="115"/>
                    <a:pt x="301" y="115"/>
                    <a:pt x="301" y="115"/>
                  </a:cubicBezTo>
                  <a:cubicBezTo>
                    <a:pt x="299" y="115"/>
                    <a:pt x="298" y="116"/>
                    <a:pt x="296" y="117"/>
                  </a:cubicBezTo>
                  <a:cubicBezTo>
                    <a:pt x="296" y="82"/>
                    <a:pt x="296" y="82"/>
                    <a:pt x="296" y="82"/>
                  </a:cubicBezTo>
                  <a:cubicBezTo>
                    <a:pt x="298" y="81"/>
                    <a:pt x="299" y="81"/>
                    <a:pt x="301" y="81"/>
                  </a:cubicBezTo>
                  <a:close/>
                  <a:moveTo>
                    <a:pt x="301" y="126"/>
                  </a:moveTo>
                  <a:cubicBezTo>
                    <a:pt x="301" y="161"/>
                    <a:pt x="301" y="161"/>
                    <a:pt x="301" y="161"/>
                  </a:cubicBezTo>
                  <a:cubicBezTo>
                    <a:pt x="299" y="162"/>
                    <a:pt x="298" y="162"/>
                    <a:pt x="296" y="163"/>
                  </a:cubicBezTo>
                  <a:cubicBezTo>
                    <a:pt x="296" y="138"/>
                    <a:pt x="296" y="138"/>
                    <a:pt x="296" y="138"/>
                  </a:cubicBezTo>
                  <a:cubicBezTo>
                    <a:pt x="299" y="135"/>
                    <a:pt x="300" y="131"/>
                    <a:pt x="301" y="126"/>
                  </a:cubicBezTo>
                  <a:close/>
                  <a:moveTo>
                    <a:pt x="301" y="184"/>
                  </a:moveTo>
                  <a:cubicBezTo>
                    <a:pt x="301" y="191"/>
                    <a:pt x="301" y="191"/>
                    <a:pt x="301" y="191"/>
                  </a:cubicBezTo>
                  <a:cubicBezTo>
                    <a:pt x="299" y="191"/>
                    <a:pt x="298" y="192"/>
                    <a:pt x="296" y="192"/>
                  </a:cubicBezTo>
                  <a:cubicBezTo>
                    <a:pt x="296" y="186"/>
                    <a:pt x="296" y="186"/>
                    <a:pt x="296" y="186"/>
                  </a:cubicBezTo>
                  <a:cubicBezTo>
                    <a:pt x="298" y="185"/>
                    <a:pt x="299" y="185"/>
                    <a:pt x="301" y="184"/>
                  </a:cubicBezTo>
                  <a:close/>
                  <a:moveTo>
                    <a:pt x="301" y="198"/>
                  </a:moveTo>
                  <a:cubicBezTo>
                    <a:pt x="301" y="205"/>
                    <a:pt x="301" y="205"/>
                    <a:pt x="301" y="205"/>
                  </a:cubicBezTo>
                  <a:cubicBezTo>
                    <a:pt x="299" y="204"/>
                    <a:pt x="298" y="203"/>
                    <a:pt x="296" y="202"/>
                  </a:cubicBezTo>
                  <a:cubicBezTo>
                    <a:pt x="296" y="196"/>
                    <a:pt x="296" y="196"/>
                    <a:pt x="296" y="196"/>
                  </a:cubicBezTo>
                  <a:cubicBezTo>
                    <a:pt x="301" y="198"/>
                    <a:pt x="301" y="198"/>
                    <a:pt x="301" y="198"/>
                  </a:cubicBezTo>
                  <a:close/>
                  <a:moveTo>
                    <a:pt x="301" y="210"/>
                  </a:moveTo>
                  <a:cubicBezTo>
                    <a:pt x="301" y="214"/>
                    <a:pt x="301" y="214"/>
                    <a:pt x="301" y="214"/>
                  </a:cubicBezTo>
                  <a:cubicBezTo>
                    <a:pt x="299" y="215"/>
                    <a:pt x="298" y="215"/>
                    <a:pt x="296" y="216"/>
                  </a:cubicBezTo>
                  <a:cubicBezTo>
                    <a:pt x="296" y="211"/>
                    <a:pt x="296" y="211"/>
                    <a:pt x="296" y="211"/>
                  </a:cubicBezTo>
                  <a:cubicBezTo>
                    <a:pt x="298" y="211"/>
                    <a:pt x="299" y="210"/>
                    <a:pt x="301" y="210"/>
                  </a:cubicBezTo>
                  <a:close/>
                  <a:moveTo>
                    <a:pt x="301" y="232"/>
                  </a:moveTo>
                  <a:cubicBezTo>
                    <a:pt x="301" y="251"/>
                    <a:pt x="301" y="251"/>
                    <a:pt x="301" y="251"/>
                  </a:cubicBezTo>
                  <a:cubicBezTo>
                    <a:pt x="299" y="248"/>
                    <a:pt x="297" y="245"/>
                    <a:pt x="296" y="243"/>
                  </a:cubicBezTo>
                  <a:cubicBezTo>
                    <a:pt x="296" y="236"/>
                    <a:pt x="296" y="236"/>
                    <a:pt x="296" y="236"/>
                  </a:cubicBezTo>
                  <a:cubicBezTo>
                    <a:pt x="298" y="234"/>
                    <a:pt x="299" y="233"/>
                    <a:pt x="301" y="232"/>
                  </a:cubicBezTo>
                  <a:close/>
                  <a:moveTo>
                    <a:pt x="301" y="288"/>
                  </a:moveTo>
                  <a:cubicBezTo>
                    <a:pt x="301" y="300"/>
                    <a:pt x="301" y="300"/>
                    <a:pt x="301" y="300"/>
                  </a:cubicBezTo>
                  <a:cubicBezTo>
                    <a:pt x="299" y="303"/>
                    <a:pt x="298" y="305"/>
                    <a:pt x="296" y="308"/>
                  </a:cubicBezTo>
                  <a:cubicBezTo>
                    <a:pt x="296" y="300"/>
                    <a:pt x="296" y="300"/>
                    <a:pt x="296" y="300"/>
                  </a:cubicBezTo>
                  <a:cubicBezTo>
                    <a:pt x="298" y="297"/>
                    <a:pt x="299" y="294"/>
                    <a:pt x="296" y="289"/>
                  </a:cubicBezTo>
                  <a:cubicBezTo>
                    <a:pt x="296" y="284"/>
                    <a:pt x="296" y="284"/>
                    <a:pt x="296" y="284"/>
                  </a:cubicBezTo>
                  <a:cubicBezTo>
                    <a:pt x="301" y="288"/>
                    <a:pt x="301" y="288"/>
                    <a:pt x="301" y="288"/>
                  </a:cubicBezTo>
                  <a:close/>
                  <a:moveTo>
                    <a:pt x="301" y="316"/>
                  </a:moveTo>
                  <a:cubicBezTo>
                    <a:pt x="301" y="323"/>
                    <a:pt x="301" y="323"/>
                    <a:pt x="301" y="323"/>
                  </a:cubicBezTo>
                  <a:cubicBezTo>
                    <a:pt x="299" y="322"/>
                    <a:pt x="298" y="321"/>
                    <a:pt x="296" y="319"/>
                  </a:cubicBezTo>
                  <a:cubicBezTo>
                    <a:pt x="296" y="314"/>
                    <a:pt x="296" y="314"/>
                    <a:pt x="296" y="314"/>
                  </a:cubicBezTo>
                  <a:cubicBezTo>
                    <a:pt x="299" y="318"/>
                    <a:pt x="299" y="318"/>
                    <a:pt x="299" y="318"/>
                  </a:cubicBezTo>
                  <a:cubicBezTo>
                    <a:pt x="300" y="317"/>
                    <a:pt x="300" y="317"/>
                    <a:pt x="301" y="316"/>
                  </a:cubicBezTo>
                  <a:close/>
                  <a:moveTo>
                    <a:pt x="301" y="352"/>
                  </a:moveTo>
                  <a:cubicBezTo>
                    <a:pt x="301" y="360"/>
                    <a:pt x="301" y="360"/>
                    <a:pt x="301" y="360"/>
                  </a:cubicBezTo>
                  <a:cubicBezTo>
                    <a:pt x="300" y="361"/>
                    <a:pt x="300" y="363"/>
                    <a:pt x="299" y="364"/>
                  </a:cubicBezTo>
                  <a:cubicBezTo>
                    <a:pt x="301" y="363"/>
                    <a:pt x="301" y="363"/>
                    <a:pt x="301" y="363"/>
                  </a:cubicBezTo>
                  <a:cubicBezTo>
                    <a:pt x="301" y="368"/>
                    <a:pt x="301" y="368"/>
                    <a:pt x="301" y="368"/>
                  </a:cubicBezTo>
                  <a:cubicBezTo>
                    <a:pt x="299" y="369"/>
                    <a:pt x="298" y="370"/>
                    <a:pt x="296" y="372"/>
                  </a:cubicBezTo>
                  <a:cubicBezTo>
                    <a:pt x="296" y="362"/>
                    <a:pt x="296" y="362"/>
                    <a:pt x="296" y="362"/>
                  </a:cubicBezTo>
                  <a:cubicBezTo>
                    <a:pt x="298" y="359"/>
                    <a:pt x="299" y="355"/>
                    <a:pt x="301" y="352"/>
                  </a:cubicBezTo>
                  <a:close/>
                  <a:moveTo>
                    <a:pt x="301" y="374"/>
                  </a:moveTo>
                  <a:cubicBezTo>
                    <a:pt x="301" y="378"/>
                    <a:pt x="301" y="378"/>
                    <a:pt x="301" y="378"/>
                  </a:cubicBezTo>
                  <a:cubicBezTo>
                    <a:pt x="296" y="380"/>
                    <a:pt x="296" y="380"/>
                    <a:pt x="296" y="380"/>
                  </a:cubicBezTo>
                  <a:cubicBezTo>
                    <a:pt x="296" y="375"/>
                    <a:pt x="296" y="375"/>
                    <a:pt x="296" y="375"/>
                  </a:cubicBezTo>
                  <a:cubicBezTo>
                    <a:pt x="298" y="375"/>
                    <a:pt x="299" y="375"/>
                    <a:pt x="301" y="374"/>
                  </a:cubicBezTo>
                  <a:close/>
                  <a:moveTo>
                    <a:pt x="301" y="385"/>
                  </a:moveTo>
                  <a:cubicBezTo>
                    <a:pt x="301" y="390"/>
                    <a:pt x="301" y="390"/>
                    <a:pt x="301" y="390"/>
                  </a:cubicBezTo>
                  <a:cubicBezTo>
                    <a:pt x="299" y="391"/>
                    <a:pt x="298" y="391"/>
                    <a:pt x="296" y="392"/>
                  </a:cubicBezTo>
                  <a:cubicBezTo>
                    <a:pt x="296" y="387"/>
                    <a:pt x="296" y="387"/>
                    <a:pt x="296" y="387"/>
                  </a:cubicBezTo>
                  <a:cubicBezTo>
                    <a:pt x="298" y="387"/>
                    <a:pt x="299" y="386"/>
                    <a:pt x="301" y="385"/>
                  </a:cubicBezTo>
                  <a:close/>
                  <a:moveTo>
                    <a:pt x="301" y="397"/>
                  </a:moveTo>
                  <a:cubicBezTo>
                    <a:pt x="301" y="402"/>
                    <a:pt x="301" y="402"/>
                    <a:pt x="301" y="402"/>
                  </a:cubicBezTo>
                  <a:cubicBezTo>
                    <a:pt x="300" y="402"/>
                    <a:pt x="299" y="403"/>
                    <a:pt x="296" y="404"/>
                  </a:cubicBezTo>
                  <a:cubicBezTo>
                    <a:pt x="296" y="399"/>
                    <a:pt x="296" y="399"/>
                    <a:pt x="296" y="399"/>
                  </a:cubicBezTo>
                  <a:cubicBezTo>
                    <a:pt x="298" y="399"/>
                    <a:pt x="300" y="398"/>
                    <a:pt x="301" y="397"/>
                  </a:cubicBezTo>
                  <a:close/>
                  <a:moveTo>
                    <a:pt x="301" y="409"/>
                  </a:moveTo>
                  <a:cubicBezTo>
                    <a:pt x="301" y="414"/>
                    <a:pt x="301" y="414"/>
                    <a:pt x="301" y="414"/>
                  </a:cubicBezTo>
                  <a:cubicBezTo>
                    <a:pt x="299" y="416"/>
                    <a:pt x="297" y="416"/>
                    <a:pt x="296" y="418"/>
                  </a:cubicBezTo>
                  <a:cubicBezTo>
                    <a:pt x="296" y="412"/>
                    <a:pt x="296" y="412"/>
                    <a:pt x="296" y="412"/>
                  </a:cubicBezTo>
                  <a:cubicBezTo>
                    <a:pt x="298" y="411"/>
                    <a:pt x="299" y="410"/>
                    <a:pt x="301" y="409"/>
                  </a:cubicBezTo>
                  <a:close/>
                  <a:moveTo>
                    <a:pt x="301" y="422"/>
                  </a:moveTo>
                  <a:cubicBezTo>
                    <a:pt x="301" y="428"/>
                    <a:pt x="301" y="428"/>
                    <a:pt x="301" y="428"/>
                  </a:cubicBezTo>
                  <a:cubicBezTo>
                    <a:pt x="298" y="431"/>
                    <a:pt x="298" y="435"/>
                    <a:pt x="298" y="440"/>
                  </a:cubicBezTo>
                  <a:cubicBezTo>
                    <a:pt x="299" y="440"/>
                    <a:pt x="300" y="440"/>
                    <a:pt x="300" y="440"/>
                  </a:cubicBezTo>
                  <a:cubicBezTo>
                    <a:pt x="300" y="440"/>
                    <a:pt x="300" y="440"/>
                    <a:pt x="301" y="440"/>
                  </a:cubicBezTo>
                  <a:cubicBezTo>
                    <a:pt x="301" y="454"/>
                    <a:pt x="301" y="454"/>
                    <a:pt x="301" y="454"/>
                  </a:cubicBezTo>
                  <a:cubicBezTo>
                    <a:pt x="299" y="451"/>
                    <a:pt x="298" y="448"/>
                    <a:pt x="296" y="444"/>
                  </a:cubicBezTo>
                  <a:cubicBezTo>
                    <a:pt x="296" y="427"/>
                    <a:pt x="296" y="427"/>
                    <a:pt x="296" y="427"/>
                  </a:cubicBezTo>
                  <a:cubicBezTo>
                    <a:pt x="298" y="425"/>
                    <a:pt x="299" y="424"/>
                    <a:pt x="301" y="422"/>
                  </a:cubicBezTo>
                  <a:close/>
                  <a:moveTo>
                    <a:pt x="301" y="481"/>
                  </a:moveTo>
                  <a:cubicBezTo>
                    <a:pt x="301" y="491"/>
                    <a:pt x="301" y="491"/>
                    <a:pt x="301" y="491"/>
                  </a:cubicBezTo>
                  <a:cubicBezTo>
                    <a:pt x="299" y="491"/>
                    <a:pt x="298" y="490"/>
                    <a:pt x="296" y="491"/>
                  </a:cubicBezTo>
                  <a:cubicBezTo>
                    <a:pt x="296" y="484"/>
                    <a:pt x="296" y="484"/>
                    <a:pt x="296" y="484"/>
                  </a:cubicBezTo>
                  <a:cubicBezTo>
                    <a:pt x="298" y="483"/>
                    <a:pt x="299" y="482"/>
                    <a:pt x="301" y="481"/>
                  </a:cubicBezTo>
                  <a:close/>
                  <a:moveTo>
                    <a:pt x="301" y="502"/>
                  </a:moveTo>
                  <a:cubicBezTo>
                    <a:pt x="301" y="505"/>
                    <a:pt x="301" y="505"/>
                    <a:pt x="301" y="505"/>
                  </a:cubicBezTo>
                  <a:cubicBezTo>
                    <a:pt x="299" y="505"/>
                    <a:pt x="298" y="504"/>
                    <a:pt x="296" y="503"/>
                  </a:cubicBezTo>
                  <a:cubicBezTo>
                    <a:pt x="296" y="499"/>
                    <a:pt x="296" y="499"/>
                    <a:pt x="296" y="499"/>
                  </a:cubicBezTo>
                  <a:cubicBezTo>
                    <a:pt x="298" y="499"/>
                    <a:pt x="299" y="501"/>
                    <a:pt x="301" y="502"/>
                  </a:cubicBezTo>
                  <a:close/>
                  <a:moveTo>
                    <a:pt x="301" y="510"/>
                  </a:moveTo>
                  <a:cubicBezTo>
                    <a:pt x="301" y="516"/>
                    <a:pt x="301" y="516"/>
                    <a:pt x="301" y="516"/>
                  </a:cubicBezTo>
                  <a:cubicBezTo>
                    <a:pt x="299" y="518"/>
                    <a:pt x="298" y="520"/>
                    <a:pt x="296" y="521"/>
                  </a:cubicBezTo>
                  <a:cubicBezTo>
                    <a:pt x="296" y="512"/>
                    <a:pt x="296" y="512"/>
                    <a:pt x="296" y="512"/>
                  </a:cubicBezTo>
                  <a:cubicBezTo>
                    <a:pt x="298" y="512"/>
                    <a:pt x="300" y="511"/>
                    <a:pt x="301" y="510"/>
                  </a:cubicBezTo>
                  <a:close/>
                  <a:moveTo>
                    <a:pt x="301" y="534"/>
                  </a:moveTo>
                  <a:cubicBezTo>
                    <a:pt x="301" y="552"/>
                    <a:pt x="301" y="552"/>
                    <a:pt x="301" y="552"/>
                  </a:cubicBezTo>
                  <a:cubicBezTo>
                    <a:pt x="299" y="551"/>
                    <a:pt x="298" y="550"/>
                    <a:pt x="296" y="548"/>
                  </a:cubicBezTo>
                  <a:cubicBezTo>
                    <a:pt x="296" y="540"/>
                    <a:pt x="296" y="540"/>
                    <a:pt x="296" y="540"/>
                  </a:cubicBezTo>
                  <a:cubicBezTo>
                    <a:pt x="297" y="540"/>
                    <a:pt x="298" y="539"/>
                    <a:pt x="299" y="538"/>
                  </a:cubicBezTo>
                  <a:cubicBezTo>
                    <a:pt x="299" y="537"/>
                    <a:pt x="300" y="535"/>
                    <a:pt x="301" y="534"/>
                  </a:cubicBezTo>
                  <a:close/>
                  <a:moveTo>
                    <a:pt x="301" y="589"/>
                  </a:moveTo>
                  <a:cubicBezTo>
                    <a:pt x="301" y="598"/>
                    <a:pt x="301" y="598"/>
                    <a:pt x="301" y="598"/>
                  </a:cubicBezTo>
                  <a:cubicBezTo>
                    <a:pt x="300" y="596"/>
                    <a:pt x="298" y="594"/>
                    <a:pt x="296" y="592"/>
                  </a:cubicBezTo>
                  <a:cubicBezTo>
                    <a:pt x="296" y="587"/>
                    <a:pt x="296" y="587"/>
                    <a:pt x="296" y="587"/>
                  </a:cubicBezTo>
                  <a:cubicBezTo>
                    <a:pt x="298" y="588"/>
                    <a:pt x="299" y="588"/>
                    <a:pt x="301" y="589"/>
                  </a:cubicBezTo>
                  <a:close/>
                  <a:moveTo>
                    <a:pt x="301" y="614"/>
                  </a:moveTo>
                  <a:cubicBezTo>
                    <a:pt x="301" y="620"/>
                    <a:pt x="301" y="620"/>
                    <a:pt x="301" y="620"/>
                  </a:cubicBezTo>
                  <a:cubicBezTo>
                    <a:pt x="299" y="619"/>
                    <a:pt x="298" y="619"/>
                    <a:pt x="296" y="618"/>
                  </a:cubicBezTo>
                  <a:cubicBezTo>
                    <a:pt x="296" y="611"/>
                    <a:pt x="296" y="611"/>
                    <a:pt x="296" y="611"/>
                  </a:cubicBezTo>
                  <a:cubicBezTo>
                    <a:pt x="298" y="612"/>
                    <a:pt x="299" y="613"/>
                    <a:pt x="301" y="614"/>
                  </a:cubicBezTo>
                  <a:close/>
                  <a:moveTo>
                    <a:pt x="301" y="671"/>
                  </a:moveTo>
                  <a:cubicBezTo>
                    <a:pt x="301" y="684"/>
                    <a:pt x="301" y="684"/>
                    <a:pt x="301" y="684"/>
                  </a:cubicBezTo>
                  <a:cubicBezTo>
                    <a:pt x="296" y="682"/>
                    <a:pt x="296" y="682"/>
                    <a:pt x="296" y="682"/>
                  </a:cubicBezTo>
                  <a:cubicBezTo>
                    <a:pt x="296" y="669"/>
                    <a:pt x="296" y="669"/>
                    <a:pt x="296" y="669"/>
                  </a:cubicBezTo>
                  <a:cubicBezTo>
                    <a:pt x="298" y="670"/>
                    <a:pt x="300" y="670"/>
                    <a:pt x="301" y="671"/>
                  </a:cubicBezTo>
                  <a:close/>
                  <a:moveTo>
                    <a:pt x="301" y="738"/>
                  </a:moveTo>
                  <a:cubicBezTo>
                    <a:pt x="301" y="760"/>
                    <a:pt x="301" y="760"/>
                    <a:pt x="301" y="760"/>
                  </a:cubicBezTo>
                  <a:cubicBezTo>
                    <a:pt x="299" y="756"/>
                    <a:pt x="298" y="752"/>
                    <a:pt x="296" y="749"/>
                  </a:cubicBezTo>
                  <a:cubicBezTo>
                    <a:pt x="296" y="735"/>
                    <a:pt x="296" y="735"/>
                    <a:pt x="296" y="735"/>
                  </a:cubicBezTo>
                  <a:cubicBezTo>
                    <a:pt x="297" y="736"/>
                    <a:pt x="298" y="737"/>
                    <a:pt x="299" y="738"/>
                  </a:cubicBezTo>
                  <a:cubicBezTo>
                    <a:pt x="300" y="738"/>
                    <a:pt x="300" y="738"/>
                    <a:pt x="301" y="738"/>
                  </a:cubicBezTo>
                  <a:close/>
                  <a:moveTo>
                    <a:pt x="295" y="14"/>
                  </a:moveTo>
                  <a:cubicBezTo>
                    <a:pt x="295" y="14"/>
                    <a:pt x="296" y="14"/>
                    <a:pt x="296" y="13"/>
                  </a:cubicBezTo>
                  <a:cubicBezTo>
                    <a:pt x="296" y="21"/>
                    <a:pt x="296" y="21"/>
                    <a:pt x="296" y="21"/>
                  </a:cubicBezTo>
                  <a:cubicBezTo>
                    <a:pt x="296" y="21"/>
                    <a:pt x="295" y="22"/>
                    <a:pt x="295" y="22"/>
                  </a:cubicBezTo>
                  <a:cubicBezTo>
                    <a:pt x="295" y="14"/>
                    <a:pt x="295" y="14"/>
                    <a:pt x="295" y="14"/>
                  </a:cubicBezTo>
                  <a:close/>
                  <a:moveTo>
                    <a:pt x="296" y="782"/>
                  </a:moveTo>
                  <a:cubicBezTo>
                    <a:pt x="295" y="781"/>
                    <a:pt x="295" y="781"/>
                    <a:pt x="295" y="781"/>
                  </a:cubicBezTo>
                  <a:cubicBezTo>
                    <a:pt x="295" y="773"/>
                    <a:pt x="295" y="773"/>
                    <a:pt x="295" y="773"/>
                  </a:cubicBezTo>
                  <a:cubicBezTo>
                    <a:pt x="295" y="773"/>
                    <a:pt x="296" y="773"/>
                    <a:pt x="296" y="773"/>
                  </a:cubicBezTo>
                  <a:cubicBezTo>
                    <a:pt x="296" y="782"/>
                    <a:pt x="296" y="782"/>
                    <a:pt x="296" y="782"/>
                  </a:cubicBezTo>
                  <a:close/>
                  <a:moveTo>
                    <a:pt x="296" y="33"/>
                  </a:moveTo>
                  <a:cubicBezTo>
                    <a:pt x="296" y="46"/>
                    <a:pt x="296" y="46"/>
                    <a:pt x="296" y="46"/>
                  </a:cubicBezTo>
                  <a:cubicBezTo>
                    <a:pt x="296" y="46"/>
                    <a:pt x="295" y="45"/>
                    <a:pt x="295" y="44"/>
                  </a:cubicBezTo>
                  <a:cubicBezTo>
                    <a:pt x="295" y="31"/>
                    <a:pt x="295" y="31"/>
                    <a:pt x="295" y="31"/>
                  </a:cubicBezTo>
                  <a:cubicBezTo>
                    <a:pt x="295" y="32"/>
                    <a:pt x="296" y="32"/>
                    <a:pt x="296" y="33"/>
                  </a:cubicBezTo>
                  <a:close/>
                  <a:moveTo>
                    <a:pt x="296" y="52"/>
                  </a:moveTo>
                  <a:cubicBezTo>
                    <a:pt x="296" y="60"/>
                    <a:pt x="296" y="60"/>
                    <a:pt x="296" y="60"/>
                  </a:cubicBezTo>
                  <a:cubicBezTo>
                    <a:pt x="295" y="61"/>
                    <a:pt x="295" y="61"/>
                    <a:pt x="295" y="61"/>
                  </a:cubicBezTo>
                  <a:cubicBezTo>
                    <a:pt x="295" y="53"/>
                    <a:pt x="295" y="53"/>
                    <a:pt x="295" y="53"/>
                  </a:cubicBezTo>
                  <a:cubicBezTo>
                    <a:pt x="295" y="53"/>
                    <a:pt x="296" y="52"/>
                    <a:pt x="296" y="52"/>
                  </a:cubicBezTo>
                  <a:close/>
                  <a:moveTo>
                    <a:pt x="296" y="82"/>
                  </a:moveTo>
                  <a:cubicBezTo>
                    <a:pt x="296" y="117"/>
                    <a:pt x="296" y="117"/>
                    <a:pt x="296" y="117"/>
                  </a:cubicBezTo>
                  <a:cubicBezTo>
                    <a:pt x="296" y="117"/>
                    <a:pt x="295" y="117"/>
                    <a:pt x="295" y="118"/>
                  </a:cubicBezTo>
                  <a:cubicBezTo>
                    <a:pt x="295" y="82"/>
                    <a:pt x="295" y="82"/>
                    <a:pt x="295" y="82"/>
                  </a:cubicBezTo>
                  <a:cubicBezTo>
                    <a:pt x="295" y="82"/>
                    <a:pt x="296" y="82"/>
                    <a:pt x="296" y="82"/>
                  </a:cubicBezTo>
                  <a:close/>
                  <a:moveTo>
                    <a:pt x="296" y="138"/>
                  </a:moveTo>
                  <a:cubicBezTo>
                    <a:pt x="296" y="163"/>
                    <a:pt x="296" y="163"/>
                    <a:pt x="296" y="163"/>
                  </a:cubicBezTo>
                  <a:cubicBezTo>
                    <a:pt x="296" y="163"/>
                    <a:pt x="295" y="163"/>
                    <a:pt x="295" y="164"/>
                  </a:cubicBezTo>
                  <a:cubicBezTo>
                    <a:pt x="295" y="140"/>
                    <a:pt x="295" y="140"/>
                    <a:pt x="295" y="140"/>
                  </a:cubicBezTo>
                  <a:cubicBezTo>
                    <a:pt x="295" y="139"/>
                    <a:pt x="296" y="139"/>
                    <a:pt x="296" y="138"/>
                  </a:cubicBezTo>
                  <a:close/>
                  <a:moveTo>
                    <a:pt x="296" y="186"/>
                  </a:moveTo>
                  <a:cubicBezTo>
                    <a:pt x="296" y="192"/>
                    <a:pt x="296" y="192"/>
                    <a:pt x="296" y="192"/>
                  </a:cubicBezTo>
                  <a:cubicBezTo>
                    <a:pt x="296" y="192"/>
                    <a:pt x="295" y="193"/>
                    <a:pt x="295" y="193"/>
                  </a:cubicBezTo>
                  <a:cubicBezTo>
                    <a:pt x="295" y="187"/>
                    <a:pt x="295" y="187"/>
                    <a:pt x="295" y="187"/>
                  </a:cubicBezTo>
                  <a:cubicBezTo>
                    <a:pt x="295" y="186"/>
                    <a:pt x="296" y="186"/>
                    <a:pt x="296" y="186"/>
                  </a:cubicBezTo>
                  <a:close/>
                  <a:moveTo>
                    <a:pt x="296" y="196"/>
                  </a:moveTo>
                  <a:cubicBezTo>
                    <a:pt x="296" y="202"/>
                    <a:pt x="296" y="202"/>
                    <a:pt x="296" y="202"/>
                  </a:cubicBezTo>
                  <a:cubicBezTo>
                    <a:pt x="296" y="202"/>
                    <a:pt x="295" y="201"/>
                    <a:pt x="295" y="201"/>
                  </a:cubicBezTo>
                  <a:cubicBezTo>
                    <a:pt x="295" y="195"/>
                    <a:pt x="295" y="195"/>
                    <a:pt x="295" y="195"/>
                  </a:cubicBezTo>
                  <a:cubicBezTo>
                    <a:pt x="296" y="196"/>
                    <a:pt x="296" y="196"/>
                    <a:pt x="296" y="196"/>
                  </a:cubicBezTo>
                  <a:close/>
                  <a:moveTo>
                    <a:pt x="296" y="211"/>
                  </a:moveTo>
                  <a:cubicBezTo>
                    <a:pt x="296" y="216"/>
                    <a:pt x="296" y="216"/>
                    <a:pt x="296" y="216"/>
                  </a:cubicBezTo>
                  <a:cubicBezTo>
                    <a:pt x="296" y="217"/>
                    <a:pt x="295" y="217"/>
                    <a:pt x="295" y="217"/>
                  </a:cubicBezTo>
                  <a:cubicBezTo>
                    <a:pt x="295" y="211"/>
                    <a:pt x="295" y="211"/>
                    <a:pt x="295" y="211"/>
                  </a:cubicBezTo>
                  <a:cubicBezTo>
                    <a:pt x="295" y="211"/>
                    <a:pt x="296" y="211"/>
                    <a:pt x="296" y="211"/>
                  </a:cubicBezTo>
                  <a:close/>
                  <a:moveTo>
                    <a:pt x="296" y="236"/>
                  </a:moveTo>
                  <a:cubicBezTo>
                    <a:pt x="296" y="243"/>
                    <a:pt x="296" y="243"/>
                    <a:pt x="296" y="243"/>
                  </a:cubicBezTo>
                  <a:cubicBezTo>
                    <a:pt x="296" y="241"/>
                    <a:pt x="295" y="238"/>
                    <a:pt x="295" y="237"/>
                  </a:cubicBezTo>
                  <a:cubicBezTo>
                    <a:pt x="296" y="236"/>
                    <a:pt x="296" y="236"/>
                    <a:pt x="296" y="236"/>
                  </a:cubicBezTo>
                  <a:close/>
                  <a:moveTo>
                    <a:pt x="296" y="284"/>
                  </a:moveTo>
                  <a:cubicBezTo>
                    <a:pt x="296" y="289"/>
                    <a:pt x="296" y="289"/>
                    <a:pt x="296" y="289"/>
                  </a:cubicBezTo>
                  <a:cubicBezTo>
                    <a:pt x="296" y="289"/>
                    <a:pt x="296" y="288"/>
                    <a:pt x="295" y="287"/>
                  </a:cubicBezTo>
                  <a:cubicBezTo>
                    <a:pt x="295" y="288"/>
                    <a:pt x="295" y="288"/>
                    <a:pt x="295" y="288"/>
                  </a:cubicBezTo>
                  <a:cubicBezTo>
                    <a:pt x="295" y="282"/>
                    <a:pt x="295" y="282"/>
                    <a:pt x="295" y="282"/>
                  </a:cubicBezTo>
                  <a:cubicBezTo>
                    <a:pt x="296" y="284"/>
                    <a:pt x="296" y="284"/>
                    <a:pt x="296" y="284"/>
                  </a:cubicBezTo>
                  <a:close/>
                  <a:moveTo>
                    <a:pt x="296" y="300"/>
                  </a:moveTo>
                  <a:cubicBezTo>
                    <a:pt x="296" y="308"/>
                    <a:pt x="296" y="308"/>
                    <a:pt x="296" y="308"/>
                  </a:cubicBezTo>
                  <a:cubicBezTo>
                    <a:pt x="296" y="309"/>
                    <a:pt x="296" y="311"/>
                    <a:pt x="295" y="312"/>
                  </a:cubicBezTo>
                  <a:cubicBezTo>
                    <a:pt x="296" y="314"/>
                    <a:pt x="296" y="314"/>
                    <a:pt x="296" y="314"/>
                  </a:cubicBezTo>
                  <a:cubicBezTo>
                    <a:pt x="296" y="319"/>
                    <a:pt x="296" y="319"/>
                    <a:pt x="296" y="319"/>
                  </a:cubicBezTo>
                  <a:cubicBezTo>
                    <a:pt x="296" y="319"/>
                    <a:pt x="295" y="318"/>
                    <a:pt x="295" y="318"/>
                  </a:cubicBezTo>
                  <a:cubicBezTo>
                    <a:pt x="295" y="303"/>
                    <a:pt x="295" y="303"/>
                    <a:pt x="295" y="303"/>
                  </a:cubicBezTo>
                  <a:cubicBezTo>
                    <a:pt x="295" y="302"/>
                    <a:pt x="296" y="301"/>
                    <a:pt x="296" y="300"/>
                  </a:cubicBezTo>
                  <a:close/>
                  <a:moveTo>
                    <a:pt x="296" y="362"/>
                  </a:moveTo>
                  <a:cubicBezTo>
                    <a:pt x="296" y="372"/>
                    <a:pt x="296" y="372"/>
                    <a:pt x="296" y="372"/>
                  </a:cubicBezTo>
                  <a:cubicBezTo>
                    <a:pt x="296" y="373"/>
                    <a:pt x="295" y="374"/>
                    <a:pt x="295" y="376"/>
                  </a:cubicBezTo>
                  <a:cubicBezTo>
                    <a:pt x="295" y="366"/>
                    <a:pt x="295" y="366"/>
                    <a:pt x="295" y="366"/>
                  </a:cubicBezTo>
                  <a:cubicBezTo>
                    <a:pt x="295" y="365"/>
                    <a:pt x="296" y="363"/>
                    <a:pt x="296" y="362"/>
                  </a:cubicBezTo>
                  <a:close/>
                  <a:moveTo>
                    <a:pt x="296" y="375"/>
                  </a:moveTo>
                  <a:cubicBezTo>
                    <a:pt x="295" y="376"/>
                    <a:pt x="295" y="376"/>
                    <a:pt x="295" y="376"/>
                  </a:cubicBezTo>
                  <a:cubicBezTo>
                    <a:pt x="295" y="380"/>
                    <a:pt x="295" y="380"/>
                    <a:pt x="295" y="380"/>
                  </a:cubicBezTo>
                  <a:cubicBezTo>
                    <a:pt x="296" y="380"/>
                    <a:pt x="296" y="380"/>
                    <a:pt x="296" y="380"/>
                  </a:cubicBezTo>
                  <a:cubicBezTo>
                    <a:pt x="296" y="375"/>
                    <a:pt x="296" y="375"/>
                    <a:pt x="296" y="375"/>
                  </a:cubicBezTo>
                  <a:close/>
                  <a:moveTo>
                    <a:pt x="296" y="387"/>
                  </a:moveTo>
                  <a:cubicBezTo>
                    <a:pt x="296" y="392"/>
                    <a:pt x="296" y="392"/>
                    <a:pt x="296" y="392"/>
                  </a:cubicBezTo>
                  <a:cubicBezTo>
                    <a:pt x="296" y="393"/>
                    <a:pt x="295" y="393"/>
                    <a:pt x="295" y="393"/>
                  </a:cubicBezTo>
                  <a:cubicBezTo>
                    <a:pt x="295" y="388"/>
                    <a:pt x="295" y="388"/>
                    <a:pt x="295" y="388"/>
                  </a:cubicBezTo>
                  <a:cubicBezTo>
                    <a:pt x="295" y="388"/>
                    <a:pt x="296" y="387"/>
                    <a:pt x="296" y="387"/>
                  </a:cubicBezTo>
                  <a:close/>
                  <a:moveTo>
                    <a:pt x="296" y="399"/>
                  </a:moveTo>
                  <a:cubicBezTo>
                    <a:pt x="296" y="404"/>
                    <a:pt x="296" y="404"/>
                    <a:pt x="296" y="404"/>
                  </a:cubicBezTo>
                  <a:cubicBezTo>
                    <a:pt x="295" y="405"/>
                    <a:pt x="295" y="405"/>
                    <a:pt x="295" y="405"/>
                  </a:cubicBezTo>
                  <a:cubicBezTo>
                    <a:pt x="295" y="400"/>
                    <a:pt x="295" y="400"/>
                    <a:pt x="295" y="400"/>
                  </a:cubicBezTo>
                  <a:cubicBezTo>
                    <a:pt x="295" y="400"/>
                    <a:pt x="296" y="399"/>
                    <a:pt x="296" y="399"/>
                  </a:cubicBezTo>
                  <a:close/>
                  <a:moveTo>
                    <a:pt x="296" y="412"/>
                  </a:moveTo>
                  <a:cubicBezTo>
                    <a:pt x="296" y="418"/>
                    <a:pt x="296" y="418"/>
                    <a:pt x="296" y="418"/>
                  </a:cubicBezTo>
                  <a:cubicBezTo>
                    <a:pt x="295" y="418"/>
                    <a:pt x="295" y="420"/>
                    <a:pt x="295" y="421"/>
                  </a:cubicBezTo>
                  <a:cubicBezTo>
                    <a:pt x="295" y="414"/>
                    <a:pt x="295" y="414"/>
                    <a:pt x="295" y="414"/>
                  </a:cubicBezTo>
                  <a:cubicBezTo>
                    <a:pt x="296" y="412"/>
                    <a:pt x="296" y="412"/>
                    <a:pt x="296" y="412"/>
                  </a:cubicBezTo>
                  <a:close/>
                  <a:moveTo>
                    <a:pt x="296" y="427"/>
                  </a:moveTo>
                  <a:cubicBezTo>
                    <a:pt x="296" y="444"/>
                    <a:pt x="296" y="444"/>
                    <a:pt x="296" y="444"/>
                  </a:cubicBezTo>
                  <a:cubicBezTo>
                    <a:pt x="296" y="443"/>
                    <a:pt x="295" y="441"/>
                    <a:pt x="295" y="440"/>
                  </a:cubicBezTo>
                  <a:cubicBezTo>
                    <a:pt x="295" y="429"/>
                    <a:pt x="295" y="429"/>
                    <a:pt x="295" y="429"/>
                  </a:cubicBezTo>
                  <a:cubicBezTo>
                    <a:pt x="296" y="427"/>
                    <a:pt x="296" y="427"/>
                    <a:pt x="296" y="427"/>
                  </a:cubicBezTo>
                  <a:close/>
                  <a:moveTo>
                    <a:pt x="296" y="484"/>
                  </a:moveTo>
                  <a:cubicBezTo>
                    <a:pt x="296" y="491"/>
                    <a:pt x="296" y="491"/>
                    <a:pt x="296" y="491"/>
                  </a:cubicBezTo>
                  <a:cubicBezTo>
                    <a:pt x="296" y="491"/>
                    <a:pt x="295" y="491"/>
                    <a:pt x="295" y="492"/>
                  </a:cubicBezTo>
                  <a:cubicBezTo>
                    <a:pt x="295" y="486"/>
                    <a:pt x="295" y="486"/>
                    <a:pt x="295" y="486"/>
                  </a:cubicBezTo>
                  <a:cubicBezTo>
                    <a:pt x="295" y="485"/>
                    <a:pt x="296" y="485"/>
                    <a:pt x="296" y="484"/>
                  </a:cubicBezTo>
                  <a:close/>
                  <a:moveTo>
                    <a:pt x="296" y="499"/>
                  </a:moveTo>
                  <a:cubicBezTo>
                    <a:pt x="296" y="503"/>
                    <a:pt x="296" y="503"/>
                    <a:pt x="296" y="503"/>
                  </a:cubicBezTo>
                  <a:cubicBezTo>
                    <a:pt x="296" y="503"/>
                    <a:pt x="295" y="502"/>
                    <a:pt x="295" y="502"/>
                  </a:cubicBezTo>
                  <a:cubicBezTo>
                    <a:pt x="295" y="497"/>
                    <a:pt x="295" y="497"/>
                    <a:pt x="295" y="497"/>
                  </a:cubicBezTo>
                  <a:cubicBezTo>
                    <a:pt x="295" y="498"/>
                    <a:pt x="296" y="498"/>
                    <a:pt x="296" y="499"/>
                  </a:cubicBezTo>
                  <a:close/>
                  <a:moveTo>
                    <a:pt x="296" y="512"/>
                  </a:moveTo>
                  <a:cubicBezTo>
                    <a:pt x="296" y="521"/>
                    <a:pt x="296" y="521"/>
                    <a:pt x="296" y="521"/>
                  </a:cubicBezTo>
                  <a:cubicBezTo>
                    <a:pt x="296" y="521"/>
                    <a:pt x="295" y="522"/>
                    <a:pt x="295" y="522"/>
                  </a:cubicBezTo>
                  <a:cubicBezTo>
                    <a:pt x="295" y="512"/>
                    <a:pt x="295" y="512"/>
                    <a:pt x="295" y="512"/>
                  </a:cubicBezTo>
                  <a:cubicBezTo>
                    <a:pt x="295" y="512"/>
                    <a:pt x="296" y="512"/>
                    <a:pt x="296" y="512"/>
                  </a:cubicBezTo>
                  <a:close/>
                  <a:moveTo>
                    <a:pt x="296" y="540"/>
                  </a:moveTo>
                  <a:cubicBezTo>
                    <a:pt x="296" y="548"/>
                    <a:pt x="296" y="548"/>
                    <a:pt x="296" y="548"/>
                  </a:cubicBezTo>
                  <a:cubicBezTo>
                    <a:pt x="296" y="548"/>
                    <a:pt x="295" y="547"/>
                    <a:pt x="295" y="546"/>
                  </a:cubicBezTo>
                  <a:cubicBezTo>
                    <a:pt x="295" y="542"/>
                    <a:pt x="295" y="542"/>
                    <a:pt x="295" y="542"/>
                  </a:cubicBezTo>
                  <a:cubicBezTo>
                    <a:pt x="295" y="541"/>
                    <a:pt x="296" y="541"/>
                    <a:pt x="296" y="540"/>
                  </a:cubicBezTo>
                  <a:close/>
                  <a:moveTo>
                    <a:pt x="296" y="587"/>
                  </a:moveTo>
                  <a:cubicBezTo>
                    <a:pt x="296" y="592"/>
                    <a:pt x="296" y="592"/>
                    <a:pt x="296" y="592"/>
                  </a:cubicBezTo>
                  <a:cubicBezTo>
                    <a:pt x="296" y="592"/>
                    <a:pt x="295" y="592"/>
                    <a:pt x="295" y="591"/>
                  </a:cubicBezTo>
                  <a:cubicBezTo>
                    <a:pt x="295" y="586"/>
                    <a:pt x="295" y="586"/>
                    <a:pt x="295" y="586"/>
                  </a:cubicBezTo>
                  <a:cubicBezTo>
                    <a:pt x="295" y="586"/>
                    <a:pt x="296" y="586"/>
                    <a:pt x="296" y="587"/>
                  </a:cubicBezTo>
                  <a:close/>
                  <a:moveTo>
                    <a:pt x="296" y="611"/>
                  </a:moveTo>
                  <a:cubicBezTo>
                    <a:pt x="296" y="618"/>
                    <a:pt x="296" y="618"/>
                    <a:pt x="296" y="618"/>
                  </a:cubicBezTo>
                  <a:cubicBezTo>
                    <a:pt x="296" y="618"/>
                    <a:pt x="295" y="618"/>
                    <a:pt x="295" y="617"/>
                  </a:cubicBezTo>
                  <a:cubicBezTo>
                    <a:pt x="295" y="610"/>
                    <a:pt x="295" y="610"/>
                    <a:pt x="295" y="610"/>
                  </a:cubicBezTo>
                  <a:cubicBezTo>
                    <a:pt x="295" y="610"/>
                    <a:pt x="296" y="611"/>
                    <a:pt x="296" y="611"/>
                  </a:cubicBezTo>
                  <a:close/>
                  <a:moveTo>
                    <a:pt x="296" y="669"/>
                  </a:moveTo>
                  <a:cubicBezTo>
                    <a:pt x="296" y="682"/>
                    <a:pt x="296" y="682"/>
                    <a:pt x="296" y="682"/>
                  </a:cubicBezTo>
                  <a:cubicBezTo>
                    <a:pt x="295" y="681"/>
                    <a:pt x="295" y="681"/>
                    <a:pt x="295" y="681"/>
                  </a:cubicBezTo>
                  <a:cubicBezTo>
                    <a:pt x="295" y="668"/>
                    <a:pt x="295" y="668"/>
                    <a:pt x="295" y="668"/>
                  </a:cubicBezTo>
                  <a:cubicBezTo>
                    <a:pt x="296" y="669"/>
                    <a:pt x="296" y="669"/>
                    <a:pt x="296" y="669"/>
                  </a:cubicBezTo>
                  <a:close/>
                  <a:moveTo>
                    <a:pt x="296" y="735"/>
                  </a:moveTo>
                  <a:cubicBezTo>
                    <a:pt x="296" y="749"/>
                    <a:pt x="296" y="749"/>
                    <a:pt x="296" y="749"/>
                  </a:cubicBezTo>
                  <a:cubicBezTo>
                    <a:pt x="296" y="748"/>
                    <a:pt x="295" y="747"/>
                    <a:pt x="295" y="746"/>
                  </a:cubicBezTo>
                  <a:cubicBezTo>
                    <a:pt x="295" y="734"/>
                    <a:pt x="295" y="734"/>
                    <a:pt x="295" y="734"/>
                  </a:cubicBezTo>
                  <a:cubicBezTo>
                    <a:pt x="295" y="734"/>
                    <a:pt x="296" y="735"/>
                    <a:pt x="296" y="735"/>
                  </a:cubicBezTo>
                  <a:close/>
                  <a:moveTo>
                    <a:pt x="295" y="336"/>
                  </a:moveTo>
                  <a:cubicBezTo>
                    <a:pt x="295" y="335"/>
                    <a:pt x="295" y="335"/>
                    <a:pt x="295" y="335"/>
                  </a:cubicBezTo>
                  <a:cubicBezTo>
                    <a:pt x="295" y="335"/>
                    <a:pt x="295" y="336"/>
                    <a:pt x="295" y="336"/>
                  </a:cubicBezTo>
                  <a:close/>
                  <a:moveTo>
                    <a:pt x="294" y="14"/>
                  </a:moveTo>
                  <a:cubicBezTo>
                    <a:pt x="295" y="14"/>
                    <a:pt x="295" y="14"/>
                    <a:pt x="295" y="14"/>
                  </a:cubicBezTo>
                  <a:cubicBezTo>
                    <a:pt x="295" y="22"/>
                    <a:pt x="295" y="22"/>
                    <a:pt x="295" y="22"/>
                  </a:cubicBezTo>
                  <a:cubicBezTo>
                    <a:pt x="294" y="22"/>
                    <a:pt x="294" y="22"/>
                    <a:pt x="294" y="22"/>
                  </a:cubicBezTo>
                  <a:cubicBezTo>
                    <a:pt x="294" y="14"/>
                    <a:pt x="294" y="14"/>
                    <a:pt x="294" y="14"/>
                  </a:cubicBezTo>
                  <a:close/>
                  <a:moveTo>
                    <a:pt x="295" y="781"/>
                  </a:moveTo>
                  <a:cubicBezTo>
                    <a:pt x="294" y="781"/>
                    <a:pt x="294" y="781"/>
                    <a:pt x="294" y="781"/>
                  </a:cubicBezTo>
                  <a:cubicBezTo>
                    <a:pt x="294" y="773"/>
                    <a:pt x="294" y="773"/>
                    <a:pt x="294" y="773"/>
                  </a:cubicBezTo>
                  <a:cubicBezTo>
                    <a:pt x="295" y="773"/>
                    <a:pt x="295" y="773"/>
                    <a:pt x="295" y="773"/>
                  </a:cubicBezTo>
                  <a:cubicBezTo>
                    <a:pt x="295" y="781"/>
                    <a:pt x="295" y="781"/>
                    <a:pt x="295" y="781"/>
                  </a:cubicBezTo>
                  <a:close/>
                  <a:moveTo>
                    <a:pt x="295" y="31"/>
                  </a:moveTo>
                  <a:cubicBezTo>
                    <a:pt x="295" y="44"/>
                    <a:pt x="295" y="44"/>
                    <a:pt x="295" y="44"/>
                  </a:cubicBezTo>
                  <a:cubicBezTo>
                    <a:pt x="294" y="44"/>
                    <a:pt x="294" y="44"/>
                    <a:pt x="294" y="44"/>
                  </a:cubicBezTo>
                  <a:cubicBezTo>
                    <a:pt x="294" y="31"/>
                    <a:pt x="294" y="31"/>
                    <a:pt x="294" y="31"/>
                  </a:cubicBezTo>
                  <a:cubicBezTo>
                    <a:pt x="295" y="31"/>
                    <a:pt x="295" y="31"/>
                    <a:pt x="295" y="31"/>
                  </a:cubicBezTo>
                  <a:close/>
                  <a:moveTo>
                    <a:pt x="295" y="53"/>
                  </a:moveTo>
                  <a:cubicBezTo>
                    <a:pt x="295" y="61"/>
                    <a:pt x="295" y="61"/>
                    <a:pt x="295" y="61"/>
                  </a:cubicBezTo>
                  <a:cubicBezTo>
                    <a:pt x="294" y="61"/>
                    <a:pt x="294" y="61"/>
                    <a:pt x="294" y="61"/>
                  </a:cubicBezTo>
                  <a:cubicBezTo>
                    <a:pt x="294" y="53"/>
                    <a:pt x="294" y="53"/>
                    <a:pt x="294" y="53"/>
                  </a:cubicBezTo>
                  <a:cubicBezTo>
                    <a:pt x="295" y="53"/>
                    <a:pt x="295" y="53"/>
                    <a:pt x="295" y="53"/>
                  </a:cubicBezTo>
                  <a:close/>
                  <a:moveTo>
                    <a:pt x="295" y="82"/>
                  </a:moveTo>
                  <a:cubicBezTo>
                    <a:pt x="295" y="118"/>
                    <a:pt x="295" y="118"/>
                    <a:pt x="295" y="118"/>
                  </a:cubicBezTo>
                  <a:cubicBezTo>
                    <a:pt x="294" y="118"/>
                    <a:pt x="294" y="118"/>
                    <a:pt x="294" y="118"/>
                  </a:cubicBezTo>
                  <a:cubicBezTo>
                    <a:pt x="294" y="82"/>
                    <a:pt x="294" y="82"/>
                    <a:pt x="294" y="82"/>
                  </a:cubicBezTo>
                  <a:cubicBezTo>
                    <a:pt x="294" y="82"/>
                    <a:pt x="294" y="82"/>
                    <a:pt x="295" y="82"/>
                  </a:cubicBezTo>
                  <a:close/>
                  <a:moveTo>
                    <a:pt x="295" y="140"/>
                  </a:moveTo>
                  <a:cubicBezTo>
                    <a:pt x="295" y="164"/>
                    <a:pt x="295" y="164"/>
                    <a:pt x="295" y="164"/>
                  </a:cubicBezTo>
                  <a:cubicBezTo>
                    <a:pt x="294" y="164"/>
                    <a:pt x="294" y="164"/>
                    <a:pt x="294" y="164"/>
                  </a:cubicBezTo>
                  <a:cubicBezTo>
                    <a:pt x="294" y="141"/>
                    <a:pt x="294" y="141"/>
                    <a:pt x="294" y="141"/>
                  </a:cubicBezTo>
                  <a:cubicBezTo>
                    <a:pt x="295" y="140"/>
                    <a:pt x="295" y="140"/>
                    <a:pt x="295" y="140"/>
                  </a:cubicBezTo>
                  <a:close/>
                  <a:moveTo>
                    <a:pt x="295" y="187"/>
                  </a:moveTo>
                  <a:cubicBezTo>
                    <a:pt x="295" y="193"/>
                    <a:pt x="295" y="193"/>
                    <a:pt x="295" y="193"/>
                  </a:cubicBezTo>
                  <a:cubicBezTo>
                    <a:pt x="294" y="193"/>
                    <a:pt x="294" y="193"/>
                    <a:pt x="294" y="193"/>
                  </a:cubicBezTo>
                  <a:cubicBezTo>
                    <a:pt x="294" y="187"/>
                    <a:pt x="294" y="187"/>
                    <a:pt x="294" y="187"/>
                  </a:cubicBezTo>
                  <a:cubicBezTo>
                    <a:pt x="295" y="187"/>
                    <a:pt x="295" y="187"/>
                    <a:pt x="295" y="187"/>
                  </a:cubicBezTo>
                  <a:close/>
                  <a:moveTo>
                    <a:pt x="295" y="195"/>
                  </a:moveTo>
                  <a:cubicBezTo>
                    <a:pt x="295" y="201"/>
                    <a:pt x="295" y="201"/>
                    <a:pt x="295" y="201"/>
                  </a:cubicBezTo>
                  <a:cubicBezTo>
                    <a:pt x="294" y="201"/>
                    <a:pt x="294" y="201"/>
                    <a:pt x="294" y="201"/>
                  </a:cubicBezTo>
                  <a:cubicBezTo>
                    <a:pt x="294" y="194"/>
                    <a:pt x="294" y="194"/>
                    <a:pt x="294" y="194"/>
                  </a:cubicBezTo>
                  <a:cubicBezTo>
                    <a:pt x="295" y="195"/>
                    <a:pt x="295" y="195"/>
                    <a:pt x="295" y="195"/>
                  </a:cubicBezTo>
                  <a:close/>
                  <a:moveTo>
                    <a:pt x="295" y="211"/>
                  </a:moveTo>
                  <a:cubicBezTo>
                    <a:pt x="295" y="217"/>
                    <a:pt x="295" y="217"/>
                    <a:pt x="295" y="217"/>
                  </a:cubicBezTo>
                  <a:cubicBezTo>
                    <a:pt x="294" y="217"/>
                    <a:pt x="294" y="217"/>
                    <a:pt x="294" y="217"/>
                  </a:cubicBezTo>
                  <a:cubicBezTo>
                    <a:pt x="294" y="212"/>
                    <a:pt x="294" y="212"/>
                    <a:pt x="294" y="212"/>
                  </a:cubicBezTo>
                  <a:cubicBezTo>
                    <a:pt x="295" y="211"/>
                    <a:pt x="295" y="211"/>
                    <a:pt x="295" y="211"/>
                  </a:cubicBezTo>
                  <a:close/>
                  <a:moveTo>
                    <a:pt x="295" y="282"/>
                  </a:moveTo>
                  <a:cubicBezTo>
                    <a:pt x="295" y="288"/>
                    <a:pt x="295" y="288"/>
                    <a:pt x="295" y="288"/>
                  </a:cubicBezTo>
                  <a:cubicBezTo>
                    <a:pt x="294" y="289"/>
                    <a:pt x="294" y="289"/>
                    <a:pt x="294" y="289"/>
                  </a:cubicBezTo>
                  <a:cubicBezTo>
                    <a:pt x="294" y="282"/>
                    <a:pt x="294" y="282"/>
                    <a:pt x="294" y="282"/>
                  </a:cubicBezTo>
                  <a:cubicBezTo>
                    <a:pt x="295" y="282"/>
                    <a:pt x="295" y="282"/>
                    <a:pt x="295" y="282"/>
                  </a:cubicBezTo>
                  <a:close/>
                  <a:moveTo>
                    <a:pt x="295" y="303"/>
                  </a:moveTo>
                  <a:cubicBezTo>
                    <a:pt x="295" y="318"/>
                    <a:pt x="295" y="318"/>
                    <a:pt x="295" y="318"/>
                  </a:cubicBezTo>
                  <a:cubicBezTo>
                    <a:pt x="294" y="318"/>
                    <a:pt x="294" y="318"/>
                    <a:pt x="294" y="318"/>
                  </a:cubicBezTo>
                  <a:cubicBezTo>
                    <a:pt x="294" y="303"/>
                    <a:pt x="294" y="303"/>
                    <a:pt x="294" y="303"/>
                  </a:cubicBezTo>
                  <a:cubicBezTo>
                    <a:pt x="295" y="303"/>
                    <a:pt x="295" y="303"/>
                    <a:pt x="295" y="303"/>
                  </a:cubicBezTo>
                  <a:close/>
                  <a:moveTo>
                    <a:pt x="295" y="335"/>
                  </a:moveTo>
                  <a:cubicBezTo>
                    <a:pt x="295" y="336"/>
                    <a:pt x="295" y="336"/>
                    <a:pt x="295" y="336"/>
                  </a:cubicBezTo>
                  <a:cubicBezTo>
                    <a:pt x="294" y="337"/>
                    <a:pt x="294" y="338"/>
                    <a:pt x="294" y="339"/>
                  </a:cubicBezTo>
                  <a:cubicBezTo>
                    <a:pt x="294" y="332"/>
                    <a:pt x="294" y="332"/>
                    <a:pt x="294" y="332"/>
                  </a:cubicBezTo>
                  <a:cubicBezTo>
                    <a:pt x="294" y="333"/>
                    <a:pt x="294" y="334"/>
                    <a:pt x="295" y="335"/>
                  </a:cubicBezTo>
                  <a:close/>
                  <a:moveTo>
                    <a:pt x="295" y="366"/>
                  </a:moveTo>
                  <a:cubicBezTo>
                    <a:pt x="295" y="376"/>
                    <a:pt x="295" y="376"/>
                    <a:pt x="295" y="376"/>
                  </a:cubicBezTo>
                  <a:cubicBezTo>
                    <a:pt x="295" y="376"/>
                    <a:pt x="295" y="376"/>
                    <a:pt x="295" y="376"/>
                  </a:cubicBezTo>
                  <a:cubicBezTo>
                    <a:pt x="295" y="376"/>
                    <a:pt x="295" y="376"/>
                    <a:pt x="295" y="376"/>
                  </a:cubicBezTo>
                  <a:cubicBezTo>
                    <a:pt x="295" y="380"/>
                    <a:pt x="295" y="380"/>
                    <a:pt x="295" y="380"/>
                  </a:cubicBezTo>
                  <a:cubicBezTo>
                    <a:pt x="295" y="380"/>
                    <a:pt x="295" y="380"/>
                    <a:pt x="295" y="380"/>
                  </a:cubicBezTo>
                  <a:cubicBezTo>
                    <a:pt x="294" y="381"/>
                    <a:pt x="294" y="381"/>
                    <a:pt x="294" y="381"/>
                  </a:cubicBezTo>
                  <a:cubicBezTo>
                    <a:pt x="294" y="367"/>
                    <a:pt x="294" y="367"/>
                    <a:pt x="294" y="367"/>
                  </a:cubicBezTo>
                  <a:cubicBezTo>
                    <a:pt x="295" y="366"/>
                    <a:pt x="295" y="366"/>
                    <a:pt x="295" y="366"/>
                  </a:cubicBezTo>
                  <a:close/>
                  <a:moveTo>
                    <a:pt x="295" y="388"/>
                  </a:moveTo>
                  <a:cubicBezTo>
                    <a:pt x="295" y="393"/>
                    <a:pt x="295" y="393"/>
                    <a:pt x="295" y="393"/>
                  </a:cubicBezTo>
                  <a:cubicBezTo>
                    <a:pt x="294" y="394"/>
                    <a:pt x="294" y="394"/>
                    <a:pt x="294" y="394"/>
                  </a:cubicBezTo>
                  <a:cubicBezTo>
                    <a:pt x="294" y="388"/>
                    <a:pt x="294" y="388"/>
                    <a:pt x="294" y="388"/>
                  </a:cubicBezTo>
                  <a:cubicBezTo>
                    <a:pt x="295" y="388"/>
                    <a:pt x="295" y="388"/>
                    <a:pt x="295" y="388"/>
                  </a:cubicBezTo>
                  <a:close/>
                  <a:moveTo>
                    <a:pt x="295" y="400"/>
                  </a:moveTo>
                  <a:cubicBezTo>
                    <a:pt x="295" y="405"/>
                    <a:pt x="295" y="405"/>
                    <a:pt x="295" y="405"/>
                  </a:cubicBezTo>
                  <a:cubicBezTo>
                    <a:pt x="294" y="405"/>
                    <a:pt x="294" y="405"/>
                    <a:pt x="294" y="405"/>
                  </a:cubicBezTo>
                  <a:cubicBezTo>
                    <a:pt x="294" y="400"/>
                    <a:pt x="294" y="400"/>
                    <a:pt x="294" y="400"/>
                  </a:cubicBezTo>
                  <a:cubicBezTo>
                    <a:pt x="295" y="400"/>
                    <a:pt x="295" y="400"/>
                    <a:pt x="295" y="400"/>
                  </a:cubicBezTo>
                  <a:close/>
                  <a:moveTo>
                    <a:pt x="295" y="414"/>
                  </a:moveTo>
                  <a:cubicBezTo>
                    <a:pt x="295" y="421"/>
                    <a:pt x="295" y="421"/>
                    <a:pt x="295" y="421"/>
                  </a:cubicBezTo>
                  <a:cubicBezTo>
                    <a:pt x="294" y="423"/>
                    <a:pt x="294" y="425"/>
                    <a:pt x="295" y="429"/>
                  </a:cubicBezTo>
                  <a:cubicBezTo>
                    <a:pt x="295" y="429"/>
                    <a:pt x="295" y="429"/>
                    <a:pt x="295" y="429"/>
                  </a:cubicBezTo>
                  <a:cubicBezTo>
                    <a:pt x="295" y="440"/>
                    <a:pt x="295" y="440"/>
                    <a:pt x="295" y="440"/>
                  </a:cubicBezTo>
                  <a:cubicBezTo>
                    <a:pt x="294" y="439"/>
                    <a:pt x="294" y="439"/>
                    <a:pt x="294" y="439"/>
                  </a:cubicBezTo>
                  <a:cubicBezTo>
                    <a:pt x="294" y="414"/>
                    <a:pt x="294" y="414"/>
                    <a:pt x="294" y="414"/>
                  </a:cubicBezTo>
                  <a:cubicBezTo>
                    <a:pt x="295" y="414"/>
                    <a:pt x="295" y="414"/>
                    <a:pt x="295" y="414"/>
                  </a:cubicBezTo>
                  <a:close/>
                  <a:moveTo>
                    <a:pt x="295" y="486"/>
                  </a:moveTo>
                  <a:cubicBezTo>
                    <a:pt x="295" y="492"/>
                    <a:pt x="295" y="492"/>
                    <a:pt x="295" y="492"/>
                  </a:cubicBezTo>
                  <a:cubicBezTo>
                    <a:pt x="294" y="492"/>
                    <a:pt x="294" y="492"/>
                    <a:pt x="294" y="492"/>
                  </a:cubicBezTo>
                  <a:cubicBezTo>
                    <a:pt x="294" y="486"/>
                    <a:pt x="294" y="486"/>
                    <a:pt x="294" y="486"/>
                  </a:cubicBezTo>
                  <a:cubicBezTo>
                    <a:pt x="295" y="486"/>
                    <a:pt x="295" y="486"/>
                    <a:pt x="295" y="486"/>
                  </a:cubicBezTo>
                  <a:close/>
                  <a:moveTo>
                    <a:pt x="295" y="497"/>
                  </a:moveTo>
                  <a:cubicBezTo>
                    <a:pt x="295" y="502"/>
                    <a:pt x="295" y="502"/>
                    <a:pt x="295" y="502"/>
                  </a:cubicBezTo>
                  <a:cubicBezTo>
                    <a:pt x="294" y="502"/>
                    <a:pt x="294" y="502"/>
                    <a:pt x="294" y="502"/>
                  </a:cubicBezTo>
                  <a:cubicBezTo>
                    <a:pt x="294" y="497"/>
                    <a:pt x="294" y="497"/>
                    <a:pt x="294" y="497"/>
                  </a:cubicBezTo>
                  <a:cubicBezTo>
                    <a:pt x="295" y="497"/>
                    <a:pt x="295" y="497"/>
                    <a:pt x="295" y="497"/>
                  </a:cubicBezTo>
                  <a:close/>
                  <a:moveTo>
                    <a:pt x="295" y="512"/>
                  </a:moveTo>
                  <a:cubicBezTo>
                    <a:pt x="295" y="522"/>
                    <a:pt x="295" y="522"/>
                    <a:pt x="295" y="522"/>
                  </a:cubicBezTo>
                  <a:cubicBezTo>
                    <a:pt x="294" y="522"/>
                    <a:pt x="294" y="522"/>
                    <a:pt x="294" y="522"/>
                  </a:cubicBezTo>
                  <a:cubicBezTo>
                    <a:pt x="294" y="516"/>
                    <a:pt x="294" y="516"/>
                    <a:pt x="294" y="516"/>
                  </a:cubicBezTo>
                  <a:cubicBezTo>
                    <a:pt x="295" y="516"/>
                    <a:pt x="295" y="516"/>
                    <a:pt x="295" y="516"/>
                  </a:cubicBezTo>
                  <a:cubicBezTo>
                    <a:pt x="294" y="516"/>
                    <a:pt x="294" y="516"/>
                    <a:pt x="294" y="516"/>
                  </a:cubicBezTo>
                  <a:cubicBezTo>
                    <a:pt x="294" y="512"/>
                    <a:pt x="294" y="512"/>
                    <a:pt x="294" y="512"/>
                  </a:cubicBezTo>
                  <a:cubicBezTo>
                    <a:pt x="295" y="512"/>
                    <a:pt x="295" y="512"/>
                    <a:pt x="295" y="512"/>
                  </a:cubicBezTo>
                  <a:cubicBezTo>
                    <a:pt x="295" y="512"/>
                    <a:pt x="295" y="512"/>
                    <a:pt x="295" y="512"/>
                  </a:cubicBezTo>
                  <a:close/>
                  <a:moveTo>
                    <a:pt x="295" y="542"/>
                  </a:moveTo>
                  <a:cubicBezTo>
                    <a:pt x="295" y="546"/>
                    <a:pt x="295" y="546"/>
                    <a:pt x="295" y="546"/>
                  </a:cubicBezTo>
                  <a:cubicBezTo>
                    <a:pt x="294" y="546"/>
                    <a:pt x="294" y="545"/>
                    <a:pt x="294" y="545"/>
                  </a:cubicBezTo>
                  <a:cubicBezTo>
                    <a:pt x="294" y="542"/>
                    <a:pt x="294" y="542"/>
                    <a:pt x="294" y="542"/>
                  </a:cubicBezTo>
                  <a:cubicBezTo>
                    <a:pt x="295" y="542"/>
                    <a:pt x="295" y="542"/>
                    <a:pt x="295" y="542"/>
                  </a:cubicBezTo>
                  <a:close/>
                  <a:moveTo>
                    <a:pt x="295" y="586"/>
                  </a:moveTo>
                  <a:cubicBezTo>
                    <a:pt x="295" y="591"/>
                    <a:pt x="295" y="591"/>
                    <a:pt x="295" y="591"/>
                  </a:cubicBezTo>
                  <a:cubicBezTo>
                    <a:pt x="294" y="591"/>
                    <a:pt x="294" y="591"/>
                    <a:pt x="294" y="591"/>
                  </a:cubicBezTo>
                  <a:cubicBezTo>
                    <a:pt x="294" y="586"/>
                    <a:pt x="294" y="586"/>
                    <a:pt x="294" y="586"/>
                  </a:cubicBezTo>
                  <a:cubicBezTo>
                    <a:pt x="295" y="586"/>
                    <a:pt x="295" y="586"/>
                    <a:pt x="295" y="586"/>
                  </a:cubicBezTo>
                  <a:close/>
                  <a:moveTo>
                    <a:pt x="295" y="610"/>
                  </a:moveTo>
                  <a:cubicBezTo>
                    <a:pt x="295" y="617"/>
                    <a:pt x="295" y="617"/>
                    <a:pt x="295" y="617"/>
                  </a:cubicBezTo>
                  <a:cubicBezTo>
                    <a:pt x="294" y="617"/>
                    <a:pt x="294" y="617"/>
                    <a:pt x="294" y="617"/>
                  </a:cubicBezTo>
                  <a:cubicBezTo>
                    <a:pt x="294" y="609"/>
                    <a:pt x="294" y="609"/>
                    <a:pt x="294" y="609"/>
                  </a:cubicBezTo>
                  <a:cubicBezTo>
                    <a:pt x="295" y="610"/>
                    <a:pt x="295" y="610"/>
                    <a:pt x="295" y="610"/>
                  </a:cubicBezTo>
                  <a:close/>
                  <a:moveTo>
                    <a:pt x="295" y="668"/>
                  </a:moveTo>
                  <a:cubicBezTo>
                    <a:pt x="295" y="681"/>
                    <a:pt x="295" y="681"/>
                    <a:pt x="295" y="681"/>
                  </a:cubicBezTo>
                  <a:cubicBezTo>
                    <a:pt x="294" y="681"/>
                    <a:pt x="294" y="681"/>
                    <a:pt x="294" y="681"/>
                  </a:cubicBezTo>
                  <a:cubicBezTo>
                    <a:pt x="294" y="668"/>
                    <a:pt x="294" y="668"/>
                    <a:pt x="294" y="668"/>
                  </a:cubicBezTo>
                  <a:cubicBezTo>
                    <a:pt x="295" y="668"/>
                    <a:pt x="295" y="668"/>
                    <a:pt x="295" y="668"/>
                  </a:cubicBezTo>
                  <a:close/>
                  <a:moveTo>
                    <a:pt x="295" y="734"/>
                  </a:moveTo>
                  <a:cubicBezTo>
                    <a:pt x="295" y="746"/>
                    <a:pt x="295" y="746"/>
                    <a:pt x="295" y="746"/>
                  </a:cubicBezTo>
                  <a:cubicBezTo>
                    <a:pt x="294" y="746"/>
                    <a:pt x="294" y="746"/>
                    <a:pt x="294" y="746"/>
                  </a:cubicBezTo>
                  <a:cubicBezTo>
                    <a:pt x="294" y="734"/>
                    <a:pt x="294" y="734"/>
                    <a:pt x="294" y="734"/>
                  </a:cubicBezTo>
                  <a:lnTo>
                    <a:pt x="295" y="734"/>
                  </a:lnTo>
                  <a:close/>
                  <a:moveTo>
                    <a:pt x="293" y="14"/>
                  </a:moveTo>
                  <a:cubicBezTo>
                    <a:pt x="293" y="14"/>
                    <a:pt x="294" y="14"/>
                    <a:pt x="294" y="14"/>
                  </a:cubicBezTo>
                  <a:cubicBezTo>
                    <a:pt x="294" y="22"/>
                    <a:pt x="294" y="22"/>
                    <a:pt x="294" y="22"/>
                  </a:cubicBezTo>
                  <a:cubicBezTo>
                    <a:pt x="294" y="22"/>
                    <a:pt x="293" y="22"/>
                    <a:pt x="293" y="22"/>
                  </a:cubicBezTo>
                  <a:cubicBezTo>
                    <a:pt x="293" y="14"/>
                    <a:pt x="293" y="14"/>
                    <a:pt x="293" y="14"/>
                  </a:cubicBezTo>
                  <a:close/>
                  <a:moveTo>
                    <a:pt x="294" y="781"/>
                  </a:moveTo>
                  <a:cubicBezTo>
                    <a:pt x="293" y="781"/>
                    <a:pt x="293" y="781"/>
                    <a:pt x="293" y="781"/>
                  </a:cubicBezTo>
                  <a:cubicBezTo>
                    <a:pt x="293" y="772"/>
                    <a:pt x="293" y="772"/>
                    <a:pt x="293" y="772"/>
                  </a:cubicBezTo>
                  <a:cubicBezTo>
                    <a:pt x="293" y="772"/>
                    <a:pt x="294" y="772"/>
                    <a:pt x="294" y="773"/>
                  </a:cubicBezTo>
                  <a:cubicBezTo>
                    <a:pt x="294" y="781"/>
                    <a:pt x="294" y="781"/>
                    <a:pt x="294" y="781"/>
                  </a:cubicBezTo>
                  <a:close/>
                  <a:moveTo>
                    <a:pt x="294" y="31"/>
                  </a:moveTo>
                  <a:cubicBezTo>
                    <a:pt x="294" y="44"/>
                    <a:pt x="294" y="44"/>
                    <a:pt x="294" y="44"/>
                  </a:cubicBezTo>
                  <a:cubicBezTo>
                    <a:pt x="294" y="43"/>
                    <a:pt x="293" y="43"/>
                    <a:pt x="293" y="42"/>
                  </a:cubicBezTo>
                  <a:cubicBezTo>
                    <a:pt x="293" y="29"/>
                    <a:pt x="293" y="29"/>
                    <a:pt x="293" y="29"/>
                  </a:cubicBezTo>
                  <a:cubicBezTo>
                    <a:pt x="293" y="30"/>
                    <a:pt x="294" y="30"/>
                    <a:pt x="294" y="31"/>
                  </a:cubicBezTo>
                  <a:close/>
                  <a:moveTo>
                    <a:pt x="294" y="53"/>
                  </a:moveTo>
                  <a:cubicBezTo>
                    <a:pt x="294" y="61"/>
                    <a:pt x="294" y="61"/>
                    <a:pt x="294" y="61"/>
                  </a:cubicBezTo>
                  <a:cubicBezTo>
                    <a:pt x="293" y="62"/>
                    <a:pt x="293" y="62"/>
                    <a:pt x="293" y="62"/>
                  </a:cubicBezTo>
                  <a:cubicBezTo>
                    <a:pt x="293" y="54"/>
                    <a:pt x="293" y="54"/>
                    <a:pt x="293" y="54"/>
                  </a:cubicBezTo>
                  <a:cubicBezTo>
                    <a:pt x="293" y="54"/>
                    <a:pt x="294" y="53"/>
                    <a:pt x="294" y="53"/>
                  </a:cubicBezTo>
                  <a:close/>
                  <a:moveTo>
                    <a:pt x="294" y="82"/>
                  </a:moveTo>
                  <a:cubicBezTo>
                    <a:pt x="294" y="118"/>
                    <a:pt x="294" y="118"/>
                    <a:pt x="294" y="118"/>
                  </a:cubicBezTo>
                  <a:cubicBezTo>
                    <a:pt x="294" y="118"/>
                    <a:pt x="293" y="119"/>
                    <a:pt x="293" y="119"/>
                  </a:cubicBezTo>
                  <a:cubicBezTo>
                    <a:pt x="293" y="101"/>
                    <a:pt x="293" y="101"/>
                    <a:pt x="293" y="101"/>
                  </a:cubicBezTo>
                  <a:cubicBezTo>
                    <a:pt x="293" y="101"/>
                    <a:pt x="293" y="101"/>
                    <a:pt x="294" y="101"/>
                  </a:cubicBezTo>
                  <a:cubicBezTo>
                    <a:pt x="294" y="97"/>
                    <a:pt x="293" y="92"/>
                    <a:pt x="293" y="89"/>
                  </a:cubicBezTo>
                  <a:cubicBezTo>
                    <a:pt x="293" y="86"/>
                    <a:pt x="293" y="86"/>
                    <a:pt x="293" y="86"/>
                  </a:cubicBezTo>
                  <a:cubicBezTo>
                    <a:pt x="293" y="84"/>
                    <a:pt x="293" y="83"/>
                    <a:pt x="294" y="82"/>
                  </a:cubicBezTo>
                  <a:close/>
                  <a:moveTo>
                    <a:pt x="294" y="141"/>
                  </a:moveTo>
                  <a:cubicBezTo>
                    <a:pt x="294" y="164"/>
                    <a:pt x="294" y="164"/>
                    <a:pt x="294" y="164"/>
                  </a:cubicBezTo>
                  <a:cubicBezTo>
                    <a:pt x="294" y="164"/>
                    <a:pt x="293" y="164"/>
                    <a:pt x="293" y="164"/>
                  </a:cubicBezTo>
                  <a:cubicBezTo>
                    <a:pt x="293" y="142"/>
                    <a:pt x="293" y="142"/>
                    <a:pt x="293" y="142"/>
                  </a:cubicBezTo>
                  <a:cubicBezTo>
                    <a:pt x="293" y="142"/>
                    <a:pt x="294" y="141"/>
                    <a:pt x="294" y="141"/>
                  </a:cubicBezTo>
                  <a:close/>
                  <a:moveTo>
                    <a:pt x="294" y="187"/>
                  </a:moveTo>
                  <a:cubicBezTo>
                    <a:pt x="294" y="193"/>
                    <a:pt x="294" y="193"/>
                    <a:pt x="294" y="193"/>
                  </a:cubicBezTo>
                  <a:cubicBezTo>
                    <a:pt x="294" y="194"/>
                    <a:pt x="294" y="194"/>
                    <a:pt x="293" y="194"/>
                  </a:cubicBezTo>
                  <a:cubicBezTo>
                    <a:pt x="294" y="194"/>
                    <a:pt x="294" y="194"/>
                    <a:pt x="294" y="194"/>
                  </a:cubicBezTo>
                  <a:cubicBezTo>
                    <a:pt x="294" y="201"/>
                    <a:pt x="294" y="201"/>
                    <a:pt x="294" y="201"/>
                  </a:cubicBezTo>
                  <a:cubicBezTo>
                    <a:pt x="294" y="201"/>
                    <a:pt x="293" y="200"/>
                    <a:pt x="293" y="200"/>
                  </a:cubicBezTo>
                  <a:cubicBezTo>
                    <a:pt x="293" y="188"/>
                    <a:pt x="293" y="188"/>
                    <a:pt x="293" y="188"/>
                  </a:cubicBezTo>
                  <a:cubicBezTo>
                    <a:pt x="293" y="187"/>
                    <a:pt x="294" y="187"/>
                    <a:pt x="294" y="187"/>
                  </a:cubicBezTo>
                  <a:close/>
                  <a:moveTo>
                    <a:pt x="294" y="212"/>
                  </a:moveTo>
                  <a:cubicBezTo>
                    <a:pt x="294" y="217"/>
                    <a:pt x="294" y="217"/>
                    <a:pt x="294" y="217"/>
                  </a:cubicBezTo>
                  <a:cubicBezTo>
                    <a:pt x="294" y="218"/>
                    <a:pt x="293" y="218"/>
                    <a:pt x="293" y="219"/>
                  </a:cubicBezTo>
                  <a:cubicBezTo>
                    <a:pt x="293" y="212"/>
                    <a:pt x="293" y="212"/>
                    <a:pt x="293" y="212"/>
                  </a:cubicBezTo>
                  <a:cubicBezTo>
                    <a:pt x="294" y="212"/>
                    <a:pt x="294" y="212"/>
                    <a:pt x="294" y="212"/>
                  </a:cubicBezTo>
                  <a:close/>
                  <a:moveTo>
                    <a:pt x="294" y="282"/>
                  </a:moveTo>
                  <a:cubicBezTo>
                    <a:pt x="294" y="289"/>
                    <a:pt x="294" y="289"/>
                    <a:pt x="294" y="289"/>
                  </a:cubicBezTo>
                  <a:cubicBezTo>
                    <a:pt x="294" y="289"/>
                    <a:pt x="293" y="290"/>
                    <a:pt x="293" y="291"/>
                  </a:cubicBezTo>
                  <a:cubicBezTo>
                    <a:pt x="293" y="280"/>
                    <a:pt x="293" y="280"/>
                    <a:pt x="293" y="280"/>
                  </a:cubicBezTo>
                  <a:cubicBezTo>
                    <a:pt x="294" y="282"/>
                    <a:pt x="294" y="282"/>
                    <a:pt x="294" y="282"/>
                  </a:cubicBezTo>
                  <a:close/>
                  <a:moveTo>
                    <a:pt x="294" y="303"/>
                  </a:moveTo>
                  <a:cubicBezTo>
                    <a:pt x="294" y="318"/>
                    <a:pt x="294" y="318"/>
                    <a:pt x="294" y="318"/>
                  </a:cubicBezTo>
                  <a:cubicBezTo>
                    <a:pt x="294" y="317"/>
                    <a:pt x="293" y="317"/>
                    <a:pt x="293" y="316"/>
                  </a:cubicBezTo>
                  <a:cubicBezTo>
                    <a:pt x="293" y="305"/>
                    <a:pt x="293" y="305"/>
                    <a:pt x="293" y="305"/>
                  </a:cubicBezTo>
                  <a:cubicBezTo>
                    <a:pt x="293" y="304"/>
                    <a:pt x="294" y="304"/>
                    <a:pt x="294" y="303"/>
                  </a:cubicBezTo>
                  <a:close/>
                  <a:moveTo>
                    <a:pt x="294" y="332"/>
                  </a:moveTo>
                  <a:cubicBezTo>
                    <a:pt x="294" y="339"/>
                    <a:pt x="294" y="339"/>
                    <a:pt x="294" y="339"/>
                  </a:cubicBezTo>
                  <a:cubicBezTo>
                    <a:pt x="294" y="340"/>
                    <a:pt x="293" y="342"/>
                    <a:pt x="293" y="343"/>
                  </a:cubicBezTo>
                  <a:cubicBezTo>
                    <a:pt x="293" y="329"/>
                    <a:pt x="293" y="329"/>
                    <a:pt x="293" y="329"/>
                  </a:cubicBezTo>
                  <a:cubicBezTo>
                    <a:pt x="293" y="329"/>
                    <a:pt x="293" y="329"/>
                    <a:pt x="294" y="330"/>
                  </a:cubicBezTo>
                  <a:cubicBezTo>
                    <a:pt x="294" y="330"/>
                    <a:pt x="294" y="331"/>
                    <a:pt x="294" y="332"/>
                  </a:cubicBezTo>
                  <a:close/>
                  <a:moveTo>
                    <a:pt x="294" y="367"/>
                  </a:moveTo>
                  <a:cubicBezTo>
                    <a:pt x="294" y="381"/>
                    <a:pt x="294" y="381"/>
                    <a:pt x="294" y="381"/>
                  </a:cubicBezTo>
                  <a:cubicBezTo>
                    <a:pt x="294" y="383"/>
                    <a:pt x="293" y="386"/>
                    <a:pt x="293" y="388"/>
                  </a:cubicBezTo>
                  <a:cubicBezTo>
                    <a:pt x="293" y="372"/>
                    <a:pt x="293" y="372"/>
                    <a:pt x="293" y="372"/>
                  </a:cubicBezTo>
                  <a:cubicBezTo>
                    <a:pt x="293" y="370"/>
                    <a:pt x="294" y="369"/>
                    <a:pt x="294" y="367"/>
                  </a:cubicBezTo>
                  <a:close/>
                  <a:moveTo>
                    <a:pt x="294" y="388"/>
                  </a:moveTo>
                  <a:cubicBezTo>
                    <a:pt x="294" y="394"/>
                    <a:pt x="294" y="394"/>
                    <a:pt x="294" y="394"/>
                  </a:cubicBezTo>
                  <a:cubicBezTo>
                    <a:pt x="294" y="395"/>
                    <a:pt x="293" y="396"/>
                    <a:pt x="293" y="397"/>
                  </a:cubicBezTo>
                  <a:cubicBezTo>
                    <a:pt x="293" y="389"/>
                    <a:pt x="293" y="389"/>
                    <a:pt x="293" y="389"/>
                  </a:cubicBezTo>
                  <a:cubicBezTo>
                    <a:pt x="293" y="388"/>
                    <a:pt x="294" y="388"/>
                    <a:pt x="294" y="388"/>
                  </a:cubicBezTo>
                  <a:close/>
                  <a:moveTo>
                    <a:pt x="294" y="400"/>
                  </a:moveTo>
                  <a:cubicBezTo>
                    <a:pt x="294" y="405"/>
                    <a:pt x="294" y="405"/>
                    <a:pt x="294" y="405"/>
                  </a:cubicBezTo>
                  <a:cubicBezTo>
                    <a:pt x="293" y="405"/>
                    <a:pt x="293" y="405"/>
                    <a:pt x="293" y="405"/>
                  </a:cubicBezTo>
                  <a:cubicBezTo>
                    <a:pt x="293" y="408"/>
                    <a:pt x="293" y="410"/>
                    <a:pt x="293" y="413"/>
                  </a:cubicBezTo>
                  <a:cubicBezTo>
                    <a:pt x="293" y="401"/>
                    <a:pt x="293" y="401"/>
                    <a:pt x="293" y="401"/>
                  </a:cubicBezTo>
                  <a:cubicBezTo>
                    <a:pt x="293" y="401"/>
                    <a:pt x="294" y="400"/>
                    <a:pt x="294" y="400"/>
                  </a:cubicBezTo>
                  <a:close/>
                  <a:moveTo>
                    <a:pt x="294" y="414"/>
                  </a:moveTo>
                  <a:cubicBezTo>
                    <a:pt x="294" y="439"/>
                    <a:pt x="294" y="439"/>
                    <a:pt x="294" y="439"/>
                  </a:cubicBezTo>
                  <a:cubicBezTo>
                    <a:pt x="294" y="437"/>
                    <a:pt x="293" y="435"/>
                    <a:pt x="293" y="433"/>
                  </a:cubicBezTo>
                  <a:cubicBezTo>
                    <a:pt x="293" y="415"/>
                    <a:pt x="293" y="415"/>
                    <a:pt x="293" y="415"/>
                  </a:cubicBezTo>
                  <a:cubicBezTo>
                    <a:pt x="294" y="414"/>
                    <a:pt x="294" y="414"/>
                    <a:pt x="294" y="414"/>
                  </a:cubicBezTo>
                  <a:close/>
                  <a:moveTo>
                    <a:pt x="294" y="486"/>
                  </a:moveTo>
                  <a:cubicBezTo>
                    <a:pt x="294" y="492"/>
                    <a:pt x="294" y="492"/>
                    <a:pt x="294" y="492"/>
                  </a:cubicBezTo>
                  <a:cubicBezTo>
                    <a:pt x="294" y="492"/>
                    <a:pt x="293" y="493"/>
                    <a:pt x="293" y="493"/>
                  </a:cubicBezTo>
                  <a:cubicBezTo>
                    <a:pt x="293" y="488"/>
                    <a:pt x="293" y="488"/>
                    <a:pt x="293" y="488"/>
                  </a:cubicBezTo>
                  <a:cubicBezTo>
                    <a:pt x="293" y="487"/>
                    <a:pt x="294" y="487"/>
                    <a:pt x="294" y="486"/>
                  </a:cubicBezTo>
                  <a:close/>
                  <a:moveTo>
                    <a:pt x="294" y="497"/>
                  </a:moveTo>
                  <a:cubicBezTo>
                    <a:pt x="294" y="502"/>
                    <a:pt x="294" y="502"/>
                    <a:pt x="294" y="502"/>
                  </a:cubicBezTo>
                  <a:cubicBezTo>
                    <a:pt x="294" y="501"/>
                    <a:pt x="293" y="501"/>
                    <a:pt x="293" y="501"/>
                  </a:cubicBezTo>
                  <a:cubicBezTo>
                    <a:pt x="293" y="496"/>
                    <a:pt x="293" y="496"/>
                    <a:pt x="293" y="496"/>
                  </a:cubicBezTo>
                  <a:cubicBezTo>
                    <a:pt x="293" y="497"/>
                    <a:pt x="294" y="497"/>
                    <a:pt x="294" y="497"/>
                  </a:cubicBezTo>
                  <a:close/>
                  <a:moveTo>
                    <a:pt x="294" y="512"/>
                  </a:moveTo>
                  <a:cubicBezTo>
                    <a:pt x="294" y="516"/>
                    <a:pt x="294" y="516"/>
                    <a:pt x="294" y="516"/>
                  </a:cubicBezTo>
                  <a:cubicBezTo>
                    <a:pt x="294" y="516"/>
                    <a:pt x="293" y="515"/>
                    <a:pt x="293" y="515"/>
                  </a:cubicBezTo>
                  <a:cubicBezTo>
                    <a:pt x="293" y="511"/>
                    <a:pt x="293" y="511"/>
                    <a:pt x="293" y="511"/>
                  </a:cubicBezTo>
                  <a:cubicBezTo>
                    <a:pt x="294" y="512"/>
                    <a:pt x="294" y="512"/>
                    <a:pt x="294" y="512"/>
                  </a:cubicBezTo>
                  <a:close/>
                  <a:moveTo>
                    <a:pt x="294" y="516"/>
                  </a:moveTo>
                  <a:cubicBezTo>
                    <a:pt x="294" y="522"/>
                    <a:pt x="294" y="522"/>
                    <a:pt x="294" y="522"/>
                  </a:cubicBezTo>
                  <a:cubicBezTo>
                    <a:pt x="294" y="522"/>
                    <a:pt x="294" y="522"/>
                    <a:pt x="293" y="522"/>
                  </a:cubicBezTo>
                  <a:cubicBezTo>
                    <a:pt x="293" y="523"/>
                    <a:pt x="293" y="523"/>
                    <a:pt x="293" y="523"/>
                  </a:cubicBezTo>
                  <a:cubicBezTo>
                    <a:pt x="293" y="518"/>
                    <a:pt x="293" y="518"/>
                    <a:pt x="293" y="518"/>
                  </a:cubicBezTo>
                  <a:cubicBezTo>
                    <a:pt x="293" y="518"/>
                    <a:pt x="294" y="517"/>
                    <a:pt x="294" y="516"/>
                  </a:cubicBezTo>
                  <a:close/>
                  <a:moveTo>
                    <a:pt x="294" y="542"/>
                  </a:moveTo>
                  <a:cubicBezTo>
                    <a:pt x="294" y="545"/>
                    <a:pt x="294" y="545"/>
                    <a:pt x="294" y="545"/>
                  </a:cubicBezTo>
                  <a:cubicBezTo>
                    <a:pt x="294" y="544"/>
                    <a:pt x="294" y="543"/>
                    <a:pt x="294" y="543"/>
                  </a:cubicBezTo>
                  <a:cubicBezTo>
                    <a:pt x="294" y="542"/>
                    <a:pt x="294" y="542"/>
                    <a:pt x="294" y="542"/>
                  </a:cubicBezTo>
                  <a:close/>
                  <a:moveTo>
                    <a:pt x="294" y="586"/>
                  </a:moveTo>
                  <a:cubicBezTo>
                    <a:pt x="294" y="591"/>
                    <a:pt x="294" y="591"/>
                    <a:pt x="294" y="591"/>
                  </a:cubicBezTo>
                  <a:cubicBezTo>
                    <a:pt x="294" y="590"/>
                    <a:pt x="293" y="590"/>
                    <a:pt x="293" y="590"/>
                  </a:cubicBezTo>
                  <a:cubicBezTo>
                    <a:pt x="293" y="584"/>
                    <a:pt x="293" y="584"/>
                    <a:pt x="293" y="584"/>
                  </a:cubicBezTo>
                  <a:cubicBezTo>
                    <a:pt x="293" y="585"/>
                    <a:pt x="294" y="585"/>
                    <a:pt x="294" y="586"/>
                  </a:cubicBezTo>
                  <a:close/>
                  <a:moveTo>
                    <a:pt x="294" y="609"/>
                  </a:moveTo>
                  <a:cubicBezTo>
                    <a:pt x="294" y="617"/>
                    <a:pt x="294" y="617"/>
                    <a:pt x="294" y="617"/>
                  </a:cubicBezTo>
                  <a:cubicBezTo>
                    <a:pt x="294" y="617"/>
                    <a:pt x="293" y="617"/>
                    <a:pt x="293" y="616"/>
                  </a:cubicBezTo>
                  <a:cubicBezTo>
                    <a:pt x="293" y="607"/>
                    <a:pt x="293" y="607"/>
                    <a:pt x="293" y="607"/>
                  </a:cubicBezTo>
                  <a:cubicBezTo>
                    <a:pt x="293" y="608"/>
                    <a:pt x="294" y="609"/>
                    <a:pt x="294" y="609"/>
                  </a:cubicBezTo>
                  <a:close/>
                  <a:moveTo>
                    <a:pt x="294" y="668"/>
                  </a:moveTo>
                  <a:cubicBezTo>
                    <a:pt x="294" y="681"/>
                    <a:pt x="294" y="681"/>
                    <a:pt x="294" y="681"/>
                  </a:cubicBezTo>
                  <a:cubicBezTo>
                    <a:pt x="293" y="680"/>
                    <a:pt x="293" y="680"/>
                    <a:pt x="293" y="680"/>
                  </a:cubicBezTo>
                  <a:cubicBezTo>
                    <a:pt x="293" y="668"/>
                    <a:pt x="293" y="668"/>
                    <a:pt x="293" y="668"/>
                  </a:cubicBezTo>
                  <a:cubicBezTo>
                    <a:pt x="294" y="668"/>
                    <a:pt x="294" y="668"/>
                    <a:pt x="294" y="668"/>
                  </a:cubicBezTo>
                  <a:close/>
                  <a:moveTo>
                    <a:pt x="294" y="734"/>
                  </a:moveTo>
                  <a:cubicBezTo>
                    <a:pt x="294" y="746"/>
                    <a:pt x="294" y="746"/>
                    <a:pt x="294" y="746"/>
                  </a:cubicBezTo>
                  <a:cubicBezTo>
                    <a:pt x="294" y="745"/>
                    <a:pt x="293" y="745"/>
                    <a:pt x="293" y="744"/>
                  </a:cubicBezTo>
                  <a:cubicBezTo>
                    <a:pt x="293" y="733"/>
                    <a:pt x="293" y="733"/>
                    <a:pt x="293" y="733"/>
                  </a:cubicBezTo>
                  <a:cubicBezTo>
                    <a:pt x="293" y="733"/>
                    <a:pt x="294" y="734"/>
                    <a:pt x="294" y="734"/>
                  </a:cubicBezTo>
                  <a:close/>
                  <a:moveTo>
                    <a:pt x="293" y="468"/>
                  </a:moveTo>
                  <a:cubicBezTo>
                    <a:pt x="293" y="462"/>
                    <a:pt x="293" y="462"/>
                    <a:pt x="293" y="462"/>
                  </a:cubicBezTo>
                  <a:cubicBezTo>
                    <a:pt x="294" y="465"/>
                    <a:pt x="295" y="467"/>
                    <a:pt x="293" y="468"/>
                  </a:cubicBezTo>
                  <a:close/>
                  <a:moveTo>
                    <a:pt x="293" y="452"/>
                  </a:moveTo>
                  <a:cubicBezTo>
                    <a:pt x="293" y="448"/>
                    <a:pt x="293" y="448"/>
                    <a:pt x="293" y="448"/>
                  </a:cubicBezTo>
                  <a:cubicBezTo>
                    <a:pt x="293" y="450"/>
                    <a:pt x="293" y="451"/>
                    <a:pt x="293" y="452"/>
                  </a:cubicBezTo>
                  <a:close/>
                  <a:moveTo>
                    <a:pt x="290" y="15"/>
                  </a:moveTo>
                  <a:cubicBezTo>
                    <a:pt x="291" y="15"/>
                    <a:pt x="292" y="15"/>
                    <a:pt x="293" y="14"/>
                  </a:cubicBezTo>
                  <a:cubicBezTo>
                    <a:pt x="293" y="22"/>
                    <a:pt x="293" y="22"/>
                    <a:pt x="293" y="22"/>
                  </a:cubicBezTo>
                  <a:cubicBezTo>
                    <a:pt x="292" y="22"/>
                    <a:pt x="291" y="23"/>
                    <a:pt x="290" y="23"/>
                  </a:cubicBezTo>
                  <a:cubicBezTo>
                    <a:pt x="290" y="15"/>
                    <a:pt x="290" y="15"/>
                    <a:pt x="290" y="15"/>
                  </a:cubicBezTo>
                  <a:close/>
                  <a:moveTo>
                    <a:pt x="293" y="781"/>
                  </a:moveTo>
                  <a:cubicBezTo>
                    <a:pt x="290" y="780"/>
                    <a:pt x="290" y="780"/>
                    <a:pt x="290" y="780"/>
                  </a:cubicBezTo>
                  <a:cubicBezTo>
                    <a:pt x="290" y="771"/>
                    <a:pt x="290" y="771"/>
                    <a:pt x="290" y="771"/>
                  </a:cubicBezTo>
                  <a:cubicBezTo>
                    <a:pt x="291" y="771"/>
                    <a:pt x="292" y="772"/>
                    <a:pt x="293" y="772"/>
                  </a:cubicBezTo>
                  <a:cubicBezTo>
                    <a:pt x="293" y="781"/>
                    <a:pt x="293" y="781"/>
                    <a:pt x="293" y="781"/>
                  </a:cubicBezTo>
                  <a:close/>
                  <a:moveTo>
                    <a:pt x="293" y="29"/>
                  </a:moveTo>
                  <a:cubicBezTo>
                    <a:pt x="293" y="42"/>
                    <a:pt x="293" y="42"/>
                    <a:pt x="293" y="42"/>
                  </a:cubicBezTo>
                  <a:cubicBezTo>
                    <a:pt x="292" y="41"/>
                    <a:pt x="291" y="40"/>
                    <a:pt x="290" y="39"/>
                  </a:cubicBezTo>
                  <a:cubicBezTo>
                    <a:pt x="290" y="27"/>
                    <a:pt x="290" y="27"/>
                    <a:pt x="290" y="27"/>
                  </a:cubicBezTo>
                  <a:cubicBezTo>
                    <a:pt x="291" y="28"/>
                    <a:pt x="292" y="29"/>
                    <a:pt x="293" y="29"/>
                  </a:cubicBezTo>
                  <a:close/>
                  <a:moveTo>
                    <a:pt x="293" y="54"/>
                  </a:moveTo>
                  <a:cubicBezTo>
                    <a:pt x="293" y="62"/>
                    <a:pt x="293" y="62"/>
                    <a:pt x="293" y="62"/>
                  </a:cubicBezTo>
                  <a:cubicBezTo>
                    <a:pt x="292" y="62"/>
                    <a:pt x="291" y="62"/>
                    <a:pt x="290" y="63"/>
                  </a:cubicBezTo>
                  <a:cubicBezTo>
                    <a:pt x="290" y="54"/>
                    <a:pt x="290" y="54"/>
                    <a:pt x="290" y="54"/>
                  </a:cubicBezTo>
                  <a:cubicBezTo>
                    <a:pt x="291" y="54"/>
                    <a:pt x="292" y="54"/>
                    <a:pt x="293" y="54"/>
                  </a:cubicBezTo>
                  <a:close/>
                  <a:moveTo>
                    <a:pt x="293" y="86"/>
                  </a:moveTo>
                  <a:cubicBezTo>
                    <a:pt x="293" y="89"/>
                    <a:pt x="293" y="89"/>
                    <a:pt x="293" y="89"/>
                  </a:cubicBezTo>
                  <a:cubicBezTo>
                    <a:pt x="293" y="88"/>
                    <a:pt x="293" y="86"/>
                    <a:pt x="293" y="86"/>
                  </a:cubicBezTo>
                  <a:close/>
                  <a:moveTo>
                    <a:pt x="293" y="101"/>
                  </a:moveTo>
                  <a:cubicBezTo>
                    <a:pt x="293" y="119"/>
                    <a:pt x="293" y="119"/>
                    <a:pt x="293" y="119"/>
                  </a:cubicBezTo>
                  <a:cubicBezTo>
                    <a:pt x="292" y="120"/>
                    <a:pt x="291" y="120"/>
                    <a:pt x="290" y="121"/>
                  </a:cubicBezTo>
                  <a:cubicBezTo>
                    <a:pt x="290" y="102"/>
                    <a:pt x="290" y="102"/>
                    <a:pt x="290" y="102"/>
                  </a:cubicBezTo>
                  <a:cubicBezTo>
                    <a:pt x="291" y="102"/>
                    <a:pt x="292" y="102"/>
                    <a:pt x="293" y="101"/>
                  </a:cubicBezTo>
                  <a:close/>
                  <a:moveTo>
                    <a:pt x="293" y="142"/>
                  </a:moveTo>
                  <a:cubicBezTo>
                    <a:pt x="293" y="164"/>
                    <a:pt x="293" y="164"/>
                    <a:pt x="293" y="164"/>
                  </a:cubicBezTo>
                  <a:cubicBezTo>
                    <a:pt x="292" y="164"/>
                    <a:pt x="291" y="164"/>
                    <a:pt x="290" y="164"/>
                  </a:cubicBezTo>
                  <a:cubicBezTo>
                    <a:pt x="290" y="144"/>
                    <a:pt x="290" y="144"/>
                    <a:pt x="290" y="144"/>
                  </a:cubicBezTo>
                  <a:cubicBezTo>
                    <a:pt x="291" y="143"/>
                    <a:pt x="292" y="143"/>
                    <a:pt x="293" y="142"/>
                  </a:cubicBezTo>
                  <a:close/>
                  <a:moveTo>
                    <a:pt x="293" y="188"/>
                  </a:moveTo>
                  <a:cubicBezTo>
                    <a:pt x="293" y="200"/>
                    <a:pt x="293" y="200"/>
                    <a:pt x="293" y="200"/>
                  </a:cubicBezTo>
                  <a:cubicBezTo>
                    <a:pt x="292" y="200"/>
                    <a:pt x="291" y="200"/>
                    <a:pt x="290" y="199"/>
                  </a:cubicBezTo>
                  <a:cubicBezTo>
                    <a:pt x="290" y="189"/>
                    <a:pt x="290" y="189"/>
                    <a:pt x="290" y="189"/>
                  </a:cubicBezTo>
                  <a:cubicBezTo>
                    <a:pt x="291" y="188"/>
                    <a:pt x="292" y="188"/>
                    <a:pt x="293" y="188"/>
                  </a:cubicBezTo>
                  <a:close/>
                  <a:moveTo>
                    <a:pt x="293" y="212"/>
                  </a:moveTo>
                  <a:cubicBezTo>
                    <a:pt x="293" y="219"/>
                    <a:pt x="293" y="219"/>
                    <a:pt x="293" y="219"/>
                  </a:cubicBezTo>
                  <a:cubicBezTo>
                    <a:pt x="292" y="219"/>
                    <a:pt x="291" y="220"/>
                    <a:pt x="290" y="220"/>
                  </a:cubicBezTo>
                  <a:cubicBezTo>
                    <a:pt x="290" y="211"/>
                    <a:pt x="290" y="211"/>
                    <a:pt x="290" y="211"/>
                  </a:cubicBezTo>
                  <a:cubicBezTo>
                    <a:pt x="292" y="212"/>
                    <a:pt x="292" y="212"/>
                    <a:pt x="292" y="212"/>
                  </a:cubicBezTo>
                  <a:cubicBezTo>
                    <a:pt x="293" y="212"/>
                    <a:pt x="293" y="212"/>
                    <a:pt x="293" y="212"/>
                  </a:cubicBezTo>
                  <a:close/>
                  <a:moveTo>
                    <a:pt x="293" y="280"/>
                  </a:moveTo>
                  <a:cubicBezTo>
                    <a:pt x="293" y="291"/>
                    <a:pt x="293" y="291"/>
                    <a:pt x="293" y="291"/>
                  </a:cubicBezTo>
                  <a:cubicBezTo>
                    <a:pt x="292" y="292"/>
                    <a:pt x="291" y="293"/>
                    <a:pt x="290" y="294"/>
                  </a:cubicBezTo>
                  <a:cubicBezTo>
                    <a:pt x="290" y="278"/>
                    <a:pt x="290" y="278"/>
                    <a:pt x="290" y="278"/>
                  </a:cubicBezTo>
                  <a:cubicBezTo>
                    <a:pt x="293" y="280"/>
                    <a:pt x="293" y="280"/>
                    <a:pt x="293" y="280"/>
                  </a:cubicBezTo>
                  <a:close/>
                  <a:moveTo>
                    <a:pt x="293" y="305"/>
                  </a:moveTo>
                  <a:cubicBezTo>
                    <a:pt x="293" y="316"/>
                    <a:pt x="293" y="316"/>
                    <a:pt x="293" y="316"/>
                  </a:cubicBezTo>
                  <a:cubicBezTo>
                    <a:pt x="292" y="315"/>
                    <a:pt x="291" y="315"/>
                    <a:pt x="290" y="314"/>
                  </a:cubicBezTo>
                  <a:cubicBezTo>
                    <a:pt x="290" y="308"/>
                    <a:pt x="290" y="308"/>
                    <a:pt x="290" y="308"/>
                  </a:cubicBezTo>
                  <a:cubicBezTo>
                    <a:pt x="291" y="307"/>
                    <a:pt x="292" y="306"/>
                    <a:pt x="293" y="305"/>
                  </a:cubicBezTo>
                  <a:close/>
                  <a:moveTo>
                    <a:pt x="293" y="329"/>
                  </a:moveTo>
                  <a:cubicBezTo>
                    <a:pt x="293" y="343"/>
                    <a:pt x="293" y="343"/>
                    <a:pt x="293" y="343"/>
                  </a:cubicBezTo>
                  <a:cubicBezTo>
                    <a:pt x="292" y="344"/>
                    <a:pt x="291" y="346"/>
                    <a:pt x="290" y="346"/>
                  </a:cubicBezTo>
                  <a:cubicBezTo>
                    <a:pt x="290" y="326"/>
                    <a:pt x="290" y="326"/>
                    <a:pt x="290" y="326"/>
                  </a:cubicBezTo>
                  <a:cubicBezTo>
                    <a:pt x="291" y="327"/>
                    <a:pt x="292" y="328"/>
                    <a:pt x="293" y="329"/>
                  </a:cubicBezTo>
                  <a:close/>
                  <a:moveTo>
                    <a:pt x="293" y="372"/>
                  </a:moveTo>
                  <a:cubicBezTo>
                    <a:pt x="293" y="388"/>
                    <a:pt x="293" y="388"/>
                    <a:pt x="293" y="388"/>
                  </a:cubicBezTo>
                  <a:cubicBezTo>
                    <a:pt x="292" y="389"/>
                    <a:pt x="292" y="389"/>
                    <a:pt x="292" y="389"/>
                  </a:cubicBezTo>
                  <a:cubicBezTo>
                    <a:pt x="293" y="389"/>
                    <a:pt x="293" y="389"/>
                    <a:pt x="293" y="389"/>
                  </a:cubicBezTo>
                  <a:cubicBezTo>
                    <a:pt x="293" y="397"/>
                    <a:pt x="293" y="397"/>
                    <a:pt x="293" y="397"/>
                  </a:cubicBezTo>
                  <a:cubicBezTo>
                    <a:pt x="292" y="398"/>
                    <a:pt x="292" y="400"/>
                    <a:pt x="291" y="402"/>
                  </a:cubicBezTo>
                  <a:cubicBezTo>
                    <a:pt x="292" y="402"/>
                    <a:pt x="292" y="401"/>
                    <a:pt x="293" y="401"/>
                  </a:cubicBezTo>
                  <a:cubicBezTo>
                    <a:pt x="293" y="413"/>
                    <a:pt x="293" y="413"/>
                    <a:pt x="293" y="413"/>
                  </a:cubicBezTo>
                  <a:cubicBezTo>
                    <a:pt x="293" y="414"/>
                    <a:pt x="293" y="415"/>
                    <a:pt x="292" y="416"/>
                  </a:cubicBezTo>
                  <a:cubicBezTo>
                    <a:pt x="293" y="415"/>
                    <a:pt x="293" y="415"/>
                    <a:pt x="293" y="415"/>
                  </a:cubicBezTo>
                  <a:cubicBezTo>
                    <a:pt x="293" y="433"/>
                    <a:pt x="293" y="433"/>
                    <a:pt x="293" y="433"/>
                  </a:cubicBezTo>
                  <a:cubicBezTo>
                    <a:pt x="292" y="429"/>
                    <a:pt x="291" y="426"/>
                    <a:pt x="290" y="422"/>
                  </a:cubicBezTo>
                  <a:cubicBezTo>
                    <a:pt x="290" y="380"/>
                    <a:pt x="290" y="380"/>
                    <a:pt x="290" y="380"/>
                  </a:cubicBezTo>
                  <a:cubicBezTo>
                    <a:pt x="291" y="378"/>
                    <a:pt x="292" y="375"/>
                    <a:pt x="293" y="372"/>
                  </a:cubicBezTo>
                  <a:close/>
                  <a:moveTo>
                    <a:pt x="293" y="448"/>
                  </a:moveTo>
                  <a:cubicBezTo>
                    <a:pt x="293" y="452"/>
                    <a:pt x="293" y="452"/>
                    <a:pt x="293" y="452"/>
                  </a:cubicBezTo>
                  <a:cubicBezTo>
                    <a:pt x="293" y="453"/>
                    <a:pt x="292" y="454"/>
                    <a:pt x="290" y="457"/>
                  </a:cubicBezTo>
                  <a:cubicBezTo>
                    <a:pt x="290" y="447"/>
                    <a:pt x="290" y="447"/>
                    <a:pt x="290" y="447"/>
                  </a:cubicBezTo>
                  <a:cubicBezTo>
                    <a:pt x="291" y="447"/>
                    <a:pt x="292" y="447"/>
                    <a:pt x="293" y="447"/>
                  </a:cubicBezTo>
                  <a:cubicBezTo>
                    <a:pt x="293" y="448"/>
                    <a:pt x="293" y="448"/>
                    <a:pt x="293" y="448"/>
                  </a:cubicBezTo>
                  <a:close/>
                  <a:moveTo>
                    <a:pt x="293" y="462"/>
                  </a:moveTo>
                  <a:cubicBezTo>
                    <a:pt x="293" y="468"/>
                    <a:pt x="293" y="468"/>
                    <a:pt x="293" y="468"/>
                  </a:cubicBezTo>
                  <a:cubicBezTo>
                    <a:pt x="292" y="469"/>
                    <a:pt x="291" y="469"/>
                    <a:pt x="290" y="469"/>
                  </a:cubicBezTo>
                  <a:cubicBezTo>
                    <a:pt x="290" y="459"/>
                    <a:pt x="290" y="459"/>
                    <a:pt x="290" y="459"/>
                  </a:cubicBezTo>
                  <a:cubicBezTo>
                    <a:pt x="291" y="460"/>
                    <a:pt x="292" y="461"/>
                    <a:pt x="293" y="462"/>
                  </a:cubicBezTo>
                  <a:close/>
                  <a:moveTo>
                    <a:pt x="293" y="488"/>
                  </a:moveTo>
                  <a:cubicBezTo>
                    <a:pt x="293" y="493"/>
                    <a:pt x="293" y="493"/>
                    <a:pt x="293" y="493"/>
                  </a:cubicBezTo>
                  <a:cubicBezTo>
                    <a:pt x="292" y="494"/>
                    <a:pt x="292" y="495"/>
                    <a:pt x="291" y="496"/>
                  </a:cubicBezTo>
                  <a:cubicBezTo>
                    <a:pt x="292" y="496"/>
                    <a:pt x="292" y="496"/>
                    <a:pt x="293" y="496"/>
                  </a:cubicBezTo>
                  <a:cubicBezTo>
                    <a:pt x="293" y="501"/>
                    <a:pt x="293" y="501"/>
                    <a:pt x="293" y="501"/>
                  </a:cubicBezTo>
                  <a:cubicBezTo>
                    <a:pt x="292" y="501"/>
                    <a:pt x="291" y="500"/>
                    <a:pt x="290" y="500"/>
                  </a:cubicBezTo>
                  <a:cubicBezTo>
                    <a:pt x="290" y="490"/>
                    <a:pt x="290" y="490"/>
                    <a:pt x="290" y="490"/>
                  </a:cubicBezTo>
                  <a:cubicBezTo>
                    <a:pt x="291" y="489"/>
                    <a:pt x="292" y="488"/>
                    <a:pt x="293" y="488"/>
                  </a:cubicBezTo>
                  <a:close/>
                  <a:moveTo>
                    <a:pt x="293" y="511"/>
                  </a:moveTo>
                  <a:cubicBezTo>
                    <a:pt x="293" y="515"/>
                    <a:pt x="293" y="515"/>
                    <a:pt x="293" y="515"/>
                  </a:cubicBezTo>
                  <a:cubicBezTo>
                    <a:pt x="292" y="514"/>
                    <a:pt x="291" y="514"/>
                    <a:pt x="290" y="513"/>
                  </a:cubicBezTo>
                  <a:cubicBezTo>
                    <a:pt x="290" y="509"/>
                    <a:pt x="290" y="509"/>
                    <a:pt x="290" y="509"/>
                  </a:cubicBezTo>
                  <a:cubicBezTo>
                    <a:pt x="291" y="510"/>
                    <a:pt x="292" y="510"/>
                    <a:pt x="293" y="511"/>
                  </a:cubicBezTo>
                  <a:close/>
                  <a:moveTo>
                    <a:pt x="293" y="518"/>
                  </a:moveTo>
                  <a:cubicBezTo>
                    <a:pt x="293" y="523"/>
                    <a:pt x="293" y="523"/>
                    <a:pt x="293" y="523"/>
                  </a:cubicBezTo>
                  <a:cubicBezTo>
                    <a:pt x="290" y="526"/>
                    <a:pt x="290" y="526"/>
                    <a:pt x="290" y="526"/>
                  </a:cubicBezTo>
                  <a:cubicBezTo>
                    <a:pt x="290" y="519"/>
                    <a:pt x="290" y="519"/>
                    <a:pt x="290" y="519"/>
                  </a:cubicBezTo>
                  <a:cubicBezTo>
                    <a:pt x="291" y="519"/>
                    <a:pt x="292" y="518"/>
                    <a:pt x="293" y="518"/>
                  </a:cubicBezTo>
                  <a:close/>
                  <a:moveTo>
                    <a:pt x="293" y="584"/>
                  </a:moveTo>
                  <a:cubicBezTo>
                    <a:pt x="293" y="590"/>
                    <a:pt x="293" y="590"/>
                    <a:pt x="293" y="590"/>
                  </a:cubicBezTo>
                  <a:cubicBezTo>
                    <a:pt x="292" y="590"/>
                    <a:pt x="292" y="589"/>
                    <a:pt x="291" y="589"/>
                  </a:cubicBezTo>
                  <a:cubicBezTo>
                    <a:pt x="291" y="598"/>
                    <a:pt x="290" y="603"/>
                    <a:pt x="293" y="607"/>
                  </a:cubicBezTo>
                  <a:cubicBezTo>
                    <a:pt x="293" y="616"/>
                    <a:pt x="293" y="616"/>
                    <a:pt x="293" y="616"/>
                  </a:cubicBezTo>
                  <a:cubicBezTo>
                    <a:pt x="292" y="616"/>
                    <a:pt x="291" y="615"/>
                    <a:pt x="290" y="615"/>
                  </a:cubicBezTo>
                  <a:cubicBezTo>
                    <a:pt x="290" y="583"/>
                    <a:pt x="290" y="583"/>
                    <a:pt x="290" y="583"/>
                  </a:cubicBezTo>
                  <a:cubicBezTo>
                    <a:pt x="291" y="584"/>
                    <a:pt x="292" y="584"/>
                    <a:pt x="293" y="584"/>
                  </a:cubicBezTo>
                  <a:close/>
                  <a:moveTo>
                    <a:pt x="293" y="668"/>
                  </a:moveTo>
                  <a:cubicBezTo>
                    <a:pt x="293" y="680"/>
                    <a:pt x="293" y="680"/>
                    <a:pt x="293" y="680"/>
                  </a:cubicBezTo>
                  <a:cubicBezTo>
                    <a:pt x="290" y="679"/>
                    <a:pt x="290" y="679"/>
                    <a:pt x="290" y="679"/>
                  </a:cubicBezTo>
                  <a:cubicBezTo>
                    <a:pt x="290" y="667"/>
                    <a:pt x="290" y="667"/>
                    <a:pt x="290" y="667"/>
                  </a:cubicBezTo>
                  <a:cubicBezTo>
                    <a:pt x="293" y="668"/>
                    <a:pt x="293" y="668"/>
                    <a:pt x="293" y="668"/>
                  </a:cubicBezTo>
                  <a:close/>
                  <a:moveTo>
                    <a:pt x="293" y="733"/>
                  </a:moveTo>
                  <a:cubicBezTo>
                    <a:pt x="293" y="744"/>
                    <a:pt x="293" y="744"/>
                    <a:pt x="293" y="744"/>
                  </a:cubicBezTo>
                  <a:cubicBezTo>
                    <a:pt x="292" y="743"/>
                    <a:pt x="291" y="742"/>
                    <a:pt x="290" y="742"/>
                  </a:cubicBezTo>
                  <a:cubicBezTo>
                    <a:pt x="290" y="732"/>
                    <a:pt x="290" y="732"/>
                    <a:pt x="290" y="732"/>
                  </a:cubicBezTo>
                  <a:cubicBezTo>
                    <a:pt x="291" y="732"/>
                    <a:pt x="292" y="732"/>
                    <a:pt x="293" y="733"/>
                  </a:cubicBezTo>
                  <a:close/>
                  <a:moveTo>
                    <a:pt x="289" y="16"/>
                  </a:moveTo>
                  <a:cubicBezTo>
                    <a:pt x="290" y="15"/>
                    <a:pt x="290" y="15"/>
                    <a:pt x="290" y="15"/>
                  </a:cubicBezTo>
                  <a:cubicBezTo>
                    <a:pt x="290" y="23"/>
                    <a:pt x="290" y="23"/>
                    <a:pt x="290" y="23"/>
                  </a:cubicBezTo>
                  <a:cubicBezTo>
                    <a:pt x="290" y="23"/>
                    <a:pt x="289" y="23"/>
                    <a:pt x="289" y="23"/>
                  </a:cubicBezTo>
                  <a:cubicBezTo>
                    <a:pt x="289" y="24"/>
                    <a:pt x="289" y="24"/>
                    <a:pt x="289" y="24"/>
                  </a:cubicBezTo>
                  <a:cubicBezTo>
                    <a:pt x="289" y="16"/>
                    <a:pt x="289" y="16"/>
                    <a:pt x="289" y="16"/>
                  </a:cubicBezTo>
                  <a:close/>
                  <a:moveTo>
                    <a:pt x="290" y="780"/>
                  </a:moveTo>
                  <a:cubicBezTo>
                    <a:pt x="289" y="780"/>
                    <a:pt x="289" y="780"/>
                    <a:pt x="289" y="780"/>
                  </a:cubicBezTo>
                  <a:cubicBezTo>
                    <a:pt x="289" y="770"/>
                    <a:pt x="289" y="770"/>
                    <a:pt x="289" y="770"/>
                  </a:cubicBezTo>
                  <a:cubicBezTo>
                    <a:pt x="289" y="770"/>
                    <a:pt x="290" y="770"/>
                    <a:pt x="290" y="771"/>
                  </a:cubicBezTo>
                  <a:cubicBezTo>
                    <a:pt x="290" y="780"/>
                    <a:pt x="290" y="780"/>
                    <a:pt x="290" y="780"/>
                  </a:cubicBezTo>
                  <a:close/>
                  <a:moveTo>
                    <a:pt x="290" y="27"/>
                  </a:moveTo>
                  <a:cubicBezTo>
                    <a:pt x="290" y="39"/>
                    <a:pt x="290" y="39"/>
                    <a:pt x="290" y="39"/>
                  </a:cubicBezTo>
                  <a:cubicBezTo>
                    <a:pt x="289" y="37"/>
                    <a:pt x="289" y="37"/>
                    <a:pt x="289" y="37"/>
                  </a:cubicBezTo>
                  <a:cubicBezTo>
                    <a:pt x="289" y="27"/>
                    <a:pt x="289" y="27"/>
                    <a:pt x="289" y="27"/>
                  </a:cubicBezTo>
                  <a:cubicBezTo>
                    <a:pt x="289" y="27"/>
                    <a:pt x="290" y="27"/>
                    <a:pt x="290" y="27"/>
                  </a:cubicBezTo>
                  <a:close/>
                  <a:moveTo>
                    <a:pt x="290" y="54"/>
                  </a:moveTo>
                  <a:cubicBezTo>
                    <a:pt x="290" y="63"/>
                    <a:pt x="290" y="63"/>
                    <a:pt x="290" y="63"/>
                  </a:cubicBezTo>
                  <a:cubicBezTo>
                    <a:pt x="289" y="63"/>
                    <a:pt x="289" y="63"/>
                    <a:pt x="289" y="63"/>
                  </a:cubicBezTo>
                  <a:cubicBezTo>
                    <a:pt x="289" y="55"/>
                    <a:pt x="289" y="55"/>
                    <a:pt x="289" y="55"/>
                  </a:cubicBezTo>
                  <a:cubicBezTo>
                    <a:pt x="289" y="55"/>
                    <a:pt x="290" y="54"/>
                    <a:pt x="290" y="54"/>
                  </a:cubicBezTo>
                  <a:close/>
                  <a:moveTo>
                    <a:pt x="290" y="102"/>
                  </a:moveTo>
                  <a:cubicBezTo>
                    <a:pt x="290" y="121"/>
                    <a:pt x="290" y="121"/>
                    <a:pt x="290" y="121"/>
                  </a:cubicBezTo>
                  <a:cubicBezTo>
                    <a:pt x="289" y="122"/>
                    <a:pt x="289" y="122"/>
                    <a:pt x="289" y="122"/>
                  </a:cubicBezTo>
                  <a:cubicBezTo>
                    <a:pt x="289" y="103"/>
                    <a:pt x="289" y="103"/>
                    <a:pt x="289" y="103"/>
                  </a:cubicBezTo>
                  <a:cubicBezTo>
                    <a:pt x="290" y="102"/>
                    <a:pt x="290" y="102"/>
                    <a:pt x="290" y="102"/>
                  </a:cubicBezTo>
                  <a:close/>
                  <a:moveTo>
                    <a:pt x="290" y="144"/>
                  </a:moveTo>
                  <a:cubicBezTo>
                    <a:pt x="290" y="164"/>
                    <a:pt x="290" y="164"/>
                    <a:pt x="290" y="164"/>
                  </a:cubicBezTo>
                  <a:cubicBezTo>
                    <a:pt x="290" y="164"/>
                    <a:pt x="289" y="164"/>
                    <a:pt x="289" y="165"/>
                  </a:cubicBezTo>
                  <a:cubicBezTo>
                    <a:pt x="289" y="145"/>
                    <a:pt x="289" y="145"/>
                    <a:pt x="289" y="145"/>
                  </a:cubicBezTo>
                  <a:cubicBezTo>
                    <a:pt x="289" y="145"/>
                    <a:pt x="290" y="145"/>
                    <a:pt x="290" y="144"/>
                  </a:cubicBezTo>
                  <a:close/>
                  <a:moveTo>
                    <a:pt x="290" y="189"/>
                  </a:moveTo>
                  <a:cubicBezTo>
                    <a:pt x="290" y="199"/>
                    <a:pt x="290" y="199"/>
                    <a:pt x="290" y="199"/>
                  </a:cubicBezTo>
                  <a:cubicBezTo>
                    <a:pt x="290" y="199"/>
                    <a:pt x="289" y="199"/>
                    <a:pt x="289" y="199"/>
                  </a:cubicBezTo>
                  <a:cubicBezTo>
                    <a:pt x="289" y="190"/>
                    <a:pt x="289" y="190"/>
                    <a:pt x="289" y="190"/>
                  </a:cubicBezTo>
                  <a:cubicBezTo>
                    <a:pt x="289" y="189"/>
                    <a:pt x="290" y="189"/>
                    <a:pt x="290" y="189"/>
                  </a:cubicBezTo>
                  <a:close/>
                  <a:moveTo>
                    <a:pt x="290" y="211"/>
                  </a:moveTo>
                  <a:cubicBezTo>
                    <a:pt x="290" y="220"/>
                    <a:pt x="290" y="220"/>
                    <a:pt x="290" y="220"/>
                  </a:cubicBezTo>
                  <a:cubicBezTo>
                    <a:pt x="290" y="221"/>
                    <a:pt x="289" y="221"/>
                    <a:pt x="289" y="222"/>
                  </a:cubicBezTo>
                  <a:cubicBezTo>
                    <a:pt x="289" y="210"/>
                    <a:pt x="289" y="210"/>
                    <a:pt x="289" y="210"/>
                  </a:cubicBezTo>
                  <a:cubicBezTo>
                    <a:pt x="290" y="211"/>
                    <a:pt x="290" y="211"/>
                    <a:pt x="290" y="211"/>
                  </a:cubicBezTo>
                  <a:close/>
                  <a:moveTo>
                    <a:pt x="290" y="278"/>
                  </a:moveTo>
                  <a:cubicBezTo>
                    <a:pt x="290" y="294"/>
                    <a:pt x="290" y="294"/>
                    <a:pt x="290" y="294"/>
                  </a:cubicBezTo>
                  <a:cubicBezTo>
                    <a:pt x="289" y="295"/>
                    <a:pt x="289" y="296"/>
                    <a:pt x="289" y="297"/>
                  </a:cubicBezTo>
                  <a:cubicBezTo>
                    <a:pt x="289" y="290"/>
                    <a:pt x="289" y="290"/>
                    <a:pt x="289" y="290"/>
                  </a:cubicBezTo>
                  <a:cubicBezTo>
                    <a:pt x="290" y="287"/>
                    <a:pt x="291" y="283"/>
                    <a:pt x="289" y="281"/>
                  </a:cubicBezTo>
                  <a:cubicBezTo>
                    <a:pt x="289" y="276"/>
                    <a:pt x="289" y="276"/>
                    <a:pt x="289" y="276"/>
                  </a:cubicBezTo>
                  <a:cubicBezTo>
                    <a:pt x="290" y="278"/>
                    <a:pt x="290" y="278"/>
                    <a:pt x="290" y="278"/>
                  </a:cubicBezTo>
                  <a:close/>
                  <a:moveTo>
                    <a:pt x="290" y="308"/>
                  </a:moveTo>
                  <a:cubicBezTo>
                    <a:pt x="290" y="314"/>
                    <a:pt x="290" y="314"/>
                    <a:pt x="290" y="314"/>
                  </a:cubicBezTo>
                  <a:cubicBezTo>
                    <a:pt x="289" y="313"/>
                    <a:pt x="289" y="313"/>
                    <a:pt x="289" y="313"/>
                  </a:cubicBezTo>
                  <a:cubicBezTo>
                    <a:pt x="289" y="306"/>
                    <a:pt x="289" y="306"/>
                    <a:pt x="289" y="306"/>
                  </a:cubicBezTo>
                  <a:cubicBezTo>
                    <a:pt x="289" y="307"/>
                    <a:pt x="289" y="308"/>
                    <a:pt x="290" y="308"/>
                  </a:cubicBezTo>
                  <a:cubicBezTo>
                    <a:pt x="290" y="308"/>
                    <a:pt x="290" y="308"/>
                    <a:pt x="290" y="308"/>
                  </a:cubicBezTo>
                  <a:close/>
                  <a:moveTo>
                    <a:pt x="290" y="326"/>
                  </a:moveTo>
                  <a:cubicBezTo>
                    <a:pt x="290" y="346"/>
                    <a:pt x="290" y="346"/>
                    <a:pt x="290" y="346"/>
                  </a:cubicBezTo>
                  <a:cubicBezTo>
                    <a:pt x="290" y="347"/>
                    <a:pt x="289" y="348"/>
                    <a:pt x="289" y="348"/>
                  </a:cubicBezTo>
                  <a:cubicBezTo>
                    <a:pt x="289" y="325"/>
                    <a:pt x="289" y="325"/>
                    <a:pt x="289" y="325"/>
                  </a:cubicBezTo>
                  <a:cubicBezTo>
                    <a:pt x="289" y="325"/>
                    <a:pt x="289" y="326"/>
                    <a:pt x="290" y="326"/>
                  </a:cubicBezTo>
                  <a:close/>
                  <a:moveTo>
                    <a:pt x="290" y="380"/>
                  </a:moveTo>
                  <a:cubicBezTo>
                    <a:pt x="290" y="422"/>
                    <a:pt x="290" y="422"/>
                    <a:pt x="290" y="422"/>
                  </a:cubicBezTo>
                  <a:cubicBezTo>
                    <a:pt x="290" y="420"/>
                    <a:pt x="289" y="417"/>
                    <a:pt x="289" y="414"/>
                  </a:cubicBezTo>
                  <a:cubicBezTo>
                    <a:pt x="289" y="414"/>
                    <a:pt x="289" y="414"/>
                    <a:pt x="289" y="414"/>
                  </a:cubicBezTo>
                  <a:cubicBezTo>
                    <a:pt x="289" y="410"/>
                    <a:pt x="289" y="410"/>
                    <a:pt x="289" y="410"/>
                  </a:cubicBezTo>
                  <a:cubicBezTo>
                    <a:pt x="289" y="410"/>
                    <a:pt x="289" y="410"/>
                    <a:pt x="289" y="410"/>
                  </a:cubicBezTo>
                  <a:cubicBezTo>
                    <a:pt x="289" y="404"/>
                    <a:pt x="289" y="399"/>
                    <a:pt x="289" y="393"/>
                  </a:cubicBezTo>
                  <a:cubicBezTo>
                    <a:pt x="289" y="393"/>
                    <a:pt x="289" y="393"/>
                    <a:pt x="289" y="393"/>
                  </a:cubicBezTo>
                  <a:cubicBezTo>
                    <a:pt x="289" y="387"/>
                    <a:pt x="289" y="387"/>
                    <a:pt x="289" y="387"/>
                  </a:cubicBezTo>
                  <a:cubicBezTo>
                    <a:pt x="289" y="385"/>
                    <a:pt x="290" y="383"/>
                    <a:pt x="290" y="380"/>
                  </a:cubicBezTo>
                  <a:close/>
                  <a:moveTo>
                    <a:pt x="290" y="447"/>
                  </a:moveTo>
                  <a:cubicBezTo>
                    <a:pt x="290" y="457"/>
                    <a:pt x="290" y="457"/>
                    <a:pt x="290" y="457"/>
                  </a:cubicBezTo>
                  <a:cubicBezTo>
                    <a:pt x="290" y="457"/>
                    <a:pt x="290" y="457"/>
                    <a:pt x="289" y="457"/>
                  </a:cubicBezTo>
                  <a:cubicBezTo>
                    <a:pt x="290" y="458"/>
                    <a:pt x="290" y="458"/>
                    <a:pt x="290" y="459"/>
                  </a:cubicBezTo>
                  <a:cubicBezTo>
                    <a:pt x="290" y="469"/>
                    <a:pt x="290" y="469"/>
                    <a:pt x="290" y="469"/>
                  </a:cubicBezTo>
                  <a:cubicBezTo>
                    <a:pt x="290" y="469"/>
                    <a:pt x="290" y="469"/>
                    <a:pt x="290" y="469"/>
                  </a:cubicBezTo>
                  <a:cubicBezTo>
                    <a:pt x="289" y="469"/>
                    <a:pt x="289" y="468"/>
                    <a:pt x="289" y="468"/>
                  </a:cubicBezTo>
                  <a:cubicBezTo>
                    <a:pt x="289" y="447"/>
                    <a:pt x="289" y="447"/>
                    <a:pt x="289" y="447"/>
                  </a:cubicBezTo>
                  <a:cubicBezTo>
                    <a:pt x="289" y="447"/>
                    <a:pt x="289" y="447"/>
                    <a:pt x="290" y="447"/>
                  </a:cubicBezTo>
                  <a:close/>
                  <a:moveTo>
                    <a:pt x="290" y="490"/>
                  </a:moveTo>
                  <a:cubicBezTo>
                    <a:pt x="290" y="500"/>
                    <a:pt x="290" y="500"/>
                    <a:pt x="290" y="500"/>
                  </a:cubicBezTo>
                  <a:cubicBezTo>
                    <a:pt x="290" y="500"/>
                    <a:pt x="289" y="500"/>
                    <a:pt x="289" y="500"/>
                  </a:cubicBezTo>
                  <a:cubicBezTo>
                    <a:pt x="289" y="492"/>
                    <a:pt x="289" y="492"/>
                    <a:pt x="289" y="492"/>
                  </a:cubicBezTo>
                  <a:cubicBezTo>
                    <a:pt x="289" y="492"/>
                    <a:pt x="289" y="491"/>
                    <a:pt x="290" y="490"/>
                  </a:cubicBezTo>
                  <a:close/>
                  <a:moveTo>
                    <a:pt x="290" y="509"/>
                  </a:moveTo>
                  <a:cubicBezTo>
                    <a:pt x="290" y="513"/>
                    <a:pt x="290" y="513"/>
                    <a:pt x="290" y="513"/>
                  </a:cubicBezTo>
                  <a:cubicBezTo>
                    <a:pt x="290" y="513"/>
                    <a:pt x="289" y="512"/>
                    <a:pt x="289" y="512"/>
                  </a:cubicBezTo>
                  <a:cubicBezTo>
                    <a:pt x="289" y="507"/>
                    <a:pt x="289" y="507"/>
                    <a:pt x="289" y="507"/>
                  </a:cubicBezTo>
                  <a:cubicBezTo>
                    <a:pt x="290" y="509"/>
                    <a:pt x="290" y="509"/>
                    <a:pt x="290" y="509"/>
                  </a:cubicBezTo>
                  <a:close/>
                  <a:moveTo>
                    <a:pt x="290" y="519"/>
                  </a:moveTo>
                  <a:cubicBezTo>
                    <a:pt x="290" y="526"/>
                    <a:pt x="290" y="526"/>
                    <a:pt x="290" y="526"/>
                  </a:cubicBezTo>
                  <a:cubicBezTo>
                    <a:pt x="289" y="527"/>
                    <a:pt x="289" y="527"/>
                    <a:pt x="289" y="527"/>
                  </a:cubicBezTo>
                  <a:cubicBezTo>
                    <a:pt x="289" y="520"/>
                    <a:pt x="289" y="520"/>
                    <a:pt x="289" y="520"/>
                  </a:cubicBezTo>
                  <a:cubicBezTo>
                    <a:pt x="289" y="520"/>
                    <a:pt x="290" y="519"/>
                    <a:pt x="290" y="519"/>
                  </a:cubicBezTo>
                  <a:close/>
                  <a:moveTo>
                    <a:pt x="290" y="583"/>
                  </a:moveTo>
                  <a:cubicBezTo>
                    <a:pt x="290" y="615"/>
                    <a:pt x="290" y="615"/>
                    <a:pt x="290" y="615"/>
                  </a:cubicBezTo>
                  <a:cubicBezTo>
                    <a:pt x="290" y="615"/>
                    <a:pt x="289" y="614"/>
                    <a:pt x="289" y="614"/>
                  </a:cubicBezTo>
                  <a:cubicBezTo>
                    <a:pt x="289" y="582"/>
                    <a:pt x="289" y="582"/>
                    <a:pt x="289" y="582"/>
                  </a:cubicBezTo>
                  <a:cubicBezTo>
                    <a:pt x="290" y="583"/>
                    <a:pt x="290" y="583"/>
                    <a:pt x="290" y="583"/>
                  </a:cubicBezTo>
                  <a:close/>
                  <a:moveTo>
                    <a:pt x="290" y="667"/>
                  </a:moveTo>
                  <a:cubicBezTo>
                    <a:pt x="290" y="679"/>
                    <a:pt x="290" y="679"/>
                    <a:pt x="290" y="679"/>
                  </a:cubicBezTo>
                  <a:cubicBezTo>
                    <a:pt x="289" y="679"/>
                    <a:pt x="289" y="679"/>
                    <a:pt x="289" y="679"/>
                  </a:cubicBezTo>
                  <a:cubicBezTo>
                    <a:pt x="289" y="666"/>
                    <a:pt x="289" y="666"/>
                    <a:pt x="289" y="666"/>
                  </a:cubicBezTo>
                  <a:cubicBezTo>
                    <a:pt x="290" y="667"/>
                    <a:pt x="290" y="667"/>
                    <a:pt x="290" y="667"/>
                  </a:cubicBezTo>
                  <a:close/>
                  <a:moveTo>
                    <a:pt x="290" y="732"/>
                  </a:moveTo>
                  <a:cubicBezTo>
                    <a:pt x="290" y="742"/>
                    <a:pt x="290" y="742"/>
                    <a:pt x="290" y="742"/>
                  </a:cubicBezTo>
                  <a:cubicBezTo>
                    <a:pt x="290" y="741"/>
                    <a:pt x="289" y="741"/>
                    <a:pt x="289" y="741"/>
                  </a:cubicBezTo>
                  <a:cubicBezTo>
                    <a:pt x="289" y="731"/>
                    <a:pt x="289" y="731"/>
                    <a:pt x="289" y="731"/>
                  </a:cubicBezTo>
                  <a:cubicBezTo>
                    <a:pt x="289" y="732"/>
                    <a:pt x="290" y="732"/>
                    <a:pt x="290" y="732"/>
                  </a:cubicBezTo>
                  <a:close/>
                  <a:moveTo>
                    <a:pt x="285" y="17"/>
                  </a:moveTo>
                  <a:cubicBezTo>
                    <a:pt x="286" y="17"/>
                    <a:pt x="287" y="16"/>
                    <a:pt x="289" y="16"/>
                  </a:cubicBezTo>
                  <a:cubicBezTo>
                    <a:pt x="289" y="24"/>
                    <a:pt x="289" y="24"/>
                    <a:pt x="289" y="24"/>
                  </a:cubicBezTo>
                  <a:cubicBezTo>
                    <a:pt x="288" y="25"/>
                    <a:pt x="288" y="25"/>
                    <a:pt x="288" y="26"/>
                  </a:cubicBezTo>
                  <a:cubicBezTo>
                    <a:pt x="288" y="26"/>
                    <a:pt x="288" y="27"/>
                    <a:pt x="289" y="27"/>
                  </a:cubicBezTo>
                  <a:cubicBezTo>
                    <a:pt x="289" y="37"/>
                    <a:pt x="289" y="37"/>
                    <a:pt x="289" y="37"/>
                  </a:cubicBezTo>
                  <a:cubicBezTo>
                    <a:pt x="287" y="35"/>
                    <a:pt x="287" y="35"/>
                    <a:pt x="287" y="35"/>
                  </a:cubicBezTo>
                  <a:cubicBezTo>
                    <a:pt x="286" y="35"/>
                    <a:pt x="286" y="35"/>
                    <a:pt x="285" y="35"/>
                  </a:cubicBezTo>
                  <a:cubicBezTo>
                    <a:pt x="285" y="17"/>
                    <a:pt x="285" y="17"/>
                    <a:pt x="285" y="17"/>
                  </a:cubicBezTo>
                  <a:close/>
                  <a:moveTo>
                    <a:pt x="289" y="780"/>
                  </a:moveTo>
                  <a:cubicBezTo>
                    <a:pt x="288" y="780"/>
                    <a:pt x="288" y="780"/>
                    <a:pt x="288" y="780"/>
                  </a:cubicBezTo>
                  <a:cubicBezTo>
                    <a:pt x="287" y="779"/>
                    <a:pt x="286" y="779"/>
                    <a:pt x="285" y="778"/>
                  </a:cubicBezTo>
                  <a:cubicBezTo>
                    <a:pt x="285" y="767"/>
                    <a:pt x="285" y="767"/>
                    <a:pt x="285" y="767"/>
                  </a:cubicBezTo>
                  <a:cubicBezTo>
                    <a:pt x="286" y="768"/>
                    <a:pt x="287" y="769"/>
                    <a:pt x="289" y="770"/>
                  </a:cubicBezTo>
                  <a:cubicBezTo>
                    <a:pt x="289" y="780"/>
                    <a:pt x="289" y="780"/>
                    <a:pt x="289" y="780"/>
                  </a:cubicBezTo>
                  <a:close/>
                  <a:moveTo>
                    <a:pt x="289" y="55"/>
                  </a:moveTo>
                  <a:cubicBezTo>
                    <a:pt x="289" y="63"/>
                    <a:pt x="289" y="63"/>
                    <a:pt x="289" y="63"/>
                  </a:cubicBezTo>
                  <a:cubicBezTo>
                    <a:pt x="285" y="64"/>
                    <a:pt x="285" y="64"/>
                    <a:pt x="285" y="64"/>
                  </a:cubicBezTo>
                  <a:cubicBezTo>
                    <a:pt x="285" y="55"/>
                    <a:pt x="285" y="55"/>
                    <a:pt x="285" y="55"/>
                  </a:cubicBezTo>
                  <a:cubicBezTo>
                    <a:pt x="286" y="55"/>
                    <a:pt x="287" y="55"/>
                    <a:pt x="289" y="55"/>
                  </a:cubicBezTo>
                  <a:close/>
                  <a:moveTo>
                    <a:pt x="289" y="103"/>
                  </a:moveTo>
                  <a:cubicBezTo>
                    <a:pt x="289" y="122"/>
                    <a:pt x="289" y="122"/>
                    <a:pt x="289" y="122"/>
                  </a:cubicBezTo>
                  <a:cubicBezTo>
                    <a:pt x="287" y="123"/>
                    <a:pt x="286" y="124"/>
                    <a:pt x="285" y="124"/>
                  </a:cubicBezTo>
                  <a:cubicBezTo>
                    <a:pt x="285" y="105"/>
                    <a:pt x="285" y="105"/>
                    <a:pt x="285" y="105"/>
                  </a:cubicBezTo>
                  <a:cubicBezTo>
                    <a:pt x="286" y="104"/>
                    <a:pt x="287" y="103"/>
                    <a:pt x="289" y="103"/>
                  </a:cubicBezTo>
                  <a:close/>
                  <a:moveTo>
                    <a:pt x="289" y="145"/>
                  </a:moveTo>
                  <a:cubicBezTo>
                    <a:pt x="289" y="165"/>
                    <a:pt x="289" y="165"/>
                    <a:pt x="289" y="165"/>
                  </a:cubicBezTo>
                  <a:cubicBezTo>
                    <a:pt x="287" y="165"/>
                    <a:pt x="286" y="165"/>
                    <a:pt x="285" y="165"/>
                  </a:cubicBezTo>
                  <a:cubicBezTo>
                    <a:pt x="285" y="147"/>
                    <a:pt x="285" y="147"/>
                    <a:pt x="285" y="147"/>
                  </a:cubicBezTo>
                  <a:cubicBezTo>
                    <a:pt x="287" y="146"/>
                    <a:pt x="287" y="146"/>
                    <a:pt x="289" y="145"/>
                  </a:cubicBezTo>
                  <a:close/>
                  <a:moveTo>
                    <a:pt x="289" y="190"/>
                  </a:moveTo>
                  <a:cubicBezTo>
                    <a:pt x="289" y="199"/>
                    <a:pt x="289" y="199"/>
                    <a:pt x="289" y="199"/>
                  </a:cubicBezTo>
                  <a:cubicBezTo>
                    <a:pt x="287" y="199"/>
                    <a:pt x="287" y="199"/>
                    <a:pt x="285" y="199"/>
                  </a:cubicBezTo>
                  <a:cubicBezTo>
                    <a:pt x="285" y="191"/>
                    <a:pt x="285" y="191"/>
                    <a:pt x="285" y="191"/>
                  </a:cubicBezTo>
                  <a:cubicBezTo>
                    <a:pt x="286" y="190"/>
                    <a:pt x="287" y="190"/>
                    <a:pt x="289" y="190"/>
                  </a:cubicBezTo>
                  <a:close/>
                  <a:moveTo>
                    <a:pt x="289" y="210"/>
                  </a:moveTo>
                  <a:cubicBezTo>
                    <a:pt x="289" y="222"/>
                    <a:pt x="289" y="222"/>
                    <a:pt x="289" y="222"/>
                  </a:cubicBezTo>
                  <a:cubicBezTo>
                    <a:pt x="288" y="222"/>
                    <a:pt x="287" y="223"/>
                    <a:pt x="287" y="223"/>
                  </a:cubicBezTo>
                  <a:cubicBezTo>
                    <a:pt x="286" y="224"/>
                    <a:pt x="286" y="224"/>
                    <a:pt x="285" y="224"/>
                  </a:cubicBezTo>
                  <a:cubicBezTo>
                    <a:pt x="285" y="218"/>
                    <a:pt x="285" y="218"/>
                    <a:pt x="285" y="218"/>
                  </a:cubicBezTo>
                  <a:cubicBezTo>
                    <a:pt x="286" y="218"/>
                    <a:pt x="287" y="217"/>
                    <a:pt x="288" y="216"/>
                  </a:cubicBezTo>
                  <a:cubicBezTo>
                    <a:pt x="285" y="215"/>
                    <a:pt x="285" y="215"/>
                    <a:pt x="285" y="215"/>
                  </a:cubicBezTo>
                  <a:cubicBezTo>
                    <a:pt x="285" y="208"/>
                    <a:pt x="285" y="208"/>
                    <a:pt x="285" y="208"/>
                  </a:cubicBezTo>
                  <a:cubicBezTo>
                    <a:pt x="289" y="210"/>
                    <a:pt x="289" y="210"/>
                    <a:pt x="289" y="210"/>
                  </a:cubicBezTo>
                  <a:close/>
                  <a:moveTo>
                    <a:pt x="289" y="276"/>
                  </a:moveTo>
                  <a:cubicBezTo>
                    <a:pt x="289" y="281"/>
                    <a:pt x="289" y="281"/>
                    <a:pt x="289" y="281"/>
                  </a:cubicBezTo>
                  <a:cubicBezTo>
                    <a:pt x="288" y="280"/>
                    <a:pt x="287" y="280"/>
                    <a:pt x="285" y="279"/>
                  </a:cubicBezTo>
                  <a:cubicBezTo>
                    <a:pt x="285" y="279"/>
                    <a:pt x="285" y="279"/>
                    <a:pt x="285" y="279"/>
                  </a:cubicBezTo>
                  <a:cubicBezTo>
                    <a:pt x="285" y="273"/>
                    <a:pt x="285" y="273"/>
                    <a:pt x="285" y="273"/>
                  </a:cubicBezTo>
                  <a:cubicBezTo>
                    <a:pt x="289" y="276"/>
                    <a:pt x="289" y="276"/>
                    <a:pt x="289" y="276"/>
                  </a:cubicBezTo>
                  <a:close/>
                  <a:moveTo>
                    <a:pt x="289" y="290"/>
                  </a:moveTo>
                  <a:cubicBezTo>
                    <a:pt x="289" y="297"/>
                    <a:pt x="289" y="297"/>
                    <a:pt x="289" y="297"/>
                  </a:cubicBezTo>
                  <a:cubicBezTo>
                    <a:pt x="287" y="300"/>
                    <a:pt x="287" y="303"/>
                    <a:pt x="289" y="306"/>
                  </a:cubicBezTo>
                  <a:cubicBezTo>
                    <a:pt x="289" y="313"/>
                    <a:pt x="289" y="313"/>
                    <a:pt x="289" y="313"/>
                  </a:cubicBezTo>
                  <a:cubicBezTo>
                    <a:pt x="287" y="311"/>
                    <a:pt x="286" y="310"/>
                    <a:pt x="285" y="310"/>
                  </a:cubicBezTo>
                  <a:cubicBezTo>
                    <a:pt x="285" y="310"/>
                    <a:pt x="285" y="310"/>
                    <a:pt x="285" y="310"/>
                  </a:cubicBezTo>
                  <a:cubicBezTo>
                    <a:pt x="285" y="296"/>
                    <a:pt x="285" y="296"/>
                    <a:pt x="285" y="296"/>
                  </a:cubicBezTo>
                  <a:cubicBezTo>
                    <a:pt x="287" y="294"/>
                    <a:pt x="288" y="292"/>
                    <a:pt x="289" y="290"/>
                  </a:cubicBezTo>
                  <a:close/>
                  <a:moveTo>
                    <a:pt x="289" y="325"/>
                  </a:moveTo>
                  <a:cubicBezTo>
                    <a:pt x="289" y="348"/>
                    <a:pt x="289" y="348"/>
                    <a:pt x="289" y="348"/>
                  </a:cubicBezTo>
                  <a:cubicBezTo>
                    <a:pt x="287" y="349"/>
                    <a:pt x="287" y="349"/>
                    <a:pt x="285" y="350"/>
                  </a:cubicBezTo>
                  <a:cubicBezTo>
                    <a:pt x="285" y="338"/>
                    <a:pt x="285" y="338"/>
                    <a:pt x="285" y="338"/>
                  </a:cubicBezTo>
                  <a:cubicBezTo>
                    <a:pt x="286" y="336"/>
                    <a:pt x="286" y="334"/>
                    <a:pt x="286" y="332"/>
                  </a:cubicBezTo>
                  <a:cubicBezTo>
                    <a:pt x="285" y="332"/>
                    <a:pt x="285" y="332"/>
                    <a:pt x="285" y="332"/>
                  </a:cubicBezTo>
                  <a:cubicBezTo>
                    <a:pt x="285" y="320"/>
                    <a:pt x="285" y="320"/>
                    <a:pt x="285" y="320"/>
                  </a:cubicBezTo>
                  <a:cubicBezTo>
                    <a:pt x="286" y="320"/>
                    <a:pt x="286" y="320"/>
                    <a:pt x="286" y="320"/>
                  </a:cubicBezTo>
                  <a:cubicBezTo>
                    <a:pt x="287" y="322"/>
                    <a:pt x="287" y="323"/>
                    <a:pt x="289" y="325"/>
                  </a:cubicBezTo>
                  <a:close/>
                  <a:moveTo>
                    <a:pt x="289" y="387"/>
                  </a:moveTo>
                  <a:cubicBezTo>
                    <a:pt x="289" y="393"/>
                    <a:pt x="289" y="393"/>
                    <a:pt x="289" y="393"/>
                  </a:cubicBezTo>
                  <a:cubicBezTo>
                    <a:pt x="285" y="393"/>
                    <a:pt x="285" y="393"/>
                    <a:pt x="285" y="393"/>
                  </a:cubicBezTo>
                  <a:cubicBezTo>
                    <a:pt x="285" y="389"/>
                    <a:pt x="285" y="389"/>
                    <a:pt x="285" y="389"/>
                  </a:cubicBezTo>
                  <a:cubicBezTo>
                    <a:pt x="288" y="389"/>
                    <a:pt x="288" y="389"/>
                    <a:pt x="288" y="389"/>
                  </a:cubicBezTo>
                  <a:cubicBezTo>
                    <a:pt x="288" y="389"/>
                    <a:pt x="288" y="388"/>
                    <a:pt x="289" y="387"/>
                  </a:cubicBezTo>
                  <a:close/>
                  <a:moveTo>
                    <a:pt x="289" y="410"/>
                  </a:moveTo>
                  <a:cubicBezTo>
                    <a:pt x="289" y="414"/>
                    <a:pt x="289" y="414"/>
                    <a:pt x="289" y="414"/>
                  </a:cubicBezTo>
                  <a:cubicBezTo>
                    <a:pt x="285" y="414"/>
                    <a:pt x="285" y="414"/>
                    <a:pt x="285" y="414"/>
                  </a:cubicBezTo>
                  <a:cubicBezTo>
                    <a:pt x="285" y="410"/>
                    <a:pt x="285" y="410"/>
                    <a:pt x="285" y="410"/>
                  </a:cubicBezTo>
                  <a:cubicBezTo>
                    <a:pt x="285" y="410"/>
                    <a:pt x="285" y="410"/>
                    <a:pt x="285" y="410"/>
                  </a:cubicBezTo>
                  <a:cubicBezTo>
                    <a:pt x="289" y="410"/>
                    <a:pt x="289" y="410"/>
                    <a:pt x="289" y="410"/>
                  </a:cubicBezTo>
                  <a:close/>
                  <a:moveTo>
                    <a:pt x="289" y="447"/>
                  </a:moveTo>
                  <a:cubicBezTo>
                    <a:pt x="289" y="468"/>
                    <a:pt x="289" y="468"/>
                    <a:pt x="289" y="468"/>
                  </a:cubicBezTo>
                  <a:cubicBezTo>
                    <a:pt x="287" y="467"/>
                    <a:pt x="287" y="466"/>
                    <a:pt x="285" y="465"/>
                  </a:cubicBezTo>
                  <a:cubicBezTo>
                    <a:pt x="285" y="448"/>
                    <a:pt x="285" y="448"/>
                    <a:pt x="285" y="448"/>
                  </a:cubicBezTo>
                  <a:cubicBezTo>
                    <a:pt x="287" y="448"/>
                    <a:pt x="287" y="447"/>
                    <a:pt x="289" y="447"/>
                  </a:cubicBezTo>
                  <a:close/>
                  <a:moveTo>
                    <a:pt x="289" y="492"/>
                  </a:moveTo>
                  <a:cubicBezTo>
                    <a:pt x="289" y="500"/>
                    <a:pt x="289" y="500"/>
                    <a:pt x="289" y="500"/>
                  </a:cubicBezTo>
                  <a:cubicBezTo>
                    <a:pt x="287" y="499"/>
                    <a:pt x="286" y="499"/>
                    <a:pt x="285" y="500"/>
                  </a:cubicBezTo>
                  <a:cubicBezTo>
                    <a:pt x="285" y="497"/>
                    <a:pt x="285" y="497"/>
                    <a:pt x="285" y="497"/>
                  </a:cubicBezTo>
                  <a:cubicBezTo>
                    <a:pt x="287" y="496"/>
                    <a:pt x="287" y="496"/>
                    <a:pt x="287" y="496"/>
                  </a:cubicBezTo>
                  <a:cubicBezTo>
                    <a:pt x="287" y="495"/>
                    <a:pt x="288" y="493"/>
                    <a:pt x="289" y="492"/>
                  </a:cubicBezTo>
                  <a:close/>
                  <a:moveTo>
                    <a:pt x="289" y="507"/>
                  </a:moveTo>
                  <a:cubicBezTo>
                    <a:pt x="289" y="512"/>
                    <a:pt x="289" y="512"/>
                    <a:pt x="289" y="512"/>
                  </a:cubicBezTo>
                  <a:cubicBezTo>
                    <a:pt x="287" y="511"/>
                    <a:pt x="286" y="510"/>
                    <a:pt x="285" y="510"/>
                  </a:cubicBezTo>
                  <a:cubicBezTo>
                    <a:pt x="285" y="505"/>
                    <a:pt x="285" y="505"/>
                    <a:pt x="285" y="505"/>
                  </a:cubicBezTo>
                  <a:cubicBezTo>
                    <a:pt x="289" y="507"/>
                    <a:pt x="289" y="507"/>
                    <a:pt x="289" y="507"/>
                  </a:cubicBezTo>
                  <a:close/>
                  <a:moveTo>
                    <a:pt x="289" y="520"/>
                  </a:moveTo>
                  <a:cubicBezTo>
                    <a:pt x="289" y="527"/>
                    <a:pt x="289" y="527"/>
                    <a:pt x="289" y="527"/>
                  </a:cubicBezTo>
                  <a:cubicBezTo>
                    <a:pt x="285" y="530"/>
                    <a:pt x="285" y="530"/>
                    <a:pt x="285" y="530"/>
                  </a:cubicBezTo>
                  <a:cubicBezTo>
                    <a:pt x="285" y="524"/>
                    <a:pt x="285" y="524"/>
                    <a:pt x="285" y="524"/>
                  </a:cubicBezTo>
                  <a:cubicBezTo>
                    <a:pt x="285" y="524"/>
                    <a:pt x="285" y="524"/>
                    <a:pt x="285" y="524"/>
                  </a:cubicBezTo>
                  <a:cubicBezTo>
                    <a:pt x="285" y="524"/>
                    <a:pt x="285" y="524"/>
                    <a:pt x="285" y="524"/>
                  </a:cubicBezTo>
                  <a:cubicBezTo>
                    <a:pt x="285" y="520"/>
                    <a:pt x="285" y="520"/>
                    <a:pt x="285" y="520"/>
                  </a:cubicBezTo>
                  <a:cubicBezTo>
                    <a:pt x="287" y="520"/>
                    <a:pt x="288" y="520"/>
                    <a:pt x="289" y="520"/>
                  </a:cubicBezTo>
                  <a:close/>
                  <a:moveTo>
                    <a:pt x="289" y="582"/>
                  </a:moveTo>
                  <a:cubicBezTo>
                    <a:pt x="289" y="614"/>
                    <a:pt x="289" y="614"/>
                    <a:pt x="289" y="614"/>
                  </a:cubicBezTo>
                  <a:cubicBezTo>
                    <a:pt x="287" y="613"/>
                    <a:pt x="286" y="613"/>
                    <a:pt x="285" y="612"/>
                  </a:cubicBezTo>
                  <a:cubicBezTo>
                    <a:pt x="285" y="605"/>
                    <a:pt x="285" y="605"/>
                    <a:pt x="285" y="605"/>
                  </a:cubicBezTo>
                  <a:cubicBezTo>
                    <a:pt x="285" y="605"/>
                    <a:pt x="285" y="605"/>
                    <a:pt x="285" y="605"/>
                  </a:cubicBezTo>
                  <a:cubicBezTo>
                    <a:pt x="285" y="605"/>
                    <a:pt x="285" y="605"/>
                    <a:pt x="285" y="605"/>
                  </a:cubicBezTo>
                  <a:cubicBezTo>
                    <a:pt x="285" y="580"/>
                    <a:pt x="285" y="580"/>
                    <a:pt x="285" y="580"/>
                  </a:cubicBezTo>
                  <a:cubicBezTo>
                    <a:pt x="286" y="581"/>
                    <a:pt x="287" y="581"/>
                    <a:pt x="289" y="582"/>
                  </a:cubicBezTo>
                  <a:close/>
                  <a:moveTo>
                    <a:pt x="289" y="666"/>
                  </a:moveTo>
                  <a:cubicBezTo>
                    <a:pt x="289" y="679"/>
                    <a:pt x="289" y="679"/>
                    <a:pt x="289" y="679"/>
                  </a:cubicBezTo>
                  <a:cubicBezTo>
                    <a:pt x="285" y="677"/>
                    <a:pt x="285" y="677"/>
                    <a:pt x="285" y="677"/>
                  </a:cubicBezTo>
                  <a:cubicBezTo>
                    <a:pt x="285" y="665"/>
                    <a:pt x="285" y="665"/>
                    <a:pt x="285" y="665"/>
                  </a:cubicBezTo>
                  <a:cubicBezTo>
                    <a:pt x="289" y="666"/>
                    <a:pt x="289" y="666"/>
                    <a:pt x="289" y="666"/>
                  </a:cubicBezTo>
                  <a:close/>
                  <a:moveTo>
                    <a:pt x="289" y="731"/>
                  </a:moveTo>
                  <a:cubicBezTo>
                    <a:pt x="289" y="741"/>
                    <a:pt x="289" y="741"/>
                    <a:pt x="289" y="741"/>
                  </a:cubicBezTo>
                  <a:cubicBezTo>
                    <a:pt x="287" y="740"/>
                    <a:pt x="287" y="740"/>
                    <a:pt x="285" y="739"/>
                  </a:cubicBezTo>
                  <a:cubicBezTo>
                    <a:pt x="285" y="730"/>
                    <a:pt x="285" y="730"/>
                    <a:pt x="285" y="730"/>
                  </a:cubicBezTo>
                  <a:cubicBezTo>
                    <a:pt x="286" y="731"/>
                    <a:pt x="287" y="731"/>
                    <a:pt x="289" y="731"/>
                  </a:cubicBezTo>
                  <a:close/>
                  <a:moveTo>
                    <a:pt x="285" y="474"/>
                  </a:moveTo>
                  <a:cubicBezTo>
                    <a:pt x="285" y="470"/>
                    <a:pt x="285" y="470"/>
                    <a:pt x="285" y="470"/>
                  </a:cubicBezTo>
                  <a:cubicBezTo>
                    <a:pt x="286" y="471"/>
                    <a:pt x="286" y="472"/>
                    <a:pt x="286" y="474"/>
                  </a:cubicBezTo>
                  <a:lnTo>
                    <a:pt x="285" y="474"/>
                  </a:lnTo>
                  <a:close/>
                  <a:moveTo>
                    <a:pt x="280" y="19"/>
                  </a:moveTo>
                  <a:cubicBezTo>
                    <a:pt x="282" y="18"/>
                    <a:pt x="283" y="18"/>
                    <a:pt x="285" y="17"/>
                  </a:cubicBezTo>
                  <a:cubicBezTo>
                    <a:pt x="285" y="35"/>
                    <a:pt x="285" y="35"/>
                    <a:pt x="285" y="35"/>
                  </a:cubicBezTo>
                  <a:cubicBezTo>
                    <a:pt x="283" y="33"/>
                    <a:pt x="281" y="33"/>
                    <a:pt x="280" y="32"/>
                  </a:cubicBezTo>
                  <a:cubicBezTo>
                    <a:pt x="280" y="19"/>
                    <a:pt x="280" y="19"/>
                    <a:pt x="280" y="19"/>
                  </a:cubicBezTo>
                  <a:close/>
                  <a:moveTo>
                    <a:pt x="285" y="778"/>
                  </a:moveTo>
                  <a:cubicBezTo>
                    <a:pt x="283" y="777"/>
                    <a:pt x="282" y="777"/>
                    <a:pt x="280" y="776"/>
                  </a:cubicBezTo>
                  <a:cubicBezTo>
                    <a:pt x="280" y="757"/>
                    <a:pt x="280" y="757"/>
                    <a:pt x="280" y="757"/>
                  </a:cubicBezTo>
                  <a:cubicBezTo>
                    <a:pt x="280" y="759"/>
                    <a:pt x="281" y="761"/>
                    <a:pt x="281" y="763"/>
                  </a:cubicBezTo>
                  <a:cubicBezTo>
                    <a:pt x="283" y="764"/>
                    <a:pt x="284" y="766"/>
                    <a:pt x="285" y="767"/>
                  </a:cubicBezTo>
                  <a:cubicBezTo>
                    <a:pt x="285" y="778"/>
                    <a:pt x="285" y="778"/>
                    <a:pt x="285" y="778"/>
                  </a:cubicBezTo>
                  <a:close/>
                  <a:moveTo>
                    <a:pt x="285" y="55"/>
                  </a:moveTo>
                  <a:cubicBezTo>
                    <a:pt x="285" y="64"/>
                    <a:pt x="285" y="64"/>
                    <a:pt x="285" y="64"/>
                  </a:cubicBezTo>
                  <a:cubicBezTo>
                    <a:pt x="283" y="65"/>
                    <a:pt x="282" y="65"/>
                    <a:pt x="280" y="66"/>
                  </a:cubicBezTo>
                  <a:cubicBezTo>
                    <a:pt x="280" y="54"/>
                    <a:pt x="280" y="54"/>
                    <a:pt x="280" y="54"/>
                  </a:cubicBezTo>
                  <a:cubicBezTo>
                    <a:pt x="281" y="54"/>
                    <a:pt x="282" y="55"/>
                    <a:pt x="283" y="56"/>
                  </a:cubicBezTo>
                  <a:cubicBezTo>
                    <a:pt x="284" y="56"/>
                    <a:pt x="285" y="55"/>
                    <a:pt x="285" y="55"/>
                  </a:cubicBezTo>
                  <a:close/>
                  <a:moveTo>
                    <a:pt x="285" y="105"/>
                  </a:moveTo>
                  <a:cubicBezTo>
                    <a:pt x="285" y="124"/>
                    <a:pt x="285" y="124"/>
                    <a:pt x="285" y="124"/>
                  </a:cubicBezTo>
                  <a:cubicBezTo>
                    <a:pt x="283" y="126"/>
                    <a:pt x="282" y="127"/>
                    <a:pt x="280" y="127"/>
                  </a:cubicBezTo>
                  <a:cubicBezTo>
                    <a:pt x="280" y="107"/>
                    <a:pt x="280" y="107"/>
                    <a:pt x="280" y="107"/>
                  </a:cubicBezTo>
                  <a:cubicBezTo>
                    <a:pt x="282" y="106"/>
                    <a:pt x="283" y="105"/>
                    <a:pt x="285" y="105"/>
                  </a:cubicBezTo>
                  <a:close/>
                  <a:moveTo>
                    <a:pt x="285" y="147"/>
                  </a:moveTo>
                  <a:cubicBezTo>
                    <a:pt x="285" y="165"/>
                    <a:pt x="285" y="165"/>
                    <a:pt x="285" y="165"/>
                  </a:cubicBezTo>
                  <a:cubicBezTo>
                    <a:pt x="284" y="165"/>
                    <a:pt x="284" y="165"/>
                    <a:pt x="284" y="165"/>
                  </a:cubicBezTo>
                  <a:cubicBezTo>
                    <a:pt x="282" y="159"/>
                    <a:pt x="281" y="155"/>
                    <a:pt x="282" y="149"/>
                  </a:cubicBezTo>
                  <a:cubicBezTo>
                    <a:pt x="283" y="148"/>
                    <a:pt x="284" y="147"/>
                    <a:pt x="285" y="147"/>
                  </a:cubicBezTo>
                  <a:close/>
                  <a:moveTo>
                    <a:pt x="285" y="191"/>
                  </a:moveTo>
                  <a:cubicBezTo>
                    <a:pt x="285" y="199"/>
                    <a:pt x="285" y="199"/>
                    <a:pt x="285" y="199"/>
                  </a:cubicBezTo>
                  <a:cubicBezTo>
                    <a:pt x="284" y="200"/>
                    <a:pt x="282" y="200"/>
                    <a:pt x="280" y="201"/>
                  </a:cubicBezTo>
                  <a:cubicBezTo>
                    <a:pt x="280" y="194"/>
                    <a:pt x="280" y="194"/>
                    <a:pt x="280" y="194"/>
                  </a:cubicBezTo>
                  <a:cubicBezTo>
                    <a:pt x="282" y="193"/>
                    <a:pt x="283" y="192"/>
                    <a:pt x="285" y="191"/>
                  </a:cubicBezTo>
                  <a:close/>
                  <a:moveTo>
                    <a:pt x="285" y="208"/>
                  </a:moveTo>
                  <a:cubicBezTo>
                    <a:pt x="285" y="215"/>
                    <a:pt x="285" y="215"/>
                    <a:pt x="285" y="215"/>
                  </a:cubicBezTo>
                  <a:cubicBezTo>
                    <a:pt x="283" y="214"/>
                    <a:pt x="281" y="213"/>
                    <a:pt x="280" y="212"/>
                  </a:cubicBezTo>
                  <a:cubicBezTo>
                    <a:pt x="280" y="205"/>
                    <a:pt x="280" y="205"/>
                    <a:pt x="280" y="205"/>
                  </a:cubicBezTo>
                  <a:cubicBezTo>
                    <a:pt x="282" y="206"/>
                    <a:pt x="283" y="207"/>
                    <a:pt x="285" y="208"/>
                  </a:cubicBezTo>
                  <a:close/>
                  <a:moveTo>
                    <a:pt x="285" y="218"/>
                  </a:moveTo>
                  <a:cubicBezTo>
                    <a:pt x="285" y="224"/>
                    <a:pt x="285" y="224"/>
                    <a:pt x="285" y="224"/>
                  </a:cubicBezTo>
                  <a:cubicBezTo>
                    <a:pt x="284" y="225"/>
                    <a:pt x="282" y="226"/>
                    <a:pt x="280" y="227"/>
                  </a:cubicBezTo>
                  <a:cubicBezTo>
                    <a:pt x="280" y="221"/>
                    <a:pt x="280" y="221"/>
                    <a:pt x="280" y="221"/>
                  </a:cubicBezTo>
                  <a:cubicBezTo>
                    <a:pt x="282" y="220"/>
                    <a:pt x="284" y="219"/>
                    <a:pt x="285" y="218"/>
                  </a:cubicBezTo>
                  <a:close/>
                  <a:moveTo>
                    <a:pt x="285" y="273"/>
                  </a:moveTo>
                  <a:cubicBezTo>
                    <a:pt x="285" y="279"/>
                    <a:pt x="285" y="279"/>
                    <a:pt x="285" y="279"/>
                  </a:cubicBezTo>
                  <a:cubicBezTo>
                    <a:pt x="284" y="283"/>
                    <a:pt x="282" y="286"/>
                    <a:pt x="280" y="289"/>
                  </a:cubicBezTo>
                  <a:cubicBezTo>
                    <a:pt x="280" y="281"/>
                    <a:pt x="280" y="281"/>
                    <a:pt x="280" y="281"/>
                  </a:cubicBezTo>
                  <a:cubicBezTo>
                    <a:pt x="281" y="279"/>
                    <a:pt x="281" y="276"/>
                    <a:pt x="280" y="273"/>
                  </a:cubicBezTo>
                  <a:cubicBezTo>
                    <a:pt x="280" y="267"/>
                    <a:pt x="280" y="267"/>
                    <a:pt x="280" y="267"/>
                  </a:cubicBezTo>
                  <a:cubicBezTo>
                    <a:pt x="280" y="267"/>
                    <a:pt x="280" y="267"/>
                    <a:pt x="280" y="267"/>
                  </a:cubicBezTo>
                  <a:cubicBezTo>
                    <a:pt x="285" y="273"/>
                    <a:pt x="285" y="273"/>
                    <a:pt x="285" y="273"/>
                  </a:cubicBezTo>
                  <a:close/>
                  <a:moveTo>
                    <a:pt x="285" y="296"/>
                  </a:moveTo>
                  <a:cubicBezTo>
                    <a:pt x="285" y="310"/>
                    <a:pt x="285" y="310"/>
                    <a:pt x="285" y="310"/>
                  </a:cubicBezTo>
                  <a:cubicBezTo>
                    <a:pt x="284" y="307"/>
                    <a:pt x="282" y="305"/>
                    <a:pt x="280" y="302"/>
                  </a:cubicBezTo>
                  <a:cubicBezTo>
                    <a:pt x="280" y="298"/>
                    <a:pt x="280" y="298"/>
                    <a:pt x="280" y="298"/>
                  </a:cubicBezTo>
                  <a:cubicBezTo>
                    <a:pt x="281" y="298"/>
                    <a:pt x="281" y="300"/>
                    <a:pt x="282" y="300"/>
                  </a:cubicBezTo>
                  <a:cubicBezTo>
                    <a:pt x="283" y="299"/>
                    <a:pt x="284" y="298"/>
                    <a:pt x="285" y="296"/>
                  </a:cubicBezTo>
                  <a:close/>
                  <a:moveTo>
                    <a:pt x="285" y="320"/>
                  </a:moveTo>
                  <a:cubicBezTo>
                    <a:pt x="285" y="332"/>
                    <a:pt x="285" y="332"/>
                    <a:pt x="285" y="332"/>
                  </a:cubicBezTo>
                  <a:cubicBezTo>
                    <a:pt x="283" y="332"/>
                    <a:pt x="282" y="331"/>
                    <a:pt x="280" y="331"/>
                  </a:cubicBezTo>
                  <a:cubicBezTo>
                    <a:pt x="280" y="321"/>
                    <a:pt x="280" y="321"/>
                    <a:pt x="280" y="321"/>
                  </a:cubicBezTo>
                  <a:cubicBezTo>
                    <a:pt x="281" y="320"/>
                    <a:pt x="283" y="320"/>
                    <a:pt x="285" y="320"/>
                  </a:cubicBezTo>
                  <a:close/>
                  <a:moveTo>
                    <a:pt x="285" y="338"/>
                  </a:moveTo>
                  <a:cubicBezTo>
                    <a:pt x="285" y="350"/>
                    <a:pt x="285" y="350"/>
                    <a:pt x="285" y="350"/>
                  </a:cubicBezTo>
                  <a:cubicBezTo>
                    <a:pt x="284" y="351"/>
                    <a:pt x="282" y="352"/>
                    <a:pt x="280" y="353"/>
                  </a:cubicBezTo>
                  <a:cubicBezTo>
                    <a:pt x="280" y="344"/>
                    <a:pt x="280" y="344"/>
                    <a:pt x="280" y="344"/>
                  </a:cubicBezTo>
                  <a:cubicBezTo>
                    <a:pt x="281" y="343"/>
                    <a:pt x="282" y="343"/>
                    <a:pt x="283" y="343"/>
                  </a:cubicBezTo>
                  <a:cubicBezTo>
                    <a:pt x="284" y="341"/>
                    <a:pt x="285" y="339"/>
                    <a:pt x="285" y="338"/>
                  </a:cubicBezTo>
                  <a:close/>
                  <a:moveTo>
                    <a:pt x="285" y="389"/>
                  </a:moveTo>
                  <a:cubicBezTo>
                    <a:pt x="285" y="393"/>
                    <a:pt x="285" y="393"/>
                    <a:pt x="285" y="393"/>
                  </a:cubicBezTo>
                  <a:cubicBezTo>
                    <a:pt x="282" y="393"/>
                    <a:pt x="282" y="393"/>
                    <a:pt x="282" y="393"/>
                  </a:cubicBezTo>
                  <a:cubicBezTo>
                    <a:pt x="285" y="410"/>
                    <a:pt x="285" y="410"/>
                    <a:pt x="285" y="410"/>
                  </a:cubicBezTo>
                  <a:cubicBezTo>
                    <a:pt x="285" y="414"/>
                    <a:pt x="285" y="414"/>
                    <a:pt x="285" y="414"/>
                  </a:cubicBezTo>
                  <a:cubicBezTo>
                    <a:pt x="280" y="414"/>
                    <a:pt x="280" y="414"/>
                    <a:pt x="280" y="414"/>
                  </a:cubicBezTo>
                  <a:cubicBezTo>
                    <a:pt x="280" y="410"/>
                    <a:pt x="280" y="410"/>
                    <a:pt x="280" y="410"/>
                  </a:cubicBezTo>
                  <a:cubicBezTo>
                    <a:pt x="280" y="410"/>
                    <a:pt x="281" y="410"/>
                    <a:pt x="281" y="410"/>
                  </a:cubicBezTo>
                  <a:cubicBezTo>
                    <a:pt x="281" y="407"/>
                    <a:pt x="280" y="405"/>
                    <a:pt x="280" y="403"/>
                  </a:cubicBezTo>
                  <a:cubicBezTo>
                    <a:pt x="280" y="389"/>
                    <a:pt x="280" y="389"/>
                    <a:pt x="280" y="389"/>
                  </a:cubicBezTo>
                  <a:cubicBezTo>
                    <a:pt x="285" y="389"/>
                    <a:pt x="285" y="389"/>
                    <a:pt x="285" y="389"/>
                  </a:cubicBezTo>
                  <a:close/>
                  <a:moveTo>
                    <a:pt x="285" y="448"/>
                  </a:moveTo>
                  <a:cubicBezTo>
                    <a:pt x="285" y="465"/>
                    <a:pt x="285" y="465"/>
                    <a:pt x="285" y="465"/>
                  </a:cubicBezTo>
                  <a:cubicBezTo>
                    <a:pt x="285" y="465"/>
                    <a:pt x="284" y="465"/>
                    <a:pt x="283" y="465"/>
                  </a:cubicBezTo>
                  <a:cubicBezTo>
                    <a:pt x="284" y="467"/>
                    <a:pt x="285" y="469"/>
                    <a:pt x="285" y="470"/>
                  </a:cubicBezTo>
                  <a:cubicBezTo>
                    <a:pt x="285" y="474"/>
                    <a:pt x="285" y="474"/>
                    <a:pt x="285" y="474"/>
                  </a:cubicBezTo>
                  <a:cubicBezTo>
                    <a:pt x="285" y="474"/>
                    <a:pt x="284" y="474"/>
                    <a:pt x="283" y="475"/>
                  </a:cubicBezTo>
                  <a:cubicBezTo>
                    <a:pt x="283" y="475"/>
                    <a:pt x="283" y="476"/>
                    <a:pt x="283" y="477"/>
                  </a:cubicBezTo>
                  <a:cubicBezTo>
                    <a:pt x="282" y="477"/>
                    <a:pt x="281" y="477"/>
                    <a:pt x="281" y="477"/>
                  </a:cubicBezTo>
                  <a:cubicBezTo>
                    <a:pt x="281" y="478"/>
                    <a:pt x="281" y="478"/>
                    <a:pt x="281" y="479"/>
                  </a:cubicBezTo>
                  <a:cubicBezTo>
                    <a:pt x="280" y="479"/>
                    <a:pt x="280" y="479"/>
                    <a:pt x="280" y="479"/>
                  </a:cubicBezTo>
                  <a:cubicBezTo>
                    <a:pt x="280" y="447"/>
                    <a:pt x="280" y="447"/>
                    <a:pt x="280" y="447"/>
                  </a:cubicBezTo>
                  <a:cubicBezTo>
                    <a:pt x="281" y="448"/>
                    <a:pt x="282" y="449"/>
                    <a:pt x="284" y="449"/>
                  </a:cubicBezTo>
                  <a:cubicBezTo>
                    <a:pt x="285" y="449"/>
                    <a:pt x="285" y="449"/>
                    <a:pt x="285" y="448"/>
                  </a:cubicBezTo>
                  <a:close/>
                  <a:moveTo>
                    <a:pt x="285" y="497"/>
                  </a:moveTo>
                  <a:cubicBezTo>
                    <a:pt x="285" y="500"/>
                    <a:pt x="285" y="500"/>
                    <a:pt x="285" y="500"/>
                  </a:cubicBezTo>
                  <a:cubicBezTo>
                    <a:pt x="284" y="501"/>
                    <a:pt x="284" y="502"/>
                    <a:pt x="284" y="504"/>
                  </a:cubicBezTo>
                  <a:cubicBezTo>
                    <a:pt x="285" y="505"/>
                    <a:pt x="285" y="505"/>
                    <a:pt x="285" y="505"/>
                  </a:cubicBezTo>
                  <a:cubicBezTo>
                    <a:pt x="285" y="510"/>
                    <a:pt x="285" y="510"/>
                    <a:pt x="285" y="510"/>
                  </a:cubicBezTo>
                  <a:cubicBezTo>
                    <a:pt x="283" y="509"/>
                    <a:pt x="282" y="508"/>
                    <a:pt x="280" y="508"/>
                  </a:cubicBezTo>
                  <a:cubicBezTo>
                    <a:pt x="280" y="501"/>
                    <a:pt x="280" y="501"/>
                    <a:pt x="280" y="501"/>
                  </a:cubicBezTo>
                  <a:cubicBezTo>
                    <a:pt x="282" y="499"/>
                    <a:pt x="283" y="498"/>
                    <a:pt x="285" y="497"/>
                  </a:cubicBezTo>
                  <a:close/>
                  <a:moveTo>
                    <a:pt x="285" y="520"/>
                  </a:moveTo>
                  <a:cubicBezTo>
                    <a:pt x="285" y="524"/>
                    <a:pt x="285" y="524"/>
                    <a:pt x="285" y="524"/>
                  </a:cubicBezTo>
                  <a:cubicBezTo>
                    <a:pt x="283" y="523"/>
                    <a:pt x="281" y="523"/>
                    <a:pt x="280" y="522"/>
                  </a:cubicBezTo>
                  <a:cubicBezTo>
                    <a:pt x="280" y="517"/>
                    <a:pt x="280" y="517"/>
                    <a:pt x="280" y="517"/>
                  </a:cubicBezTo>
                  <a:cubicBezTo>
                    <a:pt x="281" y="518"/>
                    <a:pt x="282" y="519"/>
                    <a:pt x="284" y="520"/>
                  </a:cubicBezTo>
                  <a:cubicBezTo>
                    <a:pt x="285" y="520"/>
                    <a:pt x="285" y="520"/>
                    <a:pt x="285" y="520"/>
                  </a:cubicBezTo>
                  <a:close/>
                  <a:moveTo>
                    <a:pt x="285" y="524"/>
                  </a:moveTo>
                  <a:cubicBezTo>
                    <a:pt x="285" y="530"/>
                    <a:pt x="285" y="530"/>
                    <a:pt x="285" y="530"/>
                  </a:cubicBezTo>
                  <a:cubicBezTo>
                    <a:pt x="280" y="536"/>
                    <a:pt x="280" y="536"/>
                    <a:pt x="280" y="536"/>
                  </a:cubicBezTo>
                  <a:cubicBezTo>
                    <a:pt x="280" y="529"/>
                    <a:pt x="280" y="529"/>
                    <a:pt x="280" y="529"/>
                  </a:cubicBezTo>
                  <a:cubicBezTo>
                    <a:pt x="281" y="528"/>
                    <a:pt x="283" y="527"/>
                    <a:pt x="285" y="526"/>
                  </a:cubicBezTo>
                  <a:cubicBezTo>
                    <a:pt x="285" y="526"/>
                    <a:pt x="285" y="525"/>
                    <a:pt x="285" y="524"/>
                  </a:cubicBezTo>
                  <a:close/>
                  <a:moveTo>
                    <a:pt x="285" y="580"/>
                  </a:moveTo>
                  <a:cubicBezTo>
                    <a:pt x="285" y="605"/>
                    <a:pt x="285" y="605"/>
                    <a:pt x="285" y="605"/>
                  </a:cubicBezTo>
                  <a:cubicBezTo>
                    <a:pt x="284" y="593"/>
                    <a:pt x="286" y="588"/>
                    <a:pt x="280" y="583"/>
                  </a:cubicBezTo>
                  <a:cubicBezTo>
                    <a:pt x="280" y="577"/>
                    <a:pt x="280" y="577"/>
                    <a:pt x="280" y="577"/>
                  </a:cubicBezTo>
                  <a:cubicBezTo>
                    <a:pt x="282" y="578"/>
                    <a:pt x="283" y="579"/>
                    <a:pt x="285" y="580"/>
                  </a:cubicBezTo>
                  <a:close/>
                  <a:moveTo>
                    <a:pt x="285" y="605"/>
                  </a:moveTo>
                  <a:cubicBezTo>
                    <a:pt x="283" y="605"/>
                    <a:pt x="283" y="605"/>
                    <a:pt x="283" y="605"/>
                  </a:cubicBezTo>
                  <a:cubicBezTo>
                    <a:pt x="282" y="604"/>
                    <a:pt x="281" y="603"/>
                    <a:pt x="280" y="603"/>
                  </a:cubicBezTo>
                  <a:cubicBezTo>
                    <a:pt x="280" y="609"/>
                    <a:pt x="280" y="609"/>
                    <a:pt x="280" y="609"/>
                  </a:cubicBezTo>
                  <a:cubicBezTo>
                    <a:pt x="282" y="610"/>
                    <a:pt x="283" y="611"/>
                    <a:pt x="285" y="612"/>
                  </a:cubicBezTo>
                  <a:cubicBezTo>
                    <a:pt x="285" y="605"/>
                    <a:pt x="285" y="605"/>
                    <a:pt x="285" y="605"/>
                  </a:cubicBezTo>
                  <a:close/>
                  <a:moveTo>
                    <a:pt x="285" y="665"/>
                  </a:moveTo>
                  <a:cubicBezTo>
                    <a:pt x="285" y="677"/>
                    <a:pt x="285" y="677"/>
                    <a:pt x="285" y="677"/>
                  </a:cubicBezTo>
                  <a:cubicBezTo>
                    <a:pt x="283" y="677"/>
                    <a:pt x="281" y="676"/>
                    <a:pt x="280" y="675"/>
                  </a:cubicBezTo>
                  <a:cubicBezTo>
                    <a:pt x="280" y="663"/>
                    <a:pt x="280" y="663"/>
                    <a:pt x="280" y="663"/>
                  </a:cubicBezTo>
                  <a:cubicBezTo>
                    <a:pt x="285" y="665"/>
                    <a:pt x="285" y="665"/>
                    <a:pt x="285" y="665"/>
                  </a:cubicBezTo>
                  <a:close/>
                  <a:moveTo>
                    <a:pt x="285" y="730"/>
                  </a:moveTo>
                  <a:cubicBezTo>
                    <a:pt x="285" y="739"/>
                    <a:pt x="285" y="739"/>
                    <a:pt x="285" y="739"/>
                  </a:cubicBezTo>
                  <a:cubicBezTo>
                    <a:pt x="284" y="738"/>
                    <a:pt x="282" y="738"/>
                    <a:pt x="280" y="737"/>
                  </a:cubicBezTo>
                  <a:cubicBezTo>
                    <a:pt x="280" y="729"/>
                    <a:pt x="280" y="729"/>
                    <a:pt x="280" y="729"/>
                  </a:cubicBezTo>
                  <a:cubicBezTo>
                    <a:pt x="282" y="730"/>
                    <a:pt x="283" y="730"/>
                    <a:pt x="285" y="730"/>
                  </a:cubicBezTo>
                  <a:close/>
                  <a:moveTo>
                    <a:pt x="280" y="339"/>
                  </a:moveTo>
                  <a:cubicBezTo>
                    <a:pt x="281" y="339"/>
                    <a:pt x="281" y="339"/>
                    <a:pt x="281" y="339"/>
                  </a:cubicBezTo>
                  <a:cubicBezTo>
                    <a:pt x="280" y="339"/>
                    <a:pt x="280" y="338"/>
                    <a:pt x="280" y="338"/>
                  </a:cubicBezTo>
                  <a:lnTo>
                    <a:pt x="280" y="339"/>
                  </a:lnTo>
                  <a:close/>
                  <a:moveTo>
                    <a:pt x="272" y="21"/>
                  </a:moveTo>
                  <a:cubicBezTo>
                    <a:pt x="275" y="20"/>
                    <a:pt x="277" y="20"/>
                    <a:pt x="280" y="19"/>
                  </a:cubicBezTo>
                  <a:cubicBezTo>
                    <a:pt x="280" y="32"/>
                    <a:pt x="280" y="32"/>
                    <a:pt x="280" y="32"/>
                  </a:cubicBezTo>
                  <a:cubicBezTo>
                    <a:pt x="277" y="31"/>
                    <a:pt x="274" y="31"/>
                    <a:pt x="272" y="31"/>
                  </a:cubicBezTo>
                  <a:cubicBezTo>
                    <a:pt x="272" y="21"/>
                    <a:pt x="272" y="21"/>
                    <a:pt x="272" y="21"/>
                  </a:cubicBezTo>
                  <a:close/>
                  <a:moveTo>
                    <a:pt x="280" y="776"/>
                  </a:moveTo>
                  <a:cubicBezTo>
                    <a:pt x="277" y="775"/>
                    <a:pt x="274" y="774"/>
                    <a:pt x="272" y="773"/>
                  </a:cubicBezTo>
                  <a:cubicBezTo>
                    <a:pt x="272" y="727"/>
                    <a:pt x="272" y="727"/>
                    <a:pt x="272" y="727"/>
                  </a:cubicBezTo>
                  <a:cubicBezTo>
                    <a:pt x="274" y="728"/>
                    <a:pt x="274" y="728"/>
                    <a:pt x="274" y="728"/>
                  </a:cubicBezTo>
                  <a:cubicBezTo>
                    <a:pt x="276" y="728"/>
                    <a:pt x="278" y="729"/>
                    <a:pt x="280" y="729"/>
                  </a:cubicBezTo>
                  <a:cubicBezTo>
                    <a:pt x="280" y="737"/>
                    <a:pt x="280" y="737"/>
                    <a:pt x="280" y="737"/>
                  </a:cubicBezTo>
                  <a:cubicBezTo>
                    <a:pt x="278" y="737"/>
                    <a:pt x="277" y="737"/>
                    <a:pt x="275" y="737"/>
                  </a:cubicBezTo>
                  <a:cubicBezTo>
                    <a:pt x="276" y="740"/>
                    <a:pt x="278" y="749"/>
                    <a:pt x="280" y="757"/>
                  </a:cubicBezTo>
                  <a:cubicBezTo>
                    <a:pt x="280" y="776"/>
                    <a:pt x="280" y="776"/>
                    <a:pt x="280" y="776"/>
                  </a:cubicBezTo>
                  <a:close/>
                  <a:moveTo>
                    <a:pt x="280" y="54"/>
                  </a:moveTo>
                  <a:cubicBezTo>
                    <a:pt x="280" y="66"/>
                    <a:pt x="280" y="66"/>
                    <a:pt x="280" y="66"/>
                  </a:cubicBezTo>
                  <a:cubicBezTo>
                    <a:pt x="277" y="67"/>
                    <a:pt x="274" y="68"/>
                    <a:pt x="272" y="69"/>
                  </a:cubicBezTo>
                  <a:cubicBezTo>
                    <a:pt x="272" y="48"/>
                    <a:pt x="272" y="48"/>
                    <a:pt x="272" y="48"/>
                  </a:cubicBezTo>
                  <a:cubicBezTo>
                    <a:pt x="274" y="50"/>
                    <a:pt x="277" y="52"/>
                    <a:pt x="280" y="54"/>
                  </a:cubicBezTo>
                  <a:close/>
                  <a:moveTo>
                    <a:pt x="280" y="107"/>
                  </a:moveTo>
                  <a:cubicBezTo>
                    <a:pt x="280" y="127"/>
                    <a:pt x="280" y="127"/>
                    <a:pt x="280" y="127"/>
                  </a:cubicBezTo>
                  <a:cubicBezTo>
                    <a:pt x="277" y="128"/>
                    <a:pt x="274" y="127"/>
                    <a:pt x="272" y="124"/>
                  </a:cubicBezTo>
                  <a:cubicBezTo>
                    <a:pt x="272" y="114"/>
                    <a:pt x="272" y="114"/>
                    <a:pt x="272" y="114"/>
                  </a:cubicBezTo>
                  <a:cubicBezTo>
                    <a:pt x="273" y="111"/>
                    <a:pt x="277" y="109"/>
                    <a:pt x="280" y="107"/>
                  </a:cubicBezTo>
                  <a:close/>
                  <a:moveTo>
                    <a:pt x="280" y="194"/>
                  </a:moveTo>
                  <a:cubicBezTo>
                    <a:pt x="280" y="201"/>
                    <a:pt x="280" y="201"/>
                    <a:pt x="280" y="201"/>
                  </a:cubicBezTo>
                  <a:cubicBezTo>
                    <a:pt x="279" y="202"/>
                    <a:pt x="277" y="202"/>
                    <a:pt x="276" y="203"/>
                  </a:cubicBezTo>
                  <a:cubicBezTo>
                    <a:pt x="277" y="204"/>
                    <a:pt x="279" y="205"/>
                    <a:pt x="280" y="205"/>
                  </a:cubicBezTo>
                  <a:cubicBezTo>
                    <a:pt x="280" y="212"/>
                    <a:pt x="280" y="212"/>
                    <a:pt x="280" y="212"/>
                  </a:cubicBezTo>
                  <a:cubicBezTo>
                    <a:pt x="277" y="211"/>
                    <a:pt x="274" y="209"/>
                    <a:pt x="272" y="209"/>
                  </a:cubicBezTo>
                  <a:cubicBezTo>
                    <a:pt x="272" y="201"/>
                    <a:pt x="272" y="201"/>
                    <a:pt x="272" y="201"/>
                  </a:cubicBezTo>
                  <a:cubicBezTo>
                    <a:pt x="274" y="198"/>
                    <a:pt x="277" y="196"/>
                    <a:pt x="280" y="194"/>
                  </a:cubicBezTo>
                  <a:close/>
                  <a:moveTo>
                    <a:pt x="280" y="221"/>
                  </a:moveTo>
                  <a:cubicBezTo>
                    <a:pt x="280" y="227"/>
                    <a:pt x="280" y="227"/>
                    <a:pt x="280" y="227"/>
                  </a:cubicBezTo>
                  <a:cubicBezTo>
                    <a:pt x="277" y="228"/>
                    <a:pt x="274" y="230"/>
                    <a:pt x="272" y="232"/>
                  </a:cubicBezTo>
                  <a:cubicBezTo>
                    <a:pt x="272" y="227"/>
                    <a:pt x="272" y="227"/>
                    <a:pt x="272" y="227"/>
                  </a:cubicBezTo>
                  <a:cubicBezTo>
                    <a:pt x="272" y="227"/>
                    <a:pt x="272" y="227"/>
                    <a:pt x="272" y="227"/>
                  </a:cubicBezTo>
                  <a:cubicBezTo>
                    <a:pt x="272" y="226"/>
                    <a:pt x="272" y="226"/>
                    <a:pt x="272" y="226"/>
                  </a:cubicBezTo>
                  <a:cubicBezTo>
                    <a:pt x="272" y="220"/>
                    <a:pt x="272" y="220"/>
                    <a:pt x="272" y="220"/>
                  </a:cubicBezTo>
                  <a:cubicBezTo>
                    <a:pt x="275" y="222"/>
                    <a:pt x="275" y="222"/>
                    <a:pt x="275" y="222"/>
                  </a:cubicBezTo>
                  <a:cubicBezTo>
                    <a:pt x="277" y="221"/>
                    <a:pt x="278" y="221"/>
                    <a:pt x="280" y="221"/>
                  </a:cubicBezTo>
                  <a:close/>
                  <a:moveTo>
                    <a:pt x="280" y="267"/>
                  </a:moveTo>
                  <a:cubicBezTo>
                    <a:pt x="280" y="273"/>
                    <a:pt x="280" y="273"/>
                    <a:pt x="280" y="273"/>
                  </a:cubicBezTo>
                  <a:cubicBezTo>
                    <a:pt x="279" y="272"/>
                    <a:pt x="279" y="271"/>
                    <a:pt x="278" y="270"/>
                  </a:cubicBezTo>
                  <a:cubicBezTo>
                    <a:pt x="276" y="273"/>
                    <a:pt x="273" y="276"/>
                    <a:pt x="272" y="279"/>
                  </a:cubicBezTo>
                  <a:cubicBezTo>
                    <a:pt x="272" y="271"/>
                    <a:pt x="272" y="271"/>
                    <a:pt x="272" y="271"/>
                  </a:cubicBezTo>
                  <a:cubicBezTo>
                    <a:pt x="272" y="268"/>
                    <a:pt x="272" y="266"/>
                    <a:pt x="272" y="264"/>
                  </a:cubicBezTo>
                  <a:cubicBezTo>
                    <a:pt x="272" y="260"/>
                    <a:pt x="272" y="260"/>
                    <a:pt x="272" y="260"/>
                  </a:cubicBezTo>
                  <a:cubicBezTo>
                    <a:pt x="274" y="263"/>
                    <a:pt x="277" y="265"/>
                    <a:pt x="280" y="267"/>
                  </a:cubicBezTo>
                  <a:close/>
                  <a:moveTo>
                    <a:pt x="280" y="281"/>
                  </a:moveTo>
                  <a:cubicBezTo>
                    <a:pt x="280" y="289"/>
                    <a:pt x="280" y="289"/>
                    <a:pt x="280" y="289"/>
                  </a:cubicBezTo>
                  <a:cubicBezTo>
                    <a:pt x="279" y="291"/>
                    <a:pt x="278" y="293"/>
                    <a:pt x="278" y="295"/>
                  </a:cubicBezTo>
                  <a:cubicBezTo>
                    <a:pt x="279" y="296"/>
                    <a:pt x="279" y="297"/>
                    <a:pt x="280" y="298"/>
                  </a:cubicBezTo>
                  <a:cubicBezTo>
                    <a:pt x="280" y="302"/>
                    <a:pt x="280" y="302"/>
                    <a:pt x="280" y="302"/>
                  </a:cubicBezTo>
                  <a:cubicBezTo>
                    <a:pt x="277" y="300"/>
                    <a:pt x="275" y="297"/>
                    <a:pt x="272" y="295"/>
                  </a:cubicBezTo>
                  <a:cubicBezTo>
                    <a:pt x="272" y="290"/>
                    <a:pt x="272" y="290"/>
                    <a:pt x="272" y="290"/>
                  </a:cubicBezTo>
                  <a:cubicBezTo>
                    <a:pt x="272" y="290"/>
                    <a:pt x="272" y="291"/>
                    <a:pt x="272" y="291"/>
                  </a:cubicBezTo>
                  <a:cubicBezTo>
                    <a:pt x="275" y="287"/>
                    <a:pt x="278" y="284"/>
                    <a:pt x="280" y="281"/>
                  </a:cubicBezTo>
                  <a:close/>
                  <a:moveTo>
                    <a:pt x="280" y="321"/>
                  </a:moveTo>
                  <a:cubicBezTo>
                    <a:pt x="280" y="331"/>
                    <a:pt x="280" y="331"/>
                    <a:pt x="280" y="331"/>
                  </a:cubicBezTo>
                  <a:cubicBezTo>
                    <a:pt x="278" y="331"/>
                    <a:pt x="278" y="331"/>
                    <a:pt x="278" y="331"/>
                  </a:cubicBezTo>
                  <a:cubicBezTo>
                    <a:pt x="277" y="328"/>
                    <a:pt x="277" y="326"/>
                    <a:pt x="277" y="322"/>
                  </a:cubicBezTo>
                  <a:cubicBezTo>
                    <a:pt x="278" y="322"/>
                    <a:pt x="279" y="321"/>
                    <a:pt x="280" y="321"/>
                  </a:cubicBezTo>
                  <a:close/>
                  <a:moveTo>
                    <a:pt x="280" y="338"/>
                  </a:moveTo>
                  <a:cubicBezTo>
                    <a:pt x="280" y="339"/>
                    <a:pt x="280" y="339"/>
                    <a:pt x="280" y="339"/>
                  </a:cubicBezTo>
                  <a:cubicBezTo>
                    <a:pt x="278" y="339"/>
                    <a:pt x="278" y="339"/>
                    <a:pt x="278" y="339"/>
                  </a:cubicBezTo>
                  <a:cubicBezTo>
                    <a:pt x="278" y="341"/>
                    <a:pt x="277" y="342"/>
                    <a:pt x="277" y="344"/>
                  </a:cubicBezTo>
                  <a:cubicBezTo>
                    <a:pt x="278" y="344"/>
                    <a:pt x="279" y="344"/>
                    <a:pt x="280" y="344"/>
                  </a:cubicBezTo>
                  <a:cubicBezTo>
                    <a:pt x="280" y="353"/>
                    <a:pt x="280" y="353"/>
                    <a:pt x="280" y="353"/>
                  </a:cubicBezTo>
                  <a:cubicBezTo>
                    <a:pt x="277" y="353"/>
                    <a:pt x="275" y="354"/>
                    <a:pt x="272" y="355"/>
                  </a:cubicBezTo>
                  <a:cubicBezTo>
                    <a:pt x="272" y="336"/>
                    <a:pt x="272" y="336"/>
                    <a:pt x="272" y="336"/>
                  </a:cubicBezTo>
                  <a:cubicBezTo>
                    <a:pt x="273" y="336"/>
                    <a:pt x="275" y="335"/>
                    <a:pt x="278" y="335"/>
                  </a:cubicBezTo>
                  <a:cubicBezTo>
                    <a:pt x="279" y="336"/>
                    <a:pt x="279" y="337"/>
                    <a:pt x="280" y="338"/>
                  </a:cubicBezTo>
                  <a:close/>
                  <a:moveTo>
                    <a:pt x="280" y="389"/>
                  </a:moveTo>
                  <a:cubicBezTo>
                    <a:pt x="280" y="403"/>
                    <a:pt x="280" y="403"/>
                    <a:pt x="280" y="403"/>
                  </a:cubicBezTo>
                  <a:cubicBezTo>
                    <a:pt x="279" y="399"/>
                    <a:pt x="278" y="398"/>
                    <a:pt x="276" y="394"/>
                  </a:cubicBezTo>
                  <a:cubicBezTo>
                    <a:pt x="272" y="394"/>
                    <a:pt x="272" y="394"/>
                    <a:pt x="272" y="394"/>
                  </a:cubicBezTo>
                  <a:cubicBezTo>
                    <a:pt x="272" y="390"/>
                    <a:pt x="272" y="390"/>
                    <a:pt x="272" y="390"/>
                  </a:cubicBezTo>
                  <a:cubicBezTo>
                    <a:pt x="280" y="389"/>
                    <a:pt x="280" y="389"/>
                    <a:pt x="280" y="389"/>
                  </a:cubicBezTo>
                  <a:close/>
                  <a:moveTo>
                    <a:pt x="280" y="410"/>
                  </a:moveTo>
                  <a:cubicBezTo>
                    <a:pt x="280" y="414"/>
                    <a:pt x="280" y="414"/>
                    <a:pt x="280" y="414"/>
                  </a:cubicBezTo>
                  <a:cubicBezTo>
                    <a:pt x="272" y="414"/>
                    <a:pt x="272" y="414"/>
                    <a:pt x="272" y="414"/>
                  </a:cubicBezTo>
                  <a:cubicBezTo>
                    <a:pt x="272" y="406"/>
                    <a:pt x="272" y="406"/>
                    <a:pt x="272" y="406"/>
                  </a:cubicBezTo>
                  <a:cubicBezTo>
                    <a:pt x="272" y="410"/>
                    <a:pt x="272" y="410"/>
                    <a:pt x="272" y="410"/>
                  </a:cubicBezTo>
                  <a:cubicBezTo>
                    <a:pt x="273" y="410"/>
                    <a:pt x="274" y="411"/>
                    <a:pt x="275" y="411"/>
                  </a:cubicBezTo>
                  <a:cubicBezTo>
                    <a:pt x="277" y="411"/>
                    <a:pt x="278" y="410"/>
                    <a:pt x="280" y="410"/>
                  </a:cubicBezTo>
                  <a:close/>
                  <a:moveTo>
                    <a:pt x="280" y="447"/>
                  </a:moveTo>
                  <a:cubicBezTo>
                    <a:pt x="280" y="479"/>
                    <a:pt x="280" y="479"/>
                    <a:pt x="280" y="479"/>
                  </a:cubicBezTo>
                  <a:cubicBezTo>
                    <a:pt x="278" y="479"/>
                    <a:pt x="278" y="479"/>
                    <a:pt x="278" y="479"/>
                  </a:cubicBezTo>
                  <a:cubicBezTo>
                    <a:pt x="277" y="482"/>
                    <a:pt x="275" y="484"/>
                    <a:pt x="274" y="486"/>
                  </a:cubicBezTo>
                  <a:cubicBezTo>
                    <a:pt x="273" y="487"/>
                    <a:pt x="272" y="487"/>
                    <a:pt x="272" y="487"/>
                  </a:cubicBezTo>
                  <a:cubicBezTo>
                    <a:pt x="272" y="454"/>
                    <a:pt x="272" y="454"/>
                    <a:pt x="272" y="454"/>
                  </a:cubicBezTo>
                  <a:cubicBezTo>
                    <a:pt x="272" y="454"/>
                    <a:pt x="274" y="454"/>
                    <a:pt x="275" y="454"/>
                  </a:cubicBezTo>
                  <a:cubicBezTo>
                    <a:pt x="275" y="454"/>
                    <a:pt x="274" y="453"/>
                    <a:pt x="274" y="452"/>
                  </a:cubicBezTo>
                  <a:cubicBezTo>
                    <a:pt x="273" y="452"/>
                    <a:pt x="272" y="451"/>
                    <a:pt x="272" y="451"/>
                  </a:cubicBezTo>
                  <a:cubicBezTo>
                    <a:pt x="272" y="449"/>
                    <a:pt x="272" y="449"/>
                    <a:pt x="272" y="449"/>
                  </a:cubicBezTo>
                  <a:cubicBezTo>
                    <a:pt x="272" y="449"/>
                    <a:pt x="272" y="448"/>
                    <a:pt x="272" y="447"/>
                  </a:cubicBezTo>
                  <a:cubicBezTo>
                    <a:pt x="276" y="445"/>
                    <a:pt x="277" y="446"/>
                    <a:pt x="280" y="447"/>
                  </a:cubicBezTo>
                  <a:close/>
                  <a:moveTo>
                    <a:pt x="280" y="501"/>
                  </a:moveTo>
                  <a:cubicBezTo>
                    <a:pt x="280" y="508"/>
                    <a:pt x="280" y="508"/>
                    <a:pt x="280" y="508"/>
                  </a:cubicBezTo>
                  <a:cubicBezTo>
                    <a:pt x="277" y="508"/>
                    <a:pt x="275" y="510"/>
                    <a:pt x="274" y="513"/>
                  </a:cubicBezTo>
                  <a:cubicBezTo>
                    <a:pt x="277" y="515"/>
                    <a:pt x="278" y="516"/>
                    <a:pt x="280" y="517"/>
                  </a:cubicBezTo>
                  <a:cubicBezTo>
                    <a:pt x="280" y="522"/>
                    <a:pt x="280" y="522"/>
                    <a:pt x="280" y="522"/>
                  </a:cubicBezTo>
                  <a:cubicBezTo>
                    <a:pt x="277" y="520"/>
                    <a:pt x="275" y="519"/>
                    <a:pt x="272" y="518"/>
                  </a:cubicBezTo>
                  <a:cubicBezTo>
                    <a:pt x="272" y="509"/>
                    <a:pt x="272" y="509"/>
                    <a:pt x="272" y="509"/>
                  </a:cubicBezTo>
                  <a:cubicBezTo>
                    <a:pt x="276" y="505"/>
                    <a:pt x="278" y="503"/>
                    <a:pt x="280" y="501"/>
                  </a:cubicBezTo>
                  <a:close/>
                  <a:moveTo>
                    <a:pt x="280" y="529"/>
                  </a:moveTo>
                  <a:cubicBezTo>
                    <a:pt x="280" y="536"/>
                    <a:pt x="280" y="536"/>
                    <a:pt x="280" y="536"/>
                  </a:cubicBezTo>
                  <a:cubicBezTo>
                    <a:pt x="272" y="544"/>
                    <a:pt x="272" y="544"/>
                    <a:pt x="272" y="544"/>
                  </a:cubicBezTo>
                  <a:cubicBezTo>
                    <a:pt x="272" y="537"/>
                    <a:pt x="272" y="537"/>
                    <a:pt x="272" y="537"/>
                  </a:cubicBezTo>
                  <a:cubicBezTo>
                    <a:pt x="273" y="537"/>
                    <a:pt x="275" y="536"/>
                    <a:pt x="277" y="534"/>
                  </a:cubicBezTo>
                  <a:cubicBezTo>
                    <a:pt x="275" y="533"/>
                    <a:pt x="273" y="531"/>
                    <a:pt x="272" y="530"/>
                  </a:cubicBezTo>
                  <a:cubicBezTo>
                    <a:pt x="272" y="526"/>
                    <a:pt x="272" y="526"/>
                    <a:pt x="272" y="526"/>
                  </a:cubicBezTo>
                  <a:cubicBezTo>
                    <a:pt x="273" y="527"/>
                    <a:pt x="275" y="529"/>
                    <a:pt x="277" y="530"/>
                  </a:cubicBezTo>
                  <a:cubicBezTo>
                    <a:pt x="278" y="529"/>
                    <a:pt x="279" y="529"/>
                    <a:pt x="280" y="529"/>
                  </a:cubicBezTo>
                  <a:close/>
                  <a:moveTo>
                    <a:pt x="280" y="577"/>
                  </a:moveTo>
                  <a:cubicBezTo>
                    <a:pt x="280" y="583"/>
                    <a:pt x="280" y="583"/>
                    <a:pt x="280" y="583"/>
                  </a:cubicBezTo>
                  <a:cubicBezTo>
                    <a:pt x="279" y="582"/>
                    <a:pt x="277" y="581"/>
                    <a:pt x="275" y="579"/>
                  </a:cubicBezTo>
                  <a:cubicBezTo>
                    <a:pt x="274" y="592"/>
                    <a:pt x="272" y="596"/>
                    <a:pt x="280" y="603"/>
                  </a:cubicBezTo>
                  <a:cubicBezTo>
                    <a:pt x="280" y="609"/>
                    <a:pt x="280" y="609"/>
                    <a:pt x="280" y="609"/>
                  </a:cubicBezTo>
                  <a:cubicBezTo>
                    <a:pt x="277" y="607"/>
                    <a:pt x="274" y="605"/>
                    <a:pt x="272" y="603"/>
                  </a:cubicBezTo>
                  <a:cubicBezTo>
                    <a:pt x="272" y="572"/>
                    <a:pt x="272" y="572"/>
                    <a:pt x="272" y="572"/>
                  </a:cubicBezTo>
                  <a:cubicBezTo>
                    <a:pt x="272" y="573"/>
                    <a:pt x="272" y="573"/>
                    <a:pt x="272" y="573"/>
                  </a:cubicBezTo>
                  <a:cubicBezTo>
                    <a:pt x="275" y="574"/>
                    <a:pt x="277" y="575"/>
                    <a:pt x="280" y="577"/>
                  </a:cubicBezTo>
                  <a:close/>
                  <a:moveTo>
                    <a:pt x="280" y="663"/>
                  </a:moveTo>
                  <a:cubicBezTo>
                    <a:pt x="280" y="675"/>
                    <a:pt x="280" y="675"/>
                    <a:pt x="280" y="675"/>
                  </a:cubicBezTo>
                  <a:cubicBezTo>
                    <a:pt x="273" y="673"/>
                    <a:pt x="273" y="672"/>
                    <a:pt x="273" y="671"/>
                  </a:cubicBezTo>
                  <a:cubicBezTo>
                    <a:pt x="274" y="668"/>
                    <a:pt x="275" y="665"/>
                    <a:pt x="276" y="662"/>
                  </a:cubicBezTo>
                  <a:cubicBezTo>
                    <a:pt x="280" y="663"/>
                    <a:pt x="280" y="663"/>
                    <a:pt x="280" y="663"/>
                  </a:cubicBezTo>
                  <a:close/>
                  <a:moveTo>
                    <a:pt x="272" y="442"/>
                  </a:moveTo>
                  <a:cubicBezTo>
                    <a:pt x="272" y="435"/>
                    <a:pt x="272" y="435"/>
                    <a:pt x="272" y="435"/>
                  </a:cubicBezTo>
                  <a:cubicBezTo>
                    <a:pt x="272" y="435"/>
                    <a:pt x="272" y="435"/>
                    <a:pt x="273" y="435"/>
                  </a:cubicBezTo>
                  <a:cubicBezTo>
                    <a:pt x="273" y="438"/>
                    <a:pt x="273" y="440"/>
                    <a:pt x="274" y="442"/>
                  </a:cubicBezTo>
                  <a:cubicBezTo>
                    <a:pt x="272" y="442"/>
                    <a:pt x="272" y="442"/>
                    <a:pt x="272" y="442"/>
                  </a:cubicBezTo>
                  <a:close/>
                  <a:moveTo>
                    <a:pt x="272" y="365"/>
                  </a:moveTo>
                  <a:cubicBezTo>
                    <a:pt x="272" y="361"/>
                    <a:pt x="272" y="361"/>
                    <a:pt x="272" y="361"/>
                  </a:cubicBezTo>
                  <a:cubicBezTo>
                    <a:pt x="272" y="362"/>
                    <a:pt x="272" y="363"/>
                    <a:pt x="272" y="365"/>
                  </a:cubicBezTo>
                  <a:cubicBezTo>
                    <a:pt x="272" y="365"/>
                    <a:pt x="272" y="365"/>
                    <a:pt x="272" y="365"/>
                  </a:cubicBezTo>
                  <a:close/>
                  <a:moveTo>
                    <a:pt x="272" y="324"/>
                  </a:moveTo>
                  <a:cubicBezTo>
                    <a:pt x="272" y="317"/>
                    <a:pt x="272" y="317"/>
                    <a:pt x="272" y="317"/>
                  </a:cubicBezTo>
                  <a:cubicBezTo>
                    <a:pt x="272" y="317"/>
                    <a:pt x="272" y="317"/>
                    <a:pt x="273" y="317"/>
                  </a:cubicBezTo>
                  <a:cubicBezTo>
                    <a:pt x="273" y="319"/>
                    <a:pt x="272" y="321"/>
                    <a:pt x="272" y="324"/>
                  </a:cubicBezTo>
                  <a:close/>
                  <a:moveTo>
                    <a:pt x="262" y="24"/>
                  </a:moveTo>
                  <a:cubicBezTo>
                    <a:pt x="263" y="23"/>
                    <a:pt x="264" y="23"/>
                    <a:pt x="265" y="22"/>
                  </a:cubicBezTo>
                  <a:cubicBezTo>
                    <a:pt x="268" y="22"/>
                    <a:pt x="270" y="22"/>
                    <a:pt x="272" y="21"/>
                  </a:cubicBezTo>
                  <a:cubicBezTo>
                    <a:pt x="272" y="31"/>
                    <a:pt x="272" y="31"/>
                    <a:pt x="272" y="31"/>
                  </a:cubicBezTo>
                  <a:cubicBezTo>
                    <a:pt x="268" y="31"/>
                    <a:pt x="265" y="31"/>
                    <a:pt x="262" y="33"/>
                  </a:cubicBezTo>
                  <a:cubicBezTo>
                    <a:pt x="262" y="24"/>
                    <a:pt x="262" y="24"/>
                    <a:pt x="262" y="24"/>
                  </a:cubicBezTo>
                  <a:close/>
                  <a:moveTo>
                    <a:pt x="272" y="773"/>
                  </a:moveTo>
                  <a:cubicBezTo>
                    <a:pt x="268" y="772"/>
                    <a:pt x="265" y="772"/>
                    <a:pt x="262" y="770"/>
                  </a:cubicBezTo>
                  <a:cubicBezTo>
                    <a:pt x="262" y="762"/>
                    <a:pt x="262" y="762"/>
                    <a:pt x="262" y="762"/>
                  </a:cubicBezTo>
                  <a:cubicBezTo>
                    <a:pt x="264" y="764"/>
                    <a:pt x="268" y="765"/>
                    <a:pt x="271" y="766"/>
                  </a:cubicBezTo>
                  <a:cubicBezTo>
                    <a:pt x="272" y="764"/>
                    <a:pt x="272" y="764"/>
                    <a:pt x="266" y="737"/>
                  </a:cubicBezTo>
                  <a:cubicBezTo>
                    <a:pt x="265" y="735"/>
                    <a:pt x="263" y="733"/>
                    <a:pt x="262" y="731"/>
                  </a:cubicBezTo>
                  <a:cubicBezTo>
                    <a:pt x="262" y="722"/>
                    <a:pt x="262" y="722"/>
                    <a:pt x="262" y="722"/>
                  </a:cubicBezTo>
                  <a:cubicBezTo>
                    <a:pt x="265" y="723"/>
                    <a:pt x="268" y="725"/>
                    <a:pt x="272" y="727"/>
                  </a:cubicBezTo>
                  <a:cubicBezTo>
                    <a:pt x="272" y="773"/>
                    <a:pt x="272" y="773"/>
                    <a:pt x="272" y="773"/>
                  </a:cubicBezTo>
                  <a:close/>
                  <a:moveTo>
                    <a:pt x="272" y="48"/>
                  </a:moveTo>
                  <a:cubicBezTo>
                    <a:pt x="272" y="69"/>
                    <a:pt x="272" y="69"/>
                    <a:pt x="272" y="69"/>
                  </a:cubicBezTo>
                  <a:cubicBezTo>
                    <a:pt x="269" y="70"/>
                    <a:pt x="267" y="71"/>
                    <a:pt x="264" y="73"/>
                  </a:cubicBezTo>
                  <a:cubicBezTo>
                    <a:pt x="262" y="73"/>
                    <a:pt x="262" y="73"/>
                    <a:pt x="262" y="73"/>
                  </a:cubicBezTo>
                  <a:cubicBezTo>
                    <a:pt x="262" y="65"/>
                    <a:pt x="262" y="65"/>
                    <a:pt x="262" y="65"/>
                  </a:cubicBezTo>
                  <a:cubicBezTo>
                    <a:pt x="265" y="64"/>
                    <a:pt x="268" y="63"/>
                    <a:pt x="271" y="62"/>
                  </a:cubicBezTo>
                  <a:cubicBezTo>
                    <a:pt x="271" y="61"/>
                    <a:pt x="270" y="60"/>
                    <a:pt x="270" y="59"/>
                  </a:cubicBezTo>
                  <a:cubicBezTo>
                    <a:pt x="268" y="56"/>
                    <a:pt x="265" y="54"/>
                    <a:pt x="262" y="52"/>
                  </a:cubicBezTo>
                  <a:cubicBezTo>
                    <a:pt x="262" y="40"/>
                    <a:pt x="262" y="40"/>
                    <a:pt x="262" y="40"/>
                  </a:cubicBezTo>
                  <a:cubicBezTo>
                    <a:pt x="265" y="43"/>
                    <a:pt x="268" y="45"/>
                    <a:pt x="272" y="48"/>
                  </a:cubicBezTo>
                  <a:close/>
                  <a:moveTo>
                    <a:pt x="272" y="114"/>
                  </a:moveTo>
                  <a:cubicBezTo>
                    <a:pt x="272" y="124"/>
                    <a:pt x="272" y="124"/>
                    <a:pt x="272" y="124"/>
                  </a:cubicBezTo>
                  <a:cubicBezTo>
                    <a:pt x="271" y="124"/>
                    <a:pt x="270" y="123"/>
                    <a:pt x="270" y="122"/>
                  </a:cubicBezTo>
                  <a:cubicBezTo>
                    <a:pt x="270" y="119"/>
                    <a:pt x="270" y="116"/>
                    <a:pt x="272" y="114"/>
                  </a:cubicBezTo>
                  <a:close/>
                  <a:moveTo>
                    <a:pt x="272" y="201"/>
                  </a:moveTo>
                  <a:cubicBezTo>
                    <a:pt x="272" y="209"/>
                    <a:pt x="272" y="209"/>
                    <a:pt x="272" y="209"/>
                  </a:cubicBezTo>
                  <a:cubicBezTo>
                    <a:pt x="269" y="209"/>
                    <a:pt x="266" y="210"/>
                    <a:pt x="262" y="213"/>
                  </a:cubicBezTo>
                  <a:cubicBezTo>
                    <a:pt x="262" y="207"/>
                    <a:pt x="262" y="207"/>
                    <a:pt x="262" y="207"/>
                  </a:cubicBezTo>
                  <a:cubicBezTo>
                    <a:pt x="264" y="205"/>
                    <a:pt x="267" y="203"/>
                    <a:pt x="270" y="202"/>
                  </a:cubicBezTo>
                  <a:cubicBezTo>
                    <a:pt x="270" y="202"/>
                    <a:pt x="271" y="201"/>
                    <a:pt x="272" y="201"/>
                  </a:cubicBezTo>
                  <a:close/>
                  <a:moveTo>
                    <a:pt x="272" y="220"/>
                  </a:moveTo>
                  <a:cubicBezTo>
                    <a:pt x="272" y="226"/>
                    <a:pt x="272" y="226"/>
                    <a:pt x="272" y="226"/>
                  </a:cubicBezTo>
                  <a:cubicBezTo>
                    <a:pt x="268" y="225"/>
                    <a:pt x="265" y="223"/>
                    <a:pt x="262" y="222"/>
                  </a:cubicBezTo>
                  <a:cubicBezTo>
                    <a:pt x="262" y="215"/>
                    <a:pt x="262" y="215"/>
                    <a:pt x="262" y="215"/>
                  </a:cubicBezTo>
                  <a:cubicBezTo>
                    <a:pt x="265" y="217"/>
                    <a:pt x="268" y="218"/>
                    <a:pt x="272" y="220"/>
                  </a:cubicBezTo>
                  <a:close/>
                  <a:moveTo>
                    <a:pt x="272" y="227"/>
                  </a:moveTo>
                  <a:cubicBezTo>
                    <a:pt x="272" y="232"/>
                    <a:pt x="272" y="232"/>
                    <a:pt x="272" y="232"/>
                  </a:cubicBezTo>
                  <a:cubicBezTo>
                    <a:pt x="268" y="235"/>
                    <a:pt x="264" y="238"/>
                    <a:pt x="262" y="241"/>
                  </a:cubicBezTo>
                  <a:cubicBezTo>
                    <a:pt x="262" y="232"/>
                    <a:pt x="262" y="232"/>
                    <a:pt x="262" y="232"/>
                  </a:cubicBezTo>
                  <a:cubicBezTo>
                    <a:pt x="265" y="231"/>
                    <a:pt x="268" y="230"/>
                    <a:pt x="272" y="227"/>
                  </a:cubicBezTo>
                  <a:close/>
                  <a:moveTo>
                    <a:pt x="272" y="260"/>
                  </a:moveTo>
                  <a:cubicBezTo>
                    <a:pt x="272" y="264"/>
                    <a:pt x="272" y="264"/>
                    <a:pt x="272" y="264"/>
                  </a:cubicBezTo>
                  <a:cubicBezTo>
                    <a:pt x="271" y="263"/>
                    <a:pt x="270" y="262"/>
                    <a:pt x="268" y="262"/>
                  </a:cubicBezTo>
                  <a:cubicBezTo>
                    <a:pt x="266" y="266"/>
                    <a:pt x="264" y="269"/>
                    <a:pt x="262" y="272"/>
                  </a:cubicBezTo>
                  <a:cubicBezTo>
                    <a:pt x="262" y="264"/>
                    <a:pt x="262" y="264"/>
                    <a:pt x="262" y="264"/>
                  </a:cubicBezTo>
                  <a:cubicBezTo>
                    <a:pt x="264" y="261"/>
                    <a:pt x="264" y="259"/>
                    <a:pt x="262" y="254"/>
                  </a:cubicBezTo>
                  <a:cubicBezTo>
                    <a:pt x="262" y="250"/>
                    <a:pt x="262" y="250"/>
                    <a:pt x="262" y="250"/>
                  </a:cubicBezTo>
                  <a:cubicBezTo>
                    <a:pt x="266" y="253"/>
                    <a:pt x="268" y="257"/>
                    <a:pt x="272" y="260"/>
                  </a:cubicBezTo>
                  <a:close/>
                  <a:moveTo>
                    <a:pt x="272" y="271"/>
                  </a:moveTo>
                  <a:cubicBezTo>
                    <a:pt x="270" y="275"/>
                    <a:pt x="266" y="280"/>
                    <a:pt x="264" y="283"/>
                  </a:cubicBezTo>
                  <a:cubicBezTo>
                    <a:pt x="263" y="281"/>
                    <a:pt x="262" y="280"/>
                    <a:pt x="262" y="279"/>
                  </a:cubicBezTo>
                  <a:cubicBezTo>
                    <a:pt x="262" y="286"/>
                    <a:pt x="262" y="286"/>
                    <a:pt x="262" y="286"/>
                  </a:cubicBezTo>
                  <a:cubicBezTo>
                    <a:pt x="264" y="288"/>
                    <a:pt x="266" y="290"/>
                    <a:pt x="268" y="292"/>
                  </a:cubicBezTo>
                  <a:cubicBezTo>
                    <a:pt x="269" y="293"/>
                    <a:pt x="270" y="294"/>
                    <a:pt x="272" y="295"/>
                  </a:cubicBezTo>
                  <a:cubicBezTo>
                    <a:pt x="272" y="290"/>
                    <a:pt x="272" y="290"/>
                    <a:pt x="272" y="290"/>
                  </a:cubicBezTo>
                  <a:cubicBezTo>
                    <a:pt x="269" y="285"/>
                    <a:pt x="270" y="282"/>
                    <a:pt x="272" y="279"/>
                  </a:cubicBezTo>
                  <a:cubicBezTo>
                    <a:pt x="272" y="271"/>
                    <a:pt x="272" y="271"/>
                    <a:pt x="272" y="271"/>
                  </a:cubicBezTo>
                  <a:close/>
                  <a:moveTo>
                    <a:pt x="272" y="317"/>
                  </a:moveTo>
                  <a:cubicBezTo>
                    <a:pt x="272" y="324"/>
                    <a:pt x="272" y="324"/>
                    <a:pt x="272" y="324"/>
                  </a:cubicBezTo>
                  <a:cubicBezTo>
                    <a:pt x="270" y="331"/>
                    <a:pt x="265" y="339"/>
                    <a:pt x="262" y="346"/>
                  </a:cubicBezTo>
                  <a:cubicBezTo>
                    <a:pt x="262" y="324"/>
                    <a:pt x="262" y="324"/>
                    <a:pt x="262" y="324"/>
                  </a:cubicBezTo>
                  <a:cubicBezTo>
                    <a:pt x="263" y="320"/>
                    <a:pt x="266" y="317"/>
                    <a:pt x="272" y="317"/>
                  </a:cubicBezTo>
                  <a:close/>
                  <a:moveTo>
                    <a:pt x="272" y="336"/>
                  </a:moveTo>
                  <a:cubicBezTo>
                    <a:pt x="269" y="338"/>
                    <a:pt x="269" y="341"/>
                    <a:pt x="269" y="347"/>
                  </a:cubicBezTo>
                  <a:cubicBezTo>
                    <a:pt x="267" y="347"/>
                    <a:pt x="266" y="347"/>
                    <a:pt x="264" y="347"/>
                  </a:cubicBezTo>
                  <a:cubicBezTo>
                    <a:pt x="264" y="351"/>
                    <a:pt x="262" y="353"/>
                    <a:pt x="262" y="355"/>
                  </a:cubicBezTo>
                  <a:cubicBezTo>
                    <a:pt x="262" y="381"/>
                    <a:pt x="262" y="381"/>
                    <a:pt x="262" y="381"/>
                  </a:cubicBezTo>
                  <a:cubicBezTo>
                    <a:pt x="262" y="382"/>
                    <a:pt x="262" y="382"/>
                    <a:pt x="262" y="382"/>
                  </a:cubicBezTo>
                  <a:cubicBezTo>
                    <a:pt x="264" y="381"/>
                    <a:pt x="266" y="381"/>
                    <a:pt x="268" y="381"/>
                  </a:cubicBezTo>
                  <a:cubicBezTo>
                    <a:pt x="270" y="376"/>
                    <a:pt x="270" y="373"/>
                    <a:pt x="268" y="368"/>
                  </a:cubicBezTo>
                  <a:cubicBezTo>
                    <a:pt x="269" y="367"/>
                    <a:pt x="270" y="366"/>
                    <a:pt x="272" y="365"/>
                  </a:cubicBezTo>
                  <a:cubicBezTo>
                    <a:pt x="272" y="361"/>
                    <a:pt x="272" y="361"/>
                    <a:pt x="272" y="361"/>
                  </a:cubicBezTo>
                  <a:cubicBezTo>
                    <a:pt x="271" y="359"/>
                    <a:pt x="271" y="357"/>
                    <a:pt x="271" y="355"/>
                  </a:cubicBezTo>
                  <a:cubicBezTo>
                    <a:pt x="272" y="355"/>
                    <a:pt x="272" y="355"/>
                    <a:pt x="272" y="355"/>
                  </a:cubicBezTo>
                  <a:cubicBezTo>
                    <a:pt x="272" y="336"/>
                    <a:pt x="272" y="336"/>
                    <a:pt x="272" y="336"/>
                  </a:cubicBezTo>
                  <a:close/>
                  <a:moveTo>
                    <a:pt x="272" y="390"/>
                  </a:moveTo>
                  <a:cubicBezTo>
                    <a:pt x="272" y="394"/>
                    <a:pt x="272" y="394"/>
                    <a:pt x="272" y="394"/>
                  </a:cubicBezTo>
                  <a:cubicBezTo>
                    <a:pt x="269" y="394"/>
                    <a:pt x="269" y="394"/>
                    <a:pt x="269" y="394"/>
                  </a:cubicBezTo>
                  <a:cubicBezTo>
                    <a:pt x="270" y="398"/>
                    <a:pt x="271" y="402"/>
                    <a:pt x="272" y="406"/>
                  </a:cubicBezTo>
                  <a:cubicBezTo>
                    <a:pt x="272" y="414"/>
                    <a:pt x="272" y="414"/>
                    <a:pt x="272" y="414"/>
                  </a:cubicBezTo>
                  <a:cubicBezTo>
                    <a:pt x="262" y="414"/>
                    <a:pt x="262" y="414"/>
                    <a:pt x="262" y="414"/>
                  </a:cubicBezTo>
                  <a:cubicBezTo>
                    <a:pt x="262" y="411"/>
                    <a:pt x="262" y="411"/>
                    <a:pt x="262" y="411"/>
                  </a:cubicBezTo>
                  <a:cubicBezTo>
                    <a:pt x="262" y="411"/>
                    <a:pt x="262" y="411"/>
                    <a:pt x="262" y="411"/>
                  </a:cubicBezTo>
                  <a:cubicBezTo>
                    <a:pt x="264" y="411"/>
                    <a:pt x="266" y="411"/>
                    <a:pt x="269" y="411"/>
                  </a:cubicBezTo>
                  <a:cubicBezTo>
                    <a:pt x="266" y="397"/>
                    <a:pt x="266" y="397"/>
                    <a:pt x="264" y="394"/>
                  </a:cubicBezTo>
                  <a:cubicBezTo>
                    <a:pt x="264" y="394"/>
                    <a:pt x="263" y="394"/>
                    <a:pt x="262" y="394"/>
                  </a:cubicBezTo>
                  <a:cubicBezTo>
                    <a:pt x="262" y="390"/>
                    <a:pt x="262" y="390"/>
                    <a:pt x="262" y="390"/>
                  </a:cubicBezTo>
                  <a:cubicBezTo>
                    <a:pt x="272" y="390"/>
                    <a:pt x="272" y="390"/>
                    <a:pt x="272" y="390"/>
                  </a:cubicBezTo>
                  <a:close/>
                  <a:moveTo>
                    <a:pt x="272" y="435"/>
                  </a:moveTo>
                  <a:cubicBezTo>
                    <a:pt x="272" y="442"/>
                    <a:pt x="272" y="442"/>
                    <a:pt x="272" y="442"/>
                  </a:cubicBezTo>
                  <a:cubicBezTo>
                    <a:pt x="268" y="443"/>
                    <a:pt x="265" y="444"/>
                    <a:pt x="262" y="446"/>
                  </a:cubicBezTo>
                  <a:cubicBezTo>
                    <a:pt x="262" y="422"/>
                    <a:pt x="262" y="422"/>
                    <a:pt x="262" y="422"/>
                  </a:cubicBezTo>
                  <a:cubicBezTo>
                    <a:pt x="264" y="421"/>
                    <a:pt x="266" y="421"/>
                    <a:pt x="270" y="422"/>
                  </a:cubicBezTo>
                  <a:cubicBezTo>
                    <a:pt x="268" y="427"/>
                    <a:pt x="265" y="433"/>
                    <a:pt x="263" y="438"/>
                  </a:cubicBezTo>
                  <a:cubicBezTo>
                    <a:pt x="266" y="438"/>
                    <a:pt x="269" y="436"/>
                    <a:pt x="272" y="435"/>
                  </a:cubicBezTo>
                  <a:close/>
                  <a:moveTo>
                    <a:pt x="272" y="449"/>
                  </a:moveTo>
                  <a:cubicBezTo>
                    <a:pt x="272" y="451"/>
                    <a:pt x="272" y="451"/>
                    <a:pt x="272" y="451"/>
                  </a:cubicBezTo>
                  <a:cubicBezTo>
                    <a:pt x="271" y="451"/>
                    <a:pt x="271" y="451"/>
                    <a:pt x="271" y="451"/>
                  </a:cubicBezTo>
                  <a:cubicBezTo>
                    <a:pt x="271" y="450"/>
                    <a:pt x="271" y="450"/>
                    <a:pt x="272" y="449"/>
                  </a:cubicBezTo>
                  <a:close/>
                  <a:moveTo>
                    <a:pt x="272" y="454"/>
                  </a:moveTo>
                  <a:cubicBezTo>
                    <a:pt x="272" y="487"/>
                    <a:pt x="272" y="487"/>
                    <a:pt x="272" y="487"/>
                  </a:cubicBezTo>
                  <a:cubicBezTo>
                    <a:pt x="270" y="487"/>
                    <a:pt x="269" y="486"/>
                    <a:pt x="267" y="485"/>
                  </a:cubicBezTo>
                  <a:cubicBezTo>
                    <a:pt x="267" y="486"/>
                    <a:pt x="267" y="488"/>
                    <a:pt x="266" y="489"/>
                  </a:cubicBezTo>
                  <a:cubicBezTo>
                    <a:pt x="264" y="489"/>
                    <a:pt x="263" y="489"/>
                    <a:pt x="262" y="488"/>
                  </a:cubicBezTo>
                  <a:cubicBezTo>
                    <a:pt x="262" y="453"/>
                    <a:pt x="262" y="453"/>
                    <a:pt x="262" y="453"/>
                  </a:cubicBezTo>
                  <a:cubicBezTo>
                    <a:pt x="262" y="452"/>
                    <a:pt x="263" y="452"/>
                    <a:pt x="264" y="452"/>
                  </a:cubicBezTo>
                  <a:cubicBezTo>
                    <a:pt x="268" y="452"/>
                    <a:pt x="269" y="453"/>
                    <a:pt x="272" y="454"/>
                  </a:cubicBezTo>
                  <a:close/>
                  <a:moveTo>
                    <a:pt x="272" y="509"/>
                  </a:moveTo>
                  <a:cubicBezTo>
                    <a:pt x="272" y="518"/>
                    <a:pt x="272" y="518"/>
                    <a:pt x="272" y="518"/>
                  </a:cubicBezTo>
                  <a:cubicBezTo>
                    <a:pt x="270" y="518"/>
                    <a:pt x="269" y="518"/>
                    <a:pt x="267" y="518"/>
                  </a:cubicBezTo>
                  <a:cubicBezTo>
                    <a:pt x="266" y="519"/>
                    <a:pt x="266" y="519"/>
                    <a:pt x="266" y="522"/>
                  </a:cubicBezTo>
                  <a:cubicBezTo>
                    <a:pt x="268" y="523"/>
                    <a:pt x="270" y="524"/>
                    <a:pt x="272" y="526"/>
                  </a:cubicBezTo>
                  <a:cubicBezTo>
                    <a:pt x="272" y="530"/>
                    <a:pt x="272" y="530"/>
                    <a:pt x="272" y="530"/>
                  </a:cubicBezTo>
                  <a:cubicBezTo>
                    <a:pt x="268" y="528"/>
                    <a:pt x="265" y="525"/>
                    <a:pt x="262" y="526"/>
                  </a:cubicBezTo>
                  <a:cubicBezTo>
                    <a:pt x="262" y="521"/>
                    <a:pt x="262" y="521"/>
                    <a:pt x="262" y="521"/>
                  </a:cubicBezTo>
                  <a:cubicBezTo>
                    <a:pt x="266" y="517"/>
                    <a:pt x="269" y="513"/>
                    <a:pt x="270" y="511"/>
                  </a:cubicBezTo>
                  <a:cubicBezTo>
                    <a:pt x="272" y="509"/>
                    <a:pt x="272" y="509"/>
                    <a:pt x="272" y="509"/>
                  </a:cubicBezTo>
                  <a:close/>
                  <a:moveTo>
                    <a:pt x="272" y="537"/>
                  </a:moveTo>
                  <a:cubicBezTo>
                    <a:pt x="272" y="544"/>
                    <a:pt x="272" y="544"/>
                    <a:pt x="272" y="544"/>
                  </a:cubicBezTo>
                  <a:cubicBezTo>
                    <a:pt x="268" y="548"/>
                    <a:pt x="265" y="551"/>
                    <a:pt x="262" y="554"/>
                  </a:cubicBezTo>
                  <a:cubicBezTo>
                    <a:pt x="262" y="547"/>
                    <a:pt x="262" y="547"/>
                    <a:pt x="262" y="547"/>
                  </a:cubicBezTo>
                  <a:cubicBezTo>
                    <a:pt x="264" y="546"/>
                    <a:pt x="267" y="545"/>
                    <a:pt x="268" y="541"/>
                  </a:cubicBezTo>
                  <a:cubicBezTo>
                    <a:pt x="266" y="541"/>
                    <a:pt x="264" y="539"/>
                    <a:pt x="262" y="538"/>
                  </a:cubicBezTo>
                  <a:cubicBezTo>
                    <a:pt x="262" y="534"/>
                    <a:pt x="262" y="534"/>
                    <a:pt x="262" y="534"/>
                  </a:cubicBezTo>
                  <a:cubicBezTo>
                    <a:pt x="263" y="535"/>
                    <a:pt x="265" y="537"/>
                    <a:pt x="266" y="538"/>
                  </a:cubicBezTo>
                  <a:cubicBezTo>
                    <a:pt x="269" y="538"/>
                    <a:pt x="270" y="538"/>
                    <a:pt x="272" y="537"/>
                  </a:cubicBezTo>
                  <a:close/>
                  <a:moveTo>
                    <a:pt x="272" y="572"/>
                  </a:moveTo>
                  <a:cubicBezTo>
                    <a:pt x="272" y="603"/>
                    <a:pt x="272" y="603"/>
                    <a:pt x="272" y="603"/>
                  </a:cubicBezTo>
                  <a:cubicBezTo>
                    <a:pt x="271" y="602"/>
                    <a:pt x="271" y="602"/>
                    <a:pt x="271" y="602"/>
                  </a:cubicBezTo>
                  <a:cubicBezTo>
                    <a:pt x="268" y="601"/>
                    <a:pt x="265" y="599"/>
                    <a:pt x="262" y="597"/>
                  </a:cubicBezTo>
                  <a:cubicBezTo>
                    <a:pt x="262" y="591"/>
                    <a:pt x="262" y="591"/>
                    <a:pt x="262" y="591"/>
                  </a:cubicBezTo>
                  <a:cubicBezTo>
                    <a:pt x="263" y="592"/>
                    <a:pt x="264" y="593"/>
                    <a:pt x="265" y="594"/>
                  </a:cubicBezTo>
                  <a:cubicBezTo>
                    <a:pt x="266" y="594"/>
                    <a:pt x="267" y="594"/>
                    <a:pt x="268" y="594"/>
                  </a:cubicBezTo>
                  <a:cubicBezTo>
                    <a:pt x="268" y="582"/>
                    <a:pt x="270" y="577"/>
                    <a:pt x="262" y="569"/>
                  </a:cubicBezTo>
                  <a:cubicBezTo>
                    <a:pt x="262" y="563"/>
                    <a:pt x="262" y="563"/>
                    <a:pt x="262" y="563"/>
                  </a:cubicBezTo>
                  <a:cubicBezTo>
                    <a:pt x="266" y="566"/>
                    <a:pt x="268" y="568"/>
                    <a:pt x="272" y="572"/>
                  </a:cubicBezTo>
                  <a:close/>
                  <a:moveTo>
                    <a:pt x="262" y="506"/>
                  </a:moveTo>
                  <a:cubicBezTo>
                    <a:pt x="262" y="495"/>
                    <a:pt x="262" y="495"/>
                    <a:pt x="262" y="495"/>
                  </a:cubicBezTo>
                  <a:cubicBezTo>
                    <a:pt x="263" y="496"/>
                    <a:pt x="265" y="497"/>
                    <a:pt x="267" y="498"/>
                  </a:cubicBezTo>
                  <a:cubicBezTo>
                    <a:pt x="267" y="500"/>
                    <a:pt x="267" y="502"/>
                    <a:pt x="267" y="504"/>
                  </a:cubicBezTo>
                  <a:cubicBezTo>
                    <a:pt x="266" y="505"/>
                    <a:pt x="266" y="505"/>
                    <a:pt x="262" y="506"/>
                  </a:cubicBezTo>
                  <a:close/>
                  <a:moveTo>
                    <a:pt x="260" y="25"/>
                  </a:moveTo>
                  <a:cubicBezTo>
                    <a:pt x="260" y="25"/>
                    <a:pt x="261" y="24"/>
                    <a:pt x="262" y="24"/>
                  </a:cubicBezTo>
                  <a:cubicBezTo>
                    <a:pt x="262" y="33"/>
                    <a:pt x="262" y="33"/>
                    <a:pt x="262" y="33"/>
                  </a:cubicBezTo>
                  <a:cubicBezTo>
                    <a:pt x="261" y="33"/>
                    <a:pt x="260" y="33"/>
                    <a:pt x="260" y="33"/>
                  </a:cubicBezTo>
                  <a:cubicBezTo>
                    <a:pt x="260" y="25"/>
                    <a:pt x="260" y="25"/>
                    <a:pt x="260" y="25"/>
                  </a:cubicBezTo>
                  <a:close/>
                  <a:moveTo>
                    <a:pt x="262" y="770"/>
                  </a:moveTo>
                  <a:cubicBezTo>
                    <a:pt x="261" y="770"/>
                    <a:pt x="260" y="770"/>
                    <a:pt x="260" y="770"/>
                  </a:cubicBezTo>
                  <a:cubicBezTo>
                    <a:pt x="260" y="761"/>
                    <a:pt x="260" y="761"/>
                    <a:pt x="260" y="761"/>
                  </a:cubicBezTo>
                  <a:cubicBezTo>
                    <a:pt x="260" y="761"/>
                    <a:pt x="261" y="762"/>
                    <a:pt x="262" y="762"/>
                  </a:cubicBezTo>
                  <a:cubicBezTo>
                    <a:pt x="262" y="770"/>
                    <a:pt x="262" y="770"/>
                    <a:pt x="262" y="770"/>
                  </a:cubicBezTo>
                  <a:close/>
                  <a:moveTo>
                    <a:pt x="262" y="40"/>
                  </a:moveTo>
                  <a:cubicBezTo>
                    <a:pt x="262" y="52"/>
                    <a:pt x="262" y="52"/>
                    <a:pt x="262" y="52"/>
                  </a:cubicBezTo>
                  <a:cubicBezTo>
                    <a:pt x="261" y="51"/>
                    <a:pt x="260" y="50"/>
                    <a:pt x="260" y="50"/>
                  </a:cubicBezTo>
                  <a:cubicBezTo>
                    <a:pt x="260" y="39"/>
                    <a:pt x="260" y="39"/>
                    <a:pt x="260" y="39"/>
                  </a:cubicBezTo>
                  <a:cubicBezTo>
                    <a:pt x="262" y="40"/>
                    <a:pt x="262" y="40"/>
                    <a:pt x="262" y="40"/>
                  </a:cubicBezTo>
                  <a:close/>
                  <a:moveTo>
                    <a:pt x="262" y="65"/>
                  </a:moveTo>
                  <a:cubicBezTo>
                    <a:pt x="262" y="73"/>
                    <a:pt x="262" y="73"/>
                    <a:pt x="262" y="73"/>
                  </a:cubicBezTo>
                  <a:cubicBezTo>
                    <a:pt x="260" y="73"/>
                    <a:pt x="260" y="73"/>
                    <a:pt x="260" y="73"/>
                  </a:cubicBezTo>
                  <a:cubicBezTo>
                    <a:pt x="260" y="65"/>
                    <a:pt x="260" y="65"/>
                    <a:pt x="260" y="65"/>
                  </a:cubicBezTo>
                  <a:cubicBezTo>
                    <a:pt x="260" y="65"/>
                    <a:pt x="261" y="65"/>
                    <a:pt x="262" y="65"/>
                  </a:cubicBezTo>
                  <a:close/>
                  <a:moveTo>
                    <a:pt x="262" y="207"/>
                  </a:moveTo>
                  <a:cubicBezTo>
                    <a:pt x="262" y="213"/>
                    <a:pt x="262" y="213"/>
                    <a:pt x="262" y="213"/>
                  </a:cubicBezTo>
                  <a:cubicBezTo>
                    <a:pt x="261" y="213"/>
                    <a:pt x="260" y="213"/>
                    <a:pt x="260" y="214"/>
                  </a:cubicBezTo>
                  <a:cubicBezTo>
                    <a:pt x="262" y="215"/>
                    <a:pt x="262" y="215"/>
                    <a:pt x="262" y="215"/>
                  </a:cubicBezTo>
                  <a:cubicBezTo>
                    <a:pt x="262" y="222"/>
                    <a:pt x="262" y="222"/>
                    <a:pt x="262" y="222"/>
                  </a:cubicBezTo>
                  <a:cubicBezTo>
                    <a:pt x="261" y="222"/>
                    <a:pt x="260" y="222"/>
                    <a:pt x="260" y="222"/>
                  </a:cubicBezTo>
                  <a:cubicBezTo>
                    <a:pt x="260" y="208"/>
                    <a:pt x="260" y="208"/>
                    <a:pt x="260" y="208"/>
                  </a:cubicBezTo>
                  <a:cubicBezTo>
                    <a:pt x="260" y="208"/>
                    <a:pt x="261" y="207"/>
                    <a:pt x="262" y="207"/>
                  </a:cubicBezTo>
                  <a:close/>
                  <a:moveTo>
                    <a:pt x="262" y="232"/>
                  </a:moveTo>
                  <a:cubicBezTo>
                    <a:pt x="262" y="241"/>
                    <a:pt x="262" y="241"/>
                    <a:pt x="262" y="241"/>
                  </a:cubicBezTo>
                  <a:cubicBezTo>
                    <a:pt x="261" y="242"/>
                    <a:pt x="260" y="243"/>
                    <a:pt x="260" y="244"/>
                  </a:cubicBezTo>
                  <a:cubicBezTo>
                    <a:pt x="260" y="232"/>
                    <a:pt x="260" y="232"/>
                    <a:pt x="260" y="232"/>
                  </a:cubicBezTo>
                  <a:cubicBezTo>
                    <a:pt x="260" y="232"/>
                    <a:pt x="261" y="232"/>
                    <a:pt x="262" y="232"/>
                  </a:cubicBezTo>
                  <a:close/>
                  <a:moveTo>
                    <a:pt x="262" y="250"/>
                  </a:moveTo>
                  <a:cubicBezTo>
                    <a:pt x="262" y="254"/>
                    <a:pt x="262" y="254"/>
                    <a:pt x="262" y="254"/>
                  </a:cubicBezTo>
                  <a:cubicBezTo>
                    <a:pt x="261" y="254"/>
                    <a:pt x="261" y="253"/>
                    <a:pt x="260" y="252"/>
                  </a:cubicBezTo>
                  <a:cubicBezTo>
                    <a:pt x="260" y="253"/>
                    <a:pt x="260" y="253"/>
                    <a:pt x="260" y="253"/>
                  </a:cubicBezTo>
                  <a:cubicBezTo>
                    <a:pt x="260" y="248"/>
                    <a:pt x="260" y="248"/>
                    <a:pt x="260" y="248"/>
                  </a:cubicBezTo>
                  <a:cubicBezTo>
                    <a:pt x="260" y="249"/>
                    <a:pt x="261" y="249"/>
                    <a:pt x="262" y="250"/>
                  </a:cubicBezTo>
                  <a:close/>
                  <a:moveTo>
                    <a:pt x="262" y="264"/>
                  </a:moveTo>
                  <a:cubicBezTo>
                    <a:pt x="262" y="272"/>
                    <a:pt x="262" y="272"/>
                    <a:pt x="262" y="272"/>
                  </a:cubicBezTo>
                  <a:cubicBezTo>
                    <a:pt x="261" y="274"/>
                    <a:pt x="260" y="275"/>
                    <a:pt x="260" y="277"/>
                  </a:cubicBezTo>
                  <a:cubicBezTo>
                    <a:pt x="262" y="279"/>
                    <a:pt x="262" y="279"/>
                    <a:pt x="262" y="279"/>
                  </a:cubicBezTo>
                  <a:cubicBezTo>
                    <a:pt x="262" y="286"/>
                    <a:pt x="262" y="286"/>
                    <a:pt x="262" y="286"/>
                  </a:cubicBezTo>
                  <a:cubicBezTo>
                    <a:pt x="261" y="285"/>
                    <a:pt x="260" y="284"/>
                    <a:pt x="260" y="283"/>
                  </a:cubicBezTo>
                  <a:cubicBezTo>
                    <a:pt x="260" y="268"/>
                    <a:pt x="260" y="268"/>
                    <a:pt x="260" y="268"/>
                  </a:cubicBezTo>
                  <a:cubicBezTo>
                    <a:pt x="260" y="267"/>
                    <a:pt x="261" y="266"/>
                    <a:pt x="262" y="264"/>
                  </a:cubicBezTo>
                  <a:close/>
                  <a:moveTo>
                    <a:pt x="262" y="324"/>
                  </a:moveTo>
                  <a:cubicBezTo>
                    <a:pt x="262" y="346"/>
                    <a:pt x="262" y="346"/>
                    <a:pt x="262" y="346"/>
                  </a:cubicBezTo>
                  <a:cubicBezTo>
                    <a:pt x="261" y="347"/>
                    <a:pt x="260" y="349"/>
                    <a:pt x="260" y="350"/>
                  </a:cubicBezTo>
                  <a:cubicBezTo>
                    <a:pt x="260" y="331"/>
                    <a:pt x="260" y="331"/>
                    <a:pt x="260" y="331"/>
                  </a:cubicBezTo>
                  <a:cubicBezTo>
                    <a:pt x="260" y="329"/>
                    <a:pt x="261" y="326"/>
                    <a:pt x="262" y="324"/>
                  </a:cubicBezTo>
                  <a:close/>
                  <a:moveTo>
                    <a:pt x="262" y="355"/>
                  </a:moveTo>
                  <a:cubicBezTo>
                    <a:pt x="262" y="381"/>
                    <a:pt x="262" y="381"/>
                    <a:pt x="262" y="381"/>
                  </a:cubicBezTo>
                  <a:cubicBezTo>
                    <a:pt x="261" y="381"/>
                    <a:pt x="260" y="380"/>
                    <a:pt x="260" y="380"/>
                  </a:cubicBezTo>
                  <a:cubicBezTo>
                    <a:pt x="260" y="363"/>
                    <a:pt x="260" y="363"/>
                    <a:pt x="260" y="363"/>
                  </a:cubicBezTo>
                  <a:cubicBezTo>
                    <a:pt x="260" y="363"/>
                    <a:pt x="260" y="363"/>
                    <a:pt x="261" y="363"/>
                  </a:cubicBezTo>
                  <a:cubicBezTo>
                    <a:pt x="260" y="360"/>
                    <a:pt x="261" y="357"/>
                    <a:pt x="262" y="355"/>
                  </a:cubicBezTo>
                  <a:close/>
                  <a:moveTo>
                    <a:pt x="262" y="390"/>
                  </a:moveTo>
                  <a:cubicBezTo>
                    <a:pt x="262" y="394"/>
                    <a:pt x="262" y="394"/>
                    <a:pt x="262" y="394"/>
                  </a:cubicBezTo>
                  <a:cubicBezTo>
                    <a:pt x="261" y="394"/>
                    <a:pt x="260" y="394"/>
                    <a:pt x="260" y="393"/>
                  </a:cubicBezTo>
                  <a:cubicBezTo>
                    <a:pt x="260" y="390"/>
                    <a:pt x="260" y="390"/>
                    <a:pt x="260" y="390"/>
                  </a:cubicBezTo>
                  <a:cubicBezTo>
                    <a:pt x="262" y="390"/>
                    <a:pt x="262" y="390"/>
                    <a:pt x="262" y="390"/>
                  </a:cubicBezTo>
                  <a:close/>
                  <a:moveTo>
                    <a:pt x="262" y="411"/>
                  </a:moveTo>
                  <a:cubicBezTo>
                    <a:pt x="262" y="414"/>
                    <a:pt x="262" y="414"/>
                    <a:pt x="262" y="414"/>
                  </a:cubicBezTo>
                  <a:cubicBezTo>
                    <a:pt x="260" y="414"/>
                    <a:pt x="260" y="414"/>
                    <a:pt x="260" y="414"/>
                  </a:cubicBezTo>
                  <a:cubicBezTo>
                    <a:pt x="260" y="406"/>
                    <a:pt x="260" y="406"/>
                    <a:pt x="260" y="406"/>
                  </a:cubicBezTo>
                  <a:cubicBezTo>
                    <a:pt x="260" y="408"/>
                    <a:pt x="261" y="410"/>
                    <a:pt x="262" y="411"/>
                  </a:cubicBezTo>
                  <a:close/>
                  <a:moveTo>
                    <a:pt x="262" y="422"/>
                  </a:moveTo>
                  <a:cubicBezTo>
                    <a:pt x="262" y="446"/>
                    <a:pt x="262" y="446"/>
                    <a:pt x="262" y="446"/>
                  </a:cubicBezTo>
                  <a:cubicBezTo>
                    <a:pt x="260" y="446"/>
                    <a:pt x="260" y="446"/>
                    <a:pt x="260" y="446"/>
                  </a:cubicBezTo>
                  <a:cubicBezTo>
                    <a:pt x="260" y="423"/>
                    <a:pt x="260" y="423"/>
                    <a:pt x="260" y="423"/>
                  </a:cubicBezTo>
                  <a:cubicBezTo>
                    <a:pt x="260" y="423"/>
                    <a:pt x="261" y="422"/>
                    <a:pt x="262" y="422"/>
                  </a:cubicBezTo>
                  <a:close/>
                  <a:moveTo>
                    <a:pt x="262" y="453"/>
                  </a:moveTo>
                  <a:cubicBezTo>
                    <a:pt x="262" y="488"/>
                    <a:pt x="262" y="488"/>
                    <a:pt x="262" y="488"/>
                  </a:cubicBezTo>
                  <a:cubicBezTo>
                    <a:pt x="261" y="488"/>
                    <a:pt x="260" y="488"/>
                    <a:pt x="260" y="488"/>
                  </a:cubicBezTo>
                  <a:cubicBezTo>
                    <a:pt x="260" y="454"/>
                    <a:pt x="260" y="454"/>
                    <a:pt x="260" y="454"/>
                  </a:cubicBezTo>
                  <a:cubicBezTo>
                    <a:pt x="260" y="454"/>
                    <a:pt x="261" y="453"/>
                    <a:pt x="262" y="453"/>
                  </a:cubicBezTo>
                  <a:close/>
                  <a:moveTo>
                    <a:pt x="262" y="495"/>
                  </a:moveTo>
                  <a:cubicBezTo>
                    <a:pt x="262" y="506"/>
                    <a:pt x="262" y="506"/>
                    <a:pt x="262" y="506"/>
                  </a:cubicBezTo>
                  <a:cubicBezTo>
                    <a:pt x="261" y="506"/>
                    <a:pt x="261" y="506"/>
                    <a:pt x="261" y="506"/>
                  </a:cubicBezTo>
                  <a:cubicBezTo>
                    <a:pt x="260" y="506"/>
                    <a:pt x="260" y="505"/>
                    <a:pt x="260" y="505"/>
                  </a:cubicBezTo>
                  <a:cubicBezTo>
                    <a:pt x="260" y="493"/>
                    <a:pt x="260" y="493"/>
                    <a:pt x="260" y="493"/>
                  </a:cubicBezTo>
                  <a:cubicBezTo>
                    <a:pt x="260" y="494"/>
                    <a:pt x="261" y="494"/>
                    <a:pt x="262" y="495"/>
                  </a:cubicBezTo>
                  <a:close/>
                  <a:moveTo>
                    <a:pt x="262" y="521"/>
                  </a:moveTo>
                  <a:cubicBezTo>
                    <a:pt x="262" y="526"/>
                    <a:pt x="262" y="526"/>
                    <a:pt x="262" y="526"/>
                  </a:cubicBezTo>
                  <a:cubicBezTo>
                    <a:pt x="261" y="526"/>
                    <a:pt x="260" y="526"/>
                    <a:pt x="260" y="527"/>
                  </a:cubicBezTo>
                  <a:cubicBezTo>
                    <a:pt x="260" y="523"/>
                    <a:pt x="260" y="523"/>
                    <a:pt x="260" y="523"/>
                  </a:cubicBezTo>
                  <a:cubicBezTo>
                    <a:pt x="260" y="522"/>
                    <a:pt x="261" y="522"/>
                    <a:pt x="262" y="521"/>
                  </a:cubicBezTo>
                  <a:close/>
                  <a:moveTo>
                    <a:pt x="262" y="534"/>
                  </a:moveTo>
                  <a:cubicBezTo>
                    <a:pt x="262" y="538"/>
                    <a:pt x="262" y="538"/>
                    <a:pt x="262" y="538"/>
                  </a:cubicBezTo>
                  <a:cubicBezTo>
                    <a:pt x="261" y="538"/>
                    <a:pt x="260" y="537"/>
                    <a:pt x="260" y="537"/>
                  </a:cubicBezTo>
                  <a:cubicBezTo>
                    <a:pt x="260" y="533"/>
                    <a:pt x="260" y="533"/>
                    <a:pt x="260" y="533"/>
                  </a:cubicBezTo>
                  <a:cubicBezTo>
                    <a:pt x="260" y="533"/>
                    <a:pt x="261" y="533"/>
                    <a:pt x="262" y="534"/>
                  </a:cubicBezTo>
                  <a:close/>
                  <a:moveTo>
                    <a:pt x="262" y="547"/>
                  </a:moveTo>
                  <a:cubicBezTo>
                    <a:pt x="262" y="554"/>
                    <a:pt x="262" y="554"/>
                    <a:pt x="262" y="554"/>
                  </a:cubicBezTo>
                  <a:cubicBezTo>
                    <a:pt x="260" y="556"/>
                    <a:pt x="260" y="556"/>
                    <a:pt x="260" y="556"/>
                  </a:cubicBezTo>
                  <a:cubicBezTo>
                    <a:pt x="260" y="552"/>
                    <a:pt x="260" y="552"/>
                    <a:pt x="260" y="552"/>
                  </a:cubicBezTo>
                  <a:cubicBezTo>
                    <a:pt x="260" y="552"/>
                    <a:pt x="260" y="552"/>
                    <a:pt x="260" y="552"/>
                  </a:cubicBezTo>
                  <a:cubicBezTo>
                    <a:pt x="260" y="552"/>
                    <a:pt x="260" y="552"/>
                    <a:pt x="260" y="552"/>
                  </a:cubicBezTo>
                  <a:cubicBezTo>
                    <a:pt x="260" y="547"/>
                    <a:pt x="260" y="547"/>
                    <a:pt x="260" y="547"/>
                  </a:cubicBezTo>
                  <a:cubicBezTo>
                    <a:pt x="261" y="548"/>
                    <a:pt x="261" y="548"/>
                    <a:pt x="261" y="548"/>
                  </a:cubicBezTo>
                  <a:cubicBezTo>
                    <a:pt x="261" y="547"/>
                    <a:pt x="261" y="547"/>
                    <a:pt x="262" y="547"/>
                  </a:cubicBezTo>
                  <a:close/>
                  <a:moveTo>
                    <a:pt x="262" y="563"/>
                  </a:moveTo>
                  <a:cubicBezTo>
                    <a:pt x="262" y="569"/>
                    <a:pt x="262" y="569"/>
                    <a:pt x="262" y="569"/>
                  </a:cubicBezTo>
                  <a:cubicBezTo>
                    <a:pt x="261" y="569"/>
                    <a:pt x="261" y="568"/>
                    <a:pt x="260" y="568"/>
                  </a:cubicBezTo>
                  <a:cubicBezTo>
                    <a:pt x="260" y="569"/>
                    <a:pt x="260" y="570"/>
                    <a:pt x="260" y="571"/>
                  </a:cubicBezTo>
                  <a:cubicBezTo>
                    <a:pt x="260" y="562"/>
                    <a:pt x="260" y="562"/>
                    <a:pt x="260" y="562"/>
                  </a:cubicBezTo>
                  <a:cubicBezTo>
                    <a:pt x="260" y="562"/>
                    <a:pt x="261" y="563"/>
                    <a:pt x="262" y="563"/>
                  </a:cubicBezTo>
                  <a:close/>
                  <a:moveTo>
                    <a:pt x="262" y="591"/>
                  </a:moveTo>
                  <a:cubicBezTo>
                    <a:pt x="262" y="597"/>
                    <a:pt x="262" y="597"/>
                    <a:pt x="262" y="597"/>
                  </a:cubicBezTo>
                  <a:cubicBezTo>
                    <a:pt x="261" y="596"/>
                    <a:pt x="260" y="596"/>
                    <a:pt x="260" y="595"/>
                  </a:cubicBezTo>
                  <a:cubicBezTo>
                    <a:pt x="260" y="588"/>
                    <a:pt x="260" y="588"/>
                    <a:pt x="260" y="588"/>
                  </a:cubicBezTo>
                  <a:cubicBezTo>
                    <a:pt x="260" y="589"/>
                    <a:pt x="261" y="590"/>
                    <a:pt x="262" y="591"/>
                  </a:cubicBezTo>
                  <a:close/>
                  <a:moveTo>
                    <a:pt x="262" y="722"/>
                  </a:moveTo>
                  <a:cubicBezTo>
                    <a:pt x="262" y="731"/>
                    <a:pt x="262" y="731"/>
                    <a:pt x="262" y="731"/>
                  </a:cubicBezTo>
                  <a:cubicBezTo>
                    <a:pt x="261" y="731"/>
                    <a:pt x="260" y="730"/>
                    <a:pt x="260" y="729"/>
                  </a:cubicBezTo>
                  <a:cubicBezTo>
                    <a:pt x="260" y="721"/>
                    <a:pt x="260" y="721"/>
                    <a:pt x="260" y="721"/>
                  </a:cubicBezTo>
                  <a:cubicBezTo>
                    <a:pt x="260" y="721"/>
                    <a:pt x="261" y="722"/>
                    <a:pt x="262" y="722"/>
                  </a:cubicBezTo>
                  <a:close/>
                  <a:moveTo>
                    <a:pt x="260" y="322"/>
                  </a:moveTo>
                  <a:cubicBezTo>
                    <a:pt x="260" y="309"/>
                    <a:pt x="260" y="309"/>
                    <a:pt x="260" y="309"/>
                  </a:cubicBezTo>
                  <a:cubicBezTo>
                    <a:pt x="261" y="310"/>
                    <a:pt x="261" y="310"/>
                    <a:pt x="261" y="310"/>
                  </a:cubicBezTo>
                  <a:cubicBezTo>
                    <a:pt x="261" y="315"/>
                    <a:pt x="260" y="319"/>
                    <a:pt x="260" y="322"/>
                  </a:cubicBezTo>
                  <a:close/>
                  <a:moveTo>
                    <a:pt x="253" y="27"/>
                  </a:moveTo>
                  <a:cubicBezTo>
                    <a:pt x="255" y="27"/>
                    <a:pt x="257" y="26"/>
                    <a:pt x="260" y="25"/>
                  </a:cubicBezTo>
                  <a:cubicBezTo>
                    <a:pt x="260" y="33"/>
                    <a:pt x="260" y="33"/>
                    <a:pt x="260" y="33"/>
                  </a:cubicBezTo>
                  <a:cubicBezTo>
                    <a:pt x="258" y="34"/>
                    <a:pt x="256" y="34"/>
                    <a:pt x="255" y="35"/>
                  </a:cubicBezTo>
                  <a:cubicBezTo>
                    <a:pt x="256" y="36"/>
                    <a:pt x="258" y="37"/>
                    <a:pt x="260" y="39"/>
                  </a:cubicBezTo>
                  <a:cubicBezTo>
                    <a:pt x="260" y="50"/>
                    <a:pt x="260" y="50"/>
                    <a:pt x="260" y="50"/>
                  </a:cubicBezTo>
                  <a:cubicBezTo>
                    <a:pt x="257" y="48"/>
                    <a:pt x="255" y="47"/>
                    <a:pt x="253" y="46"/>
                  </a:cubicBezTo>
                  <a:cubicBezTo>
                    <a:pt x="253" y="27"/>
                    <a:pt x="253" y="27"/>
                    <a:pt x="253" y="27"/>
                  </a:cubicBezTo>
                  <a:close/>
                  <a:moveTo>
                    <a:pt x="260" y="770"/>
                  </a:moveTo>
                  <a:cubicBezTo>
                    <a:pt x="257" y="769"/>
                    <a:pt x="255" y="768"/>
                    <a:pt x="253" y="767"/>
                  </a:cubicBezTo>
                  <a:cubicBezTo>
                    <a:pt x="253" y="755"/>
                    <a:pt x="253" y="755"/>
                    <a:pt x="253" y="755"/>
                  </a:cubicBezTo>
                  <a:cubicBezTo>
                    <a:pt x="255" y="757"/>
                    <a:pt x="257" y="759"/>
                    <a:pt x="260" y="761"/>
                  </a:cubicBezTo>
                  <a:cubicBezTo>
                    <a:pt x="260" y="770"/>
                    <a:pt x="260" y="770"/>
                    <a:pt x="260" y="770"/>
                  </a:cubicBezTo>
                  <a:close/>
                  <a:moveTo>
                    <a:pt x="260" y="65"/>
                  </a:moveTo>
                  <a:cubicBezTo>
                    <a:pt x="260" y="73"/>
                    <a:pt x="260" y="73"/>
                    <a:pt x="260" y="73"/>
                  </a:cubicBezTo>
                  <a:cubicBezTo>
                    <a:pt x="253" y="75"/>
                    <a:pt x="253" y="75"/>
                    <a:pt x="253" y="75"/>
                  </a:cubicBezTo>
                  <a:cubicBezTo>
                    <a:pt x="253" y="66"/>
                    <a:pt x="253" y="66"/>
                    <a:pt x="253" y="66"/>
                  </a:cubicBezTo>
                  <a:cubicBezTo>
                    <a:pt x="255" y="66"/>
                    <a:pt x="258" y="65"/>
                    <a:pt x="260" y="65"/>
                  </a:cubicBezTo>
                  <a:close/>
                  <a:moveTo>
                    <a:pt x="260" y="208"/>
                  </a:moveTo>
                  <a:cubicBezTo>
                    <a:pt x="260" y="222"/>
                    <a:pt x="260" y="222"/>
                    <a:pt x="260" y="222"/>
                  </a:cubicBezTo>
                  <a:cubicBezTo>
                    <a:pt x="257" y="221"/>
                    <a:pt x="255" y="221"/>
                    <a:pt x="253" y="221"/>
                  </a:cubicBezTo>
                  <a:cubicBezTo>
                    <a:pt x="253" y="213"/>
                    <a:pt x="253" y="213"/>
                    <a:pt x="253" y="213"/>
                  </a:cubicBezTo>
                  <a:cubicBezTo>
                    <a:pt x="255" y="211"/>
                    <a:pt x="257" y="210"/>
                    <a:pt x="260" y="208"/>
                  </a:cubicBezTo>
                  <a:close/>
                  <a:moveTo>
                    <a:pt x="260" y="232"/>
                  </a:moveTo>
                  <a:cubicBezTo>
                    <a:pt x="260" y="244"/>
                    <a:pt x="260" y="244"/>
                    <a:pt x="260" y="244"/>
                  </a:cubicBezTo>
                  <a:cubicBezTo>
                    <a:pt x="259" y="245"/>
                    <a:pt x="258" y="246"/>
                    <a:pt x="258" y="247"/>
                  </a:cubicBezTo>
                  <a:cubicBezTo>
                    <a:pt x="259" y="248"/>
                    <a:pt x="259" y="248"/>
                    <a:pt x="260" y="248"/>
                  </a:cubicBezTo>
                  <a:cubicBezTo>
                    <a:pt x="260" y="253"/>
                    <a:pt x="260" y="253"/>
                    <a:pt x="260" y="253"/>
                  </a:cubicBezTo>
                  <a:cubicBezTo>
                    <a:pt x="257" y="257"/>
                    <a:pt x="254" y="260"/>
                    <a:pt x="253" y="263"/>
                  </a:cubicBezTo>
                  <a:cubicBezTo>
                    <a:pt x="253" y="255"/>
                    <a:pt x="253" y="255"/>
                    <a:pt x="253" y="255"/>
                  </a:cubicBezTo>
                  <a:cubicBezTo>
                    <a:pt x="254" y="253"/>
                    <a:pt x="254" y="251"/>
                    <a:pt x="254" y="248"/>
                  </a:cubicBezTo>
                  <a:cubicBezTo>
                    <a:pt x="253" y="248"/>
                    <a:pt x="253" y="248"/>
                    <a:pt x="253" y="249"/>
                  </a:cubicBezTo>
                  <a:cubicBezTo>
                    <a:pt x="253" y="242"/>
                    <a:pt x="253" y="242"/>
                    <a:pt x="253" y="242"/>
                  </a:cubicBezTo>
                  <a:cubicBezTo>
                    <a:pt x="254" y="241"/>
                    <a:pt x="256" y="240"/>
                    <a:pt x="257" y="238"/>
                  </a:cubicBezTo>
                  <a:cubicBezTo>
                    <a:pt x="256" y="238"/>
                    <a:pt x="254" y="237"/>
                    <a:pt x="253" y="237"/>
                  </a:cubicBezTo>
                  <a:cubicBezTo>
                    <a:pt x="253" y="231"/>
                    <a:pt x="253" y="231"/>
                    <a:pt x="253" y="231"/>
                  </a:cubicBezTo>
                  <a:cubicBezTo>
                    <a:pt x="256" y="232"/>
                    <a:pt x="256" y="232"/>
                    <a:pt x="256" y="232"/>
                  </a:cubicBezTo>
                  <a:cubicBezTo>
                    <a:pt x="257" y="232"/>
                    <a:pt x="258" y="232"/>
                    <a:pt x="260" y="232"/>
                  </a:cubicBezTo>
                  <a:close/>
                  <a:moveTo>
                    <a:pt x="260" y="268"/>
                  </a:moveTo>
                  <a:cubicBezTo>
                    <a:pt x="260" y="283"/>
                    <a:pt x="260" y="283"/>
                    <a:pt x="260" y="283"/>
                  </a:cubicBezTo>
                  <a:cubicBezTo>
                    <a:pt x="257" y="282"/>
                    <a:pt x="255" y="280"/>
                    <a:pt x="253" y="278"/>
                  </a:cubicBezTo>
                  <a:cubicBezTo>
                    <a:pt x="253" y="271"/>
                    <a:pt x="253" y="271"/>
                    <a:pt x="253" y="271"/>
                  </a:cubicBezTo>
                  <a:cubicBezTo>
                    <a:pt x="253" y="272"/>
                    <a:pt x="254" y="272"/>
                    <a:pt x="255" y="273"/>
                  </a:cubicBezTo>
                  <a:cubicBezTo>
                    <a:pt x="256" y="273"/>
                    <a:pt x="256" y="273"/>
                    <a:pt x="257" y="273"/>
                  </a:cubicBezTo>
                  <a:cubicBezTo>
                    <a:pt x="258" y="271"/>
                    <a:pt x="259" y="270"/>
                    <a:pt x="260" y="268"/>
                  </a:cubicBezTo>
                  <a:close/>
                  <a:moveTo>
                    <a:pt x="260" y="309"/>
                  </a:moveTo>
                  <a:cubicBezTo>
                    <a:pt x="260" y="322"/>
                    <a:pt x="260" y="322"/>
                    <a:pt x="260" y="322"/>
                  </a:cubicBezTo>
                  <a:cubicBezTo>
                    <a:pt x="258" y="327"/>
                    <a:pt x="255" y="332"/>
                    <a:pt x="253" y="338"/>
                  </a:cubicBezTo>
                  <a:cubicBezTo>
                    <a:pt x="253" y="304"/>
                    <a:pt x="253" y="304"/>
                    <a:pt x="253" y="304"/>
                  </a:cubicBezTo>
                  <a:cubicBezTo>
                    <a:pt x="255" y="305"/>
                    <a:pt x="257" y="307"/>
                    <a:pt x="260" y="309"/>
                  </a:cubicBezTo>
                  <a:close/>
                  <a:moveTo>
                    <a:pt x="260" y="331"/>
                  </a:moveTo>
                  <a:cubicBezTo>
                    <a:pt x="258" y="335"/>
                    <a:pt x="257" y="339"/>
                    <a:pt x="253" y="340"/>
                  </a:cubicBezTo>
                  <a:cubicBezTo>
                    <a:pt x="253" y="351"/>
                    <a:pt x="253" y="351"/>
                    <a:pt x="253" y="351"/>
                  </a:cubicBezTo>
                  <a:cubicBezTo>
                    <a:pt x="253" y="351"/>
                    <a:pt x="254" y="352"/>
                    <a:pt x="255" y="352"/>
                  </a:cubicBezTo>
                  <a:cubicBezTo>
                    <a:pt x="256" y="352"/>
                    <a:pt x="257" y="352"/>
                    <a:pt x="258" y="352"/>
                  </a:cubicBezTo>
                  <a:cubicBezTo>
                    <a:pt x="259" y="351"/>
                    <a:pt x="259" y="351"/>
                    <a:pt x="260" y="350"/>
                  </a:cubicBezTo>
                  <a:cubicBezTo>
                    <a:pt x="260" y="331"/>
                    <a:pt x="260" y="331"/>
                    <a:pt x="260" y="331"/>
                  </a:cubicBezTo>
                  <a:close/>
                  <a:moveTo>
                    <a:pt x="260" y="363"/>
                  </a:moveTo>
                  <a:cubicBezTo>
                    <a:pt x="260" y="380"/>
                    <a:pt x="260" y="380"/>
                    <a:pt x="260" y="380"/>
                  </a:cubicBezTo>
                  <a:cubicBezTo>
                    <a:pt x="257" y="377"/>
                    <a:pt x="255" y="375"/>
                    <a:pt x="253" y="374"/>
                  </a:cubicBezTo>
                  <a:cubicBezTo>
                    <a:pt x="253" y="363"/>
                    <a:pt x="253" y="363"/>
                    <a:pt x="253" y="363"/>
                  </a:cubicBezTo>
                  <a:cubicBezTo>
                    <a:pt x="255" y="363"/>
                    <a:pt x="257" y="363"/>
                    <a:pt x="260" y="363"/>
                  </a:cubicBezTo>
                  <a:close/>
                  <a:moveTo>
                    <a:pt x="260" y="390"/>
                  </a:moveTo>
                  <a:cubicBezTo>
                    <a:pt x="260" y="393"/>
                    <a:pt x="260" y="393"/>
                    <a:pt x="260" y="393"/>
                  </a:cubicBezTo>
                  <a:cubicBezTo>
                    <a:pt x="257" y="393"/>
                    <a:pt x="257" y="393"/>
                    <a:pt x="257" y="393"/>
                  </a:cubicBezTo>
                  <a:cubicBezTo>
                    <a:pt x="258" y="397"/>
                    <a:pt x="258" y="402"/>
                    <a:pt x="260" y="406"/>
                  </a:cubicBezTo>
                  <a:cubicBezTo>
                    <a:pt x="260" y="414"/>
                    <a:pt x="260" y="414"/>
                    <a:pt x="260" y="414"/>
                  </a:cubicBezTo>
                  <a:cubicBezTo>
                    <a:pt x="253" y="414"/>
                    <a:pt x="253" y="414"/>
                    <a:pt x="253" y="414"/>
                  </a:cubicBezTo>
                  <a:cubicBezTo>
                    <a:pt x="253" y="411"/>
                    <a:pt x="253" y="411"/>
                    <a:pt x="253" y="411"/>
                  </a:cubicBezTo>
                  <a:cubicBezTo>
                    <a:pt x="256" y="411"/>
                    <a:pt x="256" y="411"/>
                    <a:pt x="256" y="411"/>
                  </a:cubicBezTo>
                  <a:cubicBezTo>
                    <a:pt x="255" y="404"/>
                    <a:pt x="255" y="400"/>
                    <a:pt x="253" y="397"/>
                  </a:cubicBezTo>
                  <a:cubicBezTo>
                    <a:pt x="253" y="390"/>
                    <a:pt x="253" y="390"/>
                    <a:pt x="253" y="390"/>
                  </a:cubicBezTo>
                  <a:cubicBezTo>
                    <a:pt x="260" y="390"/>
                    <a:pt x="260" y="390"/>
                    <a:pt x="260" y="390"/>
                  </a:cubicBezTo>
                  <a:close/>
                  <a:moveTo>
                    <a:pt x="260" y="423"/>
                  </a:moveTo>
                  <a:cubicBezTo>
                    <a:pt x="260" y="446"/>
                    <a:pt x="260" y="446"/>
                    <a:pt x="260" y="446"/>
                  </a:cubicBezTo>
                  <a:cubicBezTo>
                    <a:pt x="258" y="447"/>
                    <a:pt x="255" y="448"/>
                    <a:pt x="253" y="448"/>
                  </a:cubicBezTo>
                  <a:cubicBezTo>
                    <a:pt x="253" y="449"/>
                    <a:pt x="253" y="449"/>
                    <a:pt x="253" y="449"/>
                  </a:cubicBezTo>
                  <a:cubicBezTo>
                    <a:pt x="253" y="436"/>
                    <a:pt x="253" y="436"/>
                    <a:pt x="253" y="436"/>
                  </a:cubicBezTo>
                  <a:cubicBezTo>
                    <a:pt x="255" y="434"/>
                    <a:pt x="256" y="430"/>
                    <a:pt x="258" y="424"/>
                  </a:cubicBezTo>
                  <a:cubicBezTo>
                    <a:pt x="258" y="423"/>
                    <a:pt x="259" y="423"/>
                    <a:pt x="260" y="423"/>
                  </a:cubicBezTo>
                  <a:close/>
                  <a:moveTo>
                    <a:pt x="260" y="454"/>
                  </a:moveTo>
                  <a:cubicBezTo>
                    <a:pt x="260" y="488"/>
                    <a:pt x="260" y="488"/>
                    <a:pt x="260" y="488"/>
                  </a:cubicBezTo>
                  <a:cubicBezTo>
                    <a:pt x="258" y="487"/>
                    <a:pt x="257" y="486"/>
                    <a:pt x="255" y="485"/>
                  </a:cubicBezTo>
                  <a:cubicBezTo>
                    <a:pt x="255" y="484"/>
                    <a:pt x="255" y="484"/>
                    <a:pt x="255" y="483"/>
                  </a:cubicBezTo>
                  <a:cubicBezTo>
                    <a:pt x="253" y="483"/>
                    <a:pt x="253" y="483"/>
                    <a:pt x="253" y="483"/>
                  </a:cubicBezTo>
                  <a:cubicBezTo>
                    <a:pt x="253" y="470"/>
                    <a:pt x="253" y="470"/>
                    <a:pt x="253" y="470"/>
                  </a:cubicBezTo>
                  <a:cubicBezTo>
                    <a:pt x="253" y="470"/>
                    <a:pt x="253" y="470"/>
                    <a:pt x="253" y="470"/>
                  </a:cubicBezTo>
                  <a:cubicBezTo>
                    <a:pt x="253" y="470"/>
                    <a:pt x="253" y="470"/>
                    <a:pt x="253" y="470"/>
                  </a:cubicBezTo>
                  <a:cubicBezTo>
                    <a:pt x="253" y="457"/>
                    <a:pt x="253" y="457"/>
                    <a:pt x="253" y="457"/>
                  </a:cubicBezTo>
                  <a:cubicBezTo>
                    <a:pt x="255" y="456"/>
                    <a:pt x="257" y="455"/>
                    <a:pt x="260" y="454"/>
                  </a:cubicBezTo>
                  <a:close/>
                  <a:moveTo>
                    <a:pt x="260" y="493"/>
                  </a:moveTo>
                  <a:cubicBezTo>
                    <a:pt x="258" y="492"/>
                    <a:pt x="256" y="490"/>
                    <a:pt x="256" y="489"/>
                  </a:cubicBezTo>
                  <a:cubicBezTo>
                    <a:pt x="255" y="488"/>
                    <a:pt x="254" y="488"/>
                    <a:pt x="253" y="488"/>
                  </a:cubicBezTo>
                  <a:cubicBezTo>
                    <a:pt x="253" y="487"/>
                    <a:pt x="253" y="487"/>
                    <a:pt x="253" y="487"/>
                  </a:cubicBezTo>
                  <a:cubicBezTo>
                    <a:pt x="253" y="497"/>
                    <a:pt x="253" y="497"/>
                    <a:pt x="253" y="497"/>
                  </a:cubicBezTo>
                  <a:cubicBezTo>
                    <a:pt x="255" y="499"/>
                    <a:pt x="257" y="502"/>
                    <a:pt x="260" y="505"/>
                  </a:cubicBezTo>
                  <a:cubicBezTo>
                    <a:pt x="260" y="493"/>
                    <a:pt x="260" y="493"/>
                    <a:pt x="260" y="493"/>
                  </a:cubicBezTo>
                  <a:close/>
                  <a:moveTo>
                    <a:pt x="260" y="523"/>
                  </a:moveTo>
                  <a:cubicBezTo>
                    <a:pt x="260" y="527"/>
                    <a:pt x="260" y="527"/>
                    <a:pt x="260" y="527"/>
                  </a:cubicBezTo>
                  <a:cubicBezTo>
                    <a:pt x="258" y="528"/>
                    <a:pt x="257" y="529"/>
                    <a:pt x="256" y="531"/>
                  </a:cubicBezTo>
                  <a:cubicBezTo>
                    <a:pt x="257" y="531"/>
                    <a:pt x="258" y="532"/>
                    <a:pt x="260" y="533"/>
                  </a:cubicBezTo>
                  <a:cubicBezTo>
                    <a:pt x="260" y="537"/>
                    <a:pt x="260" y="537"/>
                    <a:pt x="260" y="537"/>
                  </a:cubicBezTo>
                  <a:cubicBezTo>
                    <a:pt x="258" y="536"/>
                    <a:pt x="256" y="535"/>
                    <a:pt x="253" y="534"/>
                  </a:cubicBezTo>
                  <a:cubicBezTo>
                    <a:pt x="253" y="529"/>
                    <a:pt x="253" y="529"/>
                    <a:pt x="253" y="529"/>
                  </a:cubicBezTo>
                  <a:cubicBezTo>
                    <a:pt x="255" y="527"/>
                    <a:pt x="258" y="525"/>
                    <a:pt x="260" y="523"/>
                  </a:cubicBezTo>
                  <a:close/>
                  <a:moveTo>
                    <a:pt x="260" y="547"/>
                  </a:moveTo>
                  <a:cubicBezTo>
                    <a:pt x="260" y="552"/>
                    <a:pt x="260" y="552"/>
                    <a:pt x="260" y="552"/>
                  </a:cubicBezTo>
                  <a:cubicBezTo>
                    <a:pt x="257" y="550"/>
                    <a:pt x="255" y="548"/>
                    <a:pt x="253" y="547"/>
                  </a:cubicBezTo>
                  <a:cubicBezTo>
                    <a:pt x="253" y="543"/>
                    <a:pt x="253" y="543"/>
                    <a:pt x="253" y="543"/>
                  </a:cubicBezTo>
                  <a:cubicBezTo>
                    <a:pt x="255" y="544"/>
                    <a:pt x="257" y="545"/>
                    <a:pt x="260" y="547"/>
                  </a:cubicBezTo>
                  <a:close/>
                  <a:moveTo>
                    <a:pt x="260" y="552"/>
                  </a:moveTo>
                  <a:cubicBezTo>
                    <a:pt x="260" y="556"/>
                    <a:pt x="260" y="556"/>
                    <a:pt x="260" y="556"/>
                  </a:cubicBezTo>
                  <a:cubicBezTo>
                    <a:pt x="258" y="558"/>
                    <a:pt x="258" y="558"/>
                    <a:pt x="258" y="558"/>
                  </a:cubicBezTo>
                  <a:cubicBezTo>
                    <a:pt x="258" y="559"/>
                    <a:pt x="258" y="560"/>
                    <a:pt x="258" y="561"/>
                  </a:cubicBezTo>
                  <a:cubicBezTo>
                    <a:pt x="260" y="562"/>
                    <a:pt x="260" y="562"/>
                    <a:pt x="260" y="562"/>
                  </a:cubicBezTo>
                  <a:cubicBezTo>
                    <a:pt x="260" y="571"/>
                    <a:pt x="260" y="571"/>
                    <a:pt x="260" y="571"/>
                  </a:cubicBezTo>
                  <a:cubicBezTo>
                    <a:pt x="258" y="578"/>
                    <a:pt x="257" y="583"/>
                    <a:pt x="260" y="588"/>
                  </a:cubicBezTo>
                  <a:cubicBezTo>
                    <a:pt x="260" y="595"/>
                    <a:pt x="260" y="595"/>
                    <a:pt x="260" y="595"/>
                  </a:cubicBezTo>
                  <a:cubicBezTo>
                    <a:pt x="257" y="594"/>
                    <a:pt x="255" y="592"/>
                    <a:pt x="253" y="591"/>
                  </a:cubicBezTo>
                  <a:cubicBezTo>
                    <a:pt x="253" y="555"/>
                    <a:pt x="253" y="555"/>
                    <a:pt x="253" y="555"/>
                  </a:cubicBezTo>
                  <a:cubicBezTo>
                    <a:pt x="254" y="556"/>
                    <a:pt x="254" y="556"/>
                    <a:pt x="254" y="556"/>
                  </a:cubicBezTo>
                  <a:cubicBezTo>
                    <a:pt x="256" y="554"/>
                    <a:pt x="258" y="553"/>
                    <a:pt x="260" y="552"/>
                  </a:cubicBezTo>
                  <a:close/>
                  <a:moveTo>
                    <a:pt x="260" y="721"/>
                  </a:moveTo>
                  <a:cubicBezTo>
                    <a:pt x="260" y="729"/>
                    <a:pt x="260" y="729"/>
                    <a:pt x="260" y="729"/>
                  </a:cubicBezTo>
                  <a:cubicBezTo>
                    <a:pt x="258" y="728"/>
                    <a:pt x="256" y="727"/>
                    <a:pt x="253" y="726"/>
                  </a:cubicBezTo>
                  <a:cubicBezTo>
                    <a:pt x="253" y="719"/>
                    <a:pt x="253" y="719"/>
                    <a:pt x="253" y="719"/>
                  </a:cubicBezTo>
                  <a:cubicBezTo>
                    <a:pt x="255" y="719"/>
                    <a:pt x="257" y="720"/>
                    <a:pt x="260" y="721"/>
                  </a:cubicBezTo>
                  <a:close/>
                  <a:moveTo>
                    <a:pt x="248" y="29"/>
                  </a:moveTo>
                  <a:cubicBezTo>
                    <a:pt x="249" y="29"/>
                    <a:pt x="251" y="28"/>
                    <a:pt x="253" y="27"/>
                  </a:cubicBezTo>
                  <a:cubicBezTo>
                    <a:pt x="253" y="46"/>
                    <a:pt x="253" y="46"/>
                    <a:pt x="253" y="46"/>
                  </a:cubicBezTo>
                  <a:cubicBezTo>
                    <a:pt x="251" y="45"/>
                    <a:pt x="249" y="44"/>
                    <a:pt x="248" y="43"/>
                  </a:cubicBezTo>
                  <a:cubicBezTo>
                    <a:pt x="248" y="29"/>
                    <a:pt x="248" y="29"/>
                    <a:pt x="248" y="29"/>
                  </a:cubicBezTo>
                  <a:close/>
                  <a:moveTo>
                    <a:pt x="253" y="767"/>
                  </a:moveTo>
                  <a:cubicBezTo>
                    <a:pt x="251" y="766"/>
                    <a:pt x="249" y="764"/>
                    <a:pt x="248" y="763"/>
                  </a:cubicBezTo>
                  <a:cubicBezTo>
                    <a:pt x="248" y="733"/>
                    <a:pt x="248" y="733"/>
                    <a:pt x="248" y="733"/>
                  </a:cubicBezTo>
                  <a:cubicBezTo>
                    <a:pt x="248" y="742"/>
                    <a:pt x="249" y="749"/>
                    <a:pt x="253" y="755"/>
                  </a:cubicBezTo>
                  <a:cubicBezTo>
                    <a:pt x="253" y="767"/>
                    <a:pt x="253" y="767"/>
                    <a:pt x="253" y="767"/>
                  </a:cubicBezTo>
                  <a:close/>
                  <a:moveTo>
                    <a:pt x="253" y="66"/>
                  </a:moveTo>
                  <a:cubicBezTo>
                    <a:pt x="253" y="75"/>
                    <a:pt x="253" y="75"/>
                    <a:pt x="253" y="75"/>
                  </a:cubicBezTo>
                  <a:cubicBezTo>
                    <a:pt x="251" y="75"/>
                    <a:pt x="251" y="75"/>
                    <a:pt x="251" y="75"/>
                  </a:cubicBezTo>
                  <a:cubicBezTo>
                    <a:pt x="250" y="76"/>
                    <a:pt x="249" y="77"/>
                    <a:pt x="248" y="78"/>
                  </a:cubicBezTo>
                  <a:cubicBezTo>
                    <a:pt x="248" y="64"/>
                    <a:pt x="248" y="64"/>
                    <a:pt x="248" y="64"/>
                  </a:cubicBezTo>
                  <a:cubicBezTo>
                    <a:pt x="251" y="66"/>
                    <a:pt x="251" y="66"/>
                    <a:pt x="251" y="66"/>
                  </a:cubicBezTo>
                  <a:cubicBezTo>
                    <a:pt x="252" y="66"/>
                    <a:pt x="252" y="66"/>
                    <a:pt x="253" y="66"/>
                  </a:cubicBezTo>
                  <a:close/>
                  <a:moveTo>
                    <a:pt x="253" y="213"/>
                  </a:moveTo>
                  <a:cubicBezTo>
                    <a:pt x="253" y="221"/>
                    <a:pt x="253" y="221"/>
                    <a:pt x="253" y="221"/>
                  </a:cubicBezTo>
                  <a:cubicBezTo>
                    <a:pt x="251" y="222"/>
                    <a:pt x="249" y="222"/>
                    <a:pt x="248" y="224"/>
                  </a:cubicBezTo>
                  <a:cubicBezTo>
                    <a:pt x="248" y="217"/>
                    <a:pt x="248" y="217"/>
                    <a:pt x="248" y="217"/>
                  </a:cubicBezTo>
                  <a:cubicBezTo>
                    <a:pt x="249" y="216"/>
                    <a:pt x="251" y="214"/>
                    <a:pt x="253" y="213"/>
                  </a:cubicBezTo>
                  <a:close/>
                  <a:moveTo>
                    <a:pt x="253" y="231"/>
                  </a:moveTo>
                  <a:cubicBezTo>
                    <a:pt x="253" y="237"/>
                    <a:pt x="253" y="237"/>
                    <a:pt x="253" y="237"/>
                  </a:cubicBezTo>
                  <a:cubicBezTo>
                    <a:pt x="251" y="236"/>
                    <a:pt x="249" y="236"/>
                    <a:pt x="248" y="235"/>
                  </a:cubicBezTo>
                  <a:cubicBezTo>
                    <a:pt x="248" y="228"/>
                    <a:pt x="248" y="228"/>
                    <a:pt x="248" y="228"/>
                  </a:cubicBezTo>
                  <a:cubicBezTo>
                    <a:pt x="249" y="229"/>
                    <a:pt x="251" y="230"/>
                    <a:pt x="253" y="231"/>
                  </a:cubicBezTo>
                  <a:close/>
                  <a:moveTo>
                    <a:pt x="253" y="242"/>
                  </a:moveTo>
                  <a:cubicBezTo>
                    <a:pt x="253" y="249"/>
                    <a:pt x="253" y="249"/>
                    <a:pt x="253" y="249"/>
                  </a:cubicBezTo>
                  <a:cubicBezTo>
                    <a:pt x="252" y="249"/>
                    <a:pt x="251" y="249"/>
                    <a:pt x="249" y="250"/>
                  </a:cubicBezTo>
                  <a:cubicBezTo>
                    <a:pt x="249" y="251"/>
                    <a:pt x="248" y="252"/>
                    <a:pt x="248" y="253"/>
                  </a:cubicBezTo>
                  <a:cubicBezTo>
                    <a:pt x="248" y="245"/>
                    <a:pt x="248" y="245"/>
                    <a:pt x="248" y="245"/>
                  </a:cubicBezTo>
                  <a:cubicBezTo>
                    <a:pt x="250" y="244"/>
                    <a:pt x="251" y="244"/>
                    <a:pt x="253" y="242"/>
                  </a:cubicBezTo>
                  <a:close/>
                  <a:moveTo>
                    <a:pt x="253" y="255"/>
                  </a:moveTo>
                  <a:cubicBezTo>
                    <a:pt x="253" y="263"/>
                    <a:pt x="253" y="263"/>
                    <a:pt x="253" y="263"/>
                  </a:cubicBezTo>
                  <a:cubicBezTo>
                    <a:pt x="252" y="265"/>
                    <a:pt x="252" y="268"/>
                    <a:pt x="253" y="271"/>
                  </a:cubicBezTo>
                  <a:cubicBezTo>
                    <a:pt x="253" y="278"/>
                    <a:pt x="253" y="278"/>
                    <a:pt x="253" y="278"/>
                  </a:cubicBezTo>
                  <a:cubicBezTo>
                    <a:pt x="251" y="276"/>
                    <a:pt x="249" y="274"/>
                    <a:pt x="248" y="273"/>
                  </a:cubicBezTo>
                  <a:cubicBezTo>
                    <a:pt x="248" y="263"/>
                    <a:pt x="248" y="263"/>
                    <a:pt x="248" y="263"/>
                  </a:cubicBezTo>
                  <a:cubicBezTo>
                    <a:pt x="250" y="260"/>
                    <a:pt x="252" y="258"/>
                    <a:pt x="253" y="255"/>
                  </a:cubicBezTo>
                  <a:close/>
                  <a:moveTo>
                    <a:pt x="253" y="304"/>
                  </a:moveTo>
                  <a:cubicBezTo>
                    <a:pt x="253" y="338"/>
                    <a:pt x="253" y="338"/>
                    <a:pt x="253" y="338"/>
                  </a:cubicBezTo>
                  <a:cubicBezTo>
                    <a:pt x="253" y="339"/>
                    <a:pt x="253" y="340"/>
                    <a:pt x="252" y="340"/>
                  </a:cubicBezTo>
                  <a:cubicBezTo>
                    <a:pt x="253" y="340"/>
                    <a:pt x="253" y="340"/>
                    <a:pt x="253" y="340"/>
                  </a:cubicBezTo>
                  <a:cubicBezTo>
                    <a:pt x="253" y="351"/>
                    <a:pt x="253" y="351"/>
                    <a:pt x="253" y="351"/>
                  </a:cubicBezTo>
                  <a:cubicBezTo>
                    <a:pt x="253" y="351"/>
                    <a:pt x="253" y="351"/>
                    <a:pt x="252" y="351"/>
                  </a:cubicBezTo>
                  <a:cubicBezTo>
                    <a:pt x="252" y="348"/>
                    <a:pt x="251" y="345"/>
                    <a:pt x="251" y="343"/>
                  </a:cubicBezTo>
                  <a:cubicBezTo>
                    <a:pt x="250" y="343"/>
                    <a:pt x="249" y="343"/>
                    <a:pt x="249" y="344"/>
                  </a:cubicBezTo>
                  <a:cubicBezTo>
                    <a:pt x="248" y="345"/>
                    <a:pt x="248" y="346"/>
                    <a:pt x="248" y="347"/>
                  </a:cubicBezTo>
                  <a:cubicBezTo>
                    <a:pt x="248" y="332"/>
                    <a:pt x="248" y="332"/>
                    <a:pt x="248" y="332"/>
                  </a:cubicBezTo>
                  <a:cubicBezTo>
                    <a:pt x="249" y="328"/>
                    <a:pt x="251" y="323"/>
                    <a:pt x="250" y="319"/>
                  </a:cubicBezTo>
                  <a:cubicBezTo>
                    <a:pt x="249" y="320"/>
                    <a:pt x="249" y="321"/>
                    <a:pt x="248" y="321"/>
                  </a:cubicBezTo>
                  <a:cubicBezTo>
                    <a:pt x="248" y="302"/>
                    <a:pt x="248" y="302"/>
                    <a:pt x="248" y="302"/>
                  </a:cubicBezTo>
                  <a:cubicBezTo>
                    <a:pt x="249" y="302"/>
                    <a:pt x="251" y="303"/>
                    <a:pt x="253" y="304"/>
                  </a:cubicBezTo>
                  <a:close/>
                  <a:moveTo>
                    <a:pt x="253" y="363"/>
                  </a:moveTo>
                  <a:cubicBezTo>
                    <a:pt x="253" y="374"/>
                    <a:pt x="253" y="374"/>
                    <a:pt x="253" y="374"/>
                  </a:cubicBezTo>
                  <a:cubicBezTo>
                    <a:pt x="251" y="372"/>
                    <a:pt x="250" y="371"/>
                    <a:pt x="248" y="370"/>
                  </a:cubicBezTo>
                  <a:cubicBezTo>
                    <a:pt x="248" y="362"/>
                    <a:pt x="248" y="362"/>
                    <a:pt x="248" y="362"/>
                  </a:cubicBezTo>
                  <a:cubicBezTo>
                    <a:pt x="249" y="362"/>
                    <a:pt x="251" y="363"/>
                    <a:pt x="253" y="363"/>
                  </a:cubicBezTo>
                  <a:close/>
                  <a:moveTo>
                    <a:pt x="253" y="390"/>
                  </a:moveTo>
                  <a:cubicBezTo>
                    <a:pt x="253" y="397"/>
                    <a:pt x="253" y="397"/>
                    <a:pt x="253" y="397"/>
                  </a:cubicBezTo>
                  <a:cubicBezTo>
                    <a:pt x="252" y="395"/>
                    <a:pt x="251" y="394"/>
                    <a:pt x="248" y="394"/>
                  </a:cubicBezTo>
                  <a:cubicBezTo>
                    <a:pt x="248" y="390"/>
                    <a:pt x="248" y="390"/>
                    <a:pt x="248" y="390"/>
                  </a:cubicBezTo>
                  <a:cubicBezTo>
                    <a:pt x="253" y="390"/>
                    <a:pt x="253" y="390"/>
                    <a:pt x="253" y="390"/>
                  </a:cubicBezTo>
                  <a:close/>
                  <a:moveTo>
                    <a:pt x="253" y="411"/>
                  </a:moveTo>
                  <a:cubicBezTo>
                    <a:pt x="253" y="414"/>
                    <a:pt x="253" y="414"/>
                    <a:pt x="253" y="414"/>
                  </a:cubicBezTo>
                  <a:cubicBezTo>
                    <a:pt x="248" y="414"/>
                    <a:pt x="248" y="414"/>
                    <a:pt x="248" y="414"/>
                  </a:cubicBezTo>
                  <a:cubicBezTo>
                    <a:pt x="248" y="410"/>
                    <a:pt x="248" y="410"/>
                    <a:pt x="248" y="410"/>
                  </a:cubicBezTo>
                  <a:cubicBezTo>
                    <a:pt x="249" y="410"/>
                    <a:pt x="249" y="411"/>
                    <a:pt x="250" y="411"/>
                  </a:cubicBezTo>
                  <a:cubicBezTo>
                    <a:pt x="253" y="411"/>
                    <a:pt x="253" y="411"/>
                    <a:pt x="253" y="411"/>
                  </a:cubicBezTo>
                  <a:close/>
                  <a:moveTo>
                    <a:pt x="253" y="436"/>
                  </a:moveTo>
                  <a:cubicBezTo>
                    <a:pt x="253" y="449"/>
                    <a:pt x="253" y="449"/>
                    <a:pt x="253" y="449"/>
                  </a:cubicBezTo>
                  <a:cubicBezTo>
                    <a:pt x="251" y="452"/>
                    <a:pt x="249" y="454"/>
                    <a:pt x="248" y="456"/>
                  </a:cubicBezTo>
                  <a:cubicBezTo>
                    <a:pt x="248" y="439"/>
                    <a:pt x="248" y="439"/>
                    <a:pt x="248" y="439"/>
                  </a:cubicBezTo>
                  <a:cubicBezTo>
                    <a:pt x="250" y="438"/>
                    <a:pt x="252" y="438"/>
                    <a:pt x="253" y="436"/>
                  </a:cubicBezTo>
                  <a:close/>
                  <a:moveTo>
                    <a:pt x="253" y="457"/>
                  </a:moveTo>
                  <a:cubicBezTo>
                    <a:pt x="253" y="470"/>
                    <a:pt x="253" y="470"/>
                    <a:pt x="253" y="470"/>
                  </a:cubicBezTo>
                  <a:cubicBezTo>
                    <a:pt x="247" y="462"/>
                    <a:pt x="248" y="459"/>
                    <a:pt x="253" y="457"/>
                  </a:cubicBezTo>
                  <a:close/>
                  <a:moveTo>
                    <a:pt x="253" y="470"/>
                  </a:moveTo>
                  <a:cubicBezTo>
                    <a:pt x="252" y="470"/>
                    <a:pt x="251" y="470"/>
                    <a:pt x="250" y="470"/>
                  </a:cubicBezTo>
                  <a:cubicBezTo>
                    <a:pt x="248" y="468"/>
                    <a:pt x="248" y="468"/>
                    <a:pt x="248" y="468"/>
                  </a:cubicBezTo>
                  <a:cubicBezTo>
                    <a:pt x="248" y="493"/>
                    <a:pt x="248" y="493"/>
                    <a:pt x="248" y="493"/>
                  </a:cubicBezTo>
                  <a:cubicBezTo>
                    <a:pt x="250" y="494"/>
                    <a:pt x="251" y="496"/>
                    <a:pt x="253" y="497"/>
                  </a:cubicBezTo>
                  <a:cubicBezTo>
                    <a:pt x="253" y="487"/>
                    <a:pt x="253" y="487"/>
                    <a:pt x="253" y="487"/>
                  </a:cubicBezTo>
                  <a:cubicBezTo>
                    <a:pt x="252" y="486"/>
                    <a:pt x="252" y="484"/>
                    <a:pt x="251" y="483"/>
                  </a:cubicBezTo>
                  <a:cubicBezTo>
                    <a:pt x="253" y="483"/>
                    <a:pt x="253" y="483"/>
                    <a:pt x="253" y="483"/>
                  </a:cubicBezTo>
                  <a:cubicBezTo>
                    <a:pt x="253" y="470"/>
                    <a:pt x="253" y="470"/>
                    <a:pt x="253" y="470"/>
                  </a:cubicBezTo>
                  <a:close/>
                  <a:moveTo>
                    <a:pt x="253" y="529"/>
                  </a:moveTo>
                  <a:cubicBezTo>
                    <a:pt x="253" y="534"/>
                    <a:pt x="253" y="534"/>
                    <a:pt x="253" y="534"/>
                  </a:cubicBezTo>
                  <a:cubicBezTo>
                    <a:pt x="253" y="534"/>
                    <a:pt x="253" y="534"/>
                    <a:pt x="252" y="534"/>
                  </a:cubicBezTo>
                  <a:cubicBezTo>
                    <a:pt x="251" y="535"/>
                    <a:pt x="250" y="536"/>
                    <a:pt x="248" y="537"/>
                  </a:cubicBezTo>
                  <a:cubicBezTo>
                    <a:pt x="248" y="538"/>
                    <a:pt x="249" y="539"/>
                    <a:pt x="249" y="539"/>
                  </a:cubicBezTo>
                  <a:cubicBezTo>
                    <a:pt x="250" y="541"/>
                    <a:pt x="251" y="541"/>
                    <a:pt x="253" y="543"/>
                  </a:cubicBezTo>
                  <a:cubicBezTo>
                    <a:pt x="253" y="547"/>
                    <a:pt x="253" y="547"/>
                    <a:pt x="253" y="547"/>
                  </a:cubicBezTo>
                  <a:cubicBezTo>
                    <a:pt x="251" y="546"/>
                    <a:pt x="250" y="545"/>
                    <a:pt x="248" y="544"/>
                  </a:cubicBezTo>
                  <a:cubicBezTo>
                    <a:pt x="248" y="534"/>
                    <a:pt x="248" y="534"/>
                    <a:pt x="248" y="534"/>
                  </a:cubicBezTo>
                  <a:cubicBezTo>
                    <a:pt x="249" y="532"/>
                    <a:pt x="251" y="531"/>
                    <a:pt x="253" y="529"/>
                  </a:cubicBezTo>
                  <a:close/>
                  <a:moveTo>
                    <a:pt x="253" y="555"/>
                  </a:moveTo>
                  <a:cubicBezTo>
                    <a:pt x="253" y="591"/>
                    <a:pt x="253" y="591"/>
                    <a:pt x="253" y="591"/>
                  </a:cubicBezTo>
                  <a:cubicBezTo>
                    <a:pt x="251" y="589"/>
                    <a:pt x="249" y="588"/>
                    <a:pt x="248" y="586"/>
                  </a:cubicBezTo>
                  <a:cubicBezTo>
                    <a:pt x="248" y="580"/>
                    <a:pt x="248" y="580"/>
                    <a:pt x="248" y="580"/>
                  </a:cubicBezTo>
                  <a:cubicBezTo>
                    <a:pt x="248" y="581"/>
                    <a:pt x="249" y="582"/>
                    <a:pt x="250" y="583"/>
                  </a:cubicBezTo>
                  <a:cubicBezTo>
                    <a:pt x="253" y="570"/>
                    <a:pt x="255" y="566"/>
                    <a:pt x="248" y="557"/>
                  </a:cubicBezTo>
                  <a:cubicBezTo>
                    <a:pt x="248" y="551"/>
                    <a:pt x="248" y="551"/>
                    <a:pt x="248" y="551"/>
                  </a:cubicBezTo>
                  <a:cubicBezTo>
                    <a:pt x="249" y="552"/>
                    <a:pt x="251" y="553"/>
                    <a:pt x="253" y="555"/>
                  </a:cubicBezTo>
                  <a:close/>
                  <a:moveTo>
                    <a:pt x="253" y="719"/>
                  </a:moveTo>
                  <a:cubicBezTo>
                    <a:pt x="253" y="726"/>
                    <a:pt x="253" y="726"/>
                    <a:pt x="253" y="726"/>
                  </a:cubicBezTo>
                  <a:cubicBezTo>
                    <a:pt x="251" y="726"/>
                    <a:pt x="250" y="725"/>
                    <a:pt x="248" y="724"/>
                  </a:cubicBezTo>
                  <a:cubicBezTo>
                    <a:pt x="248" y="717"/>
                    <a:pt x="248" y="717"/>
                    <a:pt x="248" y="717"/>
                  </a:cubicBezTo>
                  <a:cubicBezTo>
                    <a:pt x="249" y="717"/>
                    <a:pt x="251" y="718"/>
                    <a:pt x="253" y="719"/>
                  </a:cubicBezTo>
                  <a:close/>
                  <a:moveTo>
                    <a:pt x="248" y="503"/>
                  </a:moveTo>
                  <a:cubicBezTo>
                    <a:pt x="248" y="497"/>
                    <a:pt x="248" y="497"/>
                    <a:pt x="248" y="497"/>
                  </a:cubicBezTo>
                  <a:cubicBezTo>
                    <a:pt x="248" y="497"/>
                    <a:pt x="249" y="497"/>
                    <a:pt x="249" y="497"/>
                  </a:cubicBezTo>
                  <a:cubicBezTo>
                    <a:pt x="249" y="499"/>
                    <a:pt x="249" y="500"/>
                    <a:pt x="249" y="502"/>
                  </a:cubicBezTo>
                  <a:cubicBezTo>
                    <a:pt x="249" y="502"/>
                    <a:pt x="248" y="503"/>
                    <a:pt x="248" y="503"/>
                  </a:cubicBezTo>
                  <a:close/>
                  <a:moveTo>
                    <a:pt x="238" y="33"/>
                  </a:moveTo>
                  <a:cubicBezTo>
                    <a:pt x="241" y="32"/>
                    <a:pt x="244" y="31"/>
                    <a:pt x="248" y="29"/>
                  </a:cubicBezTo>
                  <a:cubicBezTo>
                    <a:pt x="248" y="43"/>
                    <a:pt x="248" y="43"/>
                    <a:pt x="248" y="43"/>
                  </a:cubicBezTo>
                  <a:cubicBezTo>
                    <a:pt x="245" y="42"/>
                    <a:pt x="241" y="42"/>
                    <a:pt x="238" y="42"/>
                  </a:cubicBezTo>
                  <a:cubicBezTo>
                    <a:pt x="238" y="33"/>
                    <a:pt x="238" y="33"/>
                    <a:pt x="238" y="33"/>
                  </a:cubicBezTo>
                  <a:close/>
                  <a:moveTo>
                    <a:pt x="248" y="763"/>
                  </a:moveTo>
                  <a:cubicBezTo>
                    <a:pt x="248" y="763"/>
                    <a:pt x="248" y="763"/>
                    <a:pt x="248" y="763"/>
                  </a:cubicBezTo>
                  <a:cubicBezTo>
                    <a:pt x="244" y="762"/>
                    <a:pt x="241" y="762"/>
                    <a:pt x="238" y="760"/>
                  </a:cubicBezTo>
                  <a:cubicBezTo>
                    <a:pt x="238" y="753"/>
                    <a:pt x="238" y="753"/>
                    <a:pt x="238" y="753"/>
                  </a:cubicBezTo>
                  <a:cubicBezTo>
                    <a:pt x="241" y="753"/>
                    <a:pt x="241" y="753"/>
                    <a:pt x="241" y="753"/>
                  </a:cubicBezTo>
                  <a:cubicBezTo>
                    <a:pt x="240" y="745"/>
                    <a:pt x="240" y="737"/>
                    <a:pt x="238" y="729"/>
                  </a:cubicBezTo>
                  <a:cubicBezTo>
                    <a:pt x="238" y="711"/>
                    <a:pt x="238" y="711"/>
                    <a:pt x="238" y="711"/>
                  </a:cubicBezTo>
                  <a:cubicBezTo>
                    <a:pt x="239" y="713"/>
                    <a:pt x="241" y="714"/>
                    <a:pt x="242" y="715"/>
                  </a:cubicBezTo>
                  <a:cubicBezTo>
                    <a:pt x="244" y="716"/>
                    <a:pt x="246" y="716"/>
                    <a:pt x="248" y="717"/>
                  </a:cubicBezTo>
                  <a:cubicBezTo>
                    <a:pt x="248" y="724"/>
                    <a:pt x="248" y="724"/>
                    <a:pt x="248" y="724"/>
                  </a:cubicBezTo>
                  <a:cubicBezTo>
                    <a:pt x="247" y="724"/>
                    <a:pt x="247" y="724"/>
                    <a:pt x="247" y="724"/>
                  </a:cubicBezTo>
                  <a:cubicBezTo>
                    <a:pt x="247" y="727"/>
                    <a:pt x="248" y="730"/>
                    <a:pt x="248" y="733"/>
                  </a:cubicBezTo>
                  <a:cubicBezTo>
                    <a:pt x="248" y="763"/>
                    <a:pt x="248" y="763"/>
                    <a:pt x="248" y="763"/>
                  </a:cubicBezTo>
                  <a:close/>
                  <a:moveTo>
                    <a:pt x="248" y="64"/>
                  </a:moveTo>
                  <a:cubicBezTo>
                    <a:pt x="248" y="78"/>
                    <a:pt x="248" y="78"/>
                    <a:pt x="248" y="78"/>
                  </a:cubicBezTo>
                  <a:cubicBezTo>
                    <a:pt x="244" y="80"/>
                    <a:pt x="241" y="83"/>
                    <a:pt x="238" y="84"/>
                  </a:cubicBezTo>
                  <a:cubicBezTo>
                    <a:pt x="238" y="75"/>
                    <a:pt x="238" y="75"/>
                    <a:pt x="238" y="75"/>
                  </a:cubicBezTo>
                  <a:cubicBezTo>
                    <a:pt x="239" y="75"/>
                    <a:pt x="241" y="74"/>
                    <a:pt x="243" y="73"/>
                  </a:cubicBezTo>
                  <a:cubicBezTo>
                    <a:pt x="238" y="69"/>
                    <a:pt x="238" y="69"/>
                    <a:pt x="238" y="69"/>
                  </a:cubicBezTo>
                  <a:cubicBezTo>
                    <a:pt x="238" y="58"/>
                    <a:pt x="238" y="58"/>
                    <a:pt x="238" y="58"/>
                  </a:cubicBezTo>
                  <a:cubicBezTo>
                    <a:pt x="248" y="64"/>
                    <a:pt x="248" y="64"/>
                    <a:pt x="248" y="64"/>
                  </a:cubicBezTo>
                  <a:close/>
                  <a:moveTo>
                    <a:pt x="248" y="217"/>
                  </a:moveTo>
                  <a:cubicBezTo>
                    <a:pt x="248" y="224"/>
                    <a:pt x="248" y="224"/>
                    <a:pt x="248" y="224"/>
                  </a:cubicBezTo>
                  <a:cubicBezTo>
                    <a:pt x="247" y="225"/>
                    <a:pt x="245" y="226"/>
                    <a:pt x="244" y="227"/>
                  </a:cubicBezTo>
                  <a:cubicBezTo>
                    <a:pt x="248" y="228"/>
                    <a:pt x="248" y="228"/>
                    <a:pt x="248" y="228"/>
                  </a:cubicBezTo>
                  <a:cubicBezTo>
                    <a:pt x="248" y="235"/>
                    <a:pt x="248" y="235"/>
                    <a:pt x="248" y="235"/>
                  </a:cubicBezTo>
                  <a:cubicBezTo>
                    <a:pt x="244" y="234"/>
                    <a:pt x="241" y="234"/>
                    <a:pt x="238" y="235"/>
                  </a:cubicBezTo>
                  <a:cubicBezTo>
                    <a:pt x="238" y="226"/>
                    <a:pt x="238" y="226"/>
                    <a:pt x="238" y="226"/>
                  </a:cubicBezTo>
                  <a:cubicBezTo>
                    <a:pt x="241" y="223"/>
                    <a:pt x="244" y="220"/>
                    <a:pt x="248" y="217"/>
                  </a:cubicBezTo>
                  <a:close/>
                  <a:moveTo>
                    <a:pt x="248" y="245"/>
                  </a:moveTo>
                  <a:cubicBezTo>
                    <a:pt x="248" y="253"/>
                    <a:pt x="248" y="253"/>
                    <a:pt x="248" y="253"/>
                  </a:cubicBezTo>
                  <a:cubicBezTo>
                    <a:pt x="245" y="258"/>
                    <a:pt x="241" y="259"/>
                    <a:pt x="247" y="265"/>
                  </a:cubicBezTo>
                  <a:cubicBezTo>
                    <a:pt x="247" y="264"/>
                    <a:pt x="247" y="264"/>
                    <a:pt x="248" y="263"/>
                  </a:cubicBezTo>
                  <a:cubicBezTo>
                    <a:pt x="248" y="273"/>
                    <a:pt x="248" y="273"/>
                    <a:pt x="248" y="273"/>
                  </a:cubicBezTo>
                  <a:cubicBezTo>
                    <a:pt x="244" y="269"/>
                    <a:pt x="242" y="266"/>
                    <a:pt x="241" y="263"/>
                  </a:cubicBezTo>
                  <a:cubicBezTo>
                    <a:pt x="240" y="263"/>
                    <a:pt x="239" y="263"/>
                    <a:pt x="238" y="263"/>
                  </a:cubicBezTo>
                  <a:cubicBezTo>
                    <a:pt x="238" y="257"/>
                    <a:pt x="238" y="257"/>
                    <a:pt x="238" y="257"/>
                  </a:cubicBezTo>
                  <a:cubicBezTo>
                    <a:pt x="239" y="255"/>
                    <a:pt x="241" y="254"/>
                    <a:pt x="243" y="252"/>
                  </a:cubicBezTo>
                  <a:cubicBezTo>
                    <a:pt x="241" y="251"/>
                    <a:pt x="239" y="251"/>
                    <a:pt x="238" y="250"/>
                  </a:cubicBezTo>
                  <a:cubicBezTo>
                    <a:pt x="238" y="243"/>
                    <a:pt x="238" y="243"/>
                    <a:pt x="238" y="243"/>
                  </a:cubicBezTo>
                  <a:cubicBezTo>
                    <a:pt x="243" y="245"/>
                    <a:pt x="243" y="245"/>
                    <a:pt x="243" y="245"/>
                  </a:cubicBezTo>
                  <a:cubicBezTo>
                    <a:pt x="245" y="245"/>
                    <a:pt x="247" y="245"/>
                    <a:pt x="248" y="245"/>
                  </a:cubicBezTo>
                  <a:close/>
                  <a:moveTo>
                    <a:pt x="248" y="302"/>
                  </a:moveTo>
                  <a:cubicBezTo>
                    <a:pt x="248" y="321"/>
                    <a:pt x="248" y="321"/>
                    <a:pt x="248" y="321"/>
                  </a:cubicBezTo>
                  <a:cubicBezTo>
                    <a:pt x="245" y="323"/>
                    <a:pt x="243" y="323"/>
                    <a:pt x="238" y="323"/>
                  </a:cubicBezTo>
                  <a:cubicBezTo>
                    <a:pt x="238" y="327"/>
                    <a:pt x="239" y="328"/>
                    <a:pt x="241" y="331"/>
                  </a:cubicBezTo>
                  <a:cubicBezTo>
                    <a:pt x="241" y="334"/>
                    <a:pt x="242" y="337"/>
                    <a:pt x="242" y="340"/>
                  </a:cubicBezTo>
                  <a:cubicBezTo>
                    <a:pt x="244" y="339"/>
                    <a:pt x="246" y="336"/>
                    <a:pt x="248" y="332"/>
                  </a:cubicBezTo>
                  <a:cubicBezTo>
                    <a:pt x="248" y="347"/>
                    <a:pt x="248" y="347"/>
                    <a:pt x="248" y="347"/>
                  </a:cubicBezTo>
                  <a:cubicBezTo>
                    <a:pt x="248" y="347"/>
                    <a:pt x="248" y="347"/>
                    <a:pt x="248" y="347"/>
                  </a:cubicBezTo>
                  <a:cubicBezTo>
                    <a:pt x="245" y="348"/>
                    <a:pt x="241" y="349"/>
                    <a:pt x="238" y="349"/>
                  </a:cubicBezTo>
                  <a:cubicBezTo>
                    <a:pt x="238" y="310"/>
                    <a:pt x="238" y="310"/>
                    <a:pt x="238" y="310"/>
                  </a:cubicBezTo>
                  <a:cubicBezTo>
                    <a:pt x="241" y="304"/>
                    <a:pt x="244" y="301"/>
                    <a:pt x="248" y="302"/>
                  </a:cubicBezTo>
                  <a:close/>
                  <a:moveTo>
                    <a:pt x="248" y="362"/>
                  </a:moveTo>
                  <a:cubicBezTo>
                    <a:pt x="248" y="370"/>
                    <a:pt x="248" y="370"/>
                    <a:pt x="248" y="370"/>
                  </a:cubicBezTo>
                  <a:cubicBezTo>
                    <a:pt x="245" y="370"/>
                    <a:pt x="243" y="370"/>
                    <a:pt x="238" y="370"/>
                  </a:cubicBezTo>
                  <a:cubicBezTo>
                    <a:pt x="238" y="360"/>
                    <a:pt x="238" y="360"/>
                    <a:pt x="238" y="360"/>
                  </a:cubicBezTo>
                  <a:cubicBezTo>
                    <a:pt x="241" y="360"/>
                    <a:pt x="244" y="361"/>
                    <a:pt x="248" y="362"/>
                  </a:cubicBezTo>
                  <a:close/>
                  <a:moveTo>
                    <a:pt x="248" y="390"/>
                  </a:moveTo>
                  <a:cubicBezTo>
                    <a:pt x="248" y="394"/>
                    <a:pt x="248" y="394"/>
                    <a:pt x="248" y="394"/>
                  </a:cubicBezTo>
                  <a:cubicBezTo>
                    <a:pt x="247" y="393"/>
                    <a:pt x="245" y="393"/>
                    <a:pt x="244" y="393"/>
                  </a:cubicBezTo>
                  <a:cubicBezTo>
                    <a:pt x="245" y="399"/>
                    <a:pt x="247" y="404"/>
                    <a:pt x="248" y="410"/>
                  </a:cubicBezTo>
                  <a:cubicBezTo>
                    <a:pt x="248" y="410"/>
                    <a:pt x="248" y="410"/>
                    <a:pt x="248" y="410"/>
                  </a:cubicBezTo>
                  <a:cubicBezTo>
                    <a:pt x="248" y="414"/>
                    <a:pt x="248" y="414"/>
                    <a:pt x="248" y="414"/>
                  </a:cubicBezTo>
                  <a:cubicBezTo>
                    <a:pt x="238" y="414"/>
                    <a:pt x="238" y="414"/>
                    <a:pt x="238" y="414"/>
                  </a:cubicBezTo>
                  <a:cubicBezTo>
                    <a:pt x="238" y="411"/>
                    <a:pt x="238" y="411"/>
                    <a:pt x="238" y="411"/>
                  </a:cubicBezTo>
                  <a:cubicBezTo>
                    <a:pt x="240" y="411"/>
                    <a:pt x="242" y="410"/>
                    <a:pt x="244" y="410"/>
                  </a:cubicBezTo>
                  <a:cubicBezTo>
                    <a:pt x="243" y="405"/>
                    <a:pt x="242" y="400"/>
                    <a:pt x="241" y="395"/>
                  </a:cubicBezTo>
                  <a:cubicBezTo>
                    <a:pt x="240" y="395"/>
                    <a:pt x="239" y="394"/>
                    <a:pt x="238" y="394"/>
                  </a:cubicBezTo>
                  <a:cubicBezTo>
                    <a:pt x="238" y="390"/>
                    <a:pt x="238" y="390"/>
                    <a:pt x="238" y="390"/>
                  </a:cubicBezTo>
                  <a:cubicBezTo>
                    <a:pt x="248" y="390"/>
                    <a:pt x="248" y="390"/>
                    <a:pt x="248" y="390"/>
                  </a:cubicBezTo>
                  <a:close/>
                  <a:moveTo>
                    <a:pt x="248" y="439"/>
                  </a:moveTo>
                  <a:cubicBezTo>
                    <a:pt x="248" y="456"/>
                    <a:pt x="248" y="456"/>
                    <a:pt x="248" y="456"/>
                  </a:cubicBezTo>
                  <a:cubicBezTo>
                    <a:pt x="246" y="458"/>
                    <a:pt x="243" y="461"/>
                    <a:pt x="238" y="467"/>
                  </a:cubicBezTo>
                  <a:cubicBezTo>
                    <a:pt x="241" y="471"/>
                    <a:pt x="243" y="476"/>
                    <a:pt x="248" y="478"/>
                  </a:cubicBezTo>
                  <a:cubicBezTo>
                    <a:pt x="246" y="476"/>
                    <a:pt x="245" y="473"/>
                    <a:pt x="243" y="470"/>
                  </a:cubicBezTo>
                  <a:cubicBezTo>
                    <a:pt x="244" y="470"/>
                    <a:pt x="245" y="469"/>
                    <a:pt x="245" y="468"/>
                  </a:cubicBezTo>
                  <a:cubicBezTo>
                    <a:pt x="246" y="468"/>
                    <a:pt x="247" y="468"/>
                    <a:pt x="248" y="468"/>
                  </a:cubicBezTo>
                  <a:cubicBezTo>
                    <a:pt x="248" y="468"/>
                    <a:pt x="248" y="468"/>
                    <a:pt x="248" y="468"/>
                  </a:cubicBezTo>
                  <a:cubicBezTo>
                    <a:pt x="248" y="493"/>
                    <a:pt x="248" y="493"/>
                    <a:pt x="248" y="493"/>
                  </a:cubicBezTo>
                  <a:cubicBezTo>
                    <a:pt x="247" y="493"/>
                    <a:pt x="245" y="493"/>
                    <a:pt x="244" y="492"/>
                  </a:cubicBezTo>
                  <a:cubicBezTo>
                    <a:pt x="245" y="495"/>
                    <a:pt x="246" y="496"/>
                    <a:pt x="248" y="497"/>
                  </a:cubicBezTo>
                  <a:cubicBezTo>
                    <a:pt x="248" y="503"/>
                    <a:pt x="248" y="503"/>
                    <a:pt x="248" y="503"/>
                  </a:cubicBezTo>
                  <a:cubicBezTo>
                    <a:pt x="247" y="503"/>
                    <a:pt x="246" y="503"/>
                    <a:pt x="244" y="503"/>
                  </a:cubicBezTo>
                  <a:cubicBezTo>
                    <a:pt x="242" y="501"/>
                    <a:pt x="240" y="500"/>
                    <a:pt x="238" y="500"/>
                  </a:cubicBezTo>
                  <a:cubicBezTo>
                    <a:pt x="238" y="486"/>
                    <a:pt x="238" y="486"/>
                    <a:pt x="238" y="486"/>
                  </a:cubicBezTo>
                  <a:cubicBezTo>
                    <a:pt x="239" y="486"/>
                    <a:pt x="239" y="486"/>
                    <a:pt x="241" y="486"/>
                  </a:cubicBezTo>
                  <a:cubicBezTo>
                    <a:pt x="240" y="484"/>
                    <a:pt x="240" y="482"/>
                    <a:pt x="239" y="480"/>
                  </a:cubicBezTo>
                  <a:cubicBezTo>
                    <a:pt x="238" y="480"/>
                    <a:pt x="238" y="480"/>
                    <a:pt x="238" y="480"/>
                  </a:cubicBezTo>
                  <a:cubicBezTo>
                    <a:pt x="238" y="455"/>
                    <a:pt x="238" y="455"/>
                    <a:pt x="238" y="455"/>
                  </a:cubicBezTo>
                  <a:cubicBezTo>
                    <a:pt x="240" y="453"/>
                    <a:pt x="241" y="451"/>
                    <a:pt x="244" y="447"/>
                  </a:cubicBezTo>
                  <a:cubicBezTo>
                    <a:pt x="242" y="447"/>
                    <a:pt x="240" y="446"/>
                    <a:pt x="238" y="446"/>
                  </a:cubicBezTo>
                  <a:cubicBezTo>
                    <a:pt x="238" y="439"/>
                    <a:pt x="238" y="439"/>
                    <a:pt x="238" y="439"/>
                  </a:cubicBezTo>
                  <a:cubicBezTo>
                    <a:pt x="242" y="439"/>
                    <a:pt x="245" y="439"/>
                    <a:pt x="248" y="439"/>
                  </a:cubicBezTo>
                  <a:close/>
                  <a:moveTo>
                    <a:pt x="248" y="534"/>
                  </a:moveTo>
                  <a:cubicBezTo>
                    <a:pt x="248" y="544"/>
                    <a:pt x="248" y="544"/>
                    <a:pt x="248" y="544"/>
                  </a:cubicBezTo>
                  <a:cubicBezTo>
                    <a:pt x="246" y="543"/>
                    <a:pt x="245" y="543"/>
                    <a:pt x="243" y="543"/>
                  </a:cubicBezTo>
                  <a:cubicBezTo>
                    <a:pt x="245" y="548"/>
                    <a:pt x="246" y="549"/>
                    <a:pt x="248" y="551"/>
                  </a:cubicBezTo>
                  <a:cubicBezTo>
                    <a:pt x="248" y="557"/>
                    <a:pt x="248" y="557"/>
                    <a:pt x="248" y="557"/>
                  </a:cubicBezTo>
                  <a:cubicBezTo>
                    <a:pt x="247" y="556"/>
                    <a:pt x="247" y="555"/>
                    <a:pt x="246" y="554"/>
                  </a:cubicBezTo>
                  <a:cubicBezTo>
                    <a:pt x="243" y="567"/>
                    <a:pt x="240" y="572"/>
                    <a:pt x="248" y="580"/>
                  </a:cubicBezTo>
                  <a:cubicBezTo>
                    <a:pt x="248" y="586"/>
                    <a:pt x="248" y="586"/>
                    <a:pt x="248" y="586"/>
                  </a:cubicBezTo>
                  <a:cubicBezTo>
                    <a:pt x="244" y="584"/>
                    <a:pt x="241" y="580"/>
                    <a:pt x="238" y="577"/>
                  </a:cubicBezTo>
                  <a:cubicBezTo>
                    <a:pt x="238" y="562"/>
                    <a:pt x="238" y="562"/>
                    <a:pt x="238" y="562"/>
                  </a:cubicBezTo>
                  <a:cubicBezTo>
                    <a:pt x="239" y="557"/>
                    <a:pt x="240" y="551"/>
                    <a:pt x="238" y="547"/>
                  </a:cubicBezTo>
                  <a:cubicBezTo>
                    <a:pt x="238" y="539"/>
                    <a:pt x="238" y="539"/>
                    <a:pt x="238" y="539"/>
                  </a:cubicBezTo>
                  <a:cubicBezTo>
                    <a:pt x="238" y="539"/>
                    <a:pt x="239" y="540"/>
                    <a:pt x="239" y="540"/>
                  </a:cubicBezTo>
                  <a:cubicBezTo>
                    <a:pt x="241" y="539"/>
                    <a:pt x="244" y="537"/>
                    <a:pt x="248" y="534"/>
                  </a:cubicBezTo>
                  <a:close/>
                  <a:moveTo>
                    <a:pt x="230" y="37"/>
                  </a:moveTo>
                  <a:cubicBezTo>
                    <a:pt x="232" y="36"/>
                    <a:pt x="235" y="35"/>
                    <a:pt x="238" y="33"/>
                  </a:cubicBezTo>
                  <a:cubicBezTo>
                    <a:pt x="238" y="42"/>
                    <a:pt x="238" y="42"/>
                    <a:pt x="238" y="42"/>
                  </a:cubicBezTo>
                  <a:cubicBezTo>
                    <a:pt x="235" y="42"/>
                    <a:pt x="232" y="43"/>
                    <a:pt x="230" y="45"/>
                  </a:cubicBezTo>
                  <a:cubicBezTo>
                    <a:pt x="230" y="37"/>
                    <a:pt x="230" y="37"/>
                    <a:pt x="230" y="37"/>
                  </a:cubicBezTo>
                  <a:close/>
                  <a:moveTo>
                    <a:pt x="238" y="760"/>
                  </a:moveTo>
                  <a:cubicBezTo>
                    <a:pt x="235" y="759"/>
                    <a:pt x="232" y="759"/>
                    <a:pt x="230" y="757"/>
                  </a:cubicBezTo>
                  <a:cubicBezTo>
                    <a:pt x="230" y="749"/>
                    <a:pt x="230" y="749"/>
                    <a:pt x="230" y="749"/>
                  </a:cubicBezTo>
                  <a:cubicBezTo>
                    <a:pt x="232" y="750"/>
                    <a:pt x="234" y="751"/>
                    <a:pt x="237" y="753"/>
                  </a:cubicBezTo>
                  <a:cubicBezTo>
                    <a:pt x="238" y="753"/>
                    <a:pt x="238" y="753"/>
                    <a:pt x="238" y="753"/>
                  </a:cubicBezTo>
                  <a:cubicBezTo>
                    <a:pt x="238" y="760"/>
                    <a:pt x="238" y="760"/>
                    <a:pt x="238" y="760"/>
                  </a:cubicBezTo>
                  <a:close/>
                  <a:moveTo>
                    <a:pt x="238" y="58"/>
                  </a:moveTo>
                  <a:cubicBezTo>
                    <a:pt x="238" y="69"/>
                    <a:pt x="238" y="69"/>
                    <a:pt x="238" y="69"/>
                  </a:cubicBezTo>
                  <a:cubicBezTo>
                    <a:pt x="230" y="63"/>
                    <a:pt x="230" y="63"/>
                    <a:pt x="230" y="63"/>
                  </a:cubicBezTo>
                  <a:cubicBezTo>
                    <a:pt x="230" y="52"/>
                    <a:pt x="230" y="52"/>
                    <a:pt x="230" y="52"/>
                  </a:cubicBezTo>
                  <a:cubicBezTo>
                    <a:pt x="238" y="58"/>
                    <a:pt x="238" y="58"/>
                    <a:pt x="238" y="58"/>
                  </a:cubicBezTo>
                  <a:close/>
                  <a:moveTo>
                    <a:pt x="238" y="75"/>
                  </a:moveTo>
                  <a:cubicBezTo>
                    <a:pt x="238" y="84"/>
                    <a:pt x="238" y="84"/>
                    <a:pt x="238" y="84"/>
                  </a:cubicBezTo>
                  <a:cubicBezTo>
                    <a:pt x="235" y="86"/>
                    <a:pt x="232" y="87"/>
                    <a:pt x="230" y="88"/>
                  </a:cubicBezTo>
                  <a:cubicBezTo>
                    <a:pt x="230" y="79"/>
                    <a:pt x="230" y="79"/>
                    <a:pt x="230" y="79"/>
                  </a:cubicBezTo>
                  <a:cubicBezTo>
                    <a:pt x="232" y="78"/>
                    <a:pt x="235" y="77"/>
                    <a:pt x="238" y="75"/>
                  </a:cubicBezTo>
                  <a:close/>
                  <a:moveTo>
                    <a:pt x="238" y="226"/>
                  </a:moveTo>
                  <a:cubicBezTo>
                    <a:pt x="238" y="235"/>
                    <a:pt x="238" y="235"/>
                    <a:pt x="238" y="235"/>
                  </a:cubicBezTo>
                  <a:cubicBezTo>
                    <a:pt x="235" y="236"/>
                    <a:pt x="233" y="238"/>
                    <a:pt x="230" y="241"/>
                  </a:cubicBezTo>
                  <a:cubicBezTo>
                    <a:pt x="230" y="232"/>
                    <a:pt x="230" y="232"/>
                    <a:pt x="230" y="232"/>
                  </a:cubicBezTo>
                  <a:cubicBezTo>
                    <a:pt x="232" y="230"/>
                    <a:pt x="235" y="228"/>
                    <a:pt x="238" y="226"/>
                  </a:cubicBezTo>
                  <a:close/>
                  <a:moveTo>
                    <a:pt x="238" y="243"/>
                  </a:moveTo>
                  <a:cubicBezTo>
                    <a:pt x="238" y="250"/>
                    <a:pt x="238" y="250"/>
                    <a:pt x="238" y="250"/>
                  </a:cubicBezTo>
                  <a:cubicBezTo>
                    <a:pt x="235" y="249"/>
                    <a:pt x="232" y="248"/>
                    <a:pt x="230" y="248"/>
                  </a:cubicBezTo>
                  <a:cubicBezTo>
                    <a:pt x="230" y="241"/>
                    <a:pt x="230" y="241"/>
                    <a:pt x="230" y="241"/>
                  </a:cubicBezTo>
                  <a:cubicBezTo>
                    <a:pt x="232" y="242"/>
                    <a:pt x="235" y="243"/>
                    <a:pt x="238" y="243"/>
                  </a:cubicBezTo>
                  <a:close/>
                  <a:moveTo>
                    <a:pt x="238" y="257"/>
                  </a:moveTo>
                  <a:cubicBezTo>
                    <a:pt x="238" y="263"/>
                    <a:pt x="238" y="263"/>
                    <a:pt x="238" y="263"/>
                  </a:cubicBezTo>
                  <a:cubicBezTo>
                    <a:pt x="237" y="264"/>
                    <a:pt x="237" y="264"/>
                    <a:pt x="237" y="264"/>
                  </a:cubicBezTo>
                  <a:cubicBezTo>
                    <a:pt x="236" y="266"/>
                    <a:pt x="233" y="270"/>
                    <a:pt x="230" y="276"/>
                  </a:cubicBezTo>
                  <a:cubicBezTo>
                    <a:pt x="230" y="266"/>
                    <a:pt x="230" y="266"/>
                    <a:pt x="230" y="266"/>
                  </a:cubicBezTo>
                  <a:cubicBezTo>
                    <a:pt x="230" y="266"/>
                    <a:pt x="230" y="266"/>
                    <a:pt x="230" y="265"/>
                  </a:cubicBezTo>
                  <a:cubicBezTo>
                    <a:pt x="230" y="265"/>
                    <a:pt x="230" y="265"/>
                    <a:pt x="230" y="265"/>
                  </a:cubicBezTo>
                  <a:cubicBezTo>
                    <a:pt x="230" y="259"/>
                    <a:pt x="230" y="259"/>
                    <a:pt x="230" y="259"/>
                  </a:cubicBezTo>
                  <a:cubicBezTo>
                    <a:pt x="231" y="259"/>
                    <a:pt x="231" y="259"/>
                    <a:pt x="231" y="259"/>
                  </a:cubicBezTo>
                  <a:cubicBezTo>
                    <a:pt x="234" y="258"/>
                    <a:pt x="236" y="258"/>
                    <a:pt x="238" y="257"/>
                  </a:cubicBezTo>
                  <a:close/>
                  <a:moveTo>
                    <a:pt x="238" y="310"/>
                  </a:moveTo>
                  <a:cubicBezTo>
                    <a:pt x="238" y="349"/>
                    <a:pt x="238" y="349"/>
                    <a:pt x="238" y="349"/>
                  </a:cubicBezTo>
                  <a:cubicBezTo>
                    <a:pt x="235" y="349"/>
                    <a:pt x="232" y="349"/>
                    <a:pt x="230" y="348"/>
                  </a:cubicBezTo>
                  <a:cubicBezTo>
                    <a:pt x="230" y="299"/>
                    <a:pt x="230" y="299"/>
                    <a:pt x="230" y="299"/>
                  </a:cubicBezTo>
                  <a:cubicBezTo>
                    <a:pt x="231" y="299"/>
                    <a:pt x="233" y="299"/>
                    <a:pt x="235" y="299"/>
                  </a:cubicBezTo>
                  <a:cubicBezTo>
                    <a:pt x="234" y="304"/>
                    <a:pt x="229" y="312"/>
                    <a:pt x="230" y="316"/>
                  </a:cubicBezTo>
                  <a:cubicBezTo>
                    <a:pt x="231" y="316"/>
                    <a:pt x="233" y="316"/>
                    <a:pt x="235" y="316"/>
                  </a:cubicBezTo>
                  <a:cubicBezTo>
                    <a:pt x="236" y="314"/>
                    <a:pt x="237" y="312"/>
                    <a:pt x="238" y="310"/>
                  </a:cubicBezTo>
                  <a:close/>
                  <a:moveTo>
                    <a:pt x="238" y="360"/>
                  </a:moveTo>
                  <a:cubicBezTo>
                    <a:pt x="238" y="370"/>
                    <a:pt x="238" y="370"/>
                    <a:pt x="238" y="370"/>
                  </a:cubicBezTo>
                  <a:cubicBezTo>
                    <a:pt x="237" y="370"/>
                    <a:pt x="236" y="370"/>
                    <a:pt x="236" y="370"/>
                  </a:cubicBezTo>
                  <a:cubicBezTo>
                    <a:pt x="236" y="373"/>
                    <a:pt x="236" y="375"/>
                    <a:pt x="236" y="378"/>
                  </a:cubicBezTo>
                  <a:cubicBezTo>
                    <a:pt x="230" y="378"/>
                    <a:pt x="230" y="378"/>
                    <a:pt x="230" y="378"/>
                  </a:cubicBezTo>
                  <a:cubicBezTo>
                    <a:pt x="230" y="358"/>
                    <a:pt x="230" y="358"/>
                    <a:pt x="230" y="358"/>
                  </a:cubicBezTo>
                  <a:cubicBezTo>
                    <a:pt x="232" y="359"/>
                    <a:pt x="235" y="359"/>
                    <a:pt x="238" y="360"/>
                  </a:cubicBezTo>
                  <a:close/>
                  <a:moveTo>
                    <a:pt x="238" y="390"/>
                  </a:moveTo>
                  <a:cubicBezTo>
                    <a:pt x="238" y="394"/>
                    <a:pt x="238" y="394"/>
                    <a:pt x="238" y="394"/>
                  </a:cubicBezTo>
                  <a:cubicBezTo>
                    <a:pt x="236" y="394"/>
                    <a:pt x="234" y="394"/>
                    <a:pt x="232" y="394"/>
                  </a:cubicBezTo>
                  <a:cubicBezTo>
                    <a:pt x="235" y="409"/>
                    <a:pt x="235" y="409"/>
                    <a:pt x="237" y="411"/>
                  </a:cubicBezTo>
                  <a:cubicBezTo>
                    <a:pt x="238" y="411"/>
                    <a:pt x="238" y="411"/>
                    <a:pt x="238" y="411"/>
                  </a:cubicBezTo>
                  <a:cubicBezTo>
                    <a:pt x="238" y="414"/>
                    <a:pt x="238" y="414"/>
                    <a:pt x="238" y="414"/>
                  </a:cubicBezTo>
                  <a:cubicBezTo>
                    <a:pt x="230" y="414"/>
                    <a:pt x="230" y="414"/>
                    <a:pt x="230" y="414"/>
                  </a:cubicBezTo>
                  <a:cubicBezTo>
                    <a:pt x="230" y="411"/>
                    <a:pt x="230" y="411"/>
                    <a:pt x="230" y="411"/>
                  </a:cubicBezTo>
                  <a:cubicBezTo>
                    <a:pt x="231" y="411"/>
                    <a:pt x="231" y="411"/>
                    <a:pt x="231" y="411"/>
                  </a:cubicBezTo>
                  <a:cubicBezTo>
                    <a:pt x="230" y="406"/>
                    <a:pt x="230" y="403"/>
                    <a:pt x="230" y="400"/>
                  </a:cubicBezTo>
                  <a:cubicBezTo>
                    <a:pt x="230" y="390"/>
                    <a:pt x="230" y="390"/>
                    <a:pt x="230" y="390"/>
                  </a:cubicBezTo>
                  <a:cubicBezTo>
                    <a:pt x="238" y="390"/>
                    <a:pt x="238" y="390"/>
                    <a:pt x="238" y="390"/>
                  </a:cubicBezTo>
                  <a:close/>
                  <a:moveTo>
                    <a:pt x="238" y="439"/>
                  </a:moveTo>
                  <a:cubicBezTo>
                    <a:pt x="238" y="446"/>
                    <a:pt x="238" y="446"/>
                    <a:pt x="238" y="446"/>
                  </a:cubicBezTo>
                  <a:cubicBezTo>
                    <a:pt x="236" y="445"/>
                    <a:pt x="234" y="445"/>
                    <a:pt x="232" y="444"/>
                  </a:cubicBezTo>
                  <a:cubicBezTo>
                    <a:pt x="232" y="440"/>
                    <a:pt x="232" y="440"/>
                    <a:pt x="233" y="439"/>
                  </a:cubicBezTo>
                  <a:cubicBezTo>
                    <a:pt x="235" y="439"/>
                    <a:pt x="236" y="439"/>
                    <a:pt x="238" y="439"/>
                  </a:cubicBezTo>
                  <a:close/>
                  <a:moveTo>
                    <a:pt x="238" y="455"/>
                  </a:moveTo>
                  <a:cubicBezTo>
                    <a:pt x="238" y="480"/>
                    <a:pt x="238" y="480"/>
                    <a:pt x="238" y="480"/>
                  </a:cubicBezTo>
                  <a:cubicBezTo>
                    <a:pt x="237" y="480"/>
                    <a:pt x="237" y="480"/>
                    <a:pt x="237" y="480"/>
                  </a:cubicBezTo>
                  <a:cubicBezTo>
                    <a:pt x="235" y="477"/>
                    <a:pt x="235" y="477"/>
                    <a:pt x="232" y="474"/>
                  </a:cubicBezTo>
                  <a:cubicBezTo>
                    <a:pt x="231" y="474"/>
                    <a:pt x="230" y="474"/>
                    <a:pt x="230" y="475"/>
                  </a:cubicBezTo>
                  <a:cubicBezTo>
                    <a:pt x="230" y="455"/>
                    <a:pt x="230" y="455"/>
                    <a:pt x="230" y="455"/>
                  </a:cubicBezTo>
                  <a:cubicBezTo>
                    <a:pt x="230" y="457"/>
                    <a:pt x="231" y="458"/>
                    <a:pt x="231" y="459"/>
                  </a:cubicBezTo>
                  <a:cubicBezTo>
                    <a:pt x="234" y="457"/>
                    <a:pt x="236" y="456"/>
                    <a:pt x="238" y="455"/>
                  </a:cubicBezTo>
                  <a:close/>
                  <a:moveTo>
                    <a:pt x="238" y="486"/>
                  </a:moveTo>
                  <a:cubicBezTo>
                    <a:pt x="238" y="500"/>
                    <a:pt x="238" y="500"/>
                    <a:pt x="238" y="500"/>
                  </a:cubicBezTo>
                  <a:cubicBezTo>
                    <a:pt x="235" y="499"/>
                    <a:pt x="232" y="499"/>
                    <a:pt x="230" y="499"/>
                  </a:cubicBezTo>
                  <a:cubicBezTo>
                    <a:pt x="230" y="484"/>
                    <a:pt x="230" y="484"/>
                    <a:pt x="230" y="484"/>
                  </a:cubicBezTo>
                  <a:cubicBezTo>
                    <a:pt x="230" y="484"/>
                    <a:pt x="231" y="483"/>
                    <a:pt x="232" y="483"/>
                  </a:cubicBezTo>
                  <a:cubicBezTo>
                    <a:pt x="234" y="485"/>
                    <a:pt x="236" y="486"/>
                    <a:pt x="238" y="486"/>
                  </a:cubicBezTo>
                  <a:close/>
                  <a:moveTo>
                    <a:pt x="238" y="539"/>
                  </a:moveTo>
                  <a:cubicBezTo>
                    <a:pt x="238" y="547"/>
                    <a:pt x="238" y="547"/>
                    <a:pt x="238" y="547"/>
                  </a:cubicBezTo>
                  <a:cubicBezTo>
                    <a:pt x="236" y="545"/>
                    <a:pt x="235" y="543"/>
                    <a:pt x="232" y="541"/>
                  </a:cubicBezTo>
                  <a:cubicBezTo>
                    <a:pt x="231" y="546"/>
                    <a:pt x="230" y="548"/>
                    <a:pt x="230" y="551"/>
                  </a:cubicBezTo>
                  <a:cubicBezTo>
                    <a:pt x="230" y="529"/>
                    <a:pt x="230" y="529"/>
                    <a:pt x="230" y="529"/>
                  </a:cubicBezTo>
                  <a:cubicBezTo>
                    <a:pt x="230" y="529"/>
                    <a:pt x="230" y="529"/>
                    <a:pt x="231" y="530"/>
                  </a:cubicBezTo>
                  <a:cubicBezTo>
                    <a:pt x="232" y="536"/>
                    <a:pt x="234" y="536"/>
                    <a:pt x="238" y="539"/>
                  </a:cubicBezTo>
                  <a:close/>
                  <a:moveTo>
                    <a:pt x="238" y="562"/>
                  </a:moveTo>
                  <a:cubicBezTo>
                    <a:pt x="238" y="577"/>
                    <a:pt x="238" y="577"/>
                    <a:pt x="238" y="577"/>
                  </a:cubicBezTo>
                  <a:cubicBezTo>
                    <a:pt x="235" y="575"/>
                    <a:pt x="232" y="572"/>
                    <a:pt x="230" y="569"/>
                  </a:cubicBezTo>
                  <a:cubicBezTo>
                    <a:pt x="230" y="561"/>
                    <a:pt x="230" y="561"/>
                    <a:pt x="230" y="561"/>
                  </a:cubicBezTo>
                  <a:cubicBezTo>
                    <a:pt x="230" y="563"/>
                    <a:pt x="232" y="565"/>
                    <a:pt x="234" y="569"/>
                  </a:cubicBezTo>
                  <a:cubicBezTo>
                    <a:pt x="234" y="568"/>
                    <a:pt x="235" y="568"/>
                    <a:pt x="236" y="568"/>
                  </a:cubicBezTo>
                  <a:cubicBezTo>
                    <a:pt x="237" y="566"/>
                    <a:pt x="237" y="565"/>
                    <a:pt x="238" y="562"/>
                  </a:cubicBezTo>
                  <a:close/>
                  <a:moveTo>
                    <a:pt x="238" y="711"/>
                  </a:moveTo>
                  <a:cubicBezTo>
                    <a:pt x="238" y="729"/>
                    <a:pt x="238" y="729"/>
                    <a:pt x="238" y="729"/>
                  </a:cubicBezTo>
                  <a:cubicBezTo>
                    <a:pt x="236" y="724"/>
                    <a:pt x="235" y="720"/>
                    <a:pt x="232" y="716"/>
                  </a:cubicBezTo>
                  <a:cubicBezTo>
                    <a:pt x="231" y="716"/>
                    <a:pt x="230" y="715"/>
                    <a:pt x="230" y="715"/>
                  </a:cubicBezTo>
                  <a:cubicBezTo>
                    <a:pt x="230" y="706"/>
                    <a:pt x="230" y="706"/>
                    <a:pt x="230" y="706"/>
                  </a:cubicBezTo>
                  <a:cubicBezTo>
                    <a:pt x="232" y="707"/>
                    <a:pt x="235" y="709"/>
                    <a:pt x="238" y="711"/>
                  </a:cubicBezTo>
                  <a:close/>
                  <a:moveTo>
                    <a:pt x="230" y="173"/>
                  </a:moveTo>
                  <a:cubicBezTo>
                    <a:pt x="230" y="167"/>
                    <a:pt x="230" y="167"/>
                    <a:pt x="230" y="167"/>
                  </a:cubicBezTo>
                  <a:cubicBezTo>
                    <a:pt x="230" y="169"/>
                    <a:pt x="231" y="170"/>
                    <a:pt x="231" y="172"/>
                  </a:cubicBezTo>
                  <a:cubicBezTo>
                    <a:pt x="230" y="173"/>
                    <a:pt x="230" y="173"/>
                    <a:pt x="230" y="173"/>
                  </a:cubicBezTo>
                  <a:close/>
                  <a:moveTo>
                    <a:pt x="221" y="42"/>
                  </a:moveTo>
                  <a:cubicBezTo>
                    <a:pt x="224" y="40"/>
                    <a:pt x="227" y="39"/>
                    <a:pt x="230" y="37"/>
                  </a:cubicBezTo>
                  <a:cubicBezTo>
                    <a:pt x="230" y="45"/>
                    <a:pt x="230" y="45"/>
                    <a:pt x="230" y="45"/>
                  </a:cubicBezTo>
                  <a:cubicBezTo>
                    <a:pt x="228" y="46"/>
                    <a:pt x="226" y="47"/>
                    <a:pt x="224" y="49"/>
                  </a:cubicBezTo>
                  <a:cubicBezTo>
                    <a:pt x="230" y="52"/>
                    <a:pt x="230" y="52"/>
                    <a:pt x="230" y="52"/>
                  </a:cubicBezTo>
                  <a:cubicBezTo>
                    <a:pt x="230" y="63"/>
                    <a:pt x="230" y="63"/>
                    <a:pt x="230" y="63"/>
                  </a:cubicBezTo>
                  <a:cubicBezTo>
                    <a:pt x="229" y="62"/>
                    <a:pt x="229" y="62"/>
                    <a:pt x="229" y="62"/>
                  </a:cubicBezTo>
                  <a:cubicBezTo>
                    <a:pt x="226" y="61"/>
                    <a:pt x="224" y="60"/>
                    <a:pt x="221" y="59"/>
                  </a:cubicBezTo>
                  <a:cubicBezTo>
                    <a:pt x="221" y="42"/>
                    <a:pt x="221" y="42"/>
                    <a:pt x="221" y="42"/>
                  </a:cubicBezTo>
                  <a:close/>
                  <a:moveTo>
                    <a:pt x="230" y="757"/>
                  </a:moveTo>
                  <a:cubicBezTo>
                    <a:pt x="227" y="756"/>
                    <a:pt x="224" y="755"/>
                    <a:pt x="221" y="753"/>
                  </a:cubicBezTo>
                  <a:cubicBezTo>
                    <a:pt x="221" y="740"/>
                    <a:pt x="221" y="740"/>
                    <a:pt x="221" y="740"/>
                  </a:cubicBezTo>
                  <a:cubicBezTo>
                    <a:pt x="223" y="743"/>
                    <a:pt x="226" y="745"/>
                    <a:pt x="230" y="749"/>
                  </a:cubicBezTo>
                  <a:cubicBezTo>
                    <a:pt x="230" y="757"/>
                    <a:pt x="230" y="757"/>
                    <a:pt x="230" y="757"/>
                  </a:cubicBezTo>
                  <a:close/>
                  <a:moveTo>
                    <a:pt x="230" y="79"/>
                  </a:moveTo>
                  <a:cubicBezTo>
                    <a:pt x="230" y="88"/>
                    <a:pt x="230" y="88"/>
                    <a:pt x="230" y="88"/>
                  </a:cubicBezTo>
                  <a:cubicBezTo>
                    <a:pt x="228" y="88"/>
                    <a:pt x="226" y="89"/>
                    <a:pt x="224" y="89"/>
                  </a:cubicBezTo>
                  <a:cubicBezTo>
                    <a:pt x="223" y="90"/>
                    <a:pt x="222" y="91"/>
                    <a:pt x="221" y="92"/>
                  </a:cubicBezTo>
                  <a:cubicBezTo>
                    <a:pt x="221" y="80"/>
                    <a:pt x="221" y="80"/>
                    <a:pt x="221" y="80"/>
                  </a:cubicBezTo>
                  <a:cubicBezTo>
                    <a:pt x="223" y="80"/>
                    <a:pt x="223" y="80"/>
                    <a:pt x="223" y="80"/>
                  </a:cubicBezTo>
                  <a:cubicBezTo>
                    <a:pt x="225" y="80"/>
                    <a:pt x="228" y="80"/>
                    <a:pt x="230" y="79"/>
                  </a:cubicBezTo>
                  <a:close/>
                  <a:moveTo>
                    <a:pt x="230" y="167"/>
                  </a:moveTo>
                  <a:cubicBezTo>
                    <a:pt x="230" y="173"/>
                    <a:pt x="230" y="173"/>
                    <a:pt x="230" y="173"/>
                  </a:cubicBezTo>
                  <a:cubicBezTo>
                    <a:pt x="228" y="175"/>
                    <a:pt x="226" y="175"/>
                    <a:pt x="223" y="175"/>
                  </a:cubicBezTo>
                  <a:cubicBezTo>
                    <a:pt x="222" y="174"/>
                    <a:pt x="222" y="174"/>
                    <a:pt x="221" y="173"/>
                  </a:cubicBezTo>
                  <a:cubicBezTo>
                    <a:pt x="221" y="155"/>
                    <a:pt x="221" y="155"/>
                    <a:pt x="221" y="155"/>
                  </a:cubicBezTo>
                  <a:cubicBezTo>
                    <a:pt x="224" y="159"/>
                    <a:pt x="228" y="163"/>
                    <a:pt x="230" y="167"/>
                  </a:cubicBezTo>
                  <a:close/>
                  <a:moveTo>
                    <a:pt x="230" y="232"/>
                  </a:moveTo>
                  <a:cubicBezTo>
                    <a:pt x="230" y="241"/>
                    <a:pt x="230" y="241"/>
                    <a:pt x="230" y="241"/>
                  </a:cubicBezTo>
                  <a:cubicBezTo>
                    <a:pt x="229" y="241"/>
                    <a:pt x="229" y="241"/>
                    <a:pt x="229" y="241"/>
                  </a:cubicBezTo>
                  <a:cubicBezTo>
                    <a:pt x="230" y="241"/>
                    <a:pt x="230" y="241"/>
                    <a:pt x="230" y="241"/>
                  </a:cubicBezTo>
                  <a:cubicBezTo>
                    <a:pt x="230" y="248"/>
                    <a:pt x="230" y="248"/>
                    <a:pt x="230" y="248"/>
                  </a:cubicBezTo>
                  <a:cubicBezTo>
                    <a:pt x="226" y="248"/>
                    <a:pt x="224" y="248"/>
                    <a:pt x="221" y="250"/>
                  </a:cubicBezTo>
                  <a:cubicBezTo>
                    <a:pt x="221" y="243"/>
                    <a:pt x="221" y="243"/>
                    <a:pt x="221" y="243"/>
                  </a:cubicBezTo>
                  <a:cubicBezTo>
                    <a:pt x="224" y="238"/>
                    <a:pt x="227" y="235"/>
                    <a:pt x="228" y="233"/>
                  </a:cubicBezTo>
                  <a:cubicBezTo>
                    <a:pt x="230" y="232"/>
                    <a:pt x="230" y="232"/>
                    <a:pt x="230" y="232"/>
                  </a:cubicBezTo>
                  <a:close/>
                  <a:moveTo>
                    <a:pt x="230" y="259"/>
                  </a:moveTo>
                  <a:cubicBezTo>
                    <a:pt x="230" y="265"/>
                    <a:pt x="230" y="265"/>
                    <a:pt x="230" y="265"/>
                  </a:cubicBezTo>
                  <a:cubicBezTo>
                    <a:pt x="226" y="264"/>
                    <a:pt x="224" y="264"/>
                    <a:pt x="221" y="264"/>
                  </a:cubicBezTo>
                  <a:cubicBezTo>
                    <a:pt x="221" y="258"/>
                    <a:pt x="221" y="258"/>
                    <a:pt x="221" y="258"/>
                  </a:cubicBezTo>
                  <a:cubicBezTo>
                    <a:pt x="224" y="258"/>
                    <a:pt x="227" y="258"/>
                    <a:pt x="230" y="259"/>
                  </a:cubicBezTo>
                  <a:close/>
                  <a:moveTo>
                    <a:pt x="230" y="266"/>
                  </a:moveTo>
                  <a:cubicBezTo>
                    <a:pt x="230" y="276"/>
                    <a:pt x="230" y="276"/>
                    <a:pt x="230" y="276"/>
                  </a:cubicBezTo>
                  <a:cubicBezTo>
                    <a:pt x="227" y="280"/>
                    <a:pt x="224" y="284"/>
                    <a:pt x="221" y="287"/>
                  </a:cubicBezTo>
                  <a:cubicBezTo>
                    <a:pt x="221" y="273"/>
                    <a:pt x="221" y="273"/>
                    <a:pt x="221" y="273"/>
                  </a:cubicBezTo>
                  <a:cubicBezTo>
                    <a:pt x="225" y="272"/>
                    <a:pt x="228" y="271"/>
                    <a:pt x="230" y="266"/>
                  </a:cubicBezTo>
                  <a:close/>
                  <a:moveTo>
                    <a:pt x="230" y="299"/>
                  </a:moveTo>
                  <a:cubicBezTo>
                    <a:pt x="230" y="348"/>
                    <a:pt x="230" y="348"/>
                    <a:pt x="230" y="348"/>
                  </a:cubicBezTo>
                  <a:cubicBezTo>
                    <a:pt x="228" y="347"/>
                    <a:pt x="226" y="346"/>
                    <a:pt x="225" y="345"/>
                  </a:cubicBezTo>
                  <a:cubicBezTo>
                    <a:pt x="225" y="341"/>
                    <a:pt x="225" y="337"/>
                    <a:pt x="225" y="332"/>
                  </a:cubicBezTo>
                  <a:cubicBezTo>
                    <a:pt x="224" y="335"/>
                    <a:pt x="223" y="339"/>
                    <a:pt x="221" y="342"/>
                  </a:cubicBezTo>
                  <a:cubicBezTo>
                    <a:pt x="221" y="313"/>
                    <a:pt x="221" y="313"/>
                    <a:pt x="221" y="313"/>
                  </a:cubicBezTo>
                  <a:cubicBezTo>
                    <a:pt x="222" y="313"/>
                    <a:pt x="222" y="313"/>
                    <a:pt x="222" y="312"/>
                  </a:cubicBezTo>
                  <a:cubicBezTo>
                    <a:pt x="224" y="307"/>
                    <a:pt x="225" y="303"/>
                    <a:pt x="228" y="299"/>
                  </a:cubicBezTo>
                  <a:cubicBezTo>
                    <a:pt x="230" y="299"/>
                    <a:pt x="230" y="299"/>
                    <a:pt x="230" y="299"/>
                  </a:cubicBezTo>
                  <a:close/>
                  <a:moveTo>
                    <a:pt x="230" y="358"/>
                  </a:moveTo>
                  <a:cubicBezTo>
                    <a:pt x="230" y="378"/>
                    <a:pt x="230" y="378"/>
                    <a:pt x="230" y="378"/>
                  </a:cubicBezTo>
                  <a:cubicBezTo>
                    <a:pt x="227" y="378"/>
                    <a:pt x="227" y="378"/>
                    <a:pt x="227" y="378"/>
                  </a:cubicBezTo>
                  <a:cubicBezTo>
                    <a:pt x="224" y="371"/>
                    <a:pt x="225" y="366"/>
                    <a:pt x="228" y="358"/>
                  </a:cubicBezTo>
                  <a:cubicBezTo>
                    <a:pt x="228" y="358"/>
                    <a:pt x="229" y="358"/>
                    <a:pt x="230" y="358"/>
                  </a:cubicBezTo>
                  <a:close/>
                  <a:moveTo>
                    <a:pt x="230" y="390"/>
                  </a:moveTo>
                  <a:cubicBezTo>
                    <a:pt x="230" y="400"/>
                    <a:pt x="230" y="400"/>
                    <a:pt x="230" y="400"/>
                  </a:cubicBezTo>
                  <a:cubicBezTo>
                    <a:pt x="229" y="396"/>
                    <a:pt x="227" y="394"/>
                    <a:pt x="221" y="393"/>
                  </a:cubicBezTo>
                  <a:cubicBezTo>
                    <a:pt x="221" y="390"/>
                    <a:pt x="221" y="390"/>
                    <a:pt x="221" y="390"/>
                  </a:cubicBezTo>
                  <a:cubicBezTo>
                    <a:pt x="230" y="390"/>
                    <a:pt x="230" y="390"/>
                    <a:pt x="230" y="390"/>
                  </a:cubicBezTo>
                  <a:close/>
                  <a:moveTo>
                    <a:pt x="230" y="411"/>
                  </a:moveTo>
                  <a:cubicBezTo>
                    <a:pt x="230" y="414"/>
                    <a:pt x="230" y="414"/>
                    <a:pt x="230" y="414"/>
                  </a:cubicBezTo>
                  <a:cubicBezTo>
                    <a:pt x="221" y="414"/>
                    <a:pt x="221" y="414"/>
                    <a:pt x="221" y="414"/>
                  </a:cubicBezTo>
                  <a:cubicBezTo>
                    <a:pt x="221" y="402"/>
                    <a:pt x="221" y="402"/>
                    <a:pt x="221" y="402"/>
                  </a:cubicBezTo>
                  <a:cubicBezTo>
                    <a:pt x="222" y="404"/>
                    <a:pt x="222" y="407"/>
                    <a:pt x="223" y="410"/>
                  </a:cubicBezTo>
                  <a:cubicBezTo>
                    <a:pt x="224" y="410"/>
                    <a:pt x="224" y="411"/>
                    <a:pt x="225" y="411"/>
                  </a:cubicBezTo>
                  <a:cubicBezTo>
                    <a:pt x="230" y="411"/>
                    <a:pt x="230" y="411"/>
                    <a:pt x="230" y="411"/>
                  </a:cubicBezTo>
                  <a:close/>
                  <a:moveTo>
                    <a:pt x="230" y="455"/>
                  </a:moveTo>
                  <a:cubicBezTo>
                    <a:pt x="230" y="475"/>
                    <a:pt x="230" y="475"/>
                    <a:pt x="230" y="475"/>
                  </a:cubicBezTo>
                  <a:cubicBezTo>
                    <a:pt x="226" y="477"/>
                    <a:pt x="224" y="479"/>
                    <a:pt x="221" y="481"/>
                  </a:cubicBezTo>
                  <a:cubicBezTo>
                    <a:pt x="221" y="472"/>
                    <a:pt x="221" y="472"/>
                    <a:pt x="221" y="472"/>
                  </a:cubicBezTo>
                  <a:cubicBezTo>
                    <a:pt x="225" y="467"/>
                    <a:pt x="224" y="463"/>
                    <a:pt x="221" y="458"/>
                  </a:cubicBezTo>
                  <a:cubicBezTo>
                    <a:pt x="221" y="444"/>
                    <a:pt x="221" y="444"/>
                    <a:pt x="221" y="444"/>
                  </a:cubicBezTo>
                  <a:cubicBezTo>
                    <a:pt x="225" y="446"/>
                    <a:pt x="228" y="450"/>
                    <a:pt x="230" y="455"/>
                  </a:cubicBezTo>
                  <a:close/>
                  <a:moveTo>
                    <a:pt x="230" y="484"/>
                  </a:moveTo>
                  <a:cubicBezTo>
                    <a:pt x="230" y="499"/>
                    <a:pt x="230" y="499"/>
                    <a:pt x="230" y="499"/>
                  </a:cubicBezTo>
                  <a:cubicBezTo>
                    <a:pt x="228" y="499"/>
                    <a:pt x="227" y="499"/>
                    <a:pt x="226" y="499"/>
                  </a:cubicBezTo>
                  <a:cubicBezTo>
                    <a:pt x="224" y="492"/>
                    <a:pt x="224" y="492"/>
                    <a:pt x="224" y="487"/>
                  </a:cubicBezTo>
                  <a:cubicBezTo>
                    <a:pt x="226" y="485"/>
                    <a:pt x="227" y="484"/>
                    <a:pt x="230" y="484"/>
                  </a:cubicBezTo>
                  <a:close/>
                  <a:moveTo>
                    <a:pt x="230" y="529"/>
                  </a:moveTo>
                  <a:cubicBezTo>
                    <a:pt x="230" y="551"/>
                    <a:pt x="230" y="551"/>
                    <a:pt x="230" y="551"/>
                  </a:cubicBezTo>
                  <a:cubicBezTo>
                    <a:pt x="228" y="554"/>
                    <a:pt x="228" y="557"/>
                    <a:pt x="230" y="561"/>
                  </a:cubicBezTo>
                  <a:cubicBezTo>
                    <a:pt x="230" y="569"/>
                    <a:pt x="230" y="569"/>
                    <a:pt x="230" y="569"/>
                  </a:cubicBezTo>
                  <a:cubicBezTo>
                    <a:pt x="227" y="566"/>
                    <a:pt x="224" y="564"/>
                    <a:pt x="221" y="561"/>
                  </a:cubicBezTo>
                  <a:cubicBezTo>
                    <a:pt x="221" y="554"/>
                    <a:pt x="221" y="554"/>
                    <a:pt x="221" y="554"/>
                  </a:cubicBezTo>
                  <a:cubicBezTo>
                    <a:pt x="222" y="554"/>
                    <a:pt x="222" y="554"/>
                    <a:pt x="222" y="553"/>
                  </a:cubicBezTo>
                  <a:cubicBezTo>
                    <a:pt x="227" y="539"/>
                    <a:pt x="230" y="538"/>
                    <a:pt x="221" y="526"/>
                  </a:cubicBezTo>
                  <a:cubicBezTo>
                    <a:pt x="221" y="526"/>
                    <a:pt x="221" y="526"/>
                    <a:pt x="221" y="526"/>
                  </a:cubicBezTo>
                  <a:cubicBezTo>
                    <a:pt x="221" y="518"/>
                    <a:pt x="221" y="518"/>
                    <a:pt x="221" y="518"/>
                  </a:cubicBezTo>
                  <a:cubicBezTo>
                    <a:pt x="224" y="522"/>
                    <a:pt x="227" y="525"/>
                    <a:pt x="230" y="529"/>
                  </a:cubicBezTo>
                  <a:close/>
                  <a:moveTo>
                    <a:pt x="230" y="706"/>
                  </a:moveTo>
                  <a:cubicBezTo>
                    <a:pt x="230" y="715"/>
                    <a:pt x="230" y="715"/>
                    <a:pt x="230" y="715"/>
                  </a:cubicBezTo>
                  <a:cubicBezTo>
                    <a:pt x="228" y="714"/>
                    <a:pt x="226" y="713"/>
                    <a:pt x="221" y="711"/>
                  </a:cubicBezTo>
                  <a:cubicBezTo>
                    <a:pt x="221" y="703"/>
                    <a:pt x="221" y="703"/>
                    <a:pt x="221" y="703"/>
                  </a:cubicBezTo>
                  <a:cubicBezTo>
                    <a:pt x="224" y="704"/>
                    <a:pt x="227" y="705"/>
                    <a:pt x="230" y="706"/>
                  </a:cubicBezTo>
                  <a:close/>
                  <a:moveTo>
                    <a:pt x="221" y="217"/>
                  </a:moveTo>
                  <a:cubicBezTo>
                    <a:pt x="221" y="179"/>
                    <a:pt x="221" y="179"/>
                    <a:pt x="221" y="179"/>
                  </a:cubicBezTo>
                  <a:cubicBezTo>
                    <a:pt x="222" y="177"/>
                    <a:pt x="222" y="177"/>
                    <a:pt x="222" y="177"/>
                  </a:cubicBezTo>
                  <a:cubicBezTo>
                    <a:pt x="224" y="177"/>
                    <a:pt x="226" y="178"/>
                    <a:pt x="229" y="178"/>
                  </a:cubicBezTo>
                  <a:cubicBezTo>
                    <a:pt x="230" y="191"/>
                    <a:pt x="218" y="190"/>
                    <a:pt x="226" y="204"/>
                  </a:cubicBezTo>
                  <a:cubicBezTo>
                    <a:pt x="225" y="209"/>
                    <a:pt x="224" y="213"/>
                    <a:pt x="221" y="217"/>
                  </a:cubicBezTo>
                  <a:close/>
                  <a:moveTo>
                    <a:pt x="217" y="45"/>
                  </a:moveTo>
                  <a:cubicBezTo>
                    <a:pt x="218" y="44"/>
                    <a:pt x="220" y="43"/>
                    <a:pt x="221" y="42"/>
                  </a:cubicBezTo>
                  <a:cubicBezTo>
                    <a:pt x="221" y="59"/>
                    <a:pt x="221" y="59"/>
                    <a:pt x="221" y="59"/>
                  </a:cubicBezTo>
                  <a:cubicBezTo>
                    <a:pt x="220" y="58"/>
                    <a:pt x="218" y="58"/>
                    <a:pt x="217" y="58"/>
                  </a:cubicBezTo>
                  <a:cubicBezTo>
                    <a:pt x="217" y="45"/>
                    <a:pt x="217" y="45"/>
                    <a:pt x="217" y="45"/>
                  </a:cubicBezTo>
                  <a:close/>
                  <a:moveTo>
                    <a:pt x="221" y="753"/>
                  </a:moveTo>
                  <a:cubicBezTo>
                    <a:pt x="220" y="752"/>
                    <a:pt x="218" y="751"/>
                    <a:pt x="217" y="750"/>
                  </a:cubicBezTo>
                  <a:cubicBezTo>
                    <a:pt x="217" y="702"/>
                    <a:pt x="217" y="702"/>
                    <a:pt x="217" y="702"/>
                  </a:cubicBezTo>
                  <a:cubicBezTo>
                    <a:pt x="218" y="702"/>
                    <a:pt x="220" y="703"/>
                    <a:pt x="221" y="703"/>
                  </a:cubicBezTo>
                  <a:cubicBezTo>
                    <a:pt x="221" y="711"/>
                    <a:pt x="221" y="711"/>
                    <a:pt x="221" y="711"/>
                  </a:cubicBezTo>
                  <a:cubicBezTo>
                    <a:pt x="218" y="710"/>
                    <a:pt x="218" y="710"/>
                    <a:pt x="218" y="710"/>
                  </a:cubicBezTo>
                  <a:cubicBezTo>
                    <a:pt x="219" y="724"/>
                    <a:pt x="218" y="733"/>
                    <a:pt x="221" y="740"/>
                  </a:cubicBezTo>
                  <a:cubicBezTo>
                    <a:pt x="221" y="753"/>
                    <a:pt x="221" y="753"/>
                    <a:pt x="221" y="753"/>
                  </a:cubicBezTo>
                  <a:close/>
                  <a:moveTo>
                    <a:pt x="221" y="80"/>
                  </a:moveTo>
                  <a:cubicBezTo>
                    <a:pt x="221" y="92"/>
                    <a:pt x="221" y="92"/>
                    <a:pt x="221" y="92"/>
                  </a:cubicBezTo>
                  <a:cubicBezTo>
                    <a:pt x="220" y="93"/>
                    <a:pt x="219" y="94"/>
                    <a:pt x="217" y="95"/>
                  </a:cubicBezTo>
                  <a:cubicBezTo>
                    <a:pt x="217" y="77"/>
                    <a:pt x="217" y="77"/>
                    <a:pt x="217" y="77"/>
                  </a:cubicBezTo>
                  <a:cubicBezTo>
                    <a:pt x="221" y="80"/>
                    <a:pt x="221" y="80"/>
                    <a:pt x="221" y="80"/>
                  </a:cubicBezTo>
                  <a:close/>
                  <a:moveTo>
                    <a:pt x="221" y="155"/>
                  </a:moveTo>
                  <a:cubicBezTo>
                    <a:pt x="221" y="173"/>
                    <a:pt x="221" y="173"/>
                    <a:pt x="221" y="173"/>
                  </a:cubicBezTo>
                  <a:cubicBezTo>
                    <a:pt x="220" y="172"/>
                    <a:pt x="220" y="172"/>
                    <a:pt x="220" y="170"/>
                  </a:cubicBezTo>
                  <a:cubicBezTo>
                    <a:pt x="217" y="170"/>
                    <a:pt x="217" y="170"/>
                    <a:pt x="217" y="170"/>
                  </a:cubicBezTo>
                  <a:cubicBezTo>
                    <a:pt x="217" y="153"/>
                    <a:pt x="217" y="153"/>
                    <a:pt x="217" y="153"/>
                  </a:cubicBezTo>
                  <a:cubicBezTo>
                    <a:pt x="217" y="152"/>
                    <a:pt x="219" y="152"/>
                    <a:pt x="220" y="152"/>
                  </a:cubicBezTo>
                  <a:cubicBezTo>
                    <a:pt x="220" y="153"/>
                    <a:pt x="221" y="154"/>
                    <a:pt x="221" y="155"/>
                  </a:cubicBezTo>
                  <a:close/>
                  <a:moveTo>
                    <a:pt x="221" y="179"/>
                  </a:moveTo>
                  <a:cubicBezTo>
                    <a:pt x="221" y="217"/>
                    <a:pt x="221" y="217"/>
                    <a:pt x="221" y="217"/>
                  </a:cubicBezTo>
                  <a:cubicBezTo>
                    <a:pt x="220" y="219"/>
                    <a:pt x="219" y="220"/>
                    <a:pt x="217" y="222"/>
                  </a:cubicBezTo>
                  <a:cubicBezTo>
                    <a:pt x="217" y="186"/>
                    <a:pt x="217" y="186"/>
                    <a:pt x="217" y="186"/>
                  </a:cubicBezTo>
                  <a:cubicBezTo>
                    <a:pt x="218" y="186"/>
                    <a:pt x="218" y="186"/>
                    <a:pt x="218" y="186"/>
                  </a:cubicBezTo>
                  <a:cubicBezTo>
                    <a:pt x="221" y="179"/>
                    <a:pt x="221" y="179"/>
                    <a:pt x="221" y="179"/>
                  </a:cubicBezTo>
                  <a:close/>
                  <a:moveTo>
                    <a:pt x="221" y="243"/>
                  </a:moveTo>
                  <a:cubicBezTo>
                    <a:pt x="221" y="250"/>
                    <a:pt x="221" y="250"/>
                    <a:pt x="221" y="250"/>
                  </a:cubicBezTo>
                  <a:cubicBezTo>
                    <a:pt x="220" y="251"/>
                    <a:pt x="218" y="252"/>
                    <a:pt x="217" y="255"/>
                  </a:cubicBezTo>
                  <a:cubicBezTo>
                    <a:pt x="217" y="249"/>
                    <a:pt x="217" y="249"/>
                    <a:pt x="217" y="249"/>
                  </a:cubicBezTo>
                  <a:cubicBezTo>
                    <a:pt x="218" y="247"/>
                    <a:pt x="220" y="245"/>
                    <a:pt x="221" y="243"/>
                  </a:cubicBezTo>
                  <a:close/>
                  <a:moveTo>
                    <a:pt x="221" y="258"/>
                  </a:moveTo>
                  <a:cubicBezTo>
                    <a:pt x="221" y="264"/>
                    <a:pt x="221" y="264"/>
                    <a:pt x="221" y="264"/>
                  </a:cubicBezTo>
                  <a:cubicBezTo>
                    <a:pt x="220" y="263"/>
                    <a:pt x="218" y="263"/>
                    <a:pt x="217" y="263"/>
                  </a:cubicBezTo>
                  <a:cubicBezTo>
                    <a:pt x="217" y="257"/>
                    <a:pt x="217" y="257"/>
                    <a:pt x="217" y="257"/>
                  </a:cubicBezTo>
                  <a:cubicBezTo>
                    <a:pt x="221" y="258"/>
                    <a:pt x="221" y="258"/>
                    <a:pt x="221" y="258"/>
                  </a:cubicBezTo>
                  <a:close/>
                  <a:moveTo>
                    <a:pt x="221" y="273"/>
                  </a:moveTo>
                  <a:cubicBezTo>
                    <a:pt x="221" y="287"/>
                    <a:pt x="221" y="287"/>
                    <a:pt x="221" y="287"/>
                  </a:cubicBezTo>
                  <a:cubicBezTo>
                    <a:pt x="220" y="289"/>
                    <a:pt x="218" y="291"/>
                    <a:pt x="217" y="292"/>
                  </a:cubicBezTo>
                  <a:cubicBezTo>
                    <a:pt x="217" y="284"/>
                    <a:pt x="217" y="284"/>
                    <a:pt x="217" y="284"/>
                  </a:cubicBezTo>
                  <a:cubicBezTo>
                    <a:pt x="218" y="283"/>
                    <a:pt x="219" y="281"/>
                    <a:pt x="220" y="279"/>
                  </a:cubicBezTo>
                  <a:cubicBezTo>
                    <a:pt x="219" y="279"/>
                    <a:pt x="218" y="279"/>
                    <a:pt x="217" y="279"/>
                  </a:cubicBezTo>
                  <a:cubicBezTo>
                    <a:pt x="217" y="274"/>
                    <a:pt x="217" y="274"/>
                    <a:pt x="217" y="274"/>
                  </a:cubicBezTo>
                  <a:cubicBezTo>
                    <a:pt x="218" y="274"/>
                    <a:pt x="220" y="274"/>
                    <a:pt x="221" y="273"/>
                  </a:cubicBezTo>
                  <a:close/>
                  <a:moveTo>
                    <a:pt x="221" y="313"/>
                  </a:moveTo>
                  <a:cubicBezTo>
                    <a:pt x="221" y="342"/>
                    <a:pt x="221" y="342"/>
                    <a:pt x="221" y="342"/>
                  </a:cubicBezTo>
                  <a:cubicBezTo>
                    <a:pt x="220" y="344"/>
                    <a:pt x="219" y="346"/>
                    <a:pt x="217" y="347"/>
                  </a:cubicBezTo>
                  <a:cubicBezTo>
                    <a:pt x="217" y="320"/>
                    <a:pt x="217" y="320"/>
                    <a:pt x="217" y="320"/>
                  </a:cubicBezTo>
                  <a:cubicBezTo>
                    <a:pt x="218" y="318"/>
                    <a:pt x="220" y="316"/>
                    <a:pt x="221" y="313"/>
                  </a:cubicBezTo>
                  <a:close/>
                  <a:moveTo>
                    <a:pt x="221" y="390"/>
                  </a:moveTo>
                  <a:cubicBezTo>
                    <a:pt x="221" y="393"/>
                    <a:pt x="221" y="393"/>
                    <a:pt x="221" y="393"/>
                  </a:cubicBezTo>
                  <a:cubicBezTo>
                    <a:pt x="221" y="393"/>
                    <a:pt x="220" y="393"/>
                    <a:pt x="220" y="393"/>
                  </a:cubicBezTo>
                  <a:cubicBezTo>
                    <a:pt x="220" y="396"/>
                    <a:pt x="221" y="399"/>
                    <a:pt x="221" y="402"/>
                  </a:cubicBezTo>
                  <a:cubicBezTo>
                    <a:pt x="221" y="414"/>
                    <a:pt x="221" y="414"/>
                    <a:pt x="221" y="414"/>
                  </a:cubicBezTo>
                  <a:cubicBezTo>
                    <a:pt x="217" y="414"/>
                    <a:pt x="217" y="414"/>
                    <a:pt x="217" y="414"/>
                  </a:cubicBezTo>
                  <a:cubicBezTo>
                    <a:pt x="217" y="410"/>
                    <a:pt x="217" y="410"/>
                    <a:pt x="217" y="410"/>
                  </a:cubicBezTo>
                  <a:cubicBezTo>
                    <a:pt x="217" y="410"/>
                    <a:pt x="218" y="410"/>
                    <a:pt x="219" y="410"/>
                  </a:cubicBezTo>
                  <a:cubicBezTo>
                    <a:pt x="218" y="407"/>
                    <a:pt x="217" y="404"/>
                    <a:pt x="217" y="402"/>
                  </a:cubicBezTo>
                  <a:cubicBezTo>
                    <a:pt x="217" y="390"/>
                    <a:pt x="217" y="390"/>
                    <a:pt x="217" y="390"/>
                  </a:cubicBezTo>
                  <a:cubicBezTo>
                    <a:pt x="221" y="390"/>
                    <a:pt x="221" y="390"/>
                    <a:pt x="221" y="390"/>
                  </a:cubicBezTo>
                  <a:close/>
                  <a:moveTo>
                    <a:pt x="221" y="444"/>
                  </a:moveTo>
                  <a:cubicBezTo>
                    <a:pt x="221" y="458"/>
                    <a:pt x="221" y="458"/>
                    <a:pt x="221" y="458"/>
                  </a:cubicBezTo>
                  <a:cubicBezTo>
                    <a:pt x="220" y="455"/>
                    <a:pt x="218" y="453"/>
                    <a:pt x="217" y="450"/>
                  </a:cubicBezTo>
                  <a:cubicBezTo>
                    <a:pt x="217" y="443"/>
                    <a:pt x="217" y="443"/>
                    <a:pt x="217" y="443"/>
                  </a:cubicBezTo>
                  <a:cubicBezTo>
                    <a:pt x="218" y="443"/>
                    <a:pt x="220" y="443"/>
                    <a:pt x="221" y="444"/>
                  </a:cubicBezTo>
                  <a:close/>
                  <a:moveTo>
                    <a:pt x="221" y="472"/>
                  </a:moveTo>
                  <a:cubicBezTo>
                    <a:pt x="221" y="481"/>
                    <a:pt x="221" y="481"/>
                    <a:pt x="221" y="481"/>
                  </a:cubicBezTo>
                  <a:cubicBezTo>
                    <a:pt x="220" y="481"/>
                    <a:pt x="220" y="481"/>
                    <a:pt x="218" y="482"/>
                  </a:cubicBezTo>
                  <a:cubicBezTo>
                    <a:pt x="218" y="479"/>
                    <a:pt x="219" y="477"/>
                    <a:pt x="219" y="475"/>
                  </a:cubicBezTo>
                  <a:cubicBezTo>
                    <a:pt x="220" y="474"/>
                    <a:pt x="221" y="473"/>
                    <a:pt x="221" y="472"/>
                  </a:cubicBezTo>
                  <a:close/>
                  <a:moveTo>
                    <a:pt x="221" y="518"/>
                  </a:moveTo>
                  <a:cubicBezTo>
                    <a:pt x="221" y="526"/>
                    <a:pt x="221" y="526"/>
                    <a:pt x="221" y="526"/>
                  </a:cubicBezTo>
                  <a:cubicBezTo>
                    <a:pt x="219" y="531"/>
                    <a:pt x="218" y="534"/>
                    <a:pt x="217" y="537"/>
                  </a:cubicBezTo>
                  <a:cubicBezTo>
                    <a:pt x="217" y="511"/>
                    <a:pt x="217" y="511"/>
                    <a:pt x="217" y="511"/>
                  </a:cubicBezTo>
                  <a:cubicBezTo>
                    <a:pt x="218" y="514"/>
                    <a:pt x="220" y="516"/>
                    <a:pt x="221" y="518"/>
                  </a:cubicBezTo>
                  <a:close/>
                  <a:moveTo>
                    <a:pt x="221" y="554"/>
                  </a:moveTo>
                  <a:cubicBezTo>
                    <a:pt x="221" y="561"/>
                    <a:pt x="221" y="561"/>
                    <a:pt x="221" y="561"/>
                  </a:cubicBezTo>
                  <a:cubicBezTo>
                    <a:pt x="220" y="560"/>
                    <a:pt x="218" y="558"/>
                    <a:pt x="217" y="557"/>
                  </a:cubicBezTo>
                  <a:cubicBezTo>
                    <a:pt x="217" y="548"/>
                    <a:pt x="217" y="548"/>
                    <a:pt x="217" y="548"/>
                  </a:cubicBezTo>
                  <a:cubicBezTo>
                    <a:pt x="217" y="550"/>
                    <a:pt x="219" y="552"/>
                    <a:pt x="221" y="554"/>
                  </a:cubicBezTo>
                  <a:cubicBezTo>
                    <a:pt x="221" y="554"/>
                    <a:pt x="221" y="554"/>
                    <a:pt x="221" y="554"/>
                  </a:cubicBezTo>
                  <a:close/>
                  <a:moveTo>
                    <a:pt x="217" y="613"/>
                  </a:moveTo>
                  <a:cubicBezTo>
                    <a:pt x="217" y="605"/>
                    <a:pt x="217" y="605"/>
                    <a:pt x="217" y="605"/>
                  </a:cubicBezTo>
                  <a:cubicBezTo>
                    <a:pt x="218" y="605"/>
                    <a:pt x="218" y="606"/>
                    <a:pt x="219" y="607"/>
                  </a:cubicBezTo>
                  <a:cubicBezTo>
                    <a:pt x="217" y="613"/>
                    <a:pt x="217" y="613"/>
                    <a:pt x="217" y="613"/>
                  </a:cubicBezTo>
                  <a:close/>
                  <a:moveTo>
                    <a:pt x="217" y="469"/>
                  </a:moveTo>
                  <a:cubicBezTo>
                    <a:pt x="217" y="461"/>
                    <a:pt x="217" y="461"/>
                    <a:pt x="217" y="461"/>
                  </a:cubicBezTo>
                  <a:cubicBezTo>
                    <a:pt x="218" y="463"/>
                    <a:pt x="218" y="464"/>
                    <a:pt x="219" y="465"/>
                  </a:cubicBezTo>
                  <a:cubicBezTo>
                    <a:pt x="218" y="466"/>
                    <a:pt x="218" y="467"/>
                    <a:pt x="217" y="469"/>
                  </a:cubicBezTo>
                  <a:cubicBezTo>
                    <a:pt x="217" y="469"/>
                    <a:pt x="217" y="469"/>
                    <a:pt x="217" y="469"/>
                  </a:cubicBezTo>
                  <a:close/>
                  <a:moveTo>
                    <a:pt x="217" y="366"/>
                  </a:moveTo>
                  <a:cubicBezTo>
                    <a:pt x="217" y="354"/>
                    <a:pt x="217" y="354"/>
                    <a:pt x="217" y="354"/>
                  </a:cubicBezTo>
                  <a:cubicBezTo>
                    <a:pt x="217" y="354"/>
                    <a:pt x="217" y="354"/>
                    <a:pt x="217" y="354"/>
                  </a:cubicBezTo>
                  <a:cubicBezTo>
                    <a:pt x="217" y="358"/>
                    <a:pt x="218" y="362"/>
                    <a:pt x="217" y="366"/>
                  </a:cubicBezTo>
                  <a:close/>
                  <a:moveTo>
                    <a:pt x="209" y="48"/>
                  </a:moveTo>
                  <a:cubicBezTo>
                    <a:pt x="211" y="47"/>
                    <a:pt x="214" y="46"/>
                    <a:pt x="216" y="46"/>
                  </a:cubicBezTo>
                  <a:cubicBezTo>
                    <a:pt x="216" y="45"/>
                    <a:pt x="217" y="45"/>
                    <a:pt x="217" y="45"/>
                  </a:cubicBezTo>
                  <a:cubicBezTo>
                    <a:pt x="217" y="58"/>
                    <a:pt x="217" y="58"/>
                    <a:pt x="217" y="58"/>
                  </a:cubicBezTo>
                  <a:cubicBezTo>
                    <a:pt x="214" y="57"/>
                    <a:pt x="212" y="58"/>
                    <a:pt x="209" y="58"/>
                  </a:cubicBezTo>
                  <a:cubicBezTo>
                    <a:pt x="209" y="48"/>
                    <a:pt x="209" y="48"/>
                    <a:pt x="209" y="48"/>
                  </a:cubicBezTo>
                  <a:close/>
                  <a:moveTo>
                    <a:pt x="217" y="750"/>
                  </a:moveTo>
                  <a:cubicBezTo>
                    <a:pt x="217" y="749"/>
                    <a:pt x="216" y="749"/>
                    <a:pt x="216" y="749"/>
                  </a:cubicBezTo>
                  <a:cubicBezTo>
                    <a:pt x="214" y="748"/>
                    <a:pt x="212" y="747"/>
                    <a:pt x="209" y="747"/>
                  </a:cubicBezTo>
                  <a:cubicBezTo>
                    <a:pt x="209" y="738"/>
                    <a:pt x="209" y="738"/>
                    <a:pt x="209" y="738"/>
                  </a:cubicBezTo>
                  <a:cubicBezTo>
                    <a:pt x="210" y="738"/>
                    <a:pt x="210" y="738"/>
                    <a:pt x="210" y="738"/>
                  </a:cubicBezTo>
                  <a:cubicBezTo>
                    <a:pt x="210" y="734"/>
                    <a:pt x="210" y="726"/>
                    <a:pt x="209" y="717"/>
                  </a:cubicBezTo>
                  <a:cubicBezTo>
                    <a:pt x="209" y="695"/>
                    <a:pt x="209" y="695"/>
                    <a:pt x="209" y="695"/>
                  </a:cubicBezTo>
                  <a:cubicBezTo>
                    <a:pt x="211" y="697"/>
                    <a:pt x="213" y="699"/>
                    <a:pt x="215" y="702"/>
                  </a:cubicBezTo>
                  <a:cubicBezTo>
                    <a:pt x="215" y="702"/>
                    <a:pt x="216" y="702"/>
                    <a:pt x="217" y="702"/>
                  </a:cubicBezTo>
                  <a:cubicBezTo>
                    <a:pt x="217" y="750"/>
                    <a:pt x="217" y="750"/>
                    <a:pt x="217" y="750"/>
                  </a:cubicBezTo>
                  <a:close/>
                  <a:moveTo>
                    <a:pt x="217" y="77"/>
                  </a:moveTo>
                  <a:cubicBezTo>
                    <a:pt x="217" y="95"/>
                    <a:pt x="217" y="95"/>
                    <a:pt x="217" y="95"/>
                  </a:cubicBezTo>
                  <a:cubicBezTo>
                    <a:pt x="215" y="97"/>
                    <a:pt x="213" y="99"/>
                    <a:pt x="209" y="101"/>
                  </a:cubicBezTo>
                  <a:cubicBezTo>
                    <a:pt x="209" y="91"/>
                    <a:pt x="209" y="91"/>
                    <a:pt x="209" y="91"/>
                  </a:cubicBezTo>
                  <a:cubicBezTo>
                    <a:pt x="212" y="90"/>
                    <a:pt x="214" y="88"/>
                    <a:pt x="216" y="87"/>
                  </a:cubicBezTo>
                  <a:cubicBezTo>
                    <a:pt x="214" y="86"/>
                    <a:pt x="212" y="85"/>
                    <a:pt x="209" y="84"/>
                  </a:cubicBezTo>
                  <a:cubicBezTo>
                    <a:pt x="209" y="73"/>
                    <a:pt x="209" y="73"/>
                    <a:pt x="209" y="73"/>
                  </a:cubicBezTo>
                  <a:cubicBezTo>
                    <a:pt x="217" y="77"/>
                    <a:pt x="217" y="77"/>
                    <a:pt x="217" y="77"/>
                  </a:cubicBezTo>
                  <a:close/>
                  <a:moveTo>
                    <a:pt x="217" y="153"/>
                  </a:moveTo>
                  <a:cubicBezTo>
                    <a:pt x="217" y="170"/>
                    <a:pt x="217" y="170"/>
                    <a:pt x="217" y="170"/>
                  </a:cubicBezTo>
                  <a:cubicBezTo>
                    <a:pt x="209" y="170"/>
                    <a:pt x="209" y="170"/>
                    <a:pt x="209" y="170"/>
                  </a:cubicBezTo>
                  <a:cubicBezTo>
                    <a:pt x="209" y="156"/>
                    <a:pt x="209" y="156"/>
                    <a:pt x="209" y="156"/>
                  </a:cubicBezTo>
                  <a:cubicBezTo>
                    <a:pt x="211" y="154"/>
                    <a:pt x="214" y="153"/>
                    <a:pt x="217" y="153"/>
                  </a:cubicBezTo>
                  <a:close/>
                  <a:moveTo>
                    <a:pt x="217" y="186"/>
                  </a:moveTo>
                  <a:cubicBezTo>
                    <a:pt x="217" y="222"/>
                    <a:pt x="217" y="222"/>
                    <a:pt x="217" y="222"/>
                  </a:cubicBezTo>
                  <a:cubicBezTo>
                    <a:pt x="215" y="223"/>
                    <a:pt x="212" y="224"/>
                    <a:pt x="209" y="225"/>
                  </a:cubicBezTo>
                  <a:cubicBezTo>
                    <a:pt x="209" y="214"/>
                    <a:pt x="209" y="214"/>
                    <a:pt x="209" y="214"/>
                  </a:cubicBezTo>
                  <a:cubicBezTo>
                    <a:pt x="212" y="211"/>
                    <a:pt x="215" y="208"/>
                    <a:pt x="216" y="204"/>
                  </a:cubicBezTo>
                  <a:cubicBezTo>
                    <a:pt x="213" y="204"/>
                    <a:pt x="211" y="205"/>
                    <a:pt x="209" y="207"/>
                  </a:cubicBezTo>
                  <a:cubicBezTo>
                    <a:pt x="209" y="178"/>
                    <a:pt x="209" y="178"/>
                    <a:pt x="209" y="178"/>
                  </a:cubicBezTo>
                  <a:cubicBezTo>
                    <a:pt x="211" y="178"/>
                    <a:pt x="211" y="178"/>
                    <a:pt x="213" y="178"/>
                  </a:cubicBezTo>
                  <a:cubicBezTo>
                    <a:pt x="214" y="181"/>
                    <a:pt x="215" y="183"/>
                    <a:pt x="216" y="186"/>
                  </a:cubicBezTo>
                  <a:cubicBezTo>
                    <a:pt x="217" y="186"/>
                    <a:pt x="217" y="186"/>
                    <a:pt x="217" y="186"/>
                  </a:cubicBezTo>
                  <a:close/>
                  <a:moveTo>
                    <a:pt x="217" y="249"/>
                  </a:moveTo>
                  <a:cubicBezTo>
                    <a:pt x="217" y="255"/>
                    <a:pt x="217" y="255"/>
                    <a:pt x="217" y="255"/>
                  </a:cubicBezTo>
                  <a:cubicBezTo>
                    <a:pt x="217" y="255"/>
                    <a:pt x="216" y="256"/>
                    <a:pt x="216" y="257"/>
                  </a:cubicBezTo>
                  <a:cubicBezTo>
                    <a:pt x="217" y="257"/>
                    <a:pt x="217" y="257"/>
                    <a:pt x="217" y="257"/>
                  </a:cubicBezTo>
                  <a:cubicBezTo>
                    <a:pt x="217" y="263"/>
                    <a:pt x="217" y="263"/>
                    <a:pt x="217" y="263"/>
                  </a:cubicBezTo>
                  <a:cubicBezTo>
                    <a:pt x="214" y="263"/>
                    <a:pt x="212" y="264"/>
                    <a:pt x="209" y="266"/>
                  </a:cubicBezTo>
                  <a:cubicBezTo>
                    <a:pt x="209" y="257"/>
                    <a:pt x="209" y="257"/>
                    <a:pt x="209" y="257"/>
                  </a:cubicBezTo>
                  <a:cubicBezTo>
                    <a:pt x="211" y="255"/>
                    <a:pt x="214" y="252"/>
                    <a:pt x="217" y="249"/>
                  </a:cubicBezTo>
                  <a:close/>
                  <a:moveTo>
                    <a:pt x="217" y="274"/>
                  </a:moveTo>
                  <a:cubicBezTo>
                    <a:pt x="217" y="279"/>
                    <a:pt x="217" y="279"/>
                    <a:pt x="217" y="279"/>
                  </a:cubicBezTo>
                  <a:cubicBezTo>
                    <a:pt x="214" y="279"/>
                    <a:pt x="211" y="279"/>
                    <a:pt x="209" y="279"/>
                  </a:cubicBezTo>
                  <a:cubicBezTo>
                    <a:pt x="209" y="273"/>
                    <a:pt x="209" y="273"/>
                    <a:pt x="209" y="273"/>
                  </a:cubicBezTo>
                  <a:cubicBezTo>
                    <a:pt x="212" y="274"/>
                    <a:pt x="215" y="274"/>
                    <a:pt x="217" y="274"/>
                  </a:cubicBezTo>
                  <a:close/>
                  <a:moveTo>
                    <a:pt x="217" y="284"/>
                  </a:moveTo>
                  <a:cubicBezTo>
                    <a:pt x="217" y="292"/>
                    <a:pt x="217" y="292"/>
                    <a:pt x="217" y="292"/>
                  </a:cubicBezTo>
                  <a:cubicBezTo>
                    <a:pt x="216" y="293"/>
                    <a:pt x="216" y="293"/>
                    <a:pt x="215" y="293"/>
                  </a:cubicBezTo>
                  <a:cubicBezTo>
                    <a:pt x="214" y="298"/>
                    <a:pt x="213" y="302"/>
                    <a:pt x="209" y="306"/>
                  </a:cubicBezTo>
                  <a:cubicBezTo>
                    <a:pt x="209" y="289"/>
                    <a:pt x="209" y="289"/>
                    <a:pt x="209" y="289"/>
                  </a:cubicBezTo>
                  <a:cubicBezTo>
                    <a:pt x="212" y="288"/>
                    <a:pt x="215" y="287"/>
                    <a:pt x="217" y="284"/>
                  </a:cubicBezTo>
                  <a:close/>
                  <a:moveTo>
                    <a:pt x="217" y="320"/>
                  </a:moveTo>
                  <a:cubicBezTo>
                    <a:pt x="217" y="347"/>
                    <a:pt x="217" y="347"/>
                    <a:pt x="217" y="347"/>
                  </a:cubicBezTo>
                  <a:cubicBezTo>
                    <a:pt x="217" y="347"/>
                    <a:pt x="217" y="347"/>
                    <a:pt x="217" y="347"/>
                  </a:cubicBezTo>
                  <a:cubicBezTo>
                    <a:pt x="215" y="346"/>
                    <a:pt x="213" y="345"/>
                    <a:pt x="212" y="344"/>
                  </a:cubicBezTo>
                  <a:cubicBezTo>
                    <a:pt x="211" y="335"/>
                    <a:pt x="213" y="327"/>
                    <a:pt x="217" y="320"/>
                  </a:cubicBezTo>
                  <a:close/>
                  <a:moveTo>
                    <a:pt x="217" y="354"/>
                  </a:moveTo>
                  <a:cubicBezTo>
                    <a:pt x="217" y="366"/>
                    <a:pt x="217" y="366"/>
                    <a:pt x="217" y="366"/>
                  </a:cubicBezTo>
                  <a:cubicBezTo>
                    <a:pt x="216" y="369"/>
                    <a:pt x="214" y="371"/>
                    <a:pt x="211" y="373"/>
                  </a:cubicBezTo>
                  <a:cubicBezTo>
                    <a:pt x="211" y="373"/>
                    <a:pt x="210" y="373"/>
                    <a:pt x="209" y="372"/>
                  </a:cubicBezTo>
                  <a:cubicBezTo>
                    <a:pt x="209" y="353"/>
                    <a:pt x="209" y="353"/>
                    <a:pt x="209" y="353"/>
                  </a:cubicBezTo>
                  <a:cubicBezTo>
                    <a:pt x="212" y="353"/>
                    <a:pt x="214" y="353"/>
                    <a:pt x="217" y="354"/>
                  </a:cubicBezTo>
                  <a:close/>
                  <a:moveTo>
                    <a:pt x="217" y="390"/>
                  </a:moveTo>
                  <a:cubicBezTo>
                    <a:pt x="217" y="402"/>
                    <a:pt x="217" y="402"/>
                    <a:pt x="217" y="402"/>
                  </a:cubicBezTo>
                  <a:cubicBezTo>
                    <a:pt x="216" y="399"/>
                    <a:pt x="215" y="397"/>
                    <a:pt x="213" y="394"/>
                  </a:cubicBezTo>
                  <a:cubicBezTo>
                    <a:pt x="209" y="394"/>
                    <a:pt x="209" y="394"/>
                    <a:pt x="209" y="394"/>
                  </a:cubicBezTo>
                  <a:cubicBezTo>
                    <a:pt x="209" y="390"/>
                    <a:pt x="209" y="390"/>
                    <a:pt x="209" y="390"/>
                  </a:cubicBezTo>
                  <a:cubicBezTo>
                    <a:pt x="217" y="390"/>
                    <a:pt x="217" y="390"/>
                    <a:pt x="217" y="390"/>
                  </a:cubicBezTo>
                  <a:close/>
                  <a:moveTo>
                    <a:pt x="217" y="410"/>
                  </a:moveTo>
                  <a:cubicBezTo>
                    <a:pt x="217" y="414"/>
                    <a:pt x="217" y="414"/>
                    <a:pt x="217" y="414"/>
                  </a:cubicBezTo>
                  <a:cubicBezTo>
                    <a:pt x="209" y="414"/>
                    <a:pt x="209" y="414"/>
                    <a:pt x="209" y="414"/>
                  </a:cubicBezTo>
                  <a:cubicBezTo>
                    <a:pt x="209" y="407"/>
                    <a:pt x="209" y="407"/>
                    <a:pt x="209" y="407"/>
                  </a:cubicBezTo>
                  <a:cubicBezTo>
                    <a:pt x="210" y="410"/>
                    <a:pt x="210" y="410"/>
                    <a:pt x="210" y="410"/>
                  </a:cubicBezTo>
                  <a:cubicBezTo>
                    <a:pt x="211" y="410"/>
                    <a:pt x="212" y="411"/>
                    <a:pt x="212" y="411"/>
                  </a:cubicBezTo>
                  <a:cubicBezTo>
                    <a:pt x="214" y="411"/>
                    <a:pt x="215" y="411"/>
                    <a:pt x="217" y="410"/>
                  </a:cubicBezTo>
                  <a:close/>
                  <a:moveTo>
                    <a:pt x="217" y="443"/>
                  </a:moveTo>
                  <a:cubicBezTo>
                    <a:pt x="217" y="450"/>
                    <a:pt x="217" y="450"/>
                    <a:pt x="217" y="450"/>
                  </a:cubicBezTo>
                  <a:cubicBezTo>
                    <a:pt x="216" y="448"/>
                    <a:pt x="215" y="445"/>
                    <a:pt x="215" y="443"/>
                  </a:cubicBezTo>
                  <a:cubicBezTo>
                    <a:pt x="215" y="443"/>
                    <a:pt x="216" y="443"/>
                    <a:pt x="217" y="443"/>
                  </a:cubicBezTo>
                  <a:close/>
                  <a:moveTo>
                    <a:pt x="217" y="461"/>
                  </a:moveTo>
                  <a:cubicBezTo>
                    <a:pt x="217" y="469"/>
                    <a:pt x="217" y="469"/>
                    <a:pt x="217" y="469"/>
                  </a:cubicBezTo>
                  <a:cubicBezTo>
                    <a:pt x="210" y="469"/>
                    <a:pt x="210" y="469"/>
                    <a:pt x="210" y="469"/>
                  </a:cubicBezTo>
                  <a:cubicBezTo>
                    <a:pt x="209" y="468"/>
                    <a:pt x="209" y="468"/>
                    <a:pt x="209" y="468"/>
                  </a:cubicBezTo>
                  <a:cubicBezTo>
                    <a:pt x="209" y="457"/>
                    <a:pt x="209" y="457"/>
                    <a:pt x="209" y="457"/>
                  </a:cubicBezTo>
                  <a:cubicBezTo>
                    <a:pt x="212" y="458"/>
                    <a:pt x="215" y="459"/>
                    <a:pt x="217" y="461"/>
                  </a:cubicBezTo>
                  <a:close/>
                  <a:moveTo>
                    <a:pt x="217" y="511"/>
                  </a:moveTo>
                  <a:cubicBezTo>
                    <a:pt x="217" y="537"/>
                    <a:pt x="217" y="537"/>
                    <a:pt x="217" y="537"/>
                  </a:cubicBezTo>
                  <a:cubicBezTo>
                    <a:pt x="215" y="541"/>
                    <a:pt x="215" y="543"/>
                    <a:pt x="217" y="548"/>
                  </a:cubicBezTo>
                  <a:cubicBezTo>
                    <a:pt x="217" y="557"/>
                    <a:pt x="217" y="557"/>
                    <a:pt x="217" y="557"/>
                  </a:cubicBezTo>
                  <a:cubicBezTo>
                    <a:pt x="216" y="556"/>
                    <a:pt x="214" y="555"/>
                    <a:pt x="213" y="554"/>
                  </a:cubicBezTo>
                  <a:cubicBezTo>
                    <a:pt x="212" y="552"/>
                    <a:pt x="211" y="549"/>
                    <a:pt x="209" y="547"/>
                  </a:cubicBezTo>
                  <a:cubicBezTo>
                    <a:pt x="209" y="538"/>
                    <a:pt x="209" y="538"/>
                    <a:pt x="209" y="538"/>
                  </a:cubicBezTo>
                  <a:cubicBezTo>
                    <a:pt x="214" y="527"/>
                    <a:pt x="217" y="522"/>
                    <a:pt x="212" y="511"/>
                  </a:cubicBezTo>
                  <a:cubicBezTo>
                    <a:pt x="212" y="511"/>
                    <a:pt x="211" y="511"/>
                    <a:pt x="210" y="511"/>
                  </a:cubicBezTo>
                  <a:cubicBezTo>
                    <a:pt x="209" y="512"/>
                    <a:pt x="209" y="512"/>
                    <a:pt x="209" y="512"/>
                  </a:cubicBezTo>
                  <a:cubicBezTo>
                    <a:pt x="209" y="499"/>
                    <a:pt x="209" y="499"/>
                    <a:pt x="209" y="499"/>
                  </a:cubicBezTo>
                  <a:cubicBezTo>
                    <a:pt x="212" y="503"/>
                    <a:pt x="214" y="507"/>
                    <a:pt x="217" y="511"/>
                  </a:cubicBezTo>
                  <a:close/>
                  <a:moveTo>
                    <a:pt x="217" y="605"/>
                  </a:moveTo>
                  <a:cubicBezTo>
                    <a:pt x="217" y="613"/>
                    <a:pt x="217" y="613"/>
                    <a:pt x="217" y="613"/>
                  </a:cubicBezTo>
                  <a:cubicBezTo>
                    <a:pt x="214" y="619"/>
                    <a:pt x="212" y="625"/>
                    <a:pt x="209" y="631"/>
                  </a:cubicBezTo>
                  <a:cubicBezTo>
                    <a:pt x="209" y="598"/>
                    <a:pt x="209" y="598"/>
                    <a:pt x="209" y="598"/>
                  </a:cubicBezTo>
                  <a:cubicBezTo>
                    <a:pt x="211" y="600"/>
                    <a:pt x="214" y="602"/>
                    <a:pt x="217" y="605"/>
                  </a:cubicBezTo>
                  <a:close/>
                  <a:moveTo>
                    <a:pt x="205" y="50"/>
                  </a:moveTo>
                  <a:cubicBezTo>
                    <a:pt x="206" y="50"/>
                    <a:pt x="208" y="49"/>
                    <a:pt x="209" y="48"/>
                  </a:cubicBezTo>
                  <a:cubicBezTo>
                    <a:pt x="209" y="58"/>
                    <a:pt x="209" y="58"/>
                    <a:pt x="209" y="58"/>
                  </a:cubicBezTo>
                  <a:cubicBezTo>
                    <a:pt x="208" y="58"/>
                    <a:pt x="207" y="59"/>
                    <a:pt x="205" y="59"/>
                  </a:cubicBezTo>
                  <a:cubicBezTo>
                    <a:pt x="205" y="50"/>
                    <a:pt x="205" y="50"/>
                    <a:pt x="205" y="50"/>
                  </a:cubicBezTo>
                  <a:close/>
                  <a:moveTo>
                    <a:pt x="209" y="747"/>
                  </a:moveTo>
                  <a:cubicBezTo>
                    <a:pt x="208" y="746"/>
                    <a:pt x="207" y="745"/>
                    <a:pt x="205" y="745"/>
                  </a:cubicBezTo>
                  <a:cubicBezTo>
                    <a:pt x="205" y="737"/>
                    <a:pt x="205" y="737"/>
                    <a:pt x="205" y="737"/>
                  </a:cubicBezTo>
                  <a:cubicBezTo>
                    <a:pt x="205" y="738"/>
                    <a:pt x="206" y="738"/>
                    <a:pt x="207" y="738"/>
                  </a:cubicBezTo>
                  <a:cubicBezTo>
                    <a:pt x="209" y="738"/>
                    <a:pt x="209" y="738"/>
                    <a:pt x="209" y="738"/>
                  </a:cubicBezTo>
                  <a:cubicBezTo>
                    <a:pt x="209" y="747"/>
                    <a:pt x="209" y="747"/>
                    <a:pt x="209" y="747"/>
                  </a:cubicBezTo>
                  <a:close/>
                  <a:moveTo>
                    <a:pt x="209" y="73"/>
                  </a:moveTo>
                  <a:cubicBezTo>
                    <a:pt x="209" y="84"/>
                    <a:pt x="209" y="84"/>
                    <a:pt x="209" y="84"/>
                  </a:cubicBezTo>
                  <a:cubicBezTo>
                    <a:pt x="208" y="83"/>
                    <a:pt x="207" y="82"/>
                    <a:pt x="205" y="82"/>
                  </a:cubicBezTo>
                  <a:cubicBezTo>
                    <a:pt x="205" y="71"/>
                    <a:pt x="205" y="71"/>
                    <a:pt x="205" y="71"/>
                  </a:cubicBezTo>
                  <a:cubicBezTo>
                    <a:pt x="209" y="73"/>
                    <a:pt x="209" y="73"/>
                    <a:pt x="209" y="73"/>
                  </a:cubicBezTo>
                  <a:close/>
                  <a:moveTo>
                    <a:pt x="209" y="91"/>
                  </a:moveTo>
                  <a:cubicBezTo>
                    <a:pt x="209" y="101"/>
                    <a:pt x="209" y="101"/>
                    <a:pt x="209" y="101"/>
                  </a:cubicBezTo>
                  <a:cubicBezTo>
                    <a:pt x="208" y="102"/>
                    <a:pt x="208" y="102"/>
                    <a:pt x="208" y="102"/>
                  </a:cubicBezTo>
                  <a:cubicBezTo>
                    <a:pt x="207" y="103"/>
                    <a:pt x="206" y="103"/>
                    <a:pt x="205" y="103"/>
                  </a:cubicBezTo>
                  <a:cubicBezTo>
                    <a:pt x="205" y="93"/>
                    <a:pt x="205" y="93"/>
                    <a:pt x="205" y="93"/>
                  </a:cubicBezTo>
                  <a:cubicBezTo>
                    <a:pt x="207" y="93"/>
                    <a:pt x="208" y="92"/>
                    <a:pt x="209" y="91"/>
                  </a:cubicBezTo>
                  <a:close/>
                  <a:moveTo>
                    <a:pt x="209" y="156"/>
                  </a:moveTo>
                  <a:cubicBezTo>
                    <a:pt x="209" y="170"/>
                    <a:pt x="209" y="170"/>
                    <a:pt x="209" y="170"/>
                  </a:cubicBezTo>
                  <a:cubicBezTo>
                    <a:pt x="208" y="170"/>
                    <a:pt x="208" y="170"/>
                    <a:pt x="208" y="170"/>
                  </a:cubicBezTo>
                  <a:cubicBezTo>
                    <a:pt x="205" y="173"/>
                    <a:pt x="205" y="173"/>
                    <a:pt x="205" y="173"/>
                  </a:cubicBezTo>
                  <a:cubicBezTo>
                    <a:pt x="205" y="160"/>
                    <a:pt x="205" y="160"/>
                    <a:pt x="205" y="160"/>
                  </a:cubicBezTo>
                  <a:cubicBezTo>
                    <a:pt x="207" y="158"/>
                    <a:pt x="208" y="157"/>
                    <a:pt x="209" y="156"/>
                  </a:cubicBezTo>
                  <a:close/>
                  <a:moveTo>
                    <a:pt x="209" y="178"/>
                  </a:moveTo>
                  <a:cubicBezTo>
                    <a:pt x="209" y="207"/>
                    <a:pt x="209" y="207"/>
                    <a:pt x="209" y="207"/>
                  </a:cubicBezTo>
                  <a:cubicBezTo>
                    <a:pt x="208" y="208"/>
                    <a:pt x="206" y="210"/>
                    <a:pt x="205" y="212"/>
                  </a:cubicBezTo>
                  <a:cubicBezTo>
                    <a:pt x="205" y="194"/>
                    <a:pt x="205" y="194"/>
                    <a:pt x="205" y="194"/>
                  </a:cubicBezTo>
                  <a:cubicBezTo>
                    <a:pt x="207" y="194"/>
                    <a:pt x="207" y="194"/>
                    <a:pt x="207" y="194"/>
                  </a:cubicBezTo>
                  <a:cubicBezTo>
                    <a:pt x="207" y="193"/>
                    <a:pt x="207" y="192"/>
                    <a:pt x="208" y="191"/>
                  </a:cubicBezTo>
                  <a:cubicBezTo>
                    <a:pt x="207" y="191"/>
                    <a:pt x="206" y="191"/>
                    <a:pt x="205" y="191"/>
                  </a:cubicBezTo>
                  <a:cubicBezTo>
                    <a:pt x="205" y="179"/>
                    <a:pt x="205" y="179"/>
                    <a:pt x="205" y="179"/>
                  </a:cubicBezTo>
                  <a:cubicBezTo>
                    <a:pt x="206" y="179"/>
                    <a:pt x="208" y="178"/>
                    <a:pt x="209" y="178"/>
                  </a:cubicBezTo>
                  <a:close/>
                  <a:moveTo>
                    <a:pt x="209" y="214"/>
                  </a:moveTo>
                  <a:cubicBezTo>
                    <a:pt x="209" y="225"/>
                    <a:pt x="209" y="225"/>
                    <a:pt x="209" y="225"/>
                  </a:cubicBezTo>
                  <a:cubicBezTo>
                    <a:pt x="208" y="225"/>
                    <a:pt x="207" y="225"/>
                    <a:pt x="205" y="225"/>
                  </a:cubicBezTo>
                  <a:cubicBezTo>
                    <a:pt x="205" y="219"/>
                    <a:pt x="205" y="219"/>
                    <a:pt x="205" y="219"/>
                  </a:cubicBezTo>
                  <a:cubicBezTo>
                    <a:pt x="206" y="217"/>
                    <a:pt x="208" y="216"/>
                    <a:pt x="209" y="214"/>
                  </a:cubicBezTo>
                  <a:close/>
                  <a:moveTo>
                    <a:pt x="209" y="257"/>
                  </a:moveTo>
                  <a:cubicBezTo>
                    <a:pt x="209" y="266"/>
                    <a:pt x="209" y="266"/>
                    <a:pt x="209" y="266"/>
                  </a:cubicBezTo>
                  <a:cubicBezTo>
                    <a:pt x="208" y="267"/>
                    <a:pt x="207" y="268"/>
                    <a:pt x="205" y="270"/>
                  </a:cubicBezTo>
                  <a:cubicBezTo>
                    <a:pt x="205" y="262"/>
                    <a:pt x="205" y="262"/>
                    <a:pt x="205" y="262"/>
                  </a:cubicBezTo>
                  <a:cubicBezTo>
                    <a:pt x="205" y="261"/>
                    <a:pt x="206" y="261"/>
                    <a:pt x="206" y="260"/>
                  </a:cubicBezTo>
                  <a:cubicBezTo>
                    <a:pt x="207" y="260"/>
                    <a:pt x="208" y="259"/>
                    <a:pt x="209" y="257"/>
                  </a:cubicBezTo>
                  <a:close/>
                  <a:moveTo>
                    <a:pt x="209" y="273"/>
                  </a:moveTo>
                  <a:cubicBezTo>
                    <a:pt x="209" y="279"/>
                    <a:pt x="209" y="279"/>
                    <a:pt x="209" y="279"/>
                  </a:cubicBezTo>
                  <a:cubicBezTo>
                    <a:pt x="208" y="279"/>
                    <a:pt x="206" y="279"/>
                    <a:pt x="205" y="279"/>
                  </a:cubicBezTo>
                  <a:cubicBezTo>
                    <a:pt x="205" y="273"/>
                    <a:pt x="205" y="273"/>
                    <a:pt x="205" y="273"/>
                  </a:cubicBezTo>
                  <a:cubicBezTo>
                    <a:pt x="207" y="273"/>
                    <a:pt x="208" y="273"/>
                    <a:pt x="209" y="273"/>
                  </a:cubicBezTo>
                  <a:close/>
                  <a:moveTo>
                    <a:pt x="209" y="289"/>
                  </a:moveTo>
                  <a:cubicBezTo>
                    <a:pt x="209" y="306"/>
                    <a:pt x="209" y="306"/>
                    <a:pt x="209" y="306"/>
                  </a:cubicBezTo>
                  <a:cubicBezTo>
                    <a:pt x="209" y="307"/>
                    <a:pt x="208" y="308"/>
                    <a:pt x="207" y="308"/>
                  </a:cubicBezTo>
                  <a:cubicBezTo>
                    <a:pt x="207" y="311"/>
                    <a:pt x="206" y="313"/>
                    <a:pt x="205" y="315"/>
                  </a:cubicBezTo>
                  <a:cubicBezTo>
                    <a:pt x="205" y="303"/>
                    <a:pt x="205" y="303"/>
                    <a:pt x="205" y="303"/>
                  </a:cubicBezTo>
                  <a:cubicBezTo>
                    <a:pt x="207" y="301"/>
                    <a:pt x="208" y="299"/>
                    <a:pt x="209" y="296"/>
                  </a:cubicBezTo>
                  <a:cubicBezTo>
                    <a:pt x="207" y="296"/>
                    <a:pt x="206" y="296"/>
                    <a:pt x="205" y="296"/>
                  </a:cubicBezTo>
                  <a:cubicBezTo>
                    <a:pt x="205" y="289"/>
                    <a:pt x="205" y="289"/>
                    <a:pt x="205" y="289"/>
                  </a:cubicBezTo>
                  <a:cubicBezTo>
                    <a:pt x="207" y="289"/>
                    <a:pt x="208" y="289"/>
                    <a:pt x="209" y="289"/>
                  </a:cubicBezTo>
                  <a:close/>
                  <a:moveTo>
                    <a:pt x="209" y="353"/>
                  </a:moveTo>
                  <a:cubicBezTo>
                    <a:pt x="209" y="372"/>
                    <a:pt x="209" y="372"/>
                    <a:pt x="209" y="372"/>
                  </a:cubicBezTo>
                  <a:cubicBezTo>
                    <a:pt x="207" y="370"/>
                    <a:pt x="205" y="367"/>
                    <a:pt x="205" y="364"/>
                  </a:cubicBezTo>
                  <a:cubicBezTo>
                    <a:pt x="205" y="361"/>
                    <a:pt x="205" y="361"/>
                    <a:pt x="205" y="361"/>
                  </a:cubicBezTo>
                  <a:cubicBezTo>
                    <a:pt x="207" y="359"/>
                    <a:pt x="208" y="357"/>
                    <a:pt x="209" y="353"/>
                  </a:cubicBezTo>
                  <a:cubicBezTo>
                    <a:pt x="209" y="353"/>
                    <a:pt x="209" y="353"/>
                    <a:pt x="209" y="353"/>
                  </a:cubicBezTo>
                  <a:close/>
                  <a:moveTo>
                    <a:pt x="209" y="390"/>
                  </a:moveTo>
                  <a:cubicBezTo>
                    <a:pt x="209" y="394"/>
                    <a:pt x="209" y="394"/>
                    <a:pt x="209" y="394"/>
                  </a:cubicBezTo>
                  <a:cubicBezTo>
                    <a:pt x="207" y="394"/>
                    <a:pt x="207" y="394"/>
                    <a:pt x="207" y="394"/>
                  </a:cubicBezTo>
                  <a:cubicBezTo>
                    <a:pt x="208" y="399"/>
                    <a:pt x="209" y="403"/>
                    <a:pt x="209" y="407"/>
                  </a:cubicBezTo>
                  <a:cubicBezTo>
                    <a:pt x="209" y="414"/>
                    <a:pt x="209" y="414"/>
                    <a:pt x="209" y="414"/>
                  </a:cubicBezTo>
                  <a:cubicBezTo>
                    <a:pt x="205" y="414"/>
                    <a:pt x="205" y="414"/>
                    <a:pt x="205" y="414"/>
                  </a:cubicBezTo>
                  <a:cubicBezTo>
                    <a:pt x="205" y="411"/>
                    <a:pt x="205" y="411"/>
                    <a:pt x="205" y="411"/>
                  </a:cubicBezTo>
                  <a:cubicBezTo>
                    <a:pt x="207" y="411"/>
                    <a:pt x="207" y="411"/>
                    <a:pt x="207" y="411"/>
                  </a:cubicBezTo>
                  <a:cubicBezTo>
                    <a:pt x="206" y="408"/>
                    <a:pt x="205" y="405"/>
                    <a:pt x="205" y="404"/>
                  </a:cubicBezTo>
                  <a:cubicBezTo>
                    <a:pt x="205" y="390"/>
                    <a:pt x="205" y="390"/>
                    <a:pt x="205" y="390"/>
                  </a:cubicBezTo>
                  <a:cubicBezTo>
                    <a:pt x="209" y="390"/>
                    <a:pt x="209" y="390"/>
                    <a:pt x="209" y="390"/>
                  </a:cubicBezTo>
                  <a:close/>
                  <a:moveTo>
                    <a:pt x="209" y="457"/>
                  </a:moveTo>
                  <a:cubicBezTo>
                    <a:pt x="209" y="468"/>
                    <a:pt x="209" y="468"/>
                    <a:pt x="209" y="468"/>
                  </a:cubicBezTo>
                  <a:cubicBezTo>
                    <a:pt x="206" y="465"/>
                    <a:pt x="205" y="465"/>
                    <a:pt x="205" y="461"/>
                  </a:cubicBezTo>
                  <a:cubicBezTo>
                    <a:pt x="205" y="459"/>
                    <a:pt x="205" y="459"/>
                    <a:pt x="205" y="459"/>
                  </a:cubicBezTo>
                  <a:cubicBezTo>
                    <a:pt x="206" y="458"/>
                    <a:pt x="208" y="457"/>
                    <a:pt x="209" y="457"/>
                  </a:cubicBezTo>
                  <a:close/>
                  <a:moveTo>
                    <a:pt x="209" y="499"/>
                  </a:moveTo>
                  <a:cubicBezTo>
                    <a:pt x="209" y="512"/>
                    <a:pt x="209" y="512"/>
                    <a:pt x="209" y="512"/>
                  </a:cubicBezTo>
                  <a:cubicBezTo>
                    <a:pt x="207" y="516"/>
                    <a:pt x="206" y="520"/>
                    <a:pt x="205" y="522"/>
                  </a:cubicBezTo>
                  <a:cubicBezTo>
                    <a:pt x="205" y="512"/>
                    <a:pt x="205" y="512"/>
                    <a:pt x="205" y="512"/>
                  </a:cubicBezTo>
                  <a:cubicBezTo>
                    <a:pt x="206" y="508"/>
                    <a:pt x="206" y="504"/>
                    <a:pt x="205" y="500"/>
                  </a:cubicBezTo>
                  <a:cubicBezTo>
                    <a:pt x="205" y="488"/>
                    <a:pt x="205" y="488"/>
                    <a:pt x="205" y="488"/>
                  </a:cubicBezTo>
                  <a:cubicBezTo>
                    <a:pt x="206" y="492"/>
                    <a:pt x="208" y="495"/>
                    <a:pt x="209" y="499"/>
                  </a:cubicBezTo>
                  <a:close/>
                  <a:moveTo>
                    <a:pt x="209" y="538"/>
                  </a:moveTo>
                  <a:cubicBezTo>
                    <a:pt x="209" y="547"/>
                    <a:pt x="209" y="547"/>
                    <a:pt x="209" y="547"/>
                  </a:cubicBezTo>
                  <a:cubicBezTo>
                    <a:pt x="208" y="545"/>
                    <a:pt x="207" y="543"/>
                    <a:pt x="205" y="541"/>
                  </a:cubicBezTo>
                  <a:cubicBezTo>
                    <a:pt x="205" y="532"/>
                    <a:pt x="205" y="532"/>
                    <a:pt x="205" y="532"/>
                  </a:cubicBezTo>
                  <a:cubicBezTo>
                    <a:pt x="206" y="534"/>
                    <a:pt x="207" y="536"/>
                    <a:pt x="209" y="539"/>
                  </a:cubicBezTo>
                  <a:cubicBezTo>
                    <a:pt x="209" y="538"/>
                    <a:pt x="209" y="538"/>
                    <a:pt x="209" y="538"/>
                  </a:cubicBezTo>
                  <a:close/>
                  <a:moveTo>
                    <a:pt x="209" y="598"/>
                  </a:moveTo>
                  <a:cubicBezTo>
                    <a:pt x="209" y="631"/>
                    <a:pt x="209" y="631"/>
                    <a:pt x="209" y="631"/>
                  </a:cubicBezTo>
                  <a:cubicBezTo>
                    <a:pt x="208" y="635"/>
                    <a:pt x="207" y="639"/>
                    <a:pt x="205" y="643"/>
                  </a:cubicBezTo>
                  <a:cubicBezTo>
                    <a:pt x="205" y="612"/>
                    <a:pt x="205" y="612"/>
                    <a:pt x="205" y="612"/>
                  </a:cubicBezTo>
                  <a:cubicBezTo>
                    <a:pt x="205" y="611"/>
                    <a:pt x="205" y="611"/>
                    <a:pt x="205" y="611"/>
                  </a:cubicBezTo>
                  <a:cubicBezTo>
                    <a:pt x="205" y="611"/>
                    <a:pt x="205" y="611"/>
                    <a:pt x="205" y="611"/>
                  </a:cubicBezTo>
                  <a:cubicBezTo>
                    <a:pt x="205" y="599"/>
                    <a:pt x="205" y="599"/>
                    <a:pt x="205" y="599"/>
                  </a:cubicBezTo>
                  <a:cubicBezTo>
                    <a:pt x="209" y="597"/>
                    <a:pt x="209" y="597"/>
                    <a:pt x="209" y="597"/>
                  </a:cubicBezTo>
                  <a:cubicBezTo>
                    <a:pt x="209" y="597"/>
                    <a:pt x="209" y="598"/>
                    <a:pt x="209" y="598"/>
                  </a:cubicBezTo>
                  <a:close/>
                  <a:moveTo>
                    <a:pt x="209" y="695"/>
                  </a:moveTo>
                  <a:cubicBezTo>
                    <a:pt x="209" y="717"/>
                    <a:pt x="209" y="717"/>
                    <a:pt x="209" y="717"/>
                  </a:cubicBezTo>
                  <a:cubicBezTo>
                    <a:pt x="209" y="711"/>
                    <a:pt x="208" y="705"/>
                    <a:pt x="205" y="701"/>
                  </a:cubicBezTo>
                  <a:cubicBezTo>
                    <a:pt x="205" y="692"/>
                    <a:pt x="205" y="692"/>
                    <a:pt x="205" y="692"/>
                  </a:cubicBezTo>
                  <a:cubicBezTo>
                    <a:pt x="207" y="693"/>
                    <a:pt x="208" y="694"/>
                    <a:pt x="209" y="695"/>
                  </a:cubicBezTo>
                  <a:close/>
                  <a:moveTo>
                    <a:pt x="200" y="52"/>
                  </a:moveTo>
                  <a:cubicBezTo>
                    <a:pt x="202" y="52"/>
                    <a:pt x="203" y="51"/>
                    <a:pt x="205" y="50"/>
                  </a:cubicBezTo>
                  <a:cubicBezTo>
                    <a:pt x="205" y="59"/>
                    <a:pt x="205" y="59"/>
                    <a:pt x="205" y="59"/>
                  </a:cubicBezTo>
                  <a:cubicBezTo>
                    <a:pt x="203" y="60"/>
                    <a:pt x="202" y="61"/>
                    <a:pt x="200" y="61"/>
                  </a:cubicBezTo>
                  <a:cubicBezTo>
                    <a:pt x="200" y="52"/>
                    <a:pt x="200" y="52"/>
                    <a:pt x="200" y="52"/>
                  </a:cubicBezTo>
                  <a:close/>
                  <a:moveTo>
                    <a:pt x="205" y="745"/>
                  </a:moveTo>
                  <a:cubicBezTo>
                    <a:pt x="203" y="744"/>
                    <a:pt x="202" y="743"/>
                    <a:pt x="200" y="743"/>
                  </a:cubicBezTo>
                  <a:cubicBezTo>
                    <a:pt x="200" y="734"/>
                    <a:pt x="200" y="734"/>
                    <a:pt x="200" y="734"/>
                  </a:cubicBezTo>
                  <a:cubicBezTo>
                    <a:pt x="202" y="735"/>
                    <a:pt x="203" y="736"/>
                    <a:pt x="205" y="737"/>
                  </a:cubicBezTo>
                  <a:cubicBezTo>
                    <a:pt x="205" y="745"/>
                    <a:pt x="205" y="745"/>
                    <a:pt x="205" y="745"/>
                  </a:cubicBezTo>
                  <a:close/>
                  <a:moveTo>
                    <a:pt x="205" y="71"/>
                  </a:moveTo>
                  <a:cubicBezTo>
                    <a:pt x="205" y="82"/>
                    <a:pt x="205" y="82"/>
                    <a:pt x="205" y="82"/>
                  </a:cubicBezTo>
                  <a:cubicBezTo>
                    <a:pt x="203" y="81"/>
                    <a:pt x="202" y="80"/>
                    <a:pt x="200" y="79"/>
                  </a:cubicBezTo>
                  <a:cubicBezTo>
                    <a:pt x="200" y="69"/>
                    <a:pt x="200" y="69"/>
                    <a:pt x="200" y="69"/>
                  </a:cubicBezTo>
                  <a:cubicBezTo>
                    <a:pt x="205" y="71"/>
                    <a:pt x="205" y="71"/>
                    <a:pt x="205" y="71"/>
                  </a:cubicBezTo>
                  <a:close/>
                  <a:moveTo>
                    <a:pt x="205" y="93"/>
                  </a:moveTo>
                  <a:cubicBezTo>
                    <a:pt x="205" y="103"/>
                    <a:pt x="205" y="103"/>
                    <a:pt x="205" y="103"/>
                  </a:cubicBezTo>
                  <a:cubicBezTo>
                    <a:pt x="203" y="104"/>
                    <a:pt x="202" y="105"/>
                    <a:pt x="200" y="105"/>
                  </a:cubicBezTo>
                  <a:cubicBezTo>
                    <a:pt x="200" y="95"/>
                    <a:pt x="200" y="95"/>
                    <a:pt x="200" y="95"/>
                  </a:cubicBezTo>
                  <a:cubicBezTo>
                    <a:pt x="202" y="95"/>
                    <a:pt x="203" y="94"/>
                    <a:pt x="205" y="93"/>
                  </a:cubicBezTo>
                  <a:close/>
                  <a:moveTo>
                    <a:pt x="205" y="160"/>
                  </a:moveTo>
                  <a:cubicBezTo>
                    <a:pt x="205" y="173"/>
                    <a:pt x="205" y="173"/>
                    <a:pt x="205" y="173"/>
                  </a:cubicBezTo>
                  <a:cubicBezTo>
                    <a:pt x="200" y="179"/>
                    <a:pt x="200" y="179"/>
                    <a:pt x="200" y="179"/>
                  </a:cubicBezTo>
                  <a:cubicBezTo>
                    <a:pt x="200" y="161"/>
                    <a:pt x="200" y="161"/>
                    <a:pt x="200" y="161"/>
                  </a:cubicBezTo>
                  <a:cubicBezTo>
                    <a:pt x="201" y="162"/>
                    <a:pt x="202" y="163"/>
                    <a:pt x="202" y="164"/>
                  </a:cubicBezTo>
                  <a:cubicBezTo>
                    <a:pt x="203" y="163"/>
                    <a:pt x="204" y="162"/>
                    <a:pt x="205" y="160"/>
                  </a:cubicBezTo>
                  <a:close/>
                  <a:moveTo>
                    <a:pt x="205" y="179"/>
                  </a:moveTo>
                  <a:cubicBezTo>
                    <a:pt x="205" y="191"/>
                    <a:pt x="205" y="191"/>
                    <a:pt x="205" y="191"/>
                  </a:cubicBezTo>
                  <a:cubicBezTo>
                    <a:pt x="203" y="192"/>
                    <a:pt x="201" y="192"/>
                    <a:pt x="201" y="196"/>
                  </a:cubicBezTo>
                  <a:cubicBezTo>
                    <a:pt x="202" y="195"/>
                    <a:pt x="203" y="195"/>
                    <a:pt x="205" y="194"/>
                  </a:cubicBezTo>
                  <a:cubicBezTo>
                    <a:pt x="205" y="212"/>
                    <a:pt x="205" y="212"/>
                    <a:pt x="205" y="212"/>
                  </a:cubicBezTo>
                  <a:cubicBezTo>
                    <a:pt x="203" y="214"/>
                    <a:pt x="202" y="216"/>
                    <a:pt x="200" y="218"/>
                  </a:cubicBezTo>
                  <a:cubicBezTo>
                    <a:pt x="200" y="182"/>
                    <a:pt x="200" y="182"/>
                    <a:pt x="200" y="182"/>
                  </a:cubicBezTo>
                  <a:cubicBezTo>
                    <a:pt x="202" y="181"/>
                    <a:pt x="203" y="180"/>
                    <a:pt x="205" y="179"/>
                  </a:cubicBezTo>
                  <a:close/>
                  <a:moveTo>
                    <a:pt x="205" y="219"/>
                  </a:moveTo>
                  <a:cubicBezTo>
                    <a:pt x="205" y="225"/>
                    <a:pt x="205" y="225"/>
                    <a:pt x="205" y="225"/>
                  </a:cubicBezTo>
                  <a:cubicBezTo>
                    <a:pt x="204" y="225"/>
                    <a:pt x="204" y="225"/>
                    <a:pt x="203" y="225"/>
                  </a:cubicBezTo>
                  <a:cubicBezTo>
                    <a:pt x="203" y="223"/>
                    <a:pt x="204" y="221"/>
                    <a:pt x="205" y="219"/>
                  </a:cubicBezTo>
                  <a:close/>
                  <a:moveTo>
                    <a:pt x="205" y="262"/>
                  </a:moveTo>
                  <a:cubicBezTo>
                    <a:pt x="205" y="270"/>
                    <a:pt x="205" y="270"/>
                    <a:pt x="205" y="270"/>
                  </a:cubicBezTo>
                  <a:cubicBezTo>
                    <a:pt x="204" y="271"/>
                    <a:pt x="204" y="272"/>
                    <a:pt x="203" y="273"/>
                  </a:cubicBezTo>
                  <a:cubicBezTo>
                    <a:pt x="204" y="273"/>
                    <a:pt x="204" y="273"/>
                    <a:pt x="205" y="273"/>
                  </a:cubicBezTo>
                  <a:cubicBezTo>
                    <a:pt x="205" y="279"/>
                    <a:pt x="205" y="279"/>
                    <a:pt x="205" y="279"/>
                  </a:cubicBezTo>
                  <a:cubicBezTo>
                    <a:pt x="203" y="279"/>
                    <a:pt x="202" y="280"/>
                    <a:pt x="200" y="281"/>
                  </a:cubicBezTo>
                  <a:cubicBezTo>
                    <a:pt x="200" y="268"/>
                    <a:pt x="200" y="268"/>
                    <a:pt x="200" y="268"/>
                  </a:cubicBezTo>
                  <a:cubicBezTo>
                    <a:pt x="202" y="266"/>
                    <a:pt x="203" y="264"/>
                    <a:pt x="205" y="262"/>
                  </a:cubicBezTo>
                  <a:close/>
                  <a:moveTo>
                    <a:pt x="205" y="289"/>
                  </a:moveTo>
                  <a:cubicBezTo>
                    <a:pt x="205" y="296"/>
                    <a:pt x="205" y="296"/>
                    <a:pt x="205" y="296"/>
                  </a:cubicBezTo>
                  <a:cubicBezTo>
                    <a:pt x="203" y="296"/>
                    <a:pt x="202" y="296"/>
                    <a:pt x="200" y="296"/>
                  </a:cubicBezTo>
                  <a:cubicBezTo>
                    <a:pt x="200" y="290"/>
                    <a:pt x="200" y="290"/>
                    <a:pt x="200" y="290"/>
                  </a:cubicBezTo>
                  <a:cubicBezTo>
                    <a:pt x="202" y="290"/>
                    <a:pt x="203" y="290"/>
                    <a:pt x="205" y="289"/>
                  </a:cubicBezTo>
                  <a:close/>
                  <a:moveTo>
                    <a:pt x="205" y="303"/>
                  </a:moveTo>
                  <a:cubicBezTo>
                    <a:pt x="205" y="315"/>
                    <a:pt x="205" y="315"/>
                    <a:pt x="205" y="315"/>
                  </a:cubicBezTo>
                  <a:cubicBezTo>
                    <a:pt x="203" y="320"/>
                    <a:pt x="202" y="324"/>
                    <a:pt x="200" y="328"/>
                  </a:cubicBezTo>
                  <a:cubicBezTo>
                    <a:pt x="200" y="313"/>
                    <a:pt x="200" y="313"/>
                    <a:pt x="200" y="313"/>
                  </a:cubicBezTo>
                  <a:cubicBezTo>
                    <a:pt x="200" y="313"/>
                    <a:pt x="200" y="313"/>
                    <a:pt x="201" y="312"/>
                  </a:cubicBezTo>
                  <a:cubicBezTo>
                    <a:pt x="200" y="312"/>
                    <a:pt x="200" y="312"/>
                    <a:pt x="200" y="312"/>
                  </a:cubicBezTo>
                  <a:cubicBezTo>
                    <a:pt x="200" y="306"/>
                    <a:pt x="200" y="306"/>
                    <a:pt x="200" y="306"/>
                  </a:cubicBezTo>
                  <a:cubicBezTo>
                    <a:pt x="202" y="305"/>
                    <a:pt x="204" y="304"/>
                    <a:pt x="205" y="303"/>
                  </a:cubicBezTo>
                  <a:close/>
                  <a:moveTo>
                    <a:pt x="205" y="361"/>
                  </a:moveTo>
                  <a:cubicBezTo>
                    <a:pt x="205" y="364"/>
                    <a:pt x="205" y="364"/>
                    <a:pt x="205" y="364"/>
                  </a:cubicBezTo>
                  <a:cubicBezTo>
                    <a:pt x="205" y="363"/>
                    <a:pt x="205" y="362"/>
                    <a:pt x="205" y="361"/>
                  </a:cubicBezTo>
                  <a:cubicBezTo>
                    <a:pt x="205" y="361"/>
                    <a:pt x="205" y="361"/>
                    <a:pt x="205" y="361"/>
                  </a:cubicBezTo>
                  <a:close/>
                  <a:moveTo>
                    <a:pt x="205" y="390"/>
                  </a:moveTo>
                  <a:cubicBezTo>
                    <a:pt x="205" y="404"/>
                    <a:pt x="205" y="404"/>
                    <a:pt x="205" y="404"/>
                  </a:cubicBezTo>
                  <a:cubicBezTo>
                    <a:pt x="203" y="397"/>
                    <a:pt x="203" y="396"/>
                    <a:pt x="202" y="394"/>
                  </a:cubicBezTo>
                  <a:cubicBezTo>
                    <a:pt x="201" y="394"/>
                    <a:pt x="201" y="394"/>
                    <a:pt x="200" y="394"/>
                  </a:cubicBezTo>
                  <a:cubicBezTo>
                    <a:pt x="200" y="390"/>
                    <a:pt x="200" y="390"/>
                    <a:pt x="200" y="390"/>
                  </a:cubicBezTo>
                  <a:cubicBezTo>
                    <a:pt x="205" y="390"/>
                    <a:pt x="205" y="390"/>
                    <a:pt x="205" y="390"/>
                  </a:cubicBezTo>
                  <a:close/>
                  <a:moveTo>
                    <a:pt x="205" y="411"/>
                  </a:moveTo>
                  <a:cubicBezTo>
                    <a:pt x="205" y="414"/>
                    <a:pt x="205" y="414"/>
                    <a:pt x="205" y="414"/>
                  </a:cubicBezTo>
                  <a:cubicBezTo>
                    <a:pt x="200" y="414"/>
                    <a:pt x="200" y="414"/>
                    <a:pt x="200" y="414"/>
                  </a:cubicBezTo>
                  <a:cubicBezTo>
                    <a:pt x="200" y="411"/>
                    <a:pt x="200" y="411"/>
                    <a:pt x="200" y="411"/>
                  </a:cubicBezTo>
                  <a:cubicBezTo>
                    <a:pt x="200" y="411"/>
                    <a:pt x="200" y="411"/>
                    <a:pt x="201" y="411"/>
                  </a:cubicBezTo>
                  <a:cubicBezTo>
                    <a:pt x="205" y="411"/>
                    <a:pt x="205" y="411"/>
                    <a:pt x="205" y="411"/>
                  </a:cubicBezTo>
                  <a:close/>
                  <a:moveTo>
                    <a:pt x="205" y="459"/>
                  </a:moveTo>
                  <a:cubicBezTo>
                    <a:pt x="205" y="461"/>
                    <a:pt x="205" y="461"/>
                    <a:pt x="205" y="461"/>
                  </a:cubicBezTo>
                  <a:cubicBezTo>
                    <a:pt x="205" y="461"/>
                    <a:pt x="205" y="460"/>
                    <a:pt x="205" y="459"/>
                  </a:cubicBezTo>
                  <a:cubicBezTo>
                    <a:pt x="205" y="459"/>
                    <a:pt x="205" y="459"/>
                    <a:pt x="205" y="459"/>
                  </a:cubicBezTo>
                  <a:close/>
                  <a:moveTo>
                    <a:pt x="205" y="488"/>
                  </a:moveTo>
                  <a:cubicBezTo>
                    <a:pt x="205" y="500"/>
                    <a:pt x="205" y="500"/>
                    <a:pt x="205" y="500"/>
                  </a:cubicBezTo>
                  <a:cubicBezTo>
                    <a:pt x="204" y="498"/>
                    <a:pt x="203" y="496"/>
                    <a:pt x="202" y="495"/>
                  </a:cubicBezTo>
                  <a:cubicBezTo>
                    <a:pt x="200" y="497"/>
                    <a:pt x="200" y="497"/>
                    <a:pt x="200" y="497"/>
                  </a:cubicBezTo>
                  <a:cubicBezTo>
                    <a:pt x="200" y="476"/>
                    <a:pt x="200" y="476"/>
                    <a:pt x="200" y="476"/>
                  </a:cubicBezTo>
                  <a:cubicBezTo>
                    <a:pt x="201" y="478"/>
                    <a:pt x="202" y="479"/>
                    <a:pt x="202" y="480"/>
                  </a:cubicBezTo>
                  <a:cubicBezTo>
                    <a:pt x="203" y="483"/>
                    <a:pt x="204" y="486"/>
                    <a:pt x="205" y="488"/>
                  </a:cubicBezTo>
                  <a:close/>
                  <a:moveTo>
                    <a:pt x="205" y="512"/>
                  </a:moveTo>
                  <a:cubicBezTo>
                    <a:pt x="205" y="522"/>
                    <a:pt x="205" y="522"/>
                    <a:pt x="205" y="522"/>
                  </a:cubicBezTo>
                  <a:cubicBezTo>
                    <a:pt x="204" y="526"/>
                    <a:pt x="204" y="529"/>
                    <a:pt x="205" y="532"/>
                  </a:cubicBezTo>
                  <a:cubicBezTo>
                    <a:pt x="205" y="541"/>
                    <a:pt x="205" y="541"/>
                    <a:pt x="205" y="541"/>
                  </a:cubicBezTo>
                  <a:cubicBezTo>
                    <a:pt x="203" y="539"/>
                    <a:pt x="202" y="537"/>
                    <a:pt x="200" y="535"/>
                  </a:cubicBezTo>
                  <a:cubicBezTo>
                    <a:pt x="200" y="519"/>
                    <a:pt x="200" y="519"/>
                    <a:pt x="200" y="519"/>
                  </a:cubicBezTo>
                  <a:cubicBezTo>
                    <a:pt x="203" y="517"/>
                    <a:pt x="204" y="514"/>
                    <a:pt x="205" y="512"/>
                  </a:cubicBezTo>
                  <a:close/>
                  <a:moveTo>
                    <a:pt x="205" y="599"/>
                  </a:moveTo>
                  <a:cubicBezTo>
                    <a:pt x="205" y="611"/>
                    <a:pt x="205" y="611"/>
                    <a:pt x="205" y="611"/>
                  </a:cubicBezTo>
                  <a:cubicBezTo>
                    <a:pt x="203" y="612"/>
                    <a:pt x="202" y="613"/>
                    <a:pt x="200" y="613"/>
                  </a:cubicBezTo>
                  <a:cubicBezTo>
                    <a:pt x="200" y="602"/>
                    <a:pt x="200" y="602"/>
                    <a:pt x="200" y="602"/>
                  </a:cubicBezTo>
                  <a:cubicBezTo>
                    <a:pt x="205" y="599"/>
                    <a:pt x="205" y="599"/>
                    <a:pt x="205" y="599"/>
                  </a:cubicBezTo>
                  <a:close/>
                  <a:moveTo>
                    <a:pt x="205" y="612"/>
                  </a:moveTo>
                  <a:cubicBezTo>
                    <a:pt x="202" y="620"/>
                    <a:pt x="201" y="621"/>
                    <a:pt x="200" y="622"/>
                  </a:cubicBezTo>
                  <a:cubicBezTo>
                    <a:pt x="200" y="647"/>
                    <a:pt x="200" y="647"/>
                    <a:pt x="200" y="647"/>
                  </a:cubicBezTo>
                  <a:cubicBezTo>
                    <a:pt x="201" y="647"/>
                    <a:pt x="201" y="647"/>
                    <a:pt x="201" y="647"/>
                  </a:cubicBezTo>
                  <a:cubicBezTo>
                    <a:pt x="201" y="647"/>
                    <a:pt x="202" y="647"/>
                    <a:pt x="203" y="647"/>
                  </a:cubicBezTo>
                  <a:cubicBezTo>
                    <a:pt x="205" y="643"/>
                    <a:pt x="205" y="643"/>
                    <a:pt x="205" y="643"/>
                  </a:cubicBezTo>
                  <a:cubicBezTo>
                    <a:pt x="205" y="612"/>
                    <a:pt x="205" y="612"/>
                    <a:pt x="205" y="612"/>
                  </a:cubicBezTo>
                  <a:close/>
                  <a:moveTo>
                    <a:pt x="205" y="692"/>
                  </a:moveTo>
                  <a:cubicBezTo>
                    <a:pt x="205" y="701"/>
                    <a:pt x="205" y="701"/>
                    <a:pt x="205" y="701"/>
                  </a:cubicBezTo>
                  <a:cubicBezTo>
                    <a:pt x="204" y="699"/>
                    <a:pt x="202" y="697"/>
                    <a:pt x="200" y="696"/>
                  </a:cubicBezTo>
                  <a:cubicBezTo>
                    <a:pt x="200" y="689"/>
                    <a:pt x="200" y="689"/>
                    <a:pt x="200" y="689"/>
                  </a:cubicBezTo>
                  <a:cubicBezTo>
                    <a:pt x="202" y="690"/>
                    <a:pt x="203" y="690"/>
                    <a:pt x="205" y="692"/>
                  </a:cubicBezTo>
                  <a:close/>
                  <a:moveTo>
                    <a:pt x="196" y="55"/>
                  </a:moveTo>
                  <a:cubicBezTo>
                    <a:pt x="197" y="54"/>
                    <a:pt x="199" y="53"/>
                    <a:pt x="200" y="52"/>
                  </a:cubicBezTo>
                  <a:cubicBezTo>
                    <a:pt x="200" y="61"/>
                    <a:pt x="200" y="61"/>
                    <a:pt x="200" y="61"/>
                  </a:cubicBezTo>
                  <a:cubicBezTo>
                    <a:pt x="199" y="62"/>
                    <a:pt x="197" y="63"/>
                    <a:pt x="196" y="63"/>
                  </a:cubicBezTo>
                  <a:cubicBezTo>
                    <a:pt x="196" y="55"/>
                    <a:pt x="196" y="55"/>
                    <a:pt x="196" y="55"/>
                  </a:cubicBezTo>
                  <a:close/>
                  <a:moveTo>
                    <a:pt x="200" y="743"/>
                  </a:moveTo>
                  <a:cubicBezTo>
                    <a:pt x="199" y="742"/>
                    <a:pt x="197" y="741"/>
                    <a:pt x="196" y="740"/>
                  </a:cubicBezTo>
                  <a:cubicBezTo>
                    <a:pt x="196" y="730"/>
                    <a:pt x="196" y="730"/>
                    <a:pt x="196" y="730"/>
                  </a:cubicBezTo>
                  <a:cubicBezTo>
                    <a:pt x="197" y="731"/>
                    <a:pt x="198" y="733"/>
                    <a:pt x="200" y="734"/>
                  </a:cubicBezTo>
                  <a:cubicBezTo>
                    <a:pt x="200" y="743"/>
                    <a:pt x="200" y="743"/>
                    <a:pt x="200" y="743"/>
                  </a:cubicBezTo>
                  <a:close/>
                  <a:moveTo>
                    <a:pt x="200" y="69"/>
                  </a:moveTo>
                  <a:cubicBezTo>
                    <a:pt x="200" y="79"/>
                    <a:pt x="200" y="79"/>
                    <a:pt x="200" y="79"/>
                  </a:cubicBezTo>
                  <a:cubicBezTo>
                    <a:pt x="199" y="78"/>
                    <a:pt x="197" y="78"/>
                    <a:pt x="196" y="77"/>
                  </a:cubicBezTo>
                  <a:cubicBezTo>
                    <a:pt x="196" y="67"/>
                    <a:pt x="196" y="67"/>
                    <a:pt x="196" y="67"/>
                  </a:cubicBezTo>
                  <a:cubicBezTo>
                    <a:pt x="200" y="69"/>
                    <a:pt x="200" y="69"/>
                    <a:pt x="200" y="69"/>
                  </a:cubicBezTo>
                  <a:close/>
                  <a:moveTo>
                    <a:pt x="200" y="95"/>
                  </a:moveTo>
                  <a:cubicBezTo>
                    <a:pt x="200" y="105"/>
                    <a:pt x="200" y="105"/>
                    <a:pt x="200" y="105"/>
                  </a:cubicBezTo>
                  <a:cubicBezTo>
                    <a:pt x="199" y="106"/>
                    <a:pt x="197" y="107"/>
                    <a:pt x="196" y="108"/>
                  </a:cubicBezTo>
                  <a:cubicBezTo>
                    <a:pt x="196" y="96"/>
                    <a:pt x="196" y="96"/>
                    <a:pt x="196" y="96"/>
                  </a:cubicBezTo>
                  <a:cubicBezTo>
                    <a:pt x="197" y="97"/>
                    <a:pt x="197" y="97"/>
                    <a:pt x="197" y="97"/>
                  </a:cubicBezTo>
                  <a:cubicBezTo>
                    <a:pt x="198" y="96"/>
                    <a:pt x="199" y="96"/>
                    <a:pt x="200" y="95"/>
                  </a:cubicBezTo>
                  <a:close/>
                  <a:moveTo>
                    <a:pt x="200" y="161"/>
                  </a:moveTo>
                  <a:cubicBezTo>
                    <a:pt x="200" y="179"/>
                    <a:pt x="200" y="179"/>
                    <a:pt x="200" y="179"/>
                  </a:cubicBezTo>
                  <a:cubicBezTo>
                    <a:pt x="196" y="185"/>
                    <a:pt x="196" y="185"/>
                    <a:pt x="196" y="185"/>
                  </a:cubicBezTo>
                  <a:cubicBezTo>
                    <a:pt x="196" y="156"/>
                    <a:pt x="196" y="156"/>
                    <a:pt x="196" y="156"/>
                  </a:cubicBezTo>
                  <a:cubicBezTo>
                    <a:pt x="197" y="157"/>
                    <a:pt x="199" y="159"/>
                    <a:pt x="200" y="161"/>
                  </a:cubicBezTo>
                  <a:close/>
                  <a:moveTo>
                    <a:pt x="200" y="182"/>
                  </a:moveTo>
                  <a:cubicBezTo>
                    <a:pt x="199" y="184"/>
                    <a:pt x="197" y="186"/>
                    <a:pt x="196" y="187"/>
                  </a:cubicBezTo>
                  <a:cubicBezTo>
                    <a:pt x="196" y="202"/>
                    <a:pt x="196" y="202"/>
                    <a:pt x="196" y="202"/>
                  </a:cubicBezTo>
                  <a:cubicBezTo>
                    <a:pt x="197" y="201"/>
                    <a:pt x="198" y="200"/>
                    <a:pt x="199" y="199"/>
                  </a:cubicBezTo>
                  <a:cubicBezTo>
                    <a:pt x="199" y="204"/>
                    <a:pt x="198" y="207"/>
                    <a:pt x="196" y="209"/>
                  </a:cubicBezTo>
                  <a:cubicBezTo>
                    <a:pt x="196" y="221"/>
                    <a:pt x="196" y="221"/>
                    <a:pt x="196" y="221"/>
                  </a:cubicBezTo>
                  <a:cubicBezTo>
                    <a:pt x="198" y="221"/>
                    <a:pt x="198" y="221"/>
                    <a:pt x="198" y="221"/>
                  </a:cubicBezTo>
                  <a:cubicBezTo>
                    <a:pt x="199" y="220"/>
                    <a:pt x="200" y="219"/>
                    <a:pt x="200" y="218"/>
                  </a:cubicBezTo>
                  <a:cubicBezTo>
                    <a:pt x="200" y="182"/>
                    <a:pt x="200" y="182"/>
                    <a:pt x="200" y="182"/>
                  </a:cubicBezTo>
                  <a:close/>
                  <a:moveTo>
                    <a:pt x="200" y="268"/>
                  </a:moveTo>
                  <a:cubicBezTo>
                    <a:pt x="200" y="281"/>
                    <a:pt x="200" y="281"/>
                    <a:pt x="200" y="281"/>
                  </a:cubicBezTo>
                  <a:cubicBezTo>
                    <a:pt x="199" y="282"/>
                    <a:pt x="197" y="283"/>
                    <a:pt x="196" y="286"/>
                  </a:cubicBezTo>
                  <a:cubicBezTo>
                    <a:pt x="196" y="274"/>
                    <a:pt x="196" y="274"/>
                    <a:pt x="196" y="274"/>
                  </a:cubicBezTo>
                  <a:cubicBezTo>
                    <a:pt x="197" y="272"/>
                    <a:pt x="199" y="270"/>
                    <a:pt x="200" y="268"/>
                  </a:cubicBezTo>
                  <a:close/>
                  <a:moveTo>
                    <a:pt x="200" y="290"/>
                  </a:moveTo>
                  <a:cubicBezTo>
                    <a:pt x="200" y="296"/>
                    <a:pt x="200" y="296"/>
                    <a:pt x="200" y="296"/>
                  </a:cubicBezTo>
                  <a:cubicBezTo>
                    <a:pt x="199" y="296"/>
                    <a:pt x="197" y="296"/>
                    <a:pt x="196" y="296"/>
                  </a:cubicBezTo>
                  <a:cubicBezTo>
                    <a:pt x="196" y="290"/>
                    <a:pt x="196" y="290"/>
                    <a:pt x="196" y="290"/>
                  </a:cubicBezTo>
                  <a:cubicBezTo>
                    <a:pt x="197" y="290"/>
                    <a:pt x="199" y="290"/>
                    <a:pt x="200" y="290"/>
                  </a:cubicBezTo>
                  <a:close/>
                  <a:moveTo>
                    <a:pt x="200" y="306"/>
                  </a:moveTo>
                  <a:cubicBezTo>
                    <a:pt x="200" y="312"/>
                    <a:pt x="200" y="312"/>
                    <a:pt x="200" y="312"/>
                  </a:cubicBezTo>
                  <a:cubicBezTo>
                    <a:pt x="199" y="313"/>
                    <a:pt x="197" y="313"/>
                    <a:pt x="196" y="313"/>
                  </a:cubicBezTo>
                  <a:cubicBezTo>
                    <a:pt x="196" y="307"/>
                    <a:pt x="196" y="307"/>
                    <a:pt x="196" y="307"/>
                  </a:cubicBezTo>
                  <a:cubicBezTo>
                    <a:pt x="197" y="307"/>
                    <a:pt x="199" y="306"/>
                    <a:pt x="200" y="306"/>
                  </a:cubicBezTo>
                  <a:close/>
                  <a:moveTo>
                    <a:pt x="200" y="313"/>
                  </a:moveTo>
                  <a:cubicBezTo>
                    <a:pt x="200" y="328"/>
                    <a:pt x="200" y="328"/>
                    <a:pt x="200" y="328"/>
                  </a:cubicBezTo>
                  <a:cubicBezTo>
                    <a:pt x="199" y="333"/>
                    <a:pt x="197" y="337"/>
                    <a:pt x="196" y="341"/>
                  </a:cubicBezTo>
                  <a:cubicBezTo>
                    <a:pt x="196" y="321"/>
                    <a:pt x="196" y="321"/>
                    <a:pt x="196" y="321"/>
                  </a:cubicBezTo>
                  <a:cubicBezTo>
                    <a:pt x="198" y="319"/>
                    <a:pt x="199" y="317"/>
                    <a:pt x="200" y="313"/>
                  </a:cubicBezTo>
                  <a:close/>
                  <a:moveTo>
                    <a:pt x="200" y="390"/>
                  </a:moveTo>
                  <a:cubicBezTo>
                    <a:pt x="200" y="394"/>
                    <a:pt x="200" y="394"/>
                    <a:pt x="200" y="394"/>
                  </a:cubicBezTo>
                  <a:cubicBezTo>
                    <a:pt x="199" y="394"/>
                    <a:pt x="197" y="394"/>
                    <a:pt x="196" y="393"/>
                  </a:cubicBezTo>
                  <a:cubicBezTo>
                    <a:pt x="196" y="390"/>
                    <a:pt x="196" y="390"/>
                    <a:pt x="196" y="390"/>
                  </a:cubicBezTo>
                  <a:cubicBezTo>
                    <a:pt x="200" y="390"/>
                    <a:pt x="200" y="390"/>
                    <a:pt x="200" y="390"/>
                  </a:cubicBezTo>
                  <a:close/>
                  <a:moveTo>
                    <a:pt x="200" y="411"/>
                  </a:moveTo>
                  <a:cubicBezTo>
                    <a:pt x="200" y="414"/>
                    <a:pt x="200" y="414"/>
                    <a:pt x="200" y="414"/>
                  </a:cubicBezTo>
                  <a:cubicBezTo>
                    <a:pt x="196" y="414"/>
                    <a:pt x="196" y="414"/>
                    <a:pt x="196" y="414"/>
                  </a:cubicBezTo>
                  <a:cubicBezTo>
                    <a:pt x="196" y="401"/>
                    <a:pt x="196" y="401"/>
                    <a:pt x="196" y="401"/>
                  </a:cubicBezTo>
                  <a:cubicBezTo>
                    <a:pt x="196" y="405"/>
                    <a:pt x="198" y="408"/>
                    <a:pt x="200" y="411"/>
                  </a:cubicBezTo>
                  <a:close/>
                  <a:moveTo>
                    <a:pt x="200" y="476"/>
                  </a:moveTo>
                  <a:cubicBezTo>
                    <a:pt x="200" y="497"/>
                    <a:pt x="200" y="497"/>
                    <a:pt x="200" y="497"/>
                  </a:cubicBezTo>
                  <a:cubicBezTo>
                    <a:pt x="198" y="500"/>
                    <a:pt x="197" y="502"/>
                    <a:pt x="196" y="505"/>
                  </a:cubicBezTo>
                  <a:cubicBezTo>
                    <a:pt x="196" y="492"/>
                    <a:pt x="196" y="492"/>
                    <a:pt x="196" y="492"/>
                  </a:cubicBezTo>
                  <a:cubicBezTo>
                    <a:pt x="198" y="488"/>
                    <a:pt x="198" y="484"/>
                    <a:pt x="196" y="478"/>
                  </a:cubicBezTo>
                  <a:cubicBezTo>
                    <a:pt x="196" y="465"/>
                    <a:pt x="196" y="465"/>
                    <a:pt x="196" y="465"/>
                  </a:cubicBezTo>
                  <a:cubicBezTo>
                    <a:pt x="197" y="469"/>
                    <a:pt x="198" y="473"/>
                    <a:pt x="200" y="476"/>
                  </a:cubicBezTo>
                  <a:close/>
                  <a:moveTo>
                    <a:pt x="200" y="519"/>
                  </a:moveTo>
                  <a:cubicBezTo>
                    <a:pt x="200" y="535"/>
                    <a:pt x="200" y="535"/>
                    <a:pt x="200" y="535"/>
                  </a:cubicBezTo>
                  <a:cubicBezTo>
                    <a:pt x="199" y="533"/>
                    <a:pt x="197" y="531"/>
                    <a:pt x="196" y="529"/>
                  </a:cubicBezTo>
                  <a:cubicBezTo>
                    <a:pt x="196" y="519"/>
                    <a:pt x="196" y="519"/>
                    <a:pt x="196" y="519"/>
                  </a:cubicBezTo>
                  <a:cubicBezTo>
                    <a:pt x="196" y="520"/>
                    <a:pt x="197" y="521"/>
                    <a:pt x="197" y="522"/>
                  </a:cubicBezTo>
                  <a:cubicBezTo>
                    <a:pt x="198" y="521"/>
                    <a:pt x="199" y="520"/>
                    <a:pt x="200" y="519"/>
                  </a:cubicBezTo>
                  <a:close/>
                  <a:moveTo>
                    <a:pt x="200" y="602"/>
                  </a:moveTo>
                  <a:cubicBezTo>
                    <a:pt x="200" y="613"/>
                    <a:pt x="200" y="613"/>
                    <a:pt x="200" y="613"/>
                  </a:cubicBezTo>
                  <a:cubicBezTo>
                    <a:pt x="199" y="614"/>
                    <a:pt x="197" y="615"/>
                    <a:pt x="196" y="615"/>
                  </a:cubicBezTo>
                  <a:cubicBezTo>
                    <a:pt x="196" y="604"/>
                    <a:pt x="196" y="604"/>
                    <a:pt x="196" y="604"/>
                  </a:cubicBezTo>
                  <a:cubicBezTo>
                    <a:pt x="200" y="602"/>
                    <a:pt x="200" y="602"/>
                    <a:pt x="200" y="602"/>
                  </a:cubicBezTo>
                  <a:close/>
                  <a:moveTo>
                    <a:pt x="200" y="622"/>
                  </a:moveTo>
                  <a:cubicBezTo>
                    <a:pt x="200" y="647"/>
                    <a:pt x="200" y="647"/>
                    <a:pt x="200" y="647"/>
                  </a:cubicBezTo>
                  <a:cubicBezTo>
                    <a:pt x="198" y="645"/>
                    <a:pt x="197" y="644"/>
                    <a:pt x="196" y="642"/>
                  </a:cubicBezTo>
                  <a:cubicBezTo>
                    <a:pt x="196" y="633"/>
                    <a:pt x="196" y="633"/>
                    <a:pt x="196" y="633"/>
                  </a:cubicBezTo>
                  <a:cubicBezTo>
                    <a:pt x="196" y="632"/>
                    <a:pt x="196" y="632"/>
                    <a:pt x="196" y="632"/>
                  </a:cubicBezTo>
                  <a:cubicBezTo>
                    <a:pt x="196" y="631"/>
                    <a:pt x="196" y="631"/>
                    <a:pt x="196" y="631"/>
                  </a:cubicBezTo>
                  <a:cubicBezTo>
                    <a:pt x="196" y="619"/>
                    <a:pt x="196" y="619"/>
                    <a:pt x="196" y="619"/>
                  </a:cubicBezTo>
                  <a:cubicBezTo>
                    <a:pt x="196" y="620"/>
                    <a:pt x="198" y="621"/>
                    <a:pt x="199" y="623"/>
                  </a:cubicBezTo>
                  <a:cubicBezTo>
                    <a:pt x="200" y="623"/>
                    <a:pt x="200" y="622"/>
                    <a:pt x="200" y="622"/>
                  </a:cubicBezTo>
                  <a:close/>
                  <a:moveTo>
                    <a:pt x="200" y="689"/>
                  </a:moveTo>
                  <a:cubicBezTo>
                    <a:pt x="200" y="696"/>
                    <a:pt x="200" y="696"/>
                    <a:pt x="200" y="696"/>
                  </a:cubicBezTo>
                  <a:cubicBezTo>
                    <a:pt x="199" y="695"/>
                    <a:pt x="198" y="695"/>
                    <a:pt x="196" y="694"/>
                  </a:cubicBezTo>
                  <a:cubicBezTo>
                    <a:pt x="196" y="687"/>
                    <a:pt x="196" y="687"/>
                    <a:pt x="196" y="687"/>
                  </a:cubicBezTo>
                  <a:cubicBezTo>
                    <a:pt x="197" y="687"/>
                    <a:pt x="199" y="688"/>
                    <a:pt x="200" y="689"/>
                  </a:cubicBezTo>
                  <a:close/>
                  <a:moveTo>
                    <a:pt x="191" y="58"/>
                  </a:moveTo>
                  <a:cubicBezTo>
                    <a:pt x="193" y="57"/>
                    <a:pt x="194" y="56"/>
                    <a:pt x="196" y="55"/>
                  </a:cubicBezTo>
                  <a:cubicBezTo>
                    <a:pt x="196" y="63"/>
                    <a:pt x="196" y="63"/>
                    <a:pt x="196" y="63"/>
                  </a:cubicBezTo>
                  <a:cubicBezTo>
                    <a:pt x="195" y="64"/>
                    <a:pt x="195" y="64"/>
                    <a:pt x="195" y="64"/>
                  </a:cubicBezTo>
                  <a:cubicBezTo>
                    <a:pt x="195" y="65"/>
                    <a:pt x="195" y="65"/>
                    <a:pt x="195" y="66"/>
                  </a:cubicBezTo>
                  <a:cubicBezTo>
                    <a:pt x="196" y="67"/>
                    <a:pt x="196" y="67"/>
                    <a:pt x="196" y="67"/>
                  </a:cubicBezTo>
                  <a:cubicBezTo>
                    <a:pt x="196" y="77"/>
                    <a:pt x="196" y="77"/>
                    <a:pt x="196" y="77"/>
                  </a:cubicBezTo>
                  <a:cubicBezTo>
                    <a:pt x="194" y="77"/>
                    <a:pt x="193" y="76"/>
                    <a:pt x="191" y="75"/>
                  </a:cubicBezTo>
                  <a:cubicBezTo>
                    <a:pt x="191" y="58"/>
                    <a:pt x="191" y="58"/>
                    <a:pt x="191" y="58"/>
                  </a:cubicBezTo>
                  <a:close/>
                  <a:moveTo>
                    <a:pt x="196" y="740"/>
                  </a:moveTo>
                  <a:cubicBezTo>
                    <a:pt x="194" y="739"/>
                    <a:pt x="193" y="738"/>
                    <a:pt x="191" y="737"/>
                  </a:cubicBezTo>
                  <a:cubicBezTo>
                    <a:pt x="191" y="721"/>
                    <a:pt x="191" y="721"/>
                    <a:pt x="191" y="721"/>
                  </a:cubicBezTo>
                  <a:cubicBezTo>
                    <a:pt x="192" y="724"/>
                    <a:pt x="194" y="727"/>
                    <a:pt x="196" y="730"/>
                  </a:cubicBezTo>
                  <a:cubicBezTo>
                    <a:pt x="196" y="740"/>
                    <a:pt x="196" y="740"/>
                    <a:pt x="196" y="740"/>
                  </a:cubicBezTo>
                  <a:close/>
                  <a:moveTo>
                    <a:pt x="196" y="96"/>
                  </a:moveTo>
                  <a:cubicBezTo>
                    <a:pt x="196" y="108"/>
                    <a:pt x="196" y="108"/>
                    <a:pt x="196" y="108"/>
                  </a:cubicBezTo>
                  <a:cubicBezTo>
                    <a:pt x="194" y="109"/>
                    <a:pt x="193" y="110"/>
                    <a:pt x="191" y="111"/>
                  </a:cubicBezTo>
                  <a:cubicBezTo>
                    <a:pt x="191" y="94"/>
                    <a:pt x="191" y="94"/>
                    <a:pt x="191" y="94"/>
                  </a:cubicBezTo>
                  <a:cubicBezTo>
                    <a:pt x="196" y="96"/>
                    <a:pt x="196" y="96"/>
                    <a:pt x="196" y="96"/>
                  </a:cubicBezTo>
                  <a:close/>
                  <a:moveTo>
                    <a:pt x="196" y="156"/>
                  </a:moveTo>
                  <a:cubicBezTo>
                    <a:pt x="196" y="185"/>
                    <a:pt x="196" y="185"/>
                    <a:pt x="196" y="185"/>
                  </a:cubicBezTo>
                  <a:cubicBezTo>
                    <a:pt x="191" y="191"/>
                    <a:pt x="191" y="191"/>
                    <a:pt x="191" y="191"/>
                  </a:cubicBezTo>
                  <a:cubicBezTo>
                    <a:pt x="191" y="175"/>
                    <a:pt x="191" y="175"/>
                    <a:pt x="191" y="175"/>
                  </a:cubicBezTo>
                  <a:cubicBezTo>
                    <a:pt x="192" y="173"/>
                    <a:pt x="192" y="171"/>
                    <a:pt x="191" y="169"/>
                  </a:cubicBezTo>
                  <a:cubicBezTo>
                    <a:pt x="191" y="151"/>
                    <a:pt x="191" y="151"/>
                    <a:pt x="191" y="151"/>
                  </a:cubicBezTo>
                  <a:cubicBezTo>
                    <a:pt x="193" y="152"/>
                    <a:pt x="194" y="154"/>
                    <a:pt x="196" y="156"/>
                  </a:cubicBezTo>
                  <a:close/>
                  <a:moveTo>
                    <a:pt x="196" y="187"/>
                  </a:moveTo>
                  <a:cubicBezTo>
                    <a:pt x="194" y="189"/>
                    <a:pt x="193" y="192"/>
                    <a:pt x="191" y="194"/>
                  </a:cubicBezTo>
                  <a:cubicBezTo>
                    <a:pt x="191" y="207"/>
                    <a:pt x="191" y="207"/>
                    <a:pt x="191" y="207"/>
                  </a:cubicBezTo>
                  <a:cubicBezTo>
                    <a:pt x="192" y="207"/>
                    <a:pt x="192" y="207"/>
                    <a:pt x="193" y="207"/>
                  </a:cubicBezTo>
                  <a:cubicBezTo>
                    <a:pt x="194" y="204"/>
                    <a:pt x="195" y="203"/>
                    <a:pt x="196" y="202"/>
                  </a:cubicBezTo>
                  <a:cubicBezTo>
                    <a:pt x="196" y="187"/>
                    <a:pt x="196" y="187"/>
                    <a:pt x="196" y="187"/>
                  </a:cubicBezTo>
                  <a:close/>
                  <a:moveTo>
                    <a:pt x="196" y="209"/>
                  </a:moveTo>
                  <a:cubicBezTo>
                    <a:pt x="196" y="221"/>
                    <a:pt x="196" y="221"/>
                    <a:pt x="196" y="221"/>
                  </a:cubicBezTo>
                  <a:cubicBezTo>
                    <a:pt x="194" y="221"/>
                    <a:pt x="193" y="221"/>
                    <a:pt x="191" y="221"/>
                  </a:cubicBezTo>
                  <a:cubicBezTo>
                    <a:pt x="191" y="214"/>
                    <a:pt x="191" y="214"/>
                    <a:pt x="191" y="214"/>
                  </a:cubicBezTo>
                  <a:cubicBezTo>
                    <a:pt x="193" y="212"/>
                    <a:pt x="195" y="211"/>
                    <a:pt x="196" y="209"/>
                  </a:cubicBezTo>
                  <a:close/>
                  <a:moveTo>
                    <a:pt x="196" y="274"/>
                  </a:moveTo>
                  <a:cubicBezTo>
                    <a:pt x="196" y="286"/>
                    <a:pt x="196" y="286"/>
                    <a:pt x="196" y="286"/>
                  </a:cubicBezTo>
                  <a:cubicBezTo>
                    <a:pt x="195" y="287"/>
                    <a:pt x="194" y="288"/>
                    <a:pt x="194" y="290"/>
                  </a:cubicBezTo>
                  <a:cubicBezTo>
                    <a:pt x="194" y="290"/>
                    <a:pt x="195" y="290"/>
                    <a:pt x="196" y="290"/>
                  </a:cubicBezTo>
                  <a:cubicBezTo>
                    <a:pt x="196" y="296"/>
                    <a:pt x="196" y="296"/>
                    <a:pt x="196" y="296"/>
                  </a:cubicBezTo>
                  <a:cubicBezTo>
                    <a:pt x="194" y="296"/>
                    <a:pt x="193" y="297"/>
                    <a:pt x="191" y="298"/>
                  </a:cubicBezTo>
                  <a:cubicBezTo>
                    <a:pt x="191" y="282"/>
                    <a:pt x="191" y="282"/>
                    <a:pt x="191" y="282"/>
                  </a:cubicBezTo>
                  <a:cubicBezTo>
                    <a:pt x="193" y="279"/>
                    <a:pt x="194" y="277"/>
                    <a:pt x="196" y="274"/>
                  </a:cubicBezTo>
                  <a:close/>
                  <a:moveTo>
                    <a:pt x="196" y="307"/>
                  </a:moveTo>
                  <a:cubicBezTo>
                    <a:pt x="196" y="313"/>
                    <a:pt x="196" y="313"/>
                    <a:pt x="196" y="313"/>
                  </a:cubicBezTo>
                  <a:cubicBezTo>
                    <a:pt x="194" y="313"/>
                    <a:pt x="193" y="313"/>
                    <a:pt x="191" y="313"/>
                  </a:cubicBezTo>
                  <a:cubicBezTo>
                    <a:pt x="191" y="308"/>
                    <a:pt x="191" y="308"/>
                    <a:pt x="191" y="308"/>
                  </a:cubicBezTo>
                  <a:cubicBezTo>
                    <a:pt x="193" y="307"/>
                    <a:pt x="194" y="307"/>
                    <a:pt x="196" y="307"/>
                  </a:cubicBezTo>
                  <a:close/>
                  <a:moveTo>
                    <a:pt x="196" y="321"/>
                  </a:moveTo>
                  <a:cubicBezTo>
                    <a:pt x="196" y="341"/>
                    <a:pt x="196" y="341"/>
                    <a:pt x="196" y="341"/>
                  </a:cubicBezTo>
                  <a:cubicBezTo>
                    <a:pt x="194" y="346"/>
                    <a:pt x="193" y="351"/>
                    <a:pt x="191" y="356"/>
                  </a:cubicBezTo>
                  <a:cubicBezTo>
                    <a:pt x="191" y="336"/>
                    <a:pt x="191" y="336"/>
                    <a:pt x="191" y="336"/>
                  </a:cubicBezTo>
                  <a:cubicBezTo>
                    <a:pt x="192" y="334"/>
                    <a:pt x="193" y="332"/>
                    <a:pt x="194" y="330"/>
                  </a:cubicBezTo>
                  <a:cubicBezTo>
                    <a:pt x="191" y="330"/>
                    <a:pt x="191" y="330"/>
                    <a:pt x="191" y="330"/>
                  </a:cubicBezTo>
                  <a:cubicBezTo>
                    <a:pt x="191" y="324"/>
                    <a:pt x="191" y="324"/>
                    <a:pt x="191" y="324"/>
                  </a:cubicBezTo>
                  <a:cubicBezTo>
                    <a:pt x="193" y="323"/>
                    <a:pt x="194" y="322"/>
                    <a:pt x="196" y="321"/>
                  </a:cubicBezTo>
                  <a:close/>
                  <a:moveTo>
                    <a:pt x="196" y="390"/>
                  </a:moveTo>
                  <a:cubicBezTo>
                    <a:pt x="196" y="393"/>
                    <a:pt x="196" y="393"/>
                    <a:pt x="196" y="393"/>
                  </a:cubicBezTo>
                  <a:cubicBezTo>
                    <a:pt x="195" y="393"/>
                    <a:pt x="195" y="393"/>
                    <a:pt x="195" y="393"/>
                  </a:cubicBezTo>
                  <a:cubicBezTo>
                    <a:pt x="195" y="396"/>
                    <a:pt x="196" y="398"/>
                    <a:pt x="196" y="401"/>
                  </a:cubicBezTo>
                  <a:cubicBezTo>
                    <a:pt x="196" y="414"/>
                    <a:pt x="196" y="414"/>
                    <a:pt x="196" y="414"/>
                  </a:cubicBezTo>
                  <a:cubicBezTo>
                    <a:pt x="191" y="414"/>
                    <a:pt x="191" y="414"/>
                    <a:pt x="191" y="414"/>
                  </a:cubicBezTo>
                  <a:cubicBezTo>
                    <a:pt x="191" y="410"/>
                    <a:pt x="191" y="410"/>
                    <a:pt x="191" y="410"/>
                  </a:cubicBezTo>
                  <a:cubicBezTo>
                    <a:pt x="192" y="410"/>
                    <a:pt x="193" y="410"/>
                    <a:pt x="194" y="410"/>
                  </a:cubicBezTo>
                  <a:cubicBezTo>
                    <a:pt x="192" y="406"/>
                    <a:pt x="192" y="402"/>
                    <a:pt x="191" y="399"/>
                  </a:cubicBezTo>
                  <a:cubicBezTo>
                    <a:pt x="191" y="390"/>
                    <a:pt x="191" y="390"/>
                    <a:pt x="191" y="390"/>
                  </a:cubicBezTo>
                  <a:cubicBezTo>
                    <a:pt x="196" y="390"/>
                    <a:pt x="196" y="390"/>
                    <a:pt x="196" y="390"/>
                  </a:cubicBezTo>
                  <a:close/>
                  <a:moveTo>
                    <a:pt x="196" y="465"/>
                  </a:moveTo>
                  <a:cubicBezTo>
                    <a:pt x="196" y="478"/>
                    <a:pt x="196" y="478"/>
                    <a:pt x="196" y="478"/>
                  </a:cubicBezTo>
                  <a:cubicBezTo>
                    <a:pt x="196" y="478"/>
                    <a:pt x="196" y="477"/>
                    <a:pt x="195" y="477"/>
                  </a:cubicBezTo>
                  <a:cubicBezTo>
                    <a:pt x="194" y="478"/>
                    <a:pt x="192" y="480"/>
                    <a:pt x="191" y="481"/>
                  </a:cubicBezTo>
                  <a:cubicBezTo>
                    <a:pt x="191" y="446"/>
                    <a:pt x="191" y="446"/>
                    <a:pt x="191" y="446"/>
                  </a:cubicBezTo>
                  <a:cubicBezTo>
                    <a:pt x="192" y="452"/>
                    <a:pt x="194" y="459"/>
                    <a:pt x="196" y="465"/>
                  </a:cubicBezTo>
                  <a:close/>
                  <a:moveTo>
                    <a:pt x="196" y="492"/>
                  </a:moveTo>
                  <a:cubicBezTo>
                    <a:pt x="196" y="505"/>
                    <a:pt x="196" y="505"/>
                    <a:pt x="196" y="505"/>
                  </a:cubicBezTo>
                  <a:cubicBezTo>
                    <a:pt x="194" y="509"/>
                    <a:pt x="194" y="513"/>
                    <a:pt x="196" y="519"/>
                  </a:cubicBezTo>
                  <a:cubicBezTo>
                    <a:pt x="196" y="529"/>
                    <a:pt x="196" y="529"/>
                    <a:pt x="196" y="529"/>
                  </a:cubicBezTo>
                  <a:cubicBezTo>
                    <a:pt x="194" y="526"/>
                    <a:pt x="193" y="524"/>
                    <a:pt x="191" y="522"/>
                  </a:cubicBezTo>
                  <a:cubicBezTo>
                    <a:pt x="191" y="500"/>
                    <a:pt x="191" y="500"/>
                    <a:pt x="191" y="500"/>
                  </a:cubicBezTo>
                  <a:cubicBezTo>
                    <a:pt x="193" y="497"/>
                    <a:pt x="195" y="495"/>
                    <a:pt x="196" y="492"/>
                  </a:cubicBezTo>
                  <a:close/>
                  <a:moveTo>
                    <a:pt x="196" y="604"/>
                  </a:moveTo>
                  <a:cubicBezTo>
                    <a:pt x="196" y="615"/>
                    <a:pt x="196" y="615"/>
                    <a:pt x="196" y="615"/>
                  </a:cubicBezTo>
                  <a:cubicBezTo>
                    <a:pt x="195" y="616"/>
                    <a:pt x="195" y="616"/>
                    <a:pt x="195" y="616"/>
                  </a:cubicBezTo>
                  <a:cubicBezTo>
                    <a:pt x="195" y="617"/>
                    <a:pt x="195" y="618"/>
                    <a:pt x="196" y="619"/>
                  </a:cubicBezTo>
                  <a:cubicBezTo>
                    <a:pt x="196" y="631"/>
                    <a:pt x="196" y="631"/>
                    <a:pt x="196" y="631"/>
                  </a:cubicBezTo>
                  <a:cubicBezTo>
                    <a:pt x="191" y="626"/>
                    <a:pt x="191" y="626"/>
                    <a:pt x="191" y="626"/>
                  </a:cubicBezTo>
                  <a:cubicBezTo>
                    <a:pt x="191" y="606"/>
                    <a:pt x="191" y="606"/>
                    <a:pt x="191" y="606"/>
                  </a:cubicBezTo>
                  <a:cubicBezTo>
                    <a:pt x="196" y="604"/>
                    <a:pt x="196" y="604"/>
                    <a:pt x="196" y="604"/>
                  </a:cubicBezTo>
                  <a:close/>
                  <a:moveTo>
                    <a:pt x="196" y="633"/>
                  </a:moveTo>
                  <a:cubicBezTo>
                    <a:pt x="196" y="642"/>
                    <a:pt x="196" y="642"/>
                    <a:pt x="196" y="642"/>
                  </a:cubicBezTo>
                  <a:cubicBezTo>
                    <a:pt x="194" y="640"/>
                    <a:pt x="194" y="638"/>
                    <a:pt x="196" y="633"/>
                  </a:cubicBezTo>
                  <a:close/>
                  <a:moveTo>
                    <a:pt x="196" y="687"/>
                  </a:moveTo>
                  <a:cubicBezTo>
                    <a:pt x="196" y="694"/>
                    <a:pt x="196" y="694"/>
                    <a:pt x="196" y="694"/>
                  </a:cubicBezTo>
                  <a:cubicBezTo>
                    <a:pt x="194" y="694"/>
                    <a:pt x="193" y="694"/>
                    <a:pt x="191" y="694"/>
                  </a:cubicBezTo>
                  <a:cubicBezTo>
                    <a:pt x="191" y="696"/>
                    <a:pt x="191" y="696"/>
                    <a:pt x="191" y="696"/>
                  </a:cubicBezTo>
                  <a:cubicBezTo>
                    <a:pt x="191" y="685"/>
                    <a:pt x="191" y="685"/>
                    <a:pt x="191" y="685"/>
                  </a:cubicBezTo>
                  <a:cubicBezTo>
                    <a:pt x="193" y="685"/>
                    <a:pt x="194" y="686"/>
                    <a:pt x="196" y="687"/>
                  </a:cubicBezTo>
                  <a:close/>
                  <a:moveTo>
                    <a:pt x="191" y="588"/>
                  </a:moveTo>
                  <a:cubicBezTo>
                    <a:pt x="191" y="579"/>
                    <a:pt x="191" y="579"/>
                    <a:pt x="191" y="579"/>
                  </a:cubicBezTo>
                  <a:cubicBezTo>
                    <a:pt x="193" y="581"/>
                    <a:pt x="194" y="583"/>
                    <a:pt x="194" y="585"/>
                  </a:cubicBezTo>
                  <a:cubicBezTo>
                    <a:pt x="193" y="586"/>
                    <a:pt x="192" y="587"/>
                    <a:pt x="191" y="588"/>
                  </a:cubicBezTo>
                  <a:close/>
                  <a:moveTo>
                    <a:pt x="189" y="61"/>
                  </a:moveTo>
                  <a:cubicBezTo>
                    <a:pt x="190" y="60"/>
                    <a:pt x="190" y="59"/>
                    <a:pt x="191" y="58"/>
                  </a:cubicBezTo>
                  <a:cubicBezTo>
                    <a:pt x="191" y="75"/>
                    <a:pt x="191" y="75"/>
                    <a:pt x="191" y="75"/>
                  </a:cubicBezTo>
                  <a:cubicBezTo>
                    <a:pt x="190" y="75"/>
                    <a:pt x="190" y="75"/>
                    <a:pt x="189" y="75"/>
                  </a:cubicBezTo>
                  <a:cubicBezTo>
                    <a:pt x="189" y="61"/>
                    <a:pt x="189" y="61"/>
                    <a:pt x="189" y="61"/>
                  </a:cubicBezTo>
                  <a:close/>
                  <a:moveTo>
                    <a:pt x="191" y="737"/>
                  </a:moveTo>
                  <a:cubicBezTo>
                    <a:pt x="190" y="736"/>
                    <a:pt x="190" y="736"/>
                    <a:pt x="189" y="735"/>
                  </a:cubicBezTo>
                  <a:cubicBezTo>
                    <a:pt x="189" y="684"/>
                    <a:pt x="189" y="684"/>
                    <a:pt x="189" y="684"/>
                  </a:cubicBezTo>
                  <a:cubicBezTo>
                    <a:pt x="189" y="684"/>
                    <a:pt x="189" y="684"/>
                    <a:pt x="189" y="684"/>
                  </a:cubicBezTo>
                  <a:cubicBezTo>
                    <a:pt x="190" y="684"/>
                    <a:pt x="190" y="685"/>
                    <a:pt x="191" y="685"/>
                  </a:cubicBezTo>
                  <a:cubicBezTo>
                    <a:pt x="191" y="696"/>
                    <a:pt x="191" y="696"/>
                    <a:pt x="191" y="696"/>
                  </a:cubicBezTo>
                  <a:cubicBezTo>
                    <a:pt x="191" y="707"/>
                    <a:pt x="190" y="715"/>
                    <a:pt x="191" y="721"/>
                  </a:cubicBezTo>
                  <a:cubicBezTo>
                    <a:pt x="191" y="737"/>
                    <a:pt x="191" y="737"/>
                    <a:pt x="191" y="737"/>
                  </a:cubicBezTo>
                  <a:close/>
                  <a:moveTo>
                    <a:pt x="191" y="94"/>
                  </a:moveTo>
                  <a:cubicBezTo>
                    <a:pt x="191" y="111"/>
                    <a:pt x="191" y="111"/>
                    <a:pt x="191" y="111"/>
                  </a:cubicBezTo>
                  <a:cubicBezTo>
                    <a:pt x="190" y="112"/>
                    <a:pt x="190" y="113"/>
                    <a:pt x="189" y="114"/>
                  </a:cubicBezTo>
                  <a:cubicBezTo>
                    <a:pt x="189" y="105"/>
                    <a:pt x="189" y="105"/>
                    <a:pt x="189" y="105"/>
                  </a:cubicBezTo>
                  <a:cubicBezTo>
                    <a:pt x="189" y="105"/>
                    <a:pt x="189" y="105"/>
                    <a:pt x="189" y="105"/>
                  </a:cubicBezTo>
                  <a:cubicBezTo>
                    <a:pt x="189" y="104"/>
                    <a:pt x="189" y="104"/>
                    <a:pt x="189" y="104"/>
                  </a:cubicBezTo>
                  <a:cubicBezTo>
                    <a:pt x="189" y="94"/>
                    <a:pt x="189" y="94"/>
                    <a:pt x="189" y="94"/>
                  </a:cubicBezTo>
                  <a:cubicBezTo>
                    <a:pt x="191" y="94"/>
                    <a:pt x="191" y="94"/>
                    <a:pt x="191" y="94"/>
                  </a:cubicBezTo>
                  <a:close/>
                  <a:moveTo>
                    <a:pt x="191" y="151"/>
                  </a:moveTo>
                  <a:cubicBezTo>
                    <a:pt x="191" y="169"/>
                    <a:pt x="191" y="169"/>
                    <a:pt x="191" y="169"/>
                  </a:cubicBezTo>
                  <a:cubicBezTo>
                    <a:pt x="191" y="168"/>
                    <a:pt x="191" y="167"/>
                    <a:pt x="190" y="166"/>
                  </a:cubicBezTo>
                  <a:cubicBezTo>
                    <a:pt x="189" y="166"/>
                    <a:pt x="189" y="166"/>
                    <a:pt x="189" y="166"/>
                  </a:cubicBezTo>
                  <a:cubicBezTo>
                    <a:pt x="189" y="147"/>
                    <a:pt x="189" y="147"/>
                    <a:pt x="189" y="147"/>
                  </a:cubicBezTo>
                  <a:cubicBezTo>
                    <a:pt x="190" y="148"/>
                    <a:pt x="190" y="150"/>
                    <a:pt x="191" y="151"/>
                  </a:cubicBezTo>
                  <a:close/>
                  <a:moveTo>
                    <a:pt x="191" y="175"/>
                  </a:moveTo>
                  <a:cubicBezTo>
                    <a:pt x="191" y="191"/>
                    <a:pt x="191" y="191"/>
                    <a:pt x="191" y="191"/>
                  </a:cubicBezTo>
                  <a:cubicBezTo>
                    <a:pt x="189" y="194"/>
                    <a:pt x="189" y="194"/>
                    <a:pt x="189" y="194"/>
                  </a:cubicBezTo>
                  <a:cubicBezTo>
                    <a:pt x="190" y="194"/>
                    <a:pt x="190" y="194"/>
                    <a:pt x="191" y="194"/>
                  </a:cubicBezTo>
                  <a:cubicBezTo>
                    <a:pt x="191" y="194"/>
                    <a:pt x="191" y="194"/>
                    <a:pt x="191" y="194"/>
                  </a:cubicBezTo>
                  <a:cubicBezTo>
                    <a:pt x="191" y="207"/>
                    <a:pt x="191" y="207"/>
                    <a:pt x="191" y="207"/>
                  </a:cubicBezTo>
                  <a:cubicBezTo>
                    <a:pt x="190" y="207"/>
                    <a:pt x="190" y="207"/>
                    <a:pt x="189" y="207"/>
                  </a:cubicBezTo>
                  <a:cubicBezTo>
                    <a:pt x="189" y="178"/>
                    <a:pt x="189" y="178"/>
                    <a:pt x="189" y="178"/>
                  </a:cubicBezTo>
                  <a:cubicBezTo>
                    <a:pt x="189" y="178"/>
                    <a:pt x="189" y="178"/>
                    <a:pt x="189" y="178"/>
                  </a:cubicBezTo>
                  <a:cubicBezTo>
                    <a:pt x="190" y="177"/>
                    <a:pt x="191" y="176"/>
                    <a:pt x="191" y="175"/>
                  </a:cubicBezTo>
                  <a:close/>
                  <a:moveTo>
                    <a:pt x="191" y="214"/>
                  </a:moveTo>
                  <a:cubicBezTo>
                    <a:pt x="191" y="221"/>
                    <a:pt x="191" y="221"/>
                    <a:pt x="191" y="221"/>
                  </a:cubicBezTo>
                  <a:cubicBezTo>
                    <a:pt x="191" y="221"/>
                    <a:pt x="191" y="221"/>
                    <a:pt x="191" y="221"/>
                  </a:cubicBezTo>
                  <a:cubicBezTo>
                    <a:pt x="190" y="219"/>
                    <a:pt x="190" y="219"/>
                    <a:pt x="190" y="216"/>
                  </a:cubicBezTo>
                  <a:cubicBezTo>
                    <a:pt x="190" y="215"/>
                    <a:pt x="191" y="214"/>
                    <a:pt x="191" y="214"/>
                  </a:cubicBezTo>
                  <a:close/>
                  <a:moveTo>
                    <a:pt x="191" y="282"/>
                  </a:moveTo>
                  <a:cubicBezTo>
                    <a:pt x="191" y="298"/>
                    <a:pt x="191" y="298"/>
                    <a:pt x="191" y="298"/>
                  </a:cubicBezTo>
                  <a:cubicBezTo>
                    <a:pt x="190" y="298"/>
                    <a:pt x="190" y="299"/>
                    <a:pt x="189" y="300"/>
                  </a:cubicBezTo>
                  <a:cubicBezTo>
                    <a:pt x="189" y="286"/>
                    <a:pt x="189" y="286"/>
                    <a:pt x="189" y="286"/>
                  </a:cubicBezTo>
                  <a:cubicBezTo>
                    <a:pt x="190" y="285"/>
                    <a:pt x="190" y="283"/>
                    <a:pt x="191" y="282"/>
                  </a:cubicBezTo>
                  <a:close/>
                  <a:moveTo>
                    <a:pt x="191" y="308"/>
                  </a:moveTo>
                  <a:cubicBezTo>
                    <a:pt x="191" y="313"/>
                    <a:pt x="191" y="313"/>
                    <a:pt x="191" y="313"/>
                  </a:cubicBezTo>
                  <a:cubicBezTo>
                    <a:pt x="190" y="313"/>
                    <a:pt x="190" y="314"/>
                    <a:pt x="189" y="314"/>
                  </a:cubicBezTo>
                  <a:cubicBezTo>
                    <a:pt x="189" y="308"/>
                    <a:pt x="189" y="308"/>
                    <a:pt x="189" y="308"/>
                  </a:cubicBezTo>
                  <a:cubicBezTo>
                    <a:pt x="191" y="308"/>
                    <a:pt x="191" y="308"/>
                    <a:pt x="191" y="308"/>
                  </a:cubicBezTo>
                  <a:close/>
                  <a:moveTo>
                    <a:pt x="191" y="324"/>
                  </a:moveTo>
                  <a:cubicBezTo>
                    <a:pt x="191" y="330"/>
                    <a:pt x="191" y="330"/>
                    <a:pt x="191" y="330"/>
                  </a:cubicBezTo>
                  <a:cubicBezTo>
                    <a:pt x="189" y="331"/>
                    <a:pt x="189" y="331"/>
                    <a:pt x="189" y="331"/>
                  </a:cubicBezTo>
                  <a:cubicBezTo>
                    <a:pt x="189" y="325"/>
                    <a:pt x="189" y="325"/>
                    <a:pt x="189" y="325"/>
                  </a:cubicBezTo>
                  <a:cubicBezTo>
                    <a:pt x="190" y="325"/>
                    <a:pt x="190" y="324"/>
                    <a:pt x="191" y="324"/>
                  </a:cubicBezTo>
                  <a:close/>
                  <a:moveTo>
                    <a:pt x="191" y="336"/>
                  </a:moveTo>
                  <a:cubicBezTo>
                    <a:pt x="191" y="356"/>
                    <a:pt x="191" y="356"/>
                    <a:pt x="191" y="356"/>
                  </a:cubicBezTo>
                  <a:cubicBezTo>
                    <a:pt x="190" y="360"/>
                    <a:pt x="189" y="364"/>
                    <a:pt x="189" y="369"/>
                  </a:cubicBezTo>
                  <a:cubicBezTo>
                    <a:pt x="189" y="348"/>
                    <a:pt x="189" y="348"/>
                    <a:pt x="189" y="348"/>
                  </a:cubicBezTo>
                  <a:cubicBezTo>
                    <a:pt x="189" y="347"/>
                    <a:pt x="189" y="347"/>
                    <a:pt x="189" y="347"/>
                  </a:cubicBezTo>
                  <a:cubicBezTo>
                    <a:pt x="189" y="348"/>
                    <a:pt x="189" y="348"/>
                    <a:pt x="189" y="348"/>
                  </a:cubicBezTo>
                  <a:cubicBezTo>
                    <a:pt x="189" y="340"/>
                    <a:pt x="189" y="340"/>
                    <a:pt x="189" y="340"/>
                  </a:cubicBezTo>
                  <a:cubicBezTo>
                    <a:pt x="190" y="338"/>
                    <a:pt x="191" y="337"/>
                    <a:pt x="191" y="336"/>
                  </a:cubicBezTo>
                  <a:close/>
                  <a:moveTo>
                    <a:pt x="191" y="390"/>
                  </a:moveTo>
                  <a:cubicBezTo>
                    <a:pt x="191" y="399"/>
                    <a:pt x="191" y="399"/>
                    <a:pt x="191" y="399"/>
                  </a:cubicBezTo>
                  <a:cubicBezTo>
                    <a:pt x="191" y="397"/>
                    <a:pt x="190" y="395"/>
                    <a:pt x="189" y="394"/>
                  </a:cubicBezTo>
                  <a:cubicBezTo>
                    <a:pt x="189" y="389"/>
                    <a:pt x="189" y="389"/>
                    <a:pt x="189" y="389"/>
                  </a:cubicBezTo>
                  <a:cubicBezTo>
                    <a:pt x="189" y="390"/>
                    <a:pt x="189" y="390"/>
                    <a:pt x="189" y="390"/>
                  </a:cubicBezTo>
                  <a:cubicBezTo>
                    <a:pt x="191" y="390"/>
                    <a:pt x="191" y="390"/>
                    <a:pt x="191" y="390"/>
                  </a:cubicBezTo>
                  <a:close/>
                  <a:moveTo>
                    <a:pt x="191" y="410"/>
                  </a:moveTo>
                  <a:cubicBezTo>
                    <a:pt x="191" y="414"/>
                    <a:pt x="191" y="414"/>
                    <a:pt x="191" y="414"/>
                  </a:cubicBezTo>
                  <a:cubicBezTo>
                    <a:pt x="189" y="414"/>
                    <a:pt x="189" y="414"/>
                    <a:pt x="189" y="414"/>
                  </a:cubicBezTo>
                  <a:cubicBezTo>
                    <a:pt x="189" y="411"/>
                    <a:pt x="189" y="411"/>
                    <a:pt x="189" y="411"/>
                  </a:cubicBezTo>
                  <a:cubicBezTo>
                    <a:pt x="190" y="411"/>
                    <a:pt x="190" y="411"/>
                    <a:pt x="191" y="410"/>
                  </a:cubicBezTo>
                  <a:close/>
                  <a:moveTo>
                    <a:pt x="191" y="446"/>
                  </a:moveTo>
                  <a:cubicBezTo>
                    <a:pt x="191" y="481"/>
                    <a:pt x="191" y="481"/>
                    <a:pt x="191" y="481"/>
                  </a:cubicBezTo>
                  <a:cubicBezTo>
                    <a:pt x="190" y="482"/>
                    <a:pt x="190" y="483"/>
                    <a:pt x="189" y="484"/>
                  </a:cubicBezTo>
                  <a:cubicBezTo>
                    <a:pt x="189" y="475"/>
                    <a:pt x="189" y="475"/>
                    <a:pt x="189" y="475"/>
                  </a:cubicBezTo>
                  <a:cubicBezTo>
                    <a:pt x="191" y="471"/>
                    <a:pt x="192" y="467"/>
                    <a:pt x="189" y="459"/>
                  </a:cubicBezTo>
                  <a:cubicBezTo>
                    <a:pt x="189" y="460"/>
                    <a:pt x="189" y="460"/>
                    <a:pt x="189" y="460"/>
                  </a:cubicBezTo>
                  <a:cubicBezTo>
                    <a:pt x="189" y="428"/>
                    <a:pt x="189" y="428"/>
                    <a:pt x="189" y="428"/>
                  </a:cubicBezTo>
                  <a:cubicBezTo>
                    <a:pt x="190" y="434"/>
                    <a:pt x="190" y="440"/>
                    <a:pt x="191" y="446"/>
                  </a:cubicBezTo>
                  <a:close/>
                  <a:moveTo>
                    <a:pt x="191" y="500"/>
                  </a:moveTo>
                  <a:cubicBezTo>
                    <a:pt x="191" y="522"/>
                    <a:pt x="191" y="522"/>
                    <a:pt x="191" y="522"/>
                  </a:cubicBezTo>
                  <a:cubicBezTo>
                    <a:pt x="190" y="520"/>
                    <a:pt x="190" y="518"/>
                    <a:pt x="189" y="516"/>
                  </a:cubicBezTo>
                  <a:cubicBezTo>
                    <a:pt x="189" y="503"/>
                    <a:pt x="189" y="503"/>
                    <a:pt x="189" y="503"/>
                  </a:cubicBezTo>
                  <a:cubicBezTo>
                    <a:pt x="190" y="502"/>
                    <a:pt x="190" y="501"/>
                    <a:pt x="191" y="500"/>
                  </a:cubicBezTo>
                  <a:close/>
                  <a:moveTo>
                    <a:pt x="191" y="579"/>
                  </a:moveTo>
                  <a:cubicBezTo>
                    <a:pt x="191" y="588"/>
                    <a:pt x="191" y="588"/>
                    <a:pt x="191" y="588"/>
                  </a:cubicBezTo>
                  <a:cubicBezTo>
                    <a:pt x="190" y="588"/>
                    <a:pt x="190" y="589"/>
                    <a:pt x="189" y="590"/>
                  </a:cubicBezTo>
                  <a:cubicBezTo>
                    <a:pt x="189" y="577"/>
                    <a:pt x="189" y="577"/>
                    <a:pt x="189" y="577"/>
                  </a:cubicBezTo>
                  <a:cubicBezTo>
                    <a:pt x="190" y="578"/>
                    <a:pt x="190" y="579"/>
                    <a:pt x="191" y="579"/>
                  </a:cubicBezTo>
                  <a:close/>
                  <a:moveTo>
                    <a:pt x="191" y="606"/>
                  </a:moveTo>
                  <a:cubicBezTo>
                    <a:pt x="191" y="626"/>
                    <a:pt x="191" y="626"/>
                    <a:pt x="191" y="626"/>
                  </a:cubicBezTo>
                  <a:cubicBezTo>
                    <a:pt x="189" y="624"/>
                    <a:pt x="189" y="624"/>
                    <a:pt x="189" y="624"/>
                  </a:cubicBezTo>
                  <a:cubicBezTo>
                    <a:pt x="189" y="607"/>
                    <a:pt x="189" y="607"/>
                    <a:pt x="189" y="607"/>
                  </a:cubicBezTo>
                  <a:cubicBezTo>
                    <a:pt x="191" y="606"/>
                    <a:pt x="191" y="606"/>
                    <a:pt x="191" y="606"/>
                  </a:cubicBezTo>
                  <a:close/>
                  <a:moveTo>
                    <a:pt x="189" y="235"/>
                  </a:moveTo>
                  <a:cubicBezTo>
                    <a:pt x="189" y="229"/>
                    <a:pt x="189" y="229"/>
                    <a:pt x="189" y="229"/>
                  </a:cubicBezTo>
                  <a:cubicBezTo>
                    <a:pt x="189" y="231"/>
                    <a:pt x="190" y="232"/>
                    <a:pt x="190" y="234"/>
                  </a:cubicBezTo>
                  <a:cubicBezTo>
                    <a:pt x="189" y="235"/>
                    <a:pt x="189" y="235"/>
                    <a:pt x="189" y="235"/>
                  </a:cubicBezTo>
                  <a:close/>
                  <a:moveTo>
                    <a:pt x="189" y="178"/>
                  </a:moveTo>
                  <a:cubicBezTo>
                    <a:pt x="189" y="178"/>
                    <a:pt x="189" y="178"/>
                    <a:pt x="189" y="178"/>
                  </a:cubicBezTo>
                  <a:cubicBezTo>
                    <a:pt x="189" y="178"/>
                    <a:pt x="189" y="178"/>
                    <a:pt x="189" y="178"/>
                  </a:cubicBezTo>
                  <a:cubicBezTo>
                    <a:pt x="189" y="176"/>
                    <a:pt x="189" y="173"/>
                    <a:pt x="189" y="171"/>
                  </a:cubicBezTo>
                  <a:cubicBezTo>
                    <a:pt x="189" y="171"/>
                    <a:pt x="189" y="171"/>
                    <a:pt x="189" y="171"/>
                  </a:cubicBezTo>
                  <a:cubicBezTo>
                    <a:pt x="189" y="178"/>
                    <a:pt x="189" y="178"/>
                    <a:pt x="189" y="178"/>
                  </a:cubicBezTo>
                  <a:cubicBezTo>
                    <a:pt x="189" y="178"/>
                    <a:pt x="189" y="178"/>
                    <a:pt x="189" y="178"/>
                  </a:cubicBezTo>
                  <a:close/>
                  <a:moveTo>
                    <a:pt x="187" y="62"/>
                  </a:moveTo>
                  <a:cubicBezTo>
                    <a:pt x="187" y="62"/>
                    <a:pt x="188" y="61"/>
                    <a:pt x="189" y="61"/>
                  </a:cubicBezTo>
                  <a:cubicBezTo>
                    <a:pt x="189" y="75"/>
                    <a:pt x="189" y="75"/>
                    <a:pt x="189" y="75"/>
                  </a:cubicBezTo>
                  <a:cubicBezTo>
                    <a:pt x="188" y="75"/>
                    <a:pt x="187" y="75"/>
                    <a:pt x="187" y="74"/>
                  </a:cubicBezTo>
                  <a:cubicBezTo>
                    <a:pt x="187" y="62"/>
                    <a:pt x="187" y="62"/>
                    <a:pt x="187" y="62"/>
                  </a:cubicBezTo>
                  <a:close/>
                  <a:moveTo>
                    <a:pt x="189" y="735"/>
                  </a:moveTo>
                  <a:cubicBezTo>
                    <a:pt x="188" y="734"/>
                    <a:pt x="187" y="734"/>
                    <a:pt x="187" y="733"/>
                  </a:cubicBezTo>
                  <a:cubicBezTo>
                    <a:pt x="187" y="681"/>
                    <a:pt x="187" y="681"/>
                    <a:pt x="187" y="681"/>
                  </a:cubicBezTo>
                  <a:cubicBezTo>
                    <a:pt x="187" y="682"/>
                    <a:pt x="188" y="683"/>
                    <a:pt x="189" y="684"/>
                  </a:cubicBezTo>
                  <a:cubicBezTo>
                    <a:pt x="189" y="735"/>
                    <a:pt x="189" y="735"/>
                    <a:pt x="189" y="735"/>
                  </a:cubicBezTo>
                  <a:close/>
                  <a:moveTo>
                    <a:pt x="189" y="94"/>
                  </a:moveTo>
                  <a:cubicBezTo>
                    <a:pt x="189" y="104"/>
                    <a:pt x="189" y="104"/>
                    <a:pt x="189" y="104"/>
                  </a:cubicBezTo>
                  <a:cubicBezTo>
                    <a:pt x="188" y="104"/>
                    <a:pt x="188" y="104"/>
                    <a:pt x="187" y="103"/>
                  </a:cubicBezTo>
                  <a:cubicBezTo>
                    <a:pt x="187" y="93"/>
                    <a:pt x="187" y="93"/>
                    <a:pt x="187" y="93"/>
                  </a:cubicBezTo>
                  <a:cubicBezTo>
                    <a:pt x="189" y="94"/>
                    <a:pt x="189" y="94"/>
                    <a:pt x="189" y="94"/>
                  </a:cubicBezTo>
                  <a:close/>
                  <a:moveTo>
                    <a:pt x="189" y="105"/>
                  </a:moveTo>
                  <a:cubicBezTo>
                    <a:pt x="189" y="114"/>
                    <a:pt x="189" y="114"/>
                    <a:pt x="189" y="114"/>
                  </a:cubicBezTo>
                  <a:cubicBezTo>
                    <a:pt x="188" y="114"/>
                    <a:pt x="187" y="115"/>
                    <a:pt x="187" y="115"/>
                  </a:cubicBezTo>
                  <a:cubicBezTo>
                    <a:pt x="187" y="106"/>
                    <a:pt x="187" y="106"/>
                    <a:pt x="187" y="106"/>
                  </a:cubicBezTo>
                  <a:cubicBezTo>
                    <a:pt x="187" y="106"/>
                    <a:pt x="188" y="105"/>
                    <a:pt x="189" y="105"/>
                  </a:cubicBezTo>
                  <a:close/>
                  <a:moveTo>
                    <a:pt x="189" y="147"/>
                  </a:moveTo>
                  <a:cubicBezTo>
                    <a:pt x="189" y="166"/>
                    <a:pt x="189" y="166"/>
                    <a:pt x="189" y="166"/>
                  </a:cubicBezTo>
                  <a:cubicBezTo>
                    <a:pt x="188" y="165"/>
                    <a:pt x="187" y="165"/>
                    <a:pt x="187" y="165"/>
                  </a:cubicBezTo>
                  <a:cubicBezTo>
                    <a:pt x="187" y="145"/>
                    <a:pt x="187" y="145"/>
                    <a:pt x="187" y="145"/>
                  </a:cubicBezTo>
                  <a:cubicBezTo>
                    <a:pt x="188" y="145"/>
                    <a:pt x="188" y="145"/>
                    <a:pt x="188" y="145"/>
                  </a:cubicBezTo>
                  <a:cubicBezTo>
                    <a:pt x="188" y="146"/>
                    <a:pt x="188" y="147"/>
                    <a:pt x="189" y="147"/>
                  </a:cubicBezTo>
                  <a:close/>
                  <a:moveTo>
                    <a:pt x="189" y="171"/>
                  </a:moveTo>
                  <a:cubicBezTo>
                    <a:pt x="189" y="178"/>
                    <a:pt x="189" y="178"/>
                    <a:pt x="189" y="178"/>
                  </a:cubicBezTo>
                  <a:cubicBezTo>
                    <a:pt x="188" y="178"/>
                    <a:pt x="187" y="178"/>
                    <a:pt x="187" y="178"/>
                  </a:cubicBezTo>
                  <a:cubicBezTo>
                    <a:pt x="187" y="171"/>
                    <a:pt x="187" y="171"/>
                    <a:pt x="187" y="171"/>
                  </a:cubicBezTo>
                  <a:cubicBezTo>
                    <a:pt x="189" y="171"/>
                    <a:pt x="189" y="171"/>
                    <a:pt x="189" y="171"/>
                  </a:cubicBezTo>
                  <a:close/>
                  <a:moveTo>
                    <a:pt x="189" y="178"/>
                  </a:moveTo>
                  <a:cubicBezTo>
                    <a:pt x="188" y="178"/>
                    <a:pt x="187" y="178"/>
                    <a:pt x="187" y="178"/>
                  </a:cubicBezTo>
                  <a:cubicBezTo>
                    <a:pt x="187" y="181"/>
                    <a:pt x="187" y="181"/>
                    <a:pt x="187" y="181"/>
                  </a:cubicBezTo>
                  <a:cubicBezTo>
                    <a:pt x="189" y="178"/>
                    <a:pt x="189" y="178"/>
                    <a:pt x="189" y="178"/>
                  </a:cubicBezTo>
                  <a:cubicBezTo>
                    <a:pt x="189" y="178"/>
                    <a:pt x="189" y="178"/>
                    <a:pt x="189" y="178"/>
                  </a:cubicBezTo>
                  <a:close/>
                  <a:moveTo>
                    <a:pt x="189" y="178"/>
                  </a:moveTo>
                  <a:cubicBezTo>
                    <a:pt x="187" y="181"/>
                    <a:pt x="187" y="181"/>
                    <a:pt x="187" y="181"/>
                  </a:cubicBezTo>
                  <a:cubicBezTo>
                    <a:pt x="187" y="207"/>
                    <a:pt x="187" y="207"/>
                    <a:pt x="187" y="207"/>
                  </a:cubicBezTo>
                  <a:cubicBezTo>
                    <a:pt x="187" y="207"/>
                    <a:pt x="188" y="207"/>
                    <a:pt x="189" y="207"/>
                  </a:cubicBezTo>
                  <a:cubicBezTo>
                    <a:pt x="189" y="178"/>
                    <a:pt x="189" y="178"/>
                    <a:pt x="189" y="178"/>
                  </a:cubicBezTo>
                  <a:close/>
                  <a:moveTo>
                    <a:pt x="189" y="229"/>
                  </a:moveTo>
                  <a:cubicBezTo>
                    <a:pt x="189" y="235"/>
                    <a:pt x="189" y="235"/>
                    <a:pt x="189" y="235"/>
                  </a:cubicBezTo>
                  <a:cubicBezTo>
                    <a:pt x="188" y="236"/>
                    <a:pt x="187" y="236"/>
                    <a:pt x="187" y="236"/>
                  </a:cubicBezTo>
                  <a:cubicBezTo>
                    <a:pt x="187" y="225"/>
                    <a:pt x="187" y="225"/>
                    <a:pt x="187" y="225"/>
                  </a:cubicBezTo>
                  <a:cubicBezTo>
                    <a:pt x="188" y="226"/>
                    <a:pt x="188" y="228"/>
                    <a:pt x="189" y="229"/>
                  </a:cubicBezTo>
                  <a:close/>
                  <a:moveTo>
                    <a:pt x="189" y="286"/>
                  </a:moveTo>
                  <a:cubicBezTo>
                    <a:pt x="189" y="300"/>
                    <a:pt x="189" y="300"/>
                    <a:pt x="189" y="300"/>
                  </a:cubicBezTo>
                  <a:cubicBezTo>
                    <a:pt x="188" y="300"/>
                    <a:pt x="187" y="301"/>
                    <a:pt x="187" y="303"/>
                  </a:cubicBezTo>
                  <a:cubicBezTo>
                    <a:pt x="187" y="290"/>
                    <a:pt x="187" y="290"/>
                    <a:pt x="187" y="290"/>
                  </a:cubicBezTo>
                  <a:cubicBezTo>
                    <a:pt x="187" y="289"/>
                    <a:pt x="188" y="287"/>
                    <a:pt x="189" y="286"/>
                  </a:cubicBezTo>
                  <a:close/>
                  <a:moveTo>
                    <a:pt x="189" y="308"/>
                  </a:moveTo>
                  <a:cubicBezTo>
                    <a:pt x="189" y="314"/>
                    <a:pt x="189" y="314"/>
                    <a:pt x="189" y="314"/>
                  </a:cubicBezTo>
                  <a:cubicBezTo>
                    <a:pt x="188" y="314"/>
                    <a:pt x="187" y="314"/>
                    <a:pt x="187" y="314"/>
                  </a:cubicBezTo>
                  <a:cubicBezTo>
                    <a:pt x="187" y="308"/>
                    <a:pt x="187" y="308"/>
                    <a:pt x="187" y="308"/>
                  </a:cubicBezTo>
                  <a:cubicBezTo>
                    <a:pt x="187" y="308"/>
                    <a:pt x="188" y="308"/>
                    <a:pt x="189" y="308"/>
                  </a:cubicBezTo>
                  <a:close/>
                  <a:moveTo>
                    <a:pt x="189" y="325"/>
                  </a:moveTo>
                  <a:cubicBezTo>
                    <a:pt x="189" y="331"/>
                    <a:pt x="189" y="331"/>
                    <a:pt x="189" y="331"/>
                  </a:cubicBezTo>
                  <a:cubicBezTo>
                    <a:pt x="188" y="331"/>
                    <a:pt x="187" y="331"/>
                    <a:pt x="187" y="331"/>
                  </a:cubicBezTo>
                  <a:cubicBezTo>
                    <a:pt x="187" y="325"/>
                    <a:pt x="187" y="325"/>
                    <a:pt x="187" y="325"/>
                  </a:cubicBezTo>
                  <a:cubicBezTo>
                    <a:pt x="187" y="325"/>
                    <a:pt x="188" y="325"/>
                    <a:pt x="189" y="325"/>
                  </a:cubicBezTo>
                  <a:close/>
                  <a:moveTo>
                    <a:pt x="189" y="340"/>
                  </a:moveTo>
                  <a:cubicBezTo>
                    <a:pt x="189" y="348"/>
                    <a:pt x="189" y="348"/>
                    <a:pt x="189" y="348"/>
                  </a:cubicBezTo>
                  <a:cubicBezTo>
                    <a:pt x="188" y="348"/>
                    <a:pt x="187" y="348"/>
                    <a:pt x="187" y="348"/>
                  </a:cubicBezTo>
                  <a:cubicBezTo>
                    <a:pt x="187" y="341"/>
                    <a:pt x="187" y="341"/>
                    <a:pt x="187" y="341"/>
                  </a:cubicBezTo>
                  <a:cubicBezTo>
                    <a:pt x="187" y="341"/>
                    <a:pt x="188" y="340"/>
                    <a:pt x="189" y="340"/>
                  </a:cubicBezTo>
                  <a:close/>
                  <a:moveTo>
                    <a:pt x="189" y="348"/>
                  </a:moveTo>
                  <a:cubicBezTo>
                    <a:pt x="188" y="350"/>
                    <a:pt x="187" y="353"/>
                    <a:pt x="187" y="355"/>
                  </a:cubicBezTo>
                  <a:cubicBezTo>
                    <a:pt x="187" y="396"/>
                    <a:pt x="187" y="396"/>
                    <a:pt x="187" y="396"/>
                  </a:cubicBezTo>
                  <a:cubicBezTo>
                    <a:pt x="187" y="395"/>
                    <a:pt x="188" y="394"/>
                    <a:pt x="188" y="393"/>
                  </a:cubicBezTo>
                  <a:cubicBezTo>
                    <a:pt x="189" y="394"/>
                    <a:pt x="189" y="394"/>
                    <a:pt x="189" y="394"/>
                  </a:cubicBezTo>
                  <a:cubicBezTo>
                    <a:pt x="189" y="389"/>
                    <a:pt x="189" y="389"/>
                    <a:pt x="189" y="389"/>
                  </a:cubicBezTo>
                  <a:cubicBezTo>
                    <a:pt x="188" y="382"/>
                    <a:pt x="188" y="376"/>
                    <a:pt x="189" y="369"/>
                  </a:cubicBezTo>
                  <a:cubicBezTo>
                    <a:pt x="189" y="348"/>
                    <a:pt x="189" y="348"/>
                    <a:pt x="189" y="348"/>
                  </a:cubicBezTo>
                  <a:close/>
                  <a:moveTo>
                    <a:pt x="189" y="411"/>
                  </a:moveTo>
                  <a:cubicBezTo>
                    <a:pt x="189" y="414"/>
                    <a:pt x="189" y="414"/>
                    <a:pt x="189" y="414"/>
                  </a:cubicBezTo>
                  <a:cubicBezTo>
                    <a:pt x="187" y="414"/>
                    <a:pt x="187" y="414"/>
                    <a:pt x="187" y="414"/>
                  </a:cubicBezTo>
                  <a:cubicBezTo>
                    <a:pt x="187" y="405"/>
                    <a:pt x="187" y="405"/>
                    <a:pt x="187" y="405"/>
                  </a:cubicBezTo>
                  <a:cubicBezTo>
                    <a:pt x="187" y="407"/>
                    <a:pt x="188" y="409"/>
                    <a:pt x="188" y="411"/>
                  </a:cubicBezTo>
                  <a:cubicBezTo>
                    <a:pt x="189" y="411"/>
                    <a:pt x="189" y="411"/>
                    <a:pt x="189" y="411"/>
                  </a:cubicBezTo>
                  <a:close/>
                  <a:moveTo>
                    <a:pt x="189" y="428"/>
                  </a:moveTo>
                  <a:cubicBezTo>
                    <a:pt x="189" y="460"/>
                    <a:pt x="189" y="460"/>
                    <a:pt x="189" y="460"/>
                  </a:cubicBezTo>
                  <a:cubicBezTo>
                    <a:pt x="188" y="461"/>
                    <a:pt x="187" y="461"/>
                    <a:pt x="187" y="462"/>
                  </a:cubicBezTo>
                  <a:cubicBezTo>
                    <a:pt x="187" y="448"/>
                    <a:pt x="187" y="448"/>
                    <a:pt x="187" y="448"/>
                  </a:cubicBezTo>
                  <a:cubicBezTo>
                    <a:pt x="187" y="448"/>
                    <a:pt x="187" y="447"/>
                    <a:pt x="187" y="446"/>
                  </a:cubicBezTo>
                  <a:cubicBezTo>
                    <a:pt x="187" y="415"/>
                    <a:pt x="187" y="415"/>
                    <a:pt x="187" y="415"/>
                  </a:cubicBezTo>
                  <a:cubicBezTo>
                    <a:pt x="187" y="419"/>
                    <a:pt x="188" y="424"/>
                    <a:pt x="189" y="428"/>
                  </a:cubicBezTo>
                  <a:close/>
                  <a:moveTo>
                    <a:pt x="189" y="475"/>
                  </a:moveTo>
                  <a:cubicBezTo>
                    <a:pt x="189" y="484"/>
                    <a:pt x="189" y="484"/>
                    <a:pt x="189" y="484"/>
                  </a:cubicBezTo>
                  <a:cubicBezTo>
                    <a:pt x="188" y="485"/>
                    <a:pt x="187" y="486"/>
                    <a:pt x="187" y="488"/>
                  </a:cubicBezTo>
                  <a:cubicBezTo>
                    <a:pt x="187" y="478"/>
                    <a:pt x="187" y="478"/>
                    <a:pt x="187" y="478"/>
                  </a:cubicBezTo>
                  <a:cubicBezTo>
                    <a:pt x="187" y="477"/>
                    <a:pt x="188" y="476"/>
                    <a:pt x="189" y="475"/>
                  </a:cubicBezTo>
                  <a:close/>
                  <a:moveTo>
                    <a:pt x="189" y="503"/>
                  </a:moveTo>
                  <a:cubicBezTo>
                    <a:pt x="189" y="516"/>
                    <a:pt x="189" y="516"/>
                    <a:pt x="189" y="516"/>
                  </a:cubicBezTo>
                  <a:cubicBezTo>
                    <a:pt x="188" y="514"/>
                    <a:pt x="188" y="513"/>
                    <a:pt x="187" y="511"/>
                  </a:cubicBezTo>
                  <a:cubicBezTo>
                    <a:pt x="187" y="510"/>
                    <a:pt x="187" y="510"/>
                    <a:pt x="187" y="510"/>
                  </a:cubicBezTo>
                  <a:cubicBezTo>
                    <a:pt x="187" y="502"/>
                    <a:pt x="187" y="502"/>
                    <a:pt x="187" y="502"/>
                  </a:cubicBezTo>
                  <a:cubicBezTo>
                    <a:pt x="187" y="503"/>
                    <a:pt x="187" y="504"/>
                    <a:pt x="188" y="505"/>
                  </a:cubicBezTo>
                  <a:cubicBezTo>
                    <a:pt x="188" y="505"/>
                    <a:pt x="188" y="504"/>
                    <a:pt x="189" y="503"/>
                  </a:cubicBezTo>
                  <a:close/>
                  <a:moveTo>
                    <a:pt x="189" y="577"/>
                  </a:moveTo>
                  <a:cubicBezTo>
                    <a:pt x="189" y="590"/>
                    <a:pt x="189" y="590"/>
                    <a:pt x="189" y="590"/>
                  </a:cubicBezTo>
                  <a:cubicBezTo>
                    <a:pt x="187" y="592"/>
                    <a:pt x="187" y="592"/>
                    <a:pt x="187" y="592"/>
                  </a:cubicBezTo>
                  <a:cubicBezTo>
                    <a:pt x="187" y="578"/>
                    <a:pt x="187" y="578"/>
                    <a:pt x="187" y="578"/>
                  </a:cubicBezTo>
                  <a:cubicBezTo>
                    <a:pt x="188" y="576"/>
                    <a:pt x="188" y="576"/>
                    <a:pt x="188" y="576"/>
                  </a:cubicBezTo>
                  <a:cubicBezTo>
                    <a:pt x="188" y="577"/>
                    <a:pt x="189" y="577"/>
                    <a:pt x="189" y="577"/>
                  </a:cubicBezTo>
                  <a:close/>
                  <a:moveTo>
                    <a:pt x="189" y="607"/>
                  </a:moveTo>
                  <a:cubicBezTo>
                    <a:pt x="189" y="624"/>
                    <a:pt x="189" y="624"/>
                    <a:pt x="189" y="624"/>
                  </a:cubicBezTo>
                  <a:cubicBezTo>
                    <a:pt x="187" y="622"/>
                    <a:pt x="187" y="622"/>
                    <a:pt x="187" y="622"/>
                  </a:cubicBezTo>
                  <a:cubicBezTo>
                    <a:pt x="187" y="609"/>
                    <a:pt x="187" y="609"/>
                    <a:pt x="187" y="609"/>
                  </a:cubicBezTo>
                  <a:lnTo>
                    <a:pt x="189" y="607"/>
                  </a:lnTo>
                  <a:close/>
                  <a:moveTo>
                    <a:pt x="184" y="64"/>
                  </a:moveTo>
                  <a:cubicBezTo>
                    <a:pt x="185" y="64"/>
                    <a:pt x="186" y="63"/>
                    <a:pt x="187" y="62"/>
                  </a:cubicBezTo>
                  <a:cubicBezTo>
                    <a:pt x="187" y="74"/>
                    <a:pt x="187" y="74"/>
                    <a:pt x="187" y="74"/>
                  </a:cubicBezTo>
                  <a:cubicBezTo>
                    <a:pt x="186" y="74"/>
                    <a:pt x="185" y="74"/>
                    <a:pt x="184" y="74"/>
                  </a:cubicBezTo>
                  <a:cubicBezTo>
                    <a:pt x="184" y="64"/>
                    <a:pt x="184" y="64"/>
                    <a:pt x="184" y="64"/>
                  </a:cubicBezTo>
                  <a:close/>
                  <a:moveTo>
                    <a:pt x="187" y="733"/>
                  </a:moveTo>
                  <a:cubicBezTo>
                    <a:pt x="186" y="733"/>
                    <a:pt x="186" y="733"/>
                    <a:pt x="186" y="733"/>
                  </a:cubicBezTo>
                  <a:cubicBezTo>
                    <a:pt x="184" y="732"/>
                    <a:pt x="184" y="732"/>
                    <a:pt x="184" y="732"/>
                  </a:cubicBezTo>
                  <a:cubicBezTo>
                    <a:pt x="184" y="678"/>
                    <a:pt x="184" y="678"/>
                    <a:pt x="184" y="678"/>
                  </a:cubicBezTo>
                  <a:cubicBezTo>
                    <a:pt x="185" y="679"/>
                    <a:pt x="186" y="680"/>
                    <a:pt x="187" y="681"/>
                  </a:cubicBezTo>
                  <a:cubicBezTo>
                    <a:pt x="187" y="733"/>
                    <a:pt x="187" y="733"/>
                    <a:pt x="187" y="733"/>
                  </a:cubicBezTo>
                  <a:close/>
                  <a:moveTo>
                    <a:pt x="187" y="93"/>
                  </a:moveTo>
                  <a:cubicBezTo>
                    <a:pt x="187" y="103"/>
                    <a:pt x="187" y="103"/>
                    <a:pt x="187" y="103"/>
                  </a:cubicBezTo>
                  <a:cubicBezTo>
                    <a:pt x="186" y="103"/>
                    <a:pt x="185" y="102"/>
                    <a:pt x="184" y="102"/>
                  </a:cubicBezTo>
                  <a:cubicBezTo>
                    <a:pt x="184" y="92"/>
                    <a:pt x="184" y="92"/>
                    <a:pt x="184" y="92"/>
                  </a:cubicBezTo>
                  <a:cubicBezTo>
                    <a:pt x="187" y="93"/>
                    <a:pt x="187" y="93"/>
                    <a:pt x="187" y="93"/>
                  </a:cubicBezTo>
                  <a:close/>
                  <a:moveTo>
                    <a:pt x="187" y="106"/>
                  </a:moveTo>
                  <a:cubicBezTo>
                    <a:pt x="187" y="115"/>
                    <a:pt x="187" y="115"/>
                    <a:pt x="187" y="115"/>
                  </a:cubicBezTo>
                  <a:cubicBezTo>
                    <a:pt x="186" y="116"/>
                    <a:pt x="185" y="116"/>
                    <a:pt x="184" y="117"/>
                  </a:cubicBezTo>
                  <a:cubicBezTo>
                    <a:pt x="184" y="108"/>
                    <a:pt x="184" y="108"/>
                    <a:pt x="184" y="108"/>
                  </a:cubicBezTo>
                  <a:cubicBezTo>
                    <a:pt x="185" y="108"/>
                    <a:pt x="186" y="107"/>
                    <a:pt x="187" y="106"/>
                  </a:cubicBezTo>
                  <a:close/>
                  <a:moveTo>
                    <a:pt x="187" y="145"/>
                  </a:moveTo>
                  <a:cubicBezTo>
                    <a:pt x="187" y="165"/>
                    <a:pt x="187" y="165"/>
                    <a:pt x="187" y="165"/>
                  </a:cubicBezTo>
                  <a:cubicBezTo>
                    <a:pt x="186" y="165"/>
                    <a:pt x="185" y="164"/>
                    <a:pt x="184" y="164"/>
                  </a:cubicBezTo>
                  <a:cubicBezTo>
                    <a:pt x="184" y="145"/>
                    <a:pt x="184" y="145"/>
                    <a:pt x="184" y="145"/>
                  </a:cubicBezTo>
                  <a:cubicBezTo>
                    <a:pt x="187" y="145"/>
                    <a:pt x="187" y="145"/>
                    <a:pt x="187" y="145"/>
                  </a:cubicBezTo>
                  <a:close/>
                  <a:moveTo>
                    <a:pt x="187" y="171"/>
                  </a:moveTo>
                  <a:cubicBezTo>
                    <a:pt x="187" y="178"/>
                    <a:pt x="187" y="178"/>
                    <a:pt x="187" y="178"/>
                  </a:cubicBezTo>
                  <a:cubicBezTo>
                    <a:pt x="186" y="179"/>
                    <a:pt x="185" y="179"/>
                    <a:pt x="184" y="179"/>
                  </a:cubicBezTo>
                  <a:cubicBezTo>
                    <a:pt x="184" y="171"/>
                    <a:pt x="184" y="171"/>
                    <a:pt x="184" y="171"/>
                  </a:cubicBezTo>
                  <a:cubicBezTo>
                    <a:pt x="187" y="171"/>
                    <a:pt x="187" y="171"/>
                    <a:pt x="187" y="171"/>
                  </a:cubicBezTo>
                  <a:close/>
                  <a:moveTo>
                    <a:pt x="187" y="178"/>
                  </a:moveTo>
                  <a:cubicBezTo>
                    <a:pt x="186" y="179"/>
                    <a:pt x="185" y="179"/>
                    <a:pt x="184" y="179"/>
                  </a:cubicBezTo>
                  <a:cubicBezTo>
                    <a:pt x="184" y="183"/>
                    <a:pt x="184" y="183"/>
                    <a:pt x="184" y="183"/>
                  </a:cubicBezTo>
                  <a:cubicBezTo>
                    <a:pt x="187" y="181"/>
                    <a:pt x="187" y="181"/>
                    <a:pt x="187" y="181"/>
                  </a:cubicBezTo>
                  <a:cubicBezTo>
                    <a:pt x="187" y="178"/>
                    <a:pt x="187" y="178"/>
                    <a:pt x="187" y="178"/>
                  </a:cubicBezTo>
                  <a:close/>
                  <a:moveTo>
                    <a:pt x="187" y="181"/>
                  </a:moveTo>
                  <a:cubicBezTo>
                    <a:pt x="187" y="207"/>
                    <a:pt x="187" y="207"/>
                    <a:pt x="187" y="207"/>
                  </a:cubicBezTo>
                  <a:cubicBezTo>
                    <a:pt x="185" y="207"/>
                    <a:pt x="185" y="207"/>
                    <a:pt x="185" y="207"/>
                  </a:cubicBezTo>
                  <a:cubicBezTo>
                    <a:pt x="185" y="205"/>
                    <a:pt x="185" y="202"/>
                    <a:pt x="185" y="199"/>
                  </a:cubicBezTo>
                  <a:cubicBezTo>
                    <a:pt x="184" y="199"/>
                    <a:pt x="184" y="199"/>
                    <a:pt x="184" y="199"/>
                  </a:cubicBezTo>
                  <a:cubicBezTo>
                    <a:pt x="184" y="183"/>
                    <a:pt x="184" y="183"/>
                    <a:pt x="184" y="183"/>
                  </a:cubicBezTo>
                  <a:cubicBezTo>
                    <a:pt x="187" y="181"/>
                    <a:pt x="187" y="181"/>
                    <a:pt x="187" y="181"/>
                  </a:cubicBezTo>
                  <a:close/>
                  <a:moveTo>
                    <a:pt x="187" y="225"/>
                  </a:moveTo>
                  <a:cubicBezTo>
                    <a:pt x="187" y="236"/>
                    <a:pt x="187" y="236"/>
                    <a:pt x="187" y="236"/>
                  </a:cubicBezTo>
                  <a:cubicBezTo>
                    <a:pt x="186" y="236"/>
                    <a:pt x="185" y="236"/>
                    <a:pt x="184" y="236"/>
                  </a:cubicBezTo>
                  <a:cubicBezTo>
                    <a:pt x="184" y="222"/>
                    <a:pt x="184" y="222"/>
                    <a:pt x="184" y="222"/>
                  </a:cubicBezTo>
                  <a:cubicBezTo>
                    <a:pt x="185" y="223"/>
                    <a:pt x="186" y="224"/>
                    <a:pt x="187" y="225"/>
                  </a:cubicBezTo>
                  <a:close/>
                  <a:moveTo>
                    <a:pt x="187" y="290"/>
                  </a:moveTo>
                  <a:cubicBezTo>
                    <a:pt x="187" y="303"/>
                    <a:pt x="187" y="303"/>
                    <a:pt x="187" y="303"/>
                  </a:cubicBezTo>
                  <a:cubicBezTo>
                    <a:pt x="186" y="304"/>
                    <a:pt x="185" y="306"/>
                    <a:pt x="184" y="308"/>
                  </a:cubicBezTo>
                  <a:cubicBezTo>
                    <a:pt x="184" y="294"/>
                    <a:pt x="184" y="294"/>
                    <a:pt x="184" y="294"/>
                  </a:cubicBezTo>
                  <a:cubicBezTo>
                    <a:pt x="185" y="293"/>
                    <a:pt x="186" y="291"/>
                    <a:pt x="187" y="290"/>
                  </a:cubicBezTo>
                  <a:close/>
                  <a:moveTo>
                    <a:pt x="187" y="308"/>
                  </a:moveTo>
                  <a:cubicBezTo>
                    <a:pt x="187" y="314"/>
                    <a:pt x="187" y="314"/>
                    <a:pt x="187" y="314"/>
                  </a:cubicBezTo>
                  <a:cubicBezTo>
                    <a:pt x="186" y="315"/>
                    <a:pt x="185" y="315"/>
                    <a:pt x="184" y="315"/>
                  </a:cubicBezTo>
                  <a:cubicBezTo>
                    <a:pt x="184" y="308"/>
                    <a:pt x="184" y="308"/>
                    <a:pt x="184" y="308"/>
                  </a:cubicBezTo>
                  <a:cubicBezTo>
                    <a:pt x="185" y="308"/>
                    <a:pt x="186" y="308"/>
                    <a:pt x="187" y="308"/>
                  </a:cubicBezTo>
                  <a:close/>
                  <a:moveTo>
                    <a:pt x="187" y="325"/>
                  </a:moveTo>
                  <a:cubicBezTo>
                    <a:pt x="187" y="331"/>
                    <a:pt x="187" y="331"/>
                    <a:pt x="187" y="331"/>
                  </a:cubicBezTo>
                  <a:cubicBezTo>
                    <a:pt x="186" y="331"/>
                    <a:pt x="185" y="331"/>
                    <a:pt x="184" y="332"/>
                  </a:cubicBezTo>
                  <a:cubicBezTo>
                    <a:pt x="184" y="326"/>
                    <a:pt x="184" y="326"/>
                    <a:pt x="184" y="326"/>
                  </a:cubicBezTo>
                  <a:cubicBezTo>
                    <a:pt x="185" y="326"/>
                    <a:pt x="186" y="325"/>
                    <a:pt x="187" y="325"/>
                  </a:cubicBezTo>
                  <a:close/>
                  <a:moveTo>
                    <a:pt x="187" y="341"/>
                  </a:moveTo>
                  <a:cubicBezTo>
                    <a:pt x="187" y="348"/>
                    <a:pt x="187" y="348"/>
                    <a:pt x="187" y="348"/>
                  </a:cubicBezTo>
                  <a:cubicBezTo>
                    <a:pt x="184" y="349"/>
                    <a:pt x="184" y="349"/>
                    <a:pt x="184" y="349"/>
                  </a:cubicBezTo>
                  <a:cubicBezTo>
                    <a:pt x="184" y="342"/>
                    <a:pt x="184" y="342"/>
                    <a:pt x="184" y="342"/>
                  </a:cubicBezTo>
                  <a:cubicBezTo>
                    <a:pt x="185" y="342"/>
                    <a:pt x="186" y="342"/>
                    <a:pt x="187" y="341"/>
                  </a:cubicBezTo>
                  <a:close/>
                  <a:moveTo>
                    <a:pt x="187" y="355"/>
                  </a:moveTo>
                  <a:cubicBezTo>
                    <a:pt x="187" y="396"/>
                    <a:pt x="187" y="396"/>
                    <a:pt x="187" y="396"/>
                  </a:cubicBezTo>
                  <a:cubicBezTo>
                    <a:pt x="186" y="399"/>
                    <a:pt x="186" y="402"/>
                    <a:pt x="187" y="405"/>
                  </a:cubicBezTo>
                  <a:cubicBezTo>
                    <a:pt x="187" y="414"/>
                    <a:pt x="187" y="414"/>
                    <a:pt x="187" y="414"/>
                  </a:cubicBezTo>
                  <a:cubicBezTo>
                    <a:pt x="186" y="414"/>
                    <a:pt x="186" y="414"/>
                    <a:pt x="186" y="414"/>
                  </a:cubicBezTo>
                  <a:cubicBezTo>
                    <a:pt x="187" y="415"/>
                    <a:pt x="187" y="415"/>
                    <a:pt x="187" y="415"/>
                  </a:cubicBezTo>
                  <a:cubicBezTo>
                    <a:pt x="187" y="446"/>
                    <a:pt x="187" y="446"/>
                    <a:pt x="187" y="446"/>
                  </a:cubicBezTo>
                  <a:cubicBezTo>
                    <a:pt x="186" y="444"/>
                    <a:pt x="186" y="442"/>
                    <a:pt x="184" y="441"/>
                  </a:cubicBezTo>
                  <a:cubicBezTo>
                    <a:pt x="184" y="441"/>
                    <a:pt x="184" y="441"/>
                    <a:pt x="184" y="441"/>
                  </a:cubicBezTo>
                  <a:cubicBezTo>
                    <a:pt x="184" y="359"/>
                    <a:pt x="184" y="359"/>
                    <a:pt x="184" y="359"/>
                  </a:cubicBezTo>
                  <a:cubicBezTo>
                    <a:pt x="186" y="358"/>
                    <a:pt x="186" y="358"/>
                    <a:pt x="186" y="358"/>
                  </a:cubicBezTo>
                  <a:cubicBezTo>
                    <a:pt x="187" y="355"/>
                    <a:pt x="187" y="355"/>
                    <a:pt x="187" y="355"/>
                  </a:cubicBezTo>
                  <a:close/>
                  <a:moveTo>
                    <a:pt x="187" y="448"/>
                  </a:moveTo>
                  <a:cubicBezTo>
                    <a:pt x="187" y="462"/>
                    <a:pt x="187" y="462"/>
                    <a:pt x="187" y="462"/>
                  </a:cubicBezTo>
                  <a:cubicBezTo>
                    <a:pt x="186" y="462"/>
                    <a:pt x="185" y="463"/>
                    <a:pt x="184" y="464"/>
                  </a:cubicBezTo>
                  <a:cubicBezTo>
                    <a:pt x="184" y="454"/>
                    <a:pt x="184" y="454"/>
                    <a:pt x="184" y="454"/>
                  </a:cubicBezTo>
                  <a:cubicBezTo>
                    <a:pt x="186" y="452"/>
                    <a:pt x="186" y="450"/>
                    <a:pt x="187" y="448"/>
                  </a:cubicBezTo>
                  <a:close/>
                  <a:moveTo>
                    <a:pt x="187" y="478"/>
                  </a:moveTo>
                  <a:cubicBezTo>
                    <a:pt x="187" y="488"/>
                    <a:pt x="187" y="488"/>
                    <a:pt x="187" y="488"/>
                  </a:cubicBezTo>
                  <a:cubicBezTo>
                    <a:pt x="185" y="492"/>
                    <a:pt x="185" y="495"/>
                    <a:pt x="187" y="502"/>
                  </a:cubicBezTo>
                  <a:cubicBezTo>
                    <a:pt x="187" y="510"/>
                    <a:pt x="187" y="510"/>
                    <a:pt x="187" y="510"/>
                  </a:cubicBezTo>
                  <a:cubicBezTo>
                    <a:pt x="186" y="510"/>
                    <a:pt x="185" y="508"/>
                    <a:pt x="184" y="507"/>
                  </a:cubicBezTo>
                  <a:cubicBezTo>
                    <a:pt x="184" y="481"/>
                    <a:pt x="184" y="481"/>
                    <a:pt x="184" y="481"/>
                  </a:cubicBezTo>
                  <a:cubicBezTo>
                    <a:pt x="185" y="480"/>
                    <a:pt x="186" y="479"/>
                    <a:pt x="187" y="478"/>
                  </a:cubicBezTo>
                  <a:close/>
                  <a:moveTo>
                    <a:pt x="187" y="578"/>
                  </a:moveTo>
                  <a:cubicBezTo>
                    <a:pt x="187" y="592"/>
                    <a:pt x="187" y="592"/>
                    <a:pt x="187" y="592"/>
                  </a:cubicBezTo>
                  <a:cubicBezTo>
                    <a:pt x="186" y="592"/>
                    <a:pt x="185" y="593"/>
                    <a:pt x="184" y="593"/>
                  </a:cubicBezTo>
                  <a:cubicBezTo>
                    <a:pt x="184" y="579"/>
                    <a:pt x="184" y="579"/>
                    <a:pt x="184" y="579"/>
                  </a:cubicBezTo>
                  <a:cubicBezTo>
                    <a:pt x="187" y="578"/>
                    <a:pt x="187" y="578"/>
                    <a:pt x="187" y="578"/>
                  </a:cubicBezTo>
                  <a:close/>
                  <a:moveTo>
                    <a:pt x="187" y="609"/>
                  </a:moveTo>
                  <a:cubicBezTo>
                    <a:pt x="187" y="622"/>
                    <a:pt x="187" y="622"/>
                    <a:pt x="187" y="622"/>
                  </a:cubicBezTo>
                  <a:cubicBezTo>
                    <a:pt x="186" y="621"/>
                    <a:pt x="186" y="621"/>
                    <a:pt x="186" y="621"/>
                  </a:cubicBezTo>
                  <a:cubicBezTo>
                    <a:pt x="184" y="621"/>
                    <a:pt x="184" y="621"/>
                    <a:pt x="184" y="621"/>
                  </a:cubicBezTo>
                  <a:cubicBezTo>
                    <a:pt x="184" y="610"/>
                    <a:pt x="184" y="610"/>
                    <a:pt x="184" y="610"/>
                  </a:cubicBezTo>
                  <a:lnTo>
                    <a:pt x="187" y="609"/>
                  </a:lnTo>
                  <a:close/>
                  <a:moveTo>
                    <a:pt x="173" y="69"/>
                  </a:moveTo>
                  <a:cubicBezTo>
                    <a:pt x="177" y="67"/>
                    <a:pt x="179" y="66"/>
                    <a:pt x="184" y="65"/>
                  </a:cubicBezTo>
                  <a:cubicBezTo>
                    <a:pt x="184" y="64"/>
                    <a:pt x="184" y="64"/>
                    <a:pt x="184" y="64"/>
                  </a:cubicBezTo>
                  <a:cubicBezTo>
                    <a:pt x="184" y="74"/>
                    <a:pt x="184" y="74"/>
                    <a:pt x="184" y="74"/>
                  </a:cubicBezTo>
                  <a:cubicBezTo>
                    <a:pt x="180" y="74"/>
                    <a:pt x="177" y="75"/>
                    <a:pt x="173" y="77"/>
                  </a:cubicBezTo>
                  <a:cubicBezTo>
                    <a:pt x="173" y="69"/>
                    <a:pt x="173" y="69"/>
                    <a:pt x="173" y="69"/>
                  </a:cubicBezTo>
                  <a:close/>
                  <a:moveTo>
                    <a:pt x="184" y="732"/>
                  </a:moveTo>
                  <a:cubicBezTo>
                    <a:pt x="180" y="730"/>
                    <a:pt x="177" y="728"/>
                    <a:pt x="173" y="726"/>
                  </a:cubicBezTo>
                  <a:cubicBezTo>
                    <a:pt x="173" y="716"/>
                    <a:pt x="173" y="716"/>
                    <a:pt x="173" y="716"/>
                  </a:cubicBezTo>
                  <a:cubicBezTo>
                    <a:pt x="176" y="718"/>
                    <a:pt x="178" y="720"/>
                    <a:pt x="181" y="722"/>
                  </a:cubicBezTo>
                  <a:cubicBezTo>
                    <a:pt x="182" y="702"/>
                    <a:pt x="186" y="689"/>
                    <a:pt x="173" y="679"/>
                  </a:cubicBezTo>
                  <a:cubicBezTo>
                    <a:pt x="173" y="669"/>
                    <a:pt x="173" y="669"/>
                    <a:pt x="173" y="669"/>
                  </a:cubicBezTo>
                  <a:cubicBezTo>
                    <a:pt x="177" y="671"/>
                    <a:pt x="181" y="675"/>
                    <a:pt x="184" y="678"/>
                  </a:cubicBezTo>
                  <a:cubicBezTo>
                    <a:pt x="184" y="732"/>
                    <a:pt x="184" y="732"/>
                    <a:pt x="184" y="732"/>
                  </a:cubicBezTo>
                  <a:close/>
                  <a:moveTo>
                    <a:pt x="184" y="92"/>
                  </a:moveTo>
                  <a:cubicBezTo>
                    <a:pt x="184" y="102"/>
                    <a:pt x="184" y="102"/>
                    <a:pt x="184" y="102"/>
                  </a:cubicBezTo>
                  <a:cubicBezTo>
                    <a:pt x="182" y="101"/>
                    <a:pt x="179" y="100"/>
                    <a:pt x="173" y="97"/>
                  </a:cubicBezTo>
                  <a:cubicBezTo>
                    <a:pt x="173" y="88"/>
                    <a:pt x="173" y="88"/>
                    <a:pt x="173" y="88"/>
                  </a:cubicBezTo>
                  <a:cubicBezTo>
                    <a:pt x="184" y="92"/>
                    <a:pt x="184" y="92"/>
                    <a:pt x="184" y="92"/>
                  </a:cubicBezTo>
                  <a:close/>
                  <a:moveTo>
                    <a:pt x="184" y="108"/>
                  </a:moveTo>
                  <a:cubicBezTo>
                    <a:pt x="184" y="117"/>
                    <a:pt x="184" y="117"/>
                    <a:pt x="184" y="117"/>
                  </a:cubicBezTo>
                  <a:cubicBezTo>
                    <a:pt x="181" y="119"/>
                    <a:pt x="177" y="122"/>
                    <a:pt x="173" y="124"/>
                  </a:cubicBezTo>
                  <a:cubicBezTo>
                    <a:pt x="173" y="124"/>
                    <a:pt x="173" y="124"/>
                    <a:pt x="173" y="124"/>
                  </a:cubicBezTo>
                  <a:cubicBezTo>
                    <a:pt x="173" y="114"/>
                    <a:pt x="173" y="114"/>
                    <a:pt x="173" y="114"/>
                  </a:cubicBezTo>
                  <a:cubicBezTo>
                    <a:pt x="177" y="113"/>
                    <a:pt x="180" y="111"/>
                    <a:pt x="184" y="108"/>
                  </a:cubicBezTo>
                  <a:close/>
                  <a:moveTo>
                    <a:pt x="184" y="145"/>
                  </a:moveTo>
                  <a:cubicBezTo>
                    <a:pt x="184" y="164"/>
                    <a:pt x="184" y="164"/>
                    <a:pt x="184" y="164"/>
                  </a:cubicBezTo>
                  <a:cubicBezTo>
                    <a:pt x="183" y="163"/>
                    <a:pt x="183" y="162"/>
                    <a:pt x="182" y="159"/>
                  </a:cubicBezTo>
                  <a:cubicBezTo>
                    <a:pt x="171" y="158"/>
                    <a:pt x="174" y="153"/>
                    <a:pt x="178" y="145"/>
                  </a:cubicBezTo>
                  <a:cubicBezTo>
                    <a:pt x="184" y="145"/>
                    <a:pt x="184" y="145"/>
                    <a:pt x="184" y="145"/>
                  </a:cubicBezTo>
                  <a:close/>
                  <a:moveTo>
                    <a:pt x="184" y="171"/>
                  </a:moveTo>
                  <a:cubicBezTo>
                    <a:pt x="182" y="171"/>
                    <a:pt x="182" y="171"/>
                    <a:pt x="182" y="171"/>
                  </a:cubicBezTo>
                  <a:cubicBezTo>
                    <a:pt x="179" y="167"/>
                    <a:pt x="179" y="167"/>
                    <a:pt x="174" y="165"/>
                  </a:cubicBezTo>
                  <a:cubicBezTo>
                    <a:pt x="174" y="163"/>
                    <a:pt x="174" y="161"/>
                    <a:pt x="173" y="159"/>
                  </a:cubicBezTo>
                  <a:cubicBezTo>
                    <a:pt x="173" y="159"/>
                    <a:pt x="173" y="159"/>
                    <a:pt x="173" y="159"/>
                  </a:cubicBezTo>
                  <a:cubicBezTo>
                    <a:pt x="173" y="184"/>
                    <a:pt x="173" y="184"/>
                    <a:pt x="173" y="184"/>
                  </a:cubicBezTo>
                  <a:cubicBezTo>
                    <a:pt x="174" y="185"/>
                    <a:pt x="175" y="186"/>
                    <a:pt x="176" y="188"/>
                  </a:cubicBezTo>
                  <a:cubicBezTo>
                    <a:pt x="178" y="187"/>
                    <a:pt x="180" y="187"/>
                    <a:pt x="182" y="186"/>
                  </a:cubicBezTo>
                  <a:cubicBezTo>
                    <a:pt x="182" y="184"/>
                    <a:pt x="182" y="181"/>
                    <a:pt x="182" y="179"/>
                  </a:cubicBezTo>
                  <a:cubicBezTo>
                    <a:pt x="184" y="179"/>
                    <a:pt x="184" y="179"/>
                    <a:pt x="184" y="179"/>
                  </a:cubicBezTo>
                  <a:cubicBezTo>
                    <a:pt x="184" y="171"/>
                    <a:pt x="184" y="171"/>
                    <a:pt x="184" y="171"/>
                  </a:cubicBezTo>
                  <a:close/>
                  <a:moveTo>
                    <a:pt x="184" y="179"/>
                  </a:moveTo>
                  <a:cubicBezTo>
                    <a:pt x="182" y="179"/>
                    <a:pt x="182" y="179"/>
                    <a:pt x="182" y="179"/>
                  </a:cubicBezTo>
                  <a:cubicBezTo>
                    <a:pt x="182" y="181"/>
                    <a:pt x="182" y="184"/>
                    <a:pt x="182" y="186"/>
                  </a:cubicBezTo>
                  <a:cubicBezTo>
                    <a:pt x="183" y="185"/>
                    <a:pt x="184" y="184"/>
                    <a:pt x="184" y="183"/>
                  </a:cubicBezTo>
                  <a:cubicBezTo>
                    <a:pt x="184" y="199"/>
                    <a:pt x="184" y="199"/>
                    <a:pt x="184" y="199"/>
                  </a:cubicBezTo>
                  <a:cubicBezTo>
                    <a:pt x="183" y="199"/>
                    <a:pt x="183" y="199"/>
                    <a:pt x="183" y="199"/>
                  </a:cubicBezTo>
                  <a:cubicBezTo>
                    <a:pt x="179" y="205"/>
                    <a:pt x="174" y="209"/>
                    <a:pt x="174" y="216"/>
                  </a:cubicBezTo>
                  <a:cubicBezTo>
                    <a:pt x="178" y="218"/>
                    <a:pt x="182" y="220"/>
                    <a:pt x="184" y="222"/>
                  </a:cubicBezTo>
                  <a:cubicBezTo>
                    <a:pt x="184" y="236"/>
                    <a:pt x="184" y="236"/>
                    <a:pt x="184" y="236"/>
                  </a:cubicBezTo>
                  <a:cubicBezTo>
                    <a:pt x="184" y="236"/>
                    <a:pt x="183" y="236"/>
                    <a:pt x="183" y="236"/>
                  </a:cubicBezTo>
                  <a:cubicBezTo>
                    <a:pt x="180" y="231"/>
                    <a:pt x="177" y="228"/>
                    <a:pt x="173" y="226"/>
                  </a:cubicBezTo>
                  <a:cubicBezTo>
                    <a:pt x="173" y="198"/>
                    <a:pt x="173" y="198"/>
                    <a:pt x="173" y="198"/>
                  </a:cubicBezTo>
                  <a:cubicBezTo>
                    <a:pt x="181" y="189"/>
                    <a:pt x="181" y="188"/>
                    <a:pt x="182" y="186"/>
                  </a:cubicBezTo>
                  <a:cubicBezTo>
                    <a:pt x="183" y="185"/>
                    <a:pt x="184" y="184"/>
                    <a:pt x="184" y="183"/>
                  </a:cubicBezTo>
                  <a:cubicBezTo>
                    <a:pt x="184" y="179"/>
                    <a:pt x="184" y="179"/>
                    <a:pt x="184" y="179"/>
                  </a:cubicBezTo>
                  <a:close/>
                  <a:moveTo>
                    <a:pt x="184" y="294"/>
                  </a:moveTo>
                  <a:cubicBezTo>
                    <a:pt x="184" y="308"/>
                    <a:pt x="184" y="308"/>
                    <a:pt x="184" y="308"/>
                  </a:cubicBezTo>
                  <a:cubicBezTo>
                    <a:pt x="184" y="308"/>
                    <a:pt x="184" y="308"/>
                    <a:pt x="184" y="308"/>
                  </a:cubicBezTo>
                  <a:cubicBezTo>
                    <a:pt x="184" y="308"/>
                    <a:pt x="184" y="308"/>
                    <a:pt x="184" y="308"/>
                  </a:cubicBezTo>
                  <a:cubicBezTo>
                    <a:pt x="184" y="315"/>
                    <a:pt x="184" y="315"/>
                    <a:pt x="184" y="315"/>
                  </a:cubicBezTo>
                  <a:cubicBezTo>
                    <a:pt x="181" y="317"/>
                    <a:pt x="179" y="320"/>
                    <a:pt x="177" y="327"/>
                  </a:cubicBezTo>
                  <a:cubicBezTo>
                    <a:pt x="180" y="327"/>
                    <a:pt x="182" y="326"/>
                    <a:pt x="184" y="326"/>
                  </a:cubicBezTo>
                  <a:cubicBezTo>
                    <a:pt x="184" y="332"/>
                    <a:pt x="184" y="332"/>
                    <a:pt x="184" y="332"/>
                  </a:cubicBezTo>
                  <a:cubicBezTo>
                    <a:pt x="179" y="333"/>
                    <a:pt x="175" y="334"/>
                    <a:pt x="173" y="340"/>
                  </a:cubicBezTo>
                  <a:cubicBezTo>
                    <a:pt x="173" y="321"/>
                    <a:pt x="173" y="321"/>
                    <a:pt x="173" y="321"/>
                  </a:cubicBezTo>
                  <a:cubicBezTo>
                    <a:pt x="176" y="312"/>
                    <a:pt x="180" y="303"/>
                    <a:pt x="184" y="294"/>
                  </a:cubicBezTo>
                  <a:close/>
                  <a:moveTo>
                    <a:pt x="184" y="342"/>
                  </a:moveTo>
                  <a:cubicBezTo>
                    <a:pt x="184" y="349"/>
                    <a:pt x="184" y="349"/>
                    <a:pt x="184" y="349"/>
                  </a:cubicBezTo>
                  <a:cubicBezTo>
                    <a:pt x="179" y="350"/>
                    <a:pt x="176" y="351"/>
                    <a:pt x="173" y="353"/>
                  </a:cubicBezTo>
                  <a:cubicBezTo>
                    <a:pt x="173" y="346"/>
                    <a:pt x="173" y="346"/>
                    <a:pt x="173" y="346"/>
                  </a:cubicBezTo>
                  <a:cubicBezTo>
                    <a:pt x="178" y="344"/>
                    <a:pt x="181" y="344"/>
                    <a:pt x="184" y="342"/>
                  </a:cubicBezTo>
                  <a:close/>
                  <a:moveTo>
                    <a:pt x="184" y="359"/>
                  </a:moveTo>
                  <a:cubicBezTo>
                    <a:pt x="184" y="441"/>
                    <a:pt x="184" y="441"/>
                    <a:pt x="184" y="441"/>
                  </a:cubicBezTo>
                  <a:cubicBezTo>
                    <a:pt x="179" y="445"/>
                    <a:pt x="175" y="448"/>
                    <a:pt x="173" y="452"/>
                  </a:cubicBezTo>
                  <a:cubicBezTo>
                    <a:pt x="173" y="443"/>
                    <a:pt x="173" y="443"/>
                    <a:pt x="173" y="443"/>
                  </a:cubicBezTo>
                  <a:cubicBezTo>
                    <a:pt x="181" y="436"/>
                    <a:pt x="184" y="434"/>
                    <a:pt x="182" y="422"/>
                  </a:cubicBezTo>
                  <a:cubicBezTo>
                    <a:pt x="178" y="425"/>
                    <a:pt x="175" y="427"/>
                    <a:pt x="173" y="429"/>
                  </a:cubicBezTo>
                  <a:cubicBezTo>
                    <a:pt x="173" y="422"/>
                    <a:pt x="173" y="422"/>
                    <a:pt x="173" y="422"/>
                  </a:cubicBezTo>
                  <a:cubicBezTo>
                    <a:pt x="177" y="419"/>
                    <a:pt x="178" y="418"/>
                    <a:pt x="181" y="414"/>
                  </a:cubicBezTo>
                  <a:cubicBezTo>
                    <a:pt x="181" y="411"/>
                    <a:pt x="181" y="407"/>
                    <a:pt x="181" y="403"/>
                  </a:cubicBezTo>
                  <a:cubicBezTo>
                    <a:pt x="178" y="405"/>
                    <a:pt x="175" y="407"/>
                    <a:pt x="173" y="408"/>
                  </a:cubicBezTo>
                  <a:cubicBezTo>
                    <a:pt x="173" y="402"/>
                    <a:pt x="173" y="402"/>
                    <a:pt x="173" y="402"/>
                  </a:cubicBezTo>
                  <a:cubicBezTo>
                    <a:pt x="179" y="397"/>
                    <a:pt x="186" y="392"/>
                    <a:pt x="181" y="385"/>
                  </a:cubicBezTo>
                  <a:cubicBezTo>
                    <a:pt x="178" y="387"/>
                    <a:pt x="175" y="388"/>
                    <a:pt x="173" y="389"/>
                  </a:cubicBezTo>
                  <a:cubicBezTo>
                    <a:pt x="173" y="382"/>
                    <a:pt x="173" y="382"/>
                    <a:pt x="173" y="382"/>
                  </a:cubicBezTo>
                  <a:cubicBezTo>
                    <a:pt x="180" y="379"/>
                    <a:pt x="184" y="377"/>
                    <a:pt x="183" y="367"/>
                  </a:cubicBezTo>
                  <a:cubicBezTo>
                    <a:pt x="179" y="368"/>
                    <a:pt x="176" y="369"/>
                    <a:pt x="173" y="370"/>
                  </a:cubicBezTo>
                  <a:cubicBezTo>
                    <a:pt x="173" y="364"/>
                    <a:pt x="173" y="364"/>
                    <a:pt x="173" y="364"/>
                  </a:cubicBezTo>
                  <a:cubicBezTo>
                    <a:pt x="177" y="362"/>
                    <a:pt x="181" y="361"/>
                    <a:pt x="184" y="359"/>
                  </a:cubicBezTo>
                  <a:close/>
                  <a:moveTo>
                    <a:pt x="184" y="454"/>
                  </a:moveTo>
                  <a:cubicBezTo>
                    <a:pt x="184" y="464"/>
                    <a:pt x="184" y="464"/>
                    <a:pt x="184" y="464"/>
                  </a:cubicBezTo>
                  <a:cubicBezTo>
                    <a:pt x="178" y="470"/>
                    <a:pt x="176" y="475"/>
                    <a:pt x="179" y="486"/>
                  </a:cubicBezTo>
                  <a:cubicBezTo>
                    <a:pt x="181" y="484"/>
                    <a:pt x="183" y="482"/>
                    <a:pt x="184" y="481"/>
                  </a:cubicBezTo>
                  <a:cubicBezTo>
                    <a:pt x="184" y="507"/>
                    <a:pt x="184" y="507"/>
                    <a:pt x="184" y="507"/>
                  </a:cubicBezTo>
                  <a:cubicBezTo>
                    <a:pt x="180" y="501"/>
                    <a:pt x="176" y="493"/>
                    <a:pt x="173" y="484"/>
                  </a:cubicBezTo>
                  <a:cubicBezTo>
                    <a:pt x="173" y="465"/>
                    <a:pt x="173" y="465"/>
                    <a:pt x="173" y="465"/>
                  </a:cubicBezTo>
                  <a:cubicBezTo>
                    <a:pt x="173" y="465"/>
                    <a:pt x="173" y="466"/>
                    <a:pt x="173" y="466"/>
                  </a:cubicBezTo>
                  <a:cubicBezTo>
                    <a:pt x="177" y="463"/>
                    <a:pt x="181" y="459"/>
                    <a:pt x="184" y="454"/>
                  </a:cubicBezTo>
                  <a:close/>
                  <a:moveTo>
                    <a:pt x="184" y="579"/>
                  </a:moveTo>
                  <a:cubicBezTo>
                    <a:pt x="184" y="593"/>
                    <a:pt x="184" y="593"/>
                    <a:pt x="184" y="593"/>
                  </a:cubicBezTo>
                  <a:cubicBezTo>
                    <a:pt x="181" y="596"/>
                    <a:pt x="177" y="599"/>
                    <a:pt x="173" y="601"/>
                  </a:cubicBezTo>
                  <a:cubicBezTo>
                    <a:pt x="173" y="588"/>
                    <a:pt x="173" y="588"/>
                    <a:pt x="173" y="588"/>
                  </a:cubicBezTo>
                  <a:cubicBezTo>
                    <a:pt x="177" y="585"/>
                    <a:pt x="181" y="582"/>
                    <a:pt x="184" y="579"/>
                  </a:cubicBezTo>
                  <a:close/>
                  <a:moveTo>
                    <a:pt x="184" y="610"/>
                  </a:moveTo>
                  <a:cubicBezTo>
                    <a:pt x="184" y="621"/>
                    <a:pt x="184" y="621"/>
                    <a:pt x="184" y="621"/>
                  </a:cubicBezTo>
                  <a:cubicBezTo>
                    <a:pt x="178" y="624"/>
                    <a:pt x="178" y="624"/>
                    <a:pt x="178" y="624"/>
                  </a:cubicBezTo>
                  <a:cubicBezTo>
                    <a:pt x="173" y="621"/>
                    <a:pt x="173" y="621"/>
                    <a:pt x="173" y="621"/>
                  </a:cubicBezTo>
                  <a:cubicBezTo>
                    <a:pt x="173" y="615"/>
                    <a:pt x="173" y="615"/>
                    <a:pt x="173" y="615"/>
                  </a:cubicBezTo>
                  <a:cubicBezTo>
                    <a:pt x="184" y="610"/>
                    <a:pt x="184" y="610"/>
                    <a:pt x="184" y="610"/>
                  </a:cubicBezTo>
                  <a:close/>
                  <a:moveTo>
                    <a:pt x="173" y="571"/>
                  </a:moveTo>
                  <a:cubicBezTo>
                    <a:pt x="173" y="558"/>
                    <a:pt x="173" y="558"/>
                    <a:pt x="173" y="558"/>
                  </a:cubicBezTo>
                  <a:cubicBezTo>
                    <a:pt x="173" y="558"/>
                    <a:pt x="173" y="558"/>
                    <a:pt x="173" y="558"/>
                  </a:cubicBezTo>
                  <a:cubicBezTo>
                    <a:pt x="179" y="564"/>
                    <a:pt x="179" y="564"/>
                    <a:pt x="180" y="567"/>
                  </a:cubicBezTo>
                  <a:cubicBezTo>
                    <a:pt x="178" y="568"/>
                    <a:pt x="176" y="569"/>
                    <a:pt x="173" y="571"/>
                  </a:cubicBezTo>
                  <a:close/>
                  <a:moveTo>
                    <a:pt x="162" y="77"/>
                  </a:moveTo>
                  <a:cubicBezTo>
                    <a:pt x="164" y="75"/>
                    <a:pt x="167" y="73"/>
                    <a:pt x="169" y="71"/>
                  </a:cubicBezTo>
                  <a:cubicBezTo>
                    <a:pt x="171" y="71"/>
                    <a:pt x="172" y="70"/>
                    <a:pt x="173" y="69"/>
                  </a:cubicBezTo>
                  <a:cubicBezTo>
                    <a:pt x="173" y="77"/>
                    <a:pt x="173" y="77"/>
                    <a:pt x="173" y="77"/>
                  </a:cubicBezTo>
                  <a:cubicBezTo>
                    <a:pt x="171" y="79"/>
                    <a:pt x="169" y="81"/>
                    <a:pt x="167" y="85"/>
                  </a:cubicBezTo>
                  <a:cubicBezTo>
                    <a:pt x="173" y="88"/>
                    <a:pt x="173" y="88"/>
                    <a:pt x="173" y="88"/>
                  </a:cubicBezTo>
                  <a:cubicBezTo>
                    <a:pt x="173" y="97"/>
                    <a:pt x="173" y="97"/>
                    <a:pt x="173" y="97"/>
                  </a:cubicBezTo>
                  <a:cubicBezTo>
                    <a:pt x="165" y="94"/>
                    <a:pt x="165" y="94"/>
                    <a:pt x="165" y="94"/>
                  </a:cubicBezTo>
                  <a:cubicBezTo>
                    <a:pt x="164" y="94"/>
                    <a:pt x="163" y="94"/>
                    <a:pt x="162" y="94"/>
                  </a:cubicBezTo>
                  <a:cubicBezTo>
                    <a:pt x="162" y="77"/>
                    <a:pt x="162" y="77"/>
                    <a:pt x="162" y="77"/>
                  </a:cubicBezTo>
                  <a:close/>
                  <a:moveTo>
                    <a:pt x="173" y="726"/>
                  </a:moveTo>
                  <a:cubicBezTo>
                    <a:pt x="169" y="723"/>
                    <a:pt x="166" y="721"/>
                    <a:pt x="162" y="717"/>
                  </a:cubicBezTo>
                  <a:cubicBezTo>
                    <a:pt x="162" y="660"/>
                    <a:pt x="162" y="660"/>
                    <a:pt x="162" y="660"/>
                  </a:cubicBezTo>
                  <a:cubicBezTo>
                    <a:pt x="164" y="662"/>
                    <a:pt x="165" y="664"/>
                    <a:pt x="167" y="666"/>
                  </a:cubicBezTo>
                  <a:cubicBezTo>
                    <a:pt x="169" y="667"/>
                    <a:pt x="171" y="668"/>
                    <a:pt x="173" y="669"/>
                  </a:cubicBezTo>
                  <a:cubicBezTo>
                    <a:pt x="173" y="679"/>
                    <a:pt x="173" y="679"/>
                    <a:pt x="173" y="679"/>
                  </a:cubicBezTo>
                  <a:cubicBezTo>
                    <a:pt x="171" y="677"/>
                    <a:pt x="169" y="676"/>
                    <a:pt x="167" y="675"/>
                  </a:cubicBezTo>
                  <a:cubicBezTo>
                    <a:pt x="166" y="687"/>
                    <a:pt x="161" y="698"/>
                    <a:pt x="166" y="710"/>
                  </a:cubicBezTo>
                  <a:cubicBezTo>
                    <a:pt x="169" y="712"/>
                    <a:pt x="171" y="714"/>
                    <a:pt x="173" y="716"/>
                  </a:cubicBezTo>
                  <a:cubicBezTo>
                    <a:pt x="173" y="726"/>
                    <a:pt x="173" y="726"/>
                    <a:pt x="173" y="726"/>
                  </a:cubicBezTo>
                  <a:close/>
                  <a:moveTo>
                    <a:pt x="173" y="114"/>
                  </a:moveTo>
                  <a:cubicBezTo>
                    <a:pt x="173" y="124"/>
                    <a:pt x="173" y="124"/>
                    <a:pt x="173" y="124"/>
                  </a:cubicBezTo>
                  <a:cubicBezTo>
                    <a:pt x="169" y="128"/>
                    <a:pt x="166" y="132"/>
                    <a:pt x="162" y="135"/>
                  </a:cubicBezTo>
                  <a:cubicBezTo>
                    <a:pt x="162" y="125"/>
                    <a:pt x="162" y="125"/>
                    <a:pt x="162" y="125"/>
                  </a:cubicBezTo>
                  <a:cubicBezTo>
                    <a:pt x="163" y="125"/>
                    <a:pt x="164" y="124"/>
                    <a:pt x="164" y="123"/>
                  </a:cubicBezTo>
                  <a:cubicBezTo>
                    <a:pt x="162" y="123"/>
                    <a:pt x="162" y="123"/>
                    <a:pt x="162" y="123"/>
                  </a:cubicBezTo>
                  <a:cubicBezTo>
                    <a:pt x="162" y="114"/>
                    <a:pt x="162" y="114"/>
                    <a:pt x="162" y="114"/>
                  </a:cubicBezTo>
                  <a:cubicBezTo>
                    <a:pt x="165" y="114"/>
                    <a:pt x="165" y="114"/>
                    <a:pt x="165" y="114"/>
                  </a:cubicBezTo>
                  <a:cubicBezTo>
                    <a:pt x="169" y="114"/>
                    <a:pt x="171" y="114"/>
                    <a:pt x="173" y="114"/>
                  </a:cubicBezTo>
                  <a:close/>
                  <a:moveTo>
                    <a:pt x="173" y="159"/>
                  </a:moveTo>
                  <a:cubicBezTo>
                    <a:pt x="173" y="184"/>
                    <a:pt x="173" y="184"/>
                    <a:pt x="173" y="184"/>
                  </a:cubicBezTo>
                  <a:cubicBezTo>
                    <a:pt x="170" y="181"/>
                    <a:pt x="167" y="181"/>
                    <a:pt x="165" y="176"/>
                  </a:cubicBezTo>
                  <a:cubicBezTo>
                    <a:pt x="164" y="175"/>
                    <a:pt x="163" y="175"/>
                    <a:pt x="162" y="175"/>
                  </a:cubicBezTo>
                  <a:cubicBezTo>
                    <a:pt x="162" y="166"/>
                    <a:pt x="162" y="166"/>
                    <a:pt x="162" y="166"/>
                  </a:cubicBezTo>
                  <a:cubicBezTo>
                    <a:pt x="163" y="166"/>
                    <a:pt x="164" y="166"/>
                    <a:pt x="164" y="166"/>
                  </a:cubicBezTo>
                  <a:cubicBezTo>
                    <a:pt x="165" y="160"/>
                    <a:pt x="165" y="160"/>
                    <a:pt x="166" y="159"/>
                  </a:cubicBezTo>
                  <a:cubicBezTo>
                    <a:pt x="169" y="159"/>
                    <a:pt x="171" y="159"/>
                    <a:pt x="173" y="159"/>
                  </a:cubicBezTo>
                  <a:close/>
                  <a:moveTo>
                    <a:pt x="173" y="198"/>
                  </a:moveTo>
                  <a:cubicBezTo>
                    <a:pt x="173" y="226"/>
                    <a:pt x="173" y="226"/>
                    <a:pt x="173" y="226"/>
                  </a:cubicBezTo>
                  <a:cubicBezTo>
                    <a:pt x="170" y="225"/>
                    <a:pt x="167" y="224"/>
                    <a:pt x="162" y="223"/>
                  </a:cubicBezTo>
                  <a:cubicBezTo>
                    <a:pt x="162" y="210"/>
                    <a:pt x="162" y="210"/>
                    <a:pt x="162" y="210"/>
                  </a:cubicBezTo>
                  <a:cubicBezTo>
                    <a:pt x="164" y="209"/>
                    <a:pt x="165" y="207"/>
                    <a:pt x="167" y="205"/>
                  </a:cubicBezTo>
                  <a:cubicBezTo>
                    <a:pt x="165" y="205"/>
                    <a:pt x="164" y="205"/>
                    <a:pt x="162" y="204"/>
                  </a:cubicBezTo>
                  <a:cubicBezTo>
                    <a:pt x="162" y="191"/>
                    <a:pt x="162" y="191"/>
                    <a:pt x="162" y="191"/>
                  </a:cubicBezTo>
                  <a:cubicBezTo>
                    <a:pt x="163" y="192"/>
                    <a:pt x="164" y="192"/>
                    <a:pt x="164" y="192"/>
                  </a:cubicBezTo>
                  <a:cubicBezTo>
                    <a:pt x="164" y="190"/>
                    <a:pt x="165" y="189"/>
                    <a:pt x="165" y="188"/>
                  </a:cubicBezTo>
                  <a:cubicBezTo>
                    <a:pt x="167" y="187"/>
                    <a:pt x="169" y="187"/>
                    <a:pt x="170" y="187"/>
                  </a:cubicBezTo>
                  <a:cubicBezTo>
                    <a:pt x="173" y="191"/>
                    <a:pt x="171" y="197"/>
                    <a:pt x="171" y="202"/>
                  </a:cubicBezTo>
                  <a:cubicBezTo>
                    <a:pt x="173" y="198"/>
                    <a:pt x="173" y="198"/>
                    <a:pt x="173" y="198"/>
                  </a:cubicBezTo>
                  <a:close/>
                  <a:moveTo>
                    <a:pt x="173" y="321"/>
                  </a:moveTo>
                  <a:cubicBezTo>
                    <a:pt x="173" y="340"/>
                    <a:pt x="173" y="340"/>
                    <a:pt x="173" y="340"/>
                  </a:cubicBezTo>
                  <a:cubicBezTo>
                    <a:pt x="172" y="342"/>
                    <a:pt x="172" y="344"/>
                    <a:pt x="171" y="346"/>
                  </a:cubicBezTo>
                  <a:cubicBezTo>
                    <a:pt x="172" y="346"/>
                    <a:pt x="173" y="346"/>
                    <a:pt x="173" y="346"/>
                  </a:cubicBezTo>
                  <a:cubicBezTo>
                    <a:pt x="173" y="353"/>
                    <a:pt x="173" y="353"/>
                    <a:pt x="173" y="353"/>
                  </a:cubicBezTo>
                  <a:cubicBezTo>
                    <a:pt x="170" y="355"/>
                    <a:pt x="168" y="359"/>
                    <a:pt x="168" y="366"/>
                  </a:cubicBezTo>
                  <a:cubicBezTo>
                    <a:pt x="169" y="366"/>
                    <a:pt x="171" y="365"/>
                    <a:pt x="173" y="364"/>
                  </a:cubicBezTo>
                  <a:cubicBezTo>
                    <a:pt x="173" y="370"/>
                    <a:pt x="173" y="370"/>
                    <a:pt x="173" y="370"/>
                  </a:cubicBezTo>
                  <a:cubicBezTo>
                    <a:pt x="168" y="373"/>
                    <a:pt x="166" y="377"/>
                    <a:pt x="165" y="386"/>
                  </a:cubicBezTo>
                  <a:cubicBezTo>
                    <a:pt x="168" y="385"/>
                    <a:pt x="171" y="384"/>
                    <a:pt x="173" y="382"/>
                  </a:cubicBezTo>
                  <a:cubicBezTo>
                    <a:pt x="173" y="389"/>
                    <a:pt x="173" y="389"/>
                    <a:pt x="173" y="389"/>
                  </a:cubicBezTo>
                  <a:cubicBezTo>
                    <a:pt x="166" y="393"/>
                    <a:pt x="165" y="395"/>
                    <a:pt x="164" y="408"/>
                  </a:cubicBezTo>
                  <a:cubicBezTo>
                    <a:pt x="166" y="406"/>
                    <a:pt x="170" y="404"/>
                    <a:pt x="173" y="402"/>
                  </a:cubicBezTo>
                  <a:cubicBezTo>
                    <a:pt x="173" y="408"/>
                    <a:pt x="173" y="408"/>
                    <a:pt x="173" y="408"/>
                  </a:cubicBezTo>
                  <a:cubicBezTo>
                    <a:pt x="167" y="413"/>
                    <a:pt x="164" y="416"/>
                    <a:pt x="165" y="427"/>
                  </a:cubicBezTo>
                  <a:cubicBezTo>
                    <a:pt x="169" y="425"/>
                    <a:pt x="171" y="423"/>
                    <a:pt x="173" y="422"/>
                  </a:cubicBezTo>
                  <a:cubicBezTo>
                    <a:pt x="173" y="429"/>
                    <a:pt x="173" y="429"/>
                    <a:pt x="173" y="429"/>
                  </a:cubicBezTo>
                  <a:cubicBezTo>
                    <a:pt x="169" y="433"/>
                    <a:pt x="169" y="437"/>
                    <a:pt x="169" y="446"/>
                  </a:cubicBezTo>
                  <a:cubicBezTo>
                    <a:pt x="171" y="445"/>
                    <a:pt x="172" y="444"/>
                    <a:pt x="173" y="443"/>
                  </a:cubicBezTo>
                  <a:cubicBezTo>
                    <a:pt x="173" y="452"/>
                    <a:pt x="173" y="452"/>
                    <a:pt x="173" y="452"/>
                  </a:cubicBezTo>
                  <a:cubicBezTo>
                    <a:pt x="171" y="456"/>
                    <a:pt x="171" y="459"/>
                    <a:pt x="173" y="465"/>
                  </a:cubicBezTo>
                  <a:cubicBezTo>
                    <a:pt x="173" y="484"/>
                    <a:pt x="173" y="484"/>
                    <a:pt x="173" y="484"/>
                  </a:cubicBezTo>
                  <a:cubicBezTo>
                    <a:pt x="168" y="471"/>
                    <a:pt x="165" y="456"/>
                    <a:pt x="162" y="444"/>
                  </a:cubicBezTo>
                  <a:cubicBezTo>
                    <a:pt x="162" y="363"/>
                    <a:pt x="162" y="363"/>
                    <a:pt x="162" y="363"/>
                  </a:cubicBezTo>
                  <a:cubicBezTo>
                    <a:pt x="165" y="349"/>
                    <a:pt x="169" y="335"/>
                    <a:pt x="173" y="321"/>
                  </a:cubicBezTo>
                  <a:close/>
                  <a:moveTo>
                    <a:pt x="173" y="558"/>
                  </a:moveTo>
                  <a:cubicBezTo>
                    <a:pt x="173" y="571"/>
                    <a:pt x="173" y="571"/>
                    <a:pt x="173" y="571"/>
                  </a:cubicBezTo>
                  <a:cubicBezTo>
                    <a:pt x="170" y="574"/>
                    <a:pt x="166" y="577"/>
                    <a:pt x="162" y="580"/>
                  </a:cubicBezTo>
                  <a:cubicBezTo>
                    <a:pt x="162" y="565"/>
                    <a:pt x="162" y="565"/>
                    <a:pt x="162" y="565"/>
                  </a:cubicBezTo>
                  <a:cubicBezTo>
                    <a:pt x="165" y="562"/>
                    <a:pt x="168" y="560"/>
                    <a:pt x="171" y="558"/>
                  </a:cubicBezTo>
                  <a:cubicBezTo>
                    <a:pt x="173" y="558"/>
                    <a:pt x="173" y="558"/>
                    <a:pt x="173" y="558"/>
                  </a:cubicBezTo>
                  <a:close/>
                  <a:moveTo>
                    <a:pt x="173" y="588"/>
                  </a:moveTo>
                  <a:cubicBezTo>
                    <a:pt x="173" y="601"/>
                    <a:pt x="173" y="601"/>
                    <a:pt x="173" y="601"/>
                  </a:cubicBezTo>
                  <a:cubicBezTo>
                    <a:pt x="170" y="603"/>
                    <a:pt x="167" y="604"/>
                    <a:pt x="162" y="605"/>
                  </a:cubicBezTo>
                  <a:cubicBezTo>
                    <a:pt x="162" y="592"/>
                    <a:pt x="162" y="592"/>
                    <a:pt x="162" y="592"/>
                  </a:cubicBezTo>
                  <a:cubicBezTo>
                    <a:pt x="164" y="593"/>
                    <a:pt x="165" y="593"/>
                    <a:pt x="167" y="593"/>
                  </a:cubicBezTo>
                  <a:cubicBezTo>
                    <a:pt x="169" y="591"/>
                    <a:pt x="171" y="589"/>
                    <a:pt x="173" y="588"/>
                  </a:cubicBezTo>
                  <a:close/>
                  <a:moveTo>
                    <a:pt x="173" y="615"/>
                  </a:moveTo>
                  <a:cubicBezTo>
                    <a:pt x="173" y="621"/>
                    <a:pt x="173" y="621"/>
                    <a:pt x="173" y="621"/>
                  </a:cubicBezTo>
                  <a:cubicBezTo>
                    <a:pt x="169" y="618"/>
                    <a:pt x="169" y="618"/>
                    <a:pt x="169" y="618"/>
                  </a:cubicBezTo>
                  <a:cubicBezTo>
                    <a:pt x="173" y="615"/>
                    <a:pt x="173" y="615"/>
                    <a:pt x="173" y="615"/>
                  </a:cubicBezTo>
                  <a:close/>
                  <a:moveTo>
                    <a:pt x="162" y="549"/>
                  </a:moveTo>
                  <a:cubicBezTo>
                    <a:pt x="162" y="541"/>
                    <a:pt x="162" y="541"/>
                    <a:pt x="162" y="541"/>
                  </a:cubicBezTo>
                  <a:cubicBezTo>
                    <a:pt x="164" y="543"/>
                    <a:pt x="165" y="545"/>
                    <a:pt x="166" y="547"/>
                  </a:cubicBezTo>
                  <a:cubicBezTo>
                    <a:pt x="162" y="549"/>
                    <a:pt x="162" y="549"/>
                    <a:pt x="162" y="549"/>
                  </a:cubicBezTo>
                  <a:close/>
                  <a:moveTo>
                    <a:pt x="162" y="190"/>
                  </a:moveTo>
                  <a:cubicBezTo>
                    <a:pt x="164" y="188"/>
                    <a:pt x="163" y="187"/>
                    <a:pt x="163" y="183"/>
                  </a:cubicBezTo>
                  <a:cubicBezTo>
                    <a:pt x="163" y="183"/>
                    <a:pt x="163" y="183"/>
                    <a:pt x="162" y="183"/>
                  </a:cubicBezTo>
                  <a:lnTo>
                    <a:pt x="162" y="190"/>
                  </a:lnTo>
                  <a:close/>
                  <a:moveTo>
                    <a:pt x="148" y="89"/>
                  </a:moveTo>
                  <a:cubicBezTo>
                    <a:pt x="152" y="85"/>
                    <a:pt x="158" y="81"/>
                    <a:pt x="162" y="77"/>
                  </a:cubicBezTo>
                  <a:cubicBezTo>
                    <a:pt x="162" y="94"/>
                    <a:pt x="162" y="94"/>
                    <a:pt x="162" y="94"/>
                  </a:cubicBezTo>
                  <a:cubicBezTo>
                    <a:pt x="155" y="94"/>
                    <a:pt x="152" y="95"/>
                    <a:pt x="148" y="99"/>
                  </a:cubicBezTo>
                  <a:cubicBezTo>
                    <a:pt x="148" y="89"/>
                    <a:pt x="148" y="89"/>
                    <a:pt x="148" y="89"/>
                  </a:cubicBezTo>
                  <a:close/>
                  <a:moveTo>
                    <a:pt x="162" y="717"/>
                  </a:moveTo>
                  <a:cubicBezTo>
                    <a:pt x="161" y="716"/>
                    <a:pt x="159" y="714"/>
                    <a:pt x="157" y="712"/>
                  </a:cubicBezTo>
                  <a:cubicBezTo>
                    <a:pt x="153" y="710"/>
                    <a:pt x="151" y="709"/>
                    <a:pt x="148" y="706"/>
                  </a:cubicBezTo>
                  <a:cubicBezTo>
                    <a:pt x="148" y="697"/>
                    <a:pt x="148" y="697"/>
                    <a:pt x="148" y="697"/>
                  </a:cubicBezTo>
                  <a:cubicBezTo>
                    <a:pt x="149" y="698"/>
                    <a:pt x="151" y="700"/>
                    <a:pt x="154" y="702"/>
                  </a:cubicBezTo>
                  <a:cubicBezTo>
                    <a:pt x="154" y="695"/>
                    <a:pt x="156" y="689"/>
                    <a:pt x="156" y="683"/>
                  </a:cubicBezTo>
                  <a:cubicBezTo>
                    <a:pt x="156" y="668"/>
                    <a:pt x="157" y="663"/>
                    <a:pt x="148" y="656"/>
                  </a:cubicBezTo>
                  <a:cubicBezTo>
                    <a:pt x="148" y="647"/>
                    <a:pt x="148" y="647"/>
                    <a:pt x="148" y="647"/>
                  </a:cubicBezTo>
                  <a:cubicBezTo>
                    <a:pt x="153" y="651"/>
                    <a:pt x="158" y="655"/>
                    <a:pt x="162" y="660"/>
                  </a:cubicBezTo>
                  <a:cubicBezTo>
                    <a:pt x="162" y="717"/>
                    <a:pt x="162" y="717"/>
                    <a:pt x="162" y="717"/>
                  </a:cubicBezTo>
                  <a:close/>
                  <a:moveTo>
                    <a:pt x="162" y="114"/>
                  </a:moveTo>
                  <a:cubicBezTo>
                    <a:pt x="162" y="123"/>
                    <a:pt x="162" y="123"/>
                    <a:pt x="162" y="123"/>
                  </a:cubicBezTo>
                  <a:cubicBezTo>
                    <a:pt x="157" y="121"/>
                    <a:pt x="152" y="119"/>
                    <a:pt x="148" y="118"/>
                  </a:cubicBezTo>
                  <a:cubicBezTo>
                    <a:pt x="148" y="108"/>
                    <a:pt x="148" y="108"/>
                    <a:pt x="148" y="108"/>
                  </a:cubicBezTo>
                  <a:cubicBezTo>
                    <a:pt x="162" y="114"/>
                    <a:pt x="162" y="114"/>
                    <a:pt x="162" y="114"/>
                  </a:cubicBezTo>
                  <a:close/>
                  <a:moveTo>
                    <a:pt x="162" y="125"/>
                  </a:moveTo>
                  <a:cubicBezTo>
                    <a:pt x="162" y="135"/>
                    <a:pt x="162" y="135"/>
                    <a:pt x="162" y="135"/>
                  </a:cubicBezTo>
                  <a:cubicBezTo>
                    <a:pt x="159" y="138"/>
                    <a:pt x="155" y="141"/>
                    <a:pt x="151" y="143"/>
                  </a:cubicBezTo>
                  <a:cubicBezTo>
                    <a:pt x="150" y="145"/>
                    <a:pt x="149" y="147"/>
                    <a:pt x="148" y="148"/>
                  </a:cubicBezTo>
                  <a:cubicBezTo>
                    <a:pt x="148" y="135"/>
                    <a:pt x="148" y="135"/>
                    <a:pt x="148" y="135"/>
                  </a:cubicBezTo>
                  <a:cubicBezTo>
                    <a:pt x="154" y="133"/>
                    <a:pt x="158" y="130"/>
                    <a:pt x="162" y="125"/>
                  </a:cubicBezTo>
                  <a:close/>
                  <a:moveTo>
                    <a:pt x="162" y="166"/>
                  </a:moveTo>
                  <a:cubicBezTo>
                    <a:pt x="162" y="175"/>
                    <a:pt x="162" y="175"/>
                    <a:pt x="162" y="175"/>
                  </a:cubicBezTo>
                  <a:cubicBezTo>
                    <a:pt x="160" y="175"/>
                    <a:pt x="159" y="174"/>
                    <a:pt x="157" y="173"/>
                  </a:cubicBezTo>
                  <a:cubicBezTo>
                    <a:pt x="157" y="171"/>
                    <a:pt x="157" y="169"/>
                    <a:pt x="157" y="167"/>
                  </a:cubicBezTo>
                  <a:cubicBezTo>
                    <a:pt x="159" y="167"/>
                    <a:pt x="161" y="167"/>
                    <a:pt x="162" y="166"/>
                  </a:cubicBezTo>
                  <a:close/>
                  <a:moveTo>
                    <a:pt x="162" y="183"/>
                  </a:moveTo>
                  <a:cubicBezTo>
                    <a:pt x="162" y="190"/>
                    <a:pt x="162" y="190"/>
                    <a:pt x="162" y="190"/>
                  </a:cubicBezTo>
                  <a:cubicBezTo>
                    <a:pt x="162" y="191"/>
                    <a:pt x="162" y="191"/>
                    <a:pt x="162" y="191"/>
                  </a:cubicBezTo>
                  <a:cubicBezTo>
                    <a:pt x="162" y="191"/>
                    <a:pt x="162" y="191"/>
                    <a:pt x="162" y="191"/>
                  </a:cubicBezTo>
                  <a:cubicBezTo>
                    <a:pt x="162" y="204"/>
                    <a:pt x="162" y="204"/>
                    <a:pt x="162" y="204"/>
                  </a:cubicBezTo>
                  <a:cubicBezTo>
                    <a:pt x="158" y="203"/>
                    <a:pt x="152" y="199"/>
                    <a:pt x="148" y="196"/>
                  </a:cubicBezTo>
                  <a:cubicBezTo>
                    <a:pt x="148" y="177"/>
                    <a:pt x="148" y="177"/>
                    <a:pt x="148" y="177"/>
                  </a:cubicBezTo>
                  <a:cubicBezTo>
                    <a:pt x="150" y="176"/>
                    <a:pt x="151" y="177"/>
                    <a:pt x="154" y="178"/>
                  </a:cubicBezTo>
                  <a:cubicBezTo>
                    <a:pt x="154" y="180"/>
                    <a:pt x="154" y="182"/>
                    <a:pt x="155" y="184"/>
                  </a:cubicBezTo>
                  <a:cubicBezTo>
                    <a:pt x="158" y="183"/>
                    <a:pt x="159" y="182"/>
                    <a:pt x="162" y="183"/>
                  </a:cubicBezTo>
                  <a:close/>
                  <a:moveTo>
                    <a:pt x="162" y="210"/>
                  </a:moveTo>
                  <a:cubicBezTo>
                    <a:pt x="162" y="223"/>
                    <a:pt x="162" y="223"/>
                    <a:pt x="162" y="223"/>
                  </a:cubicBezTo>
                  <a:cubicBezTo>
                    <a:pt x="161" y="223"/>
                    <a:pt x="160" y="223"/>
                    <a:pt x="158" y="223"/>
                  </a:cubicBezTo>
                  <a:cubicBezTo>
                    <a:pt x="158" y="220"/>
                    <a:pt x="158" y="217"/>
                    <a:pt x="158" y="215"/>
                  </a:cubicBezTo>
                  <a:cubicBezTo>
                    <a:pt x="160" y="213"/>
                    <a:pt x="161" y="212"/>
                    <a:pt x="162" y="210"/>
                  </a:cubicBezTo>
                  <a:close/>
                  <a:moveTo>
                    <a:pt x="162" y="363"/>
                  </a:moveTo>
                  <a:cubicBezTo>
                    <a:pt x="162" y="444"/>
                    <a:pt x="162" y="444"/>
                    <a:pt x="162" y="444"/>
                  </a:cubicBezTo>
                  <a:cubicBezTo>
                    <a:pt x="162" y="444"/>
                    <a:pt x="162" y="444"/>
                    <a:pt x="162" y="444"/>
                  </a:cubicBezTo>
                  <a:cubicBezTo>
                    <a:pt x="160" y="425"/>
                    <a:pt x="160" y="412"/>
                    <a:pt x="159" y="405"/>
                  </a:cubicBezTo>
                  <a:cubicBezTo>
                    <a:pt x="159" y="391"/>
                    <a:pt x="160" y="377"/>
                    <a:pt x="162" y="363"/>
                  </a:cubicBezTo>
                  <a:close/>
                  <a:moveTo>
                    <a:pt x="162" y="541"/>
                  </a:moveTo>
                  <a:cubicBezTo>
                    <a:pt x="162" y="549"/>
                    <a:pt x="162" y="549"/>
                    <a:pt x="162" y="549"/>
                  </a:cubicBezTo>
                  <a:cubicBezTo>
                    <a:pt x="158" y="552"/>
                    <a:pt x="152" y="554"/>
                    <a:pt x="148" y="557"/>
                  </a:cubicBezTo>
                  <a:cubicBezTo>
                    <a:pt x="148" y="543"/>
                    <a:pt x="148" y="543"/>
                    <a:pt x="148" y="543"/>
                  </a:cubicBezTo>
                  <a:cubicBezTo>
                    <a:pt x="152" y="541"/>
                    <a:pt x="156" y="537"/>
                    <a:pt x="161" y="538"/>
                  </a:cubicBezTo>
                  <a:cubicBezTo>
                    <a:pt x="161" y="539"/>
                    <a:pt x="162" y="539"/>
                    <a:pt x="162" y="541"/>
                  </a:cubicBezTo>
                  <a:close/>
                  <a:moveTo>
                    <a:pt x="162" y="565"/>
                  </a:moveTo>
                  <a:cubicBezTo>
                    <a:pt x="162" y="580"/>
                    <a:pt x="162" y="580"/>
                    <a:pt x="162" y="580"/>
                  </a:cubicBezTo>
                  <a:cubicBezTo>
                    <a:pt x="157" y="586"/>
                    <a:pt x="154" y="591"/>
                    <a:pt x="162" y="592"/>
                  </a:cubicBezTo>
                  <a:cubicBezTo>
                    <a:pt x="162" y="605"/>
                    <a:pt x="162" y="605"/>
                    <a:pt x="162" y="605"/>
                  </a:cubicBezTo>
                  <a:cubicBezTo>
                    <a:pt x="162" y="605"/>
                    <a:pt x="161" y="605"/>
                    <a:pt x="160" y="605"/>
                  </a:cubicBezTo>
                  <a:cubicBezTo>
                    <a:pt x="153" y="600"/>
                    <a:pt x="149" y="595"/>
                    <a:pt x="148" y="591"/>
                  </a:cubicBezTo>
                  <a:cubicBezTo>
                    <a:pt x="148" y="582"/>
                    <a:pt x="148" y="582"/>
                    <a:pt x="148" y="582"/>
                  </a:cubicBezTo>
                  <a:cubicBezTo>
                    <a:pt x="150" y="576"/>
                    <a:pt x="156" y="571"/>
                    <a:pt x="162" y="565"/>
                  </a:cubicBezTo>
                  <a:close/>
                  <a:moveTo>
                    <a:pt x="148" y="530"/>
                  </a:moveTo>
                  <a:cubicBezTo>
                    <a:pt x="148" y="517"/>
                    <a:pt x="148" y="517"/>
                    <a:pt x="148" y="517"/>
                  </a:cubicBezTo>
                  <a:cubicBezTo>
                    <a:pt x="149" y="517"/>
                    <a:pt x="149" y="517"/>
                    <a:pt x="149" y="517"/>
                  </a:cubicBezTo>
                  <a:cubicBezTo>
                    <a:pt x="151" y="520"/>
                    <a:pt x="152" y="523"/>
                    <a:pt x="154" y="526"/>
                  </a:cubicBezTo>
                  <a:cubicBezTo>
                    <a:pt x="151" y="528"/>
                    <a:pt x="149" y="529"/>
                    <a:pt x="148" y="530"/>
                  </a:cubicBezTo>
                  <a:close/>
                  <a:moveTo>
                    <a:pt x="132" y="102"/>
                  </a:moveTo>
                  <a:cubicBezTo>
                    <a:pt x="137" y="98"/>
                    <a:pt x="142" y="93"/>
                    <a:pt x="148" y="89"/>
                  </a:cubicBezTo>
                  <a:cubicBezTo>
                    <a:pt x="148" y="99"/>
                    <a:pt x="148" y="99"/>
                    <a:pt x="148" y="99"/>
                  </a:cubicBezTo>
                  <a:cubicBezTo>
                    <a:pt x="145" y="100"/>
                    <a:pt x="143" y="103"/>
                    <a:pt x="139" y="106"/>
                  </a:cubicBezTo>
                  <a:cubicBezTo>
                    <a:pt x="148" y="108"/>
                    <a:pt x="148" y="108"/>
                    <a:pt x="148" y="108"/>
                  </a:cubicBezTo>
                  <a:cubicBezTo>
                    <a:pt x="148" y="118"/>
                    <a:pt x="148" y="118"/>
                    <a:pt x="148" y="118"/>
                  </a:cubicBezTo>
                  <a:cubicBezTo>
                    <a:pt x="142" y="116"/>
                    <a:pt x="137" y="115"/>
                    <a:pt x="132" y="116"/>
                  </a:cubicBezTo>
                  <a:cubicBezTo>
                    <a:pt x="132" y="102"/>
                    <a:pt x="132" y="102"/>
                    <a:pt x="132" y="102"/>
                  </a:cubicBezTo>
                  <a:close/>
                  <a:moveTo>
                    <a:pt x="148" y="706"/>
                  </a:moveTo>
                  <a:cubicBezTo>
                    <a:pt x="145" y="704"/>
                    <a:pt x="141" y="702"/>
                    <a:pt x="135" y="697"/>
                  </a:cubicBezTo>
                  <a:cubicBezTo>
                    <a:pt x="134" y="696"/>
                    <a:pt x="133" y="694"/>
                    <a:pt x="132" y="693"/>
                  </a:cubicBezTo>
                  <a:cubicBezTo>
                    <a:pt x="132" y="663"/>
                    <a:pt x="132" y="663"/>
                    <a:pt x="132" y="663"/>
                  </a:cubicBezTo>
                  <a:cubicBezTo>
                    <a:pt x="134" y="655"/>
                    <a:pt x="135" y="648"/>
                    <a:pt x="132" y="642"/>
                  </a:cubicBezTo>
                  <a:cubicBezTo>
                    <a:pt x="132" y="628"/>
                    <a:pt x="132" y="628"/>
                    <a:pt x="132" y="628"/>
                  </a:cubicBezTo>
                  <a:cubicBezTo>
                    <a:pt x="132" y="628"/>
                    <a:pt x="133" y="628"/>
                    <a:pt x="133" y="629"/>
                  </a:cubicBezTo>
                  <a:cubicBezTo>
                    <a:pt x="136" y="633"/>
                    <a:pt x="139" y="638"/>
                    <a:pt x="143" y="643"/>
                  </a:cubicBezTo>
                  <a:cubicBezTo>
                    <a:pt x="144" y="644"/>
                    <a:pt x="146" y="645"/>
                    <a:pt x="148" y="647"/>
                  </a:cubicBezTo>
                  <a:cubicBezTo>
                    <a:pt x="148" y="656"/>
                    <a:pt x="148" y="656"/>
                    <a:pt x="148" y="656"/>
                  </a:cubicBezTo>
                  <a:cubicBezTo>
                    <a:pt x="146" y="656"/>
                    <a:pt x="145" y="654"/>
                    <a:pt x="143" y="654"/>
                  </a:cubicBezTo>
                  <a:cubicBezTo>
                    <a:pt x="139" y="674"/>
                    <a:pt x="133" y="684"/>
                    <a:pt x="148" y="697"/>
                  </a:cubicBezTo>
                  <a:cubicBezTo>
                    <a:pt x="148" y="706"/>
                    <a:pt x="148" y="706"/>
                    <a:pt x="148" y="706"/>
                  </a:cubicBezTo>
                  <a:close/>
                  <a:moveTo>
                    <a:pt x="148" y="135"/>
                  </a:moveTo>
                  <a:cubicBezTo>
                    <a:pt x="148" y="148"/>
                    <a:pt x="148" y="148"/>
                    <a:pt x="148" y="148"/>
                  </a:cubicBezTo>
                  <a:cubicBezTo>
                    <a:pt x="143" y="154"/>
                    <a:pt x="138" y="161"/>
                    <a:pt x="132" y="164"/>
                  </a:cubicBezTo>
                  <a:cubicBezTo>
                    <a:pt x="132" y="154"/>
                    <a:pt x="132" y="154"/>
                    <a:pt x="132" y="154"/>
                  </a:cubicBezTo>
                  <a:cubicBezTo>
                    <a:pt x="135" y="152"/>
                    <a:pt x="138" y="149"/>
                    <a:pt x="141" y="144"/>
                  </a:cubicBezTo>
                  <a:cubicBezTo>
                    <a:pt x="137" y="143"/>
                    <a:pt x="135" y="143"/>
                    <a:pt x="132" y="142"/>
                  </a:cubicBezTo>
                  <a:cubicBezTo>
                    <a:pt x="132" y="133"/>
                    <a:pt x="132" y="133"/>
                    <a:pt x="132" y="133"/>
                  </a:cubicBezTo>
                  <a:cubicBezTo>
                    <a:pt x="142" y="136"/>
                    <a:pt x="142" y="136"/>
                    <a:pt x="142" y="136"/>
                  </a:cubicBezTo>
                  <a:cubicBezTo>
                    <a:pt x="144" y="135"/>
                    <a:pt x="146" y="135"/>
                    <a:pt x="148" y="135"/>
                  </a:cubicBezTo>
                  <a:close/>
                  <a:moveTo>
                    <a:pt x="148" y="177"/>
                  </a:moveTo>
                  <a:cubicBezTo>
                    <a:pt x="148" y="196"/>
                    <a:pt x="148" y="196"/>
                    <a:pt x="148" y="196"/>
                  </a:cubicBezTo>
                  <a:cubicBezTo>
                    <a:pt x="145" y="194"/>
                    <a:pt x="143" y="192"/>
                    <a:pt x="142" y="190"/>
                  </a:cubicBezTo>
                  <a:cubicBezTo>
                    <a:pt x="143" y="181"/>
                    <a:pt x="143" y="181"/>
                    <a:pt x="145" y="177"/>
                  </a:cubicBezTo>
                  <a:cubicBezTo>
                    <a:pt x="146" y="177"/>
                    <a:pt x="147" y="177"/>
                    <a:pt x="148" y="177"/>
                  </a:cubicBezTo>
                  <a:close/>
                  <a:moveTo>
                    <a:pt x="148" y="517"/>
                  </a:moveTo>
                  <a:cubicBezTo>
                    <a:pt x="148" y="530"/>
                    <a:pt x="148" y="530"/>
                    <a:pt x="148" y="530"/>
                  </a:cubicBezTo>
                  <a:cubicBezTo>
                    <a:pt x="146" y="531"/>
                    <a:pt x="144" y="532"/>
                    <a:pt x="141" y="534"/>
                  </a:cubicBezTo>
                  <a:cubicBezTo>
                    <a:pt x="146" y="543"/>
                    <a:pt x="146" y="543"/>
                    <a:pt x="147" y="543"/>
                  </a:cubicBezTo>
                  <a:cubicBezTo>
                    <a:pt x="148" y="543"/>
                    <a:pt x="148" y="543"/>
                    <a:pt x="148" y="543"/>
                  </a:cubicBezTo>
                  <a:cubicBezTo>
                    <a:pt x="148" y="557"/>
                    <a:pt x="148" y="557"/>
                    <a:pt x="148" y="557"/>
                  </a:cubicBezTo>
                  <a:cubicBezTo>
                    <a:pt x="142" y="560"/>
                    <a:pt x="137" y="563"/>
                    <a:pt x="132" y="566"/>
                  </a:cubicBezTo>
                  <a:cubicBezTo>
                    <a:pt x="132" y="553"/>
                    <a:pt x="132" y="553"/>
                    <a:pt x="132" y="553"/>
                  </a:cubicBezTo>
                  <a:cubicBezTo>
                    <a:pt x="133" y="552"/>
                    <a:pt x="135" y="551"/>
                    <a:pt x="138" y="550"/>
                  </a:cubicBezTo>
                  <a:cubicBezTo>
                    <a:pt x="137" y="544"/>
                    <a:pt x="137" y="544"/>
                    <a:pt x="133" y="538"/>
                  </a:cubicBezTo>
                  <a:cubicBezTo>
                    <a:pt x="132" y="539"/>
                    <a:pt x="132" y="539"/>
                    <a:pt x="132" y="539"/>
                  </a:cubicBezTo>
                  <a:cubicBezTo>
                    <a:pt x="132" y="525"/>
                    <a:pt x="132" y="525"/>
                    <a:pt x="132" y="525"/>
                  </a:cubicBezTo>
                  <a:cubicBezTo>
                    <a:pt x="137" y="523"/>
                    <a:pt x="142" y="520"/>
                    <a:pt x="148" y="517"/>
                  </a:cubicBezTo>
                  <a:close/>
                  <a:moveTo>
                    <a:pt x="148" y="582"/>
                  </a:moveTo>
                  <a:cubicBezTo>
                    <a:pt x="148" y="591"/>
                    <a:pt x="148" y="591"/>
                    <a:pt x="148" y="591"/>
                  </a:cubicBezTo>
                  <a:cubicBezTo>
                    <a:pt x="146" y="588"/>
                    <a:pt x="147" y="585"/>
                    <a:pt x="148" y="582"/>
                  </a:cubicBezTo>
                  <a:close/>
                  <a:moveTo>
                    <a:pt x="132" y="501"/>
                  </a:moveTo>
                  <a:cubicBezTo>
                    <a:pt x="132" y="481"/>
                    <a:pt x="132" y="481"/>
                    <a:pt x="132" y="481"/>
                  </a:cubicBezTo>
                  <a:cubicBezTo>
                    <a:pt x="137" y="486"/>
                    <a:pt x="140" y="494"/>
                    <a:pt x="142" y="505"/>
                  </a:cubicBezTo>
                  <a:cubicBezTo>
                    <a:pt x="139" y="506"/>
                    <a:pt x="136" y="507"/>
                    <a:pt x="133" y="507"/>
                  </a:cubicBezTo>
                  <a:cubicBezTo>
                    <a:pt x="133" y="505"/>
                    <a:pt x="133" y="503"/>
                    <a:pt x="132" y="501"/>
                  </a:cubicBezTo>
                  <a:close/>
                  <a:moveTo>
                    <a:pt x="132" y="325"/>
                  </a:moveTo>
                  <a:cubicBezTo>
                    <a:pt x="132" y="310"/>
                    <a:pt x="132" y="310"/>
                    <a:pt x="132" y="310"/>
                  </a:cubicBezTo>
                  <a:cubicBezTo>
                    <a:pt x="133" y="310"/>
                    <a:pt x="135" y="310"/>
                    <a:pt x="136" y="311"/>
                  </a:cubicBezTo>
                  <a:cubicBezTo>
                    <a:pt x="135" y="316"/>
                    <a:pt x="133" y="320"/>
                    <a:pt x="132" y="325"/>
                  </a:cubicBezTo>
                  <a:close/>
                  <a:moveTo>
                    <a:pt x="132" y="273"/>
                  </a:moveTo>
                  <a:cubicBezTo>
                    <a:pt x="132" y="258"/>
                    <a:pt x="132" y="258"/>
                    <a:pt x="132" y="258"/>
                  </a:cubicBezTo>
                  <a:cubicBezTo>
                    <a:pt x="139" y="257"/>
                    <a:pt x="143" y="264"/>
                    <a:pt x="136" y="272"/>
                  </a:cubicBezTo>
                  <a:cubicBezTo>
                    <a:pt x="135" y="272"/>
                    <a:pt x="133" y="273"/>
                    <a:pt x="132" y="273"/>
                  </a:cubicBezTo>
                  <a:close/>
                  <a:moveTo>
                    <a:pt x="124" y="109"/>
                  </a:moveTo>
                  <a:cubicBezTo>
                    <a:pt x="127" y="107"/>
                    <a:pt x="129" y="104"/>
                    <a:pt x="132" y="102"/>
                  </a:cubicBezTo>
                  <a:cubicBezTo>
                    <a:pt x="132" y="116"/>
                    <a:pt x="132" y="116"/>
                    <a:pt x="132" y="116"/>
                  </a:cubicBezTo>
                  <a:cubicBezTo>
                    <a:pt x="129" y="117"/>
                    <a:pt x="127" y="118"/>
                    <a:pt x="124" y="120"/>
                  </a:cubicBezTo>
                  <a:cubicBezTo>
                    <a:pt x="124" y="109"/>
                    <a:pt x="124" y="109"/>
                    <a:pt x="124" y="109"/>
                  </a:cubicBezTo>
                  <a:close/>
                  <a:moveTo>
                    <a:pt x="132" y="693"/>
                  </a:moveTo>
                  <a:cubicBezTo>
                    <a:pt x="130" y="690"/>
                    <a:pt x="127" y="687"/>
                    <a:pt x="124" y="685"/>
                  </a:cubicBezTo>
                  <a:cubicBezTo>
                    <a:pt x="124" y="676"/>
                    <a:pt x="124" y="676"/>
                    <a:pt x="124" y="676"/>
                  </a:cubicBezTo>
                  <a:cubicBezTo>
                    <a:pt x="125" y="677"/>
                    <a:pt x="126" y="678"/>
                    <a:pt x="128" y="679"/>
                  </a:cubicBezTo>
                  <a:cubicBezTo>
                    <a:pt x="129" y="673"/>
                    <a:pt x="131" y="668"/>
                    <a:pt x="132" y="663"/>
                  </a:cubicBezTo>
                  <a:cubicBezTo>
                    <a:pt x="132" y="693"/>
                    <a:pt x="132" y="693"/>
                    <a:pt x="132" y="693"/>
                  </a:cubicBezTo>
                  <a:close/>
                  <a:moveTo>
                    <a:pt x="132" y="133"/>
                  </a:moveTo>
                  <a:cubicBezTo>
                    <a:pt x="132" y="142"/>
                    <a:pt x="132" y="142"/>
                    <a:pt x="132" y="142"/>
                  </a:cubicBezTo>
                  <a:cubicBezTo>
                    <a:pt x="129" y="142"/>
                    <a:pt x="127" y="141"/>
                    <a:pt x="124" y="141"/>
                  </a:cubicBezTo>
                  <a:cubicBezTo>
                    <a:pt x="124" y="131"/>
                    <a:pt x="124" y="131"/>
                    <a:pt x="124" y="131"/>
                  </a:cubicBezTo>
                  <a:cubicBezTo>
                    <a:pt x="132" y="133"/>
                    <a:pt x="132" y="133"/>
                    <a:pt x="132" y="133"/>
                  </a:cubicBezTo>
                  <a:close/>
                  <a:moveTo>
                    <a:pt x="132" y="154"/>
                  </a:moveTo>
                  <a:cubicBezTo>
                    <a:pt x="132" y="164"/>
                    <a:pt x="132" y="164"/>
                    <a:pt x="132" y="164"/>
                  </a:cubicBezTo>
                  <a:cubicBezTo>
                    <a:pt x="131" y="165"/>
                    <a:pt x="131" y="166"/>
                    <a:pt x="130" y="166"/>
                  </a:cubicBezTo>
                  <a:cubicBezTo>
                    <a:pt x="128" y="169"/>
                    <a:pt x="126" y="172"/>
                    <a:pt x="124" y="175"/>
                  </a:cubicBezTo>
                  <a:cubicBezTo>
                    <a:pt x="124" y="157"/>
                    <a:pt x="124" y="157"/>
                    <a:pt x="124" y="157"/>
                  </a:cubicBezTo>
                  <a:cubicBezTo>
                    <a:pt x="127" y="156"/>
                    <a:pt x="130" y="156"/>
                    <a:pt x="132" y="154"/>
                  </a:cubicBezTo>
                  <a:close/>
                  <a:moveTo>
                    <a:pt x="132" y="258"/>
                  </a:moveTo>
                  <a:cubicBezTo>
                    <a:pt x="132" y="273"/>
                    <a:pt x="132" y="273"/>
                    <a:pt x="132" y="273"/>
                  </a:cubicBezTo>
                  <a:cubicBezTo>
                    <a:pt x="131" y="273"/>
                    <a:pt x="129" y="273"/>
                    <a:pt x="128" y="273"/>
                  </a:cubicBezTo>
                  <a:cubicBezTo>
                    <a:pt x="124" y="269"/>
                    <a:pt x="125" y="267"/>
                    <a:pt x="125" y="262"/>
                  </a:cubicBezTo>
                  <a:cubicBezTo>
                    <a:pt x="127" y="260"/>
                    <a:pt x="130" y="258"/>
                    <a:pt x="132" y="258"/>
                  </a:cubicBezTo>
                  <a:close/>
                  <a:moveTo>
                    <a:pt x="132" y="310"/>
                  </a:moveTo>
                  <a:cubicBezTo>
                    <a:pt x="132" y="325"/>
                    <a:pt x="132" y="325"/>
                    <a:pt x="132" y="325"/>
                  </a:cubicBezTo>
                  <a:cubicBezTo>
                    <a:pt x="131" y="331"/>
                    <a:pt x="129" y="336"/>
                    <a:pt x="128" y="342"/>
                  </a:cubicBezTo>
                  <a:cubicBezTo>
                    <a:pt x="124" y="342"/>
                    <a:pt x="124" y="342"/>
                    <a:pt x="124" y="342"/>
                  </a:cubicBezTo>
                  <a:cubicBezTo>
                    <a:pt x="124" y="317"/>
                    <a:pt x="124" y="317"/>
                    <a:pt x="124" y="317"/>
                  </a:cubicBezTo>
                  <a:cubicBezTo>
                    <a:pt x="124" y="317"/>
                    <a:pt x="124" y="317"/>
                    <a:pt x="124" y="317"/>
                  </a:cubicBezTo>
                  <a:cubicBezTo>
                    <a:pt x="125" y="314"/>
                    <a:pt x="126" y="311"/>
                    <a:pt x="126" y="308"/>
                  </a:cubicBezTo>
                  <a:cubicBezTo>
                    <a:pt x="128" y="309"/>
                    <a:pt x="130" y="310"/>
                    <a:pt x="132" y="310"/>
                  </a:cubicBezTo>
                  <a:close/>
                  <a:moveTo>
                    <a:pt x="132" y="481"/>
                  </a:moveTo>
                  <a:cubicBezTo>
                    <a:pt x="132" y="501"/>
                    <a:pt x="132" y="501"/>
                    <a:pt x="132" y="501"/>
                  </a:cubicBezTo>
                  <a:cubicBezTo>
                    <a:pt x="132" y="499"/>
                    <a:pt x="131" y="496"/>
                    <a:pt x="131" y="493"/>
                  </a:cubicBezTo>
                  <a:cubicBezTo>
                    <a:pt x="129" y="491"/>
                    <a:pt x="127" y="489"/>
                    <a:pt x="124" y="488"/>
                  </a:cubicBezTo>
                  <a:cubicBezTo>
                    <a:pt x="124" y="476"/>
                    <a:pt x="124" y="476"/>
                    <a:pt x="124" y="476"/>
                  </a:cubicBezTo>
                  <a:cubicBezTo>
                    <a:pt x="127" y="477"/>
                    <a:pt x="130" y="479"/>
                    <a:pt x="132" y="481"/>
                  </a:cubicBezTo>
                  <a:close/>
                  <a:moveTo>
                    <a:pt x="132" y="525"/>
                  </a:moveTo>
                  <a:cubicBezTo>
                    <a:pt x="132" y="539"/>
                    <a:pt x="132" y="539"/>
                    <a:pt x="132" y="539"/>
                  </a:cubicBezTo>
                  <a:cubicBezTo>
                    <a:pt x="129" y="540"/>
                    <a:pt x="127" y="542"/>
                    <a:pt x="124" y="543"/>
                  </a:cubicBezTo>
                  <a:cubicBezTo>
                    <a:pt x="124" y="529"/>
                    <a:pt x="124" y="529"/>
                    <a:pt x="124" y="529"/>
                  </a:cubicBezTo>
                  <a:cubicBezTo>
                    <a:pt x="132" y="525"/>
                    <a:pt x="132" y="525"/>
                    <a:pt x="132" y="525"/>
                  </a:cubicBezTo>
                  <a:close/>
                  <a:moveTo>
                    <a:pt x="132" y="553"/>
                  </a:moveTo>
                  <a:cubicBezTo>
                    <a:pt x="132" y="566"/>
                    <a:pt x="132" y="566"/>
                    <a:pt x="132" y="566"/>
                  </a:cubicBezTo>
                  <a:cubicBezTo>
                    <a:pt x="129" y="567"/>
                    <a:pt x="129" y="567"/>
                    <a:pt x="129" y="567"/>
                  </a:cubicBezTo>
                  <a:cubicBezTo>
                    <a:pt x="127" y="564"/>
                    <a:pt x="126" y="561"/>
                    <a:pt x="125" y="558"/>
                  </a:cubicBezTo>
                  <a:cubicBezTo>
                    <a:pt x="128" y="555"/>
                    <a:pt x="130" y="554"/>
                    <a:pt x="132" y="553"/>
                  </a:cubicBezTo>
                  <a:close/>
                  <a:moveTo>
                    <a:pt x="132" y="628"/>
                  </a:moveTo>
                  <a:cubicBezTo>
                    <a:pt x="132" y="642"/>
                    <a:pt x="132" y="642"/>
                    <a:pt x="132" y="642"/>
                  </a:cubicBezTo>
                  <a:cubicBezTo>
                    <a:pt x="131" y="638"/>
                    <a:pt x="128" y="635"/>
                    <a:pt x="124" y="632"/>
                  </a:cubicBezTo>
                  <a:cubicBezTo>
                    <a:pt x="124" y="621"/>
                    <a:pt x="124" y="621"/>
                    <a:pt x="124" y="621"/>
                  </a:cubicBezTo>
                  <a:cubicBezTo>
                    <a:pt x="126" y="623"/>
                    <a:pt x="129" y="626"/>
                    <a:pt x="132" y="628"/>
                  </a:cubicBezTo>
                  <a:close/>
                  <a:moveTo>
                    <a:pt x="124" y="512"/>
                  </a:moveTo>
                  <a:cubicBezTo>
                    <a:pt x="124" y="505"/>
                    <a:pt x="124" y="505"/>
                    <a:pt x="124" y="505"/>
                  </a:cubicBezTo>
                  <a:cubicBezTo>
                    <a:pt x="125" y="507"/>
                    <a:pt x="126" y="509"/>
                    <a:pt x="127" y="511"/>
                  </a:cubicBezTo>
                  <a:cubicBezTo>
                    <a:pt x="124" y="512"/>
                    <a:pt x="124" y="512"/>
                    <a:pt x="124" y="512"/>
                  </a:cubicBezTo>
                  <a:close/>
                  <a:moveTo>
                    <a:pt x="124" y="460"/>
                  </a:moveTo>
                  <a:cubicBezTo>
                    <a:pt x="124" y="449"/>
                    <a:pt x="124" y="449"/>
                    <a:pt x="124" y="449"/>
                  </a:cubicBezTo>
                  <a:cubicBezTo>
                    <a:pt x="125" y="449"/>
                    <a:pt x="126" y="449"/>
                    <a:pt x="127" y="450"/>
                  </a:cubicBezTo>
                  <a:cubicBezTo>
                    <a:pt x="127" y="453"/>
                    <a:pt x="128" y="456"/>
                    <a:pt x="129" y="459"/>
                  </a:cubicBezTo>
                  <a:cubicBezTo>
                    <a:pt x="124" y="460"/>
                    <a:pt x="124" y="460"/>
                    <a:pt x="124" y="460"/>
                  </a:cubicBezTo>
                  <a:close/>
                  <a:moveTo>
                    <a:pt x="124" y="435"/>
                  </a:moveTo>
                  <a:cubicBezTo>
                    <a:pt x="124" y="432"/>
                    <a:pt x="124" y="432"/>
                    <a:pt x="124" y="432"/>
                  </a:cubicBezTo>
                  <a:cubicBezTo>
                    <a:pt x="125" y="435"/>
                    <a:pt x="125" y="435"/>
                    <a:pt x="125" y="435"/>
                  </a:cubicBezTo>
                  <a:lnTo>
                    <a:pt x="124" y="435"/>
                  </a:lnTo>
                  <a:close/>
                  <a:moveTo>
                    <a:pt x="103" y="132"/>
                  </a:moveTo>
                  <a:cubicBezTo>
                    <a:pt x="103" y="132"/>
                    <a:pt x="104" y="132"/>
                    <a:pt x="104" y="131"/>
                  </a:cubicBezTo>
                  <a:cubicBezTo>
                    <a:pt x="110" y="123"/>
                    <a:pt x="117" y="116"/>
                    <a:pt x="124" y="109"/>
                  </a:cubicBezTo>
                  <a:cubicBezTo>
                    <a:pt x="124" y="120"/>
                    <a:pt x="124" y="120"/>
                    <a:pt x="124" y="120"/>
                  </a:cubicBezTo>
                  <a:cubicBezTo>
                    <a:pt x="121" y="122"/>
                    <a:pt x="118" y="125"/>
                    <a:pt x="115" y="129"/>
                  </a:cubicBezTo>
                  <a:cubicBezTo>
                    <a:pt x="118" y="130"/>
                    <a:pt x="121" y="131"/>
                    <a:pt x="124" y="131"/>
                  </a:cubicBezTo>
                  <a:cubicBezTo>
                    <a:pt x="124" y="141"/>
                    <a:pt x="124" y="141"/>
                    <a:pt x="124" y="141"/>
                  </a:cubicBezTo>
                  <a:cubicBezTo>
                    <a:pt x="116" y="139"/>
                    <a:pt x="109" y="139"/>
                    <a:pt x="103" y="143"/>
                  </a:cubicBezTo>
                  <a:cubicBezTo>
                    <a:pt x="103" y="132"/>
                    <a:pt x="103" y="132"/>
                    <a:pt x="103" y="132"/>
                  </a:cubicBezTo>
                  <a:close/>
                  <a:moveTo>
                    <a:pt x="124" y="685"/>
                  </a:moveTo>
                  <a:cubicBezTo>
                    <a:pt x="118" y="679"/>
                    <a:pt x="110" y="673"/>
                    <a:pt x="105" y="665"/>
                  </a:cubicBezTo>
                  <a:cubicBezTo>
                    <a:pt x="105" y="664"/>
                    <a:pt x="104" y="664"/>
                    <a:pt x="103" y="663"/>
                  </a:cubicBezTo>
                  <a:cubicBezTo>
                    <a:pt x="103" y="653"/>
                    <a:pt x="103" y="653"/>
                    <a:pt x="103" y="653"/>
                  </a:cubicBezTo>
                  <a:cubicBezTo>
                    <a:pt x="104" y="655"/>
                    <a:pt x="104" y="655"/>
                    <a:pt x="104" y="655"/>
                  </a:cubicBezTo>
                  <a:cubicBezTo>
                    <a:pt x="107" y="646"/>
                    <a:pt x="110" y="637"/>
                    <a:pt x="113" y="629"/>
                  </a:cubicBezTo>
                  <a:cubicBezTo>
                    <a:pt x="113" y="617"/>
                    <a:pt x="112" y="615"/>
                    <a:pt x="103" y="605"/>
                  </a:cubicBezTo>
                  <a:cubicBezTo>
                    <a:pt x="103" y="605"/>
                    <a:pt x="103" y="605"/>
                    <a:pt x="103" y="606"/>
                  </a:cubicBezTo>
                  <a:cubicBezTo>
                    <a:pt x="103" y="592"/>
                    <a:pt x="103" y="592"/>
                    <a:pt x="103" y="592"/>
                  </a:cubicBezTo>
                  <a:cubicBezTo>
                    <a:pt x="104" y="594"/>
                    <a:pt x="104" y="596"/>
                    <a:pt x="105" y="597"/>
                  </a:cubicBezTo>
                  <a:cubicBezTo>
                    <a:pt x="113" y="605"/>
                    <a:pt x="118" y="613"/>
                    <a:pt x="124" y="621"/>
                  </a:cubicBezTo>
                  <a:cubicBezTo>
                    <a:pt x="124" y="632"/>
                    <a:pt x="124" y="632"/>
                    <a:pt x="124" y="632"/>
                  </a:cubicBezTo>
                  <a:cubicBezTo>
                    <a:pt x="124" y="631"/>
                    <a:pt x="123" y="630"/>
                    <a:pt x="122" y="630"/>
                  </a:cubicBezTo>
                  <a:cubicBezTo>
                    <a:pt x="115" y="654"/>
                    <a:pt x="109" y="661"/>
                    <a:pt x="124" y="676"/>
                  </a:cubicBezTo>
                  <a:cubicBezTo>
                    <a:pt x="124" y="685"/>
                    <a:pt x="124" y="685"/>
                    <a:pt x="124" y="685"/>
                  </a:cubicBezTo>
                  <a:close/>
                  <a:moveTo>
                    <a:pt x="124" y="157"/>
                  </a:moveTo>
                  <a:cubicBezTo>
                    <a:pt x="124" y="175"/>
                    <a:pt x="124" y="175"/>
                    <a:pt x="124" y="175"/>
                  </a:cubicBezTo>
                  <a:cubicBezTo>
                    <a:pt x="121" y="180"/>
                    <a:pt x="117" y="184"/>
                    <a:pt x="111" y="190"/>
                  </a:cubicBezTo>
                  <a:cubicBezTo>
                    <a:pt x="108" y="195"/>
                    <a:pt x="106" y="200"/>
                    <a:pt x="103" y="205"/>
                  </a:cubicBezTo>
                  <a:cubicBezTo>
                    <a:pt x="103" y="182"/>
                    <a:pt x="103" y="182"/>
                    <a:pt x="103" y="182"/>
                  </a:cubicBezTo>
                  <a:cubicBezTo>
                    <a:pt x="111" y="181"/>
                    <a:pt x="114" y="177"/>
                    <a:pt x="119" y="167"/>
                  </a:cubicBezTo>
                  <a:cubicBezTo>
                    <a:pt x="111" y="166"/>
                    <a:pt x="106" y="165"/>
                    <a:pt x="103" y="165"/>
                  </a:cubicBezTo>
                  <a:cubicBezTo>
                    <a:pt x="103" y="156"/>
                    <a:pt x="103" y="156"/>
                    <a:pt x="103" y="156"/>
                  </a:cubicBezTo>
                  <a:cubicBezTo>
                    <a:pt x="112" y="158"/>
                    <a:pt x="112" y="158"/>
                    <a:pt x="112" y="158"/>
                  </a:cubicBezTo>
                  <a:cubicBezTo>
                    <a:pt x="117" y="158"/>
                    <a:pt x="121" y="158"/>
                    <a:pt x="124" y="157"/>
                  </a:cubicBezTo>
                  <a:close/>
                  <a:moveTo>
                    <a:pt x="124" y="317"/>
                  </a:moveTo>
                  <a:cubicBezTo>
                    <a:pt x="124" y="342"/>
                    <a:pt x="124" y="342"/>
                    <a:pt x="124" y="342"/>
                  </a:cubicBezTo>
                  <a:cubicBezTo>
                    <a:pt x="123" y="342"/>
                    <a:pt x="123" y="342"/>
                    <a:pt x="123" y="342"/>
                  </a:cubicBezTo>
                  <a:cubicBezTo>
                    <a:pt x="121" y="341"/>
                    <a:pt x="120" y="341"/>
                    <a:pt x="118" y="340"/>
                  </a:cubicBezTo>
                  <a:cubicBezTo>
                    <a:pt x="119" y="337"/>
                    <a:pt x="120" y="333"/>
                    <a:pt x="120" y="330"/>
                  </a:cubicBezTo>
                  <a:cubicBezTo>
                    <a:pt x="115" y="328"/>
                    <a:pt x="109" y="327"/>
                    <a:pt x="103" y="325"/>
                  </a:cubicBezTo>
                  <a:cubicBezTo>
                    <a:pt x="103" y="313"/>
                    <a:pt x="103" y="313"/>
                    <a:pt x="103" y="313"/>
                  </a:cubicBezTo>
                  <a:cubicBezTo>
                    <a:pt x="110" y="315"/>
                    <a:pt x="118" y="317"/>
                    <a:pt x="124" y="317"/>
                  </a:cubicBezTo>
                  <a:close/>
                  <a:moveTo>
                    <a:pt x="124" y="432"/>
                  </a:moveTo>
                  <a:cubicBezTo>
                    <a:pt x="124" y="435"/>
                    <a:pt x="124" y="435"/>
                    <a:pt x="124" y="435"/>
                  </a:cubicBezTo>
                  <a:cubicBezTo>
                    <a:pt x="117" y="440"/>
                    <a:pt x="110" y="446"/>
                    <a:pt x="103" y="451"/>
                  </a:cubicBezTo>
                  <a:cubicBezTo>
                    <a:pt x="103" y="439"/>
                    <a:pt x="103" y="439"/>
                    <a:pt x="103" y="439"/>
                  </a:cubicBezTo>
                  <a:cubicBezTo>
                    <a:pt x="105" y="438"/>
                    <a:pt x="107" y="436"/>
                    <a:pt x="109" y="435"/>
                  </a:cubicBezTo>
                  <a:cubicBezTo>
                    <a:pt x="107" y="435"/>
                    <a:pt x="105" y="435"/>
                    <a:pt x="103" y="436"/>
                  </a:cubicBezTo>
                  <a:cubicBezTo>
                    <a:pt x="103" y="425"/>
                    <a:pt x="103" y="425"/>
                    <a:pt x="103" y="425"/>
                  </a:cubicBezTo>
                  <a:cubicBezTo>
                    <a:pt x="123" y="422"/>
                    <a:pt x="123" y="422"/>
                    <a:pt x="123" y="422"/>
                  </a:cubicBezTo>
                  <a:cubicBezTo>
                    <a:pt x="124" y="432"/>
                    <a:pt x="124" y="432"/>
                    <a:pt x="124" y="432"/>
                  </a:cubicBezTo>
                  <a:close/>
                  <a:moveTo>
                    <a:pt x="124" y="449"/>
                  </a:moveTo>
                  <a:cubicBezTo>
                    <a:pt x="121" y="449"/>
                    <a:pt x="118" y="450"/>
                    <a:pt x="103" y="452"/>
                  </a:cubicBezTo>
                  <a:cubicBezTo>
                    <a:pt x="103" y="463"/>
                    <a:pt x="103" y="463"/>
                    <a:pt x="103" y="463"/>
                  </a:cubicBezTo>
                  <a:cubicBezTo>
                    <a:pt x="110" y="462"/>
                    <a:pt x="117" y="461"/>
                    <a:pt x="124" y="460"/>
                  </a:cubicBezTo>
                  <a:cubicBezTo>
                    <a:pt x="124" y="449"/>
                    <a:pt x="124" y="449"/>
                    <a:pt x="124" y="449"/>
                  </a:cubicBezTo>
                  <a:close/>
                  <a:moveTo>
                    <a:pt x="124" y="476"/>
                  </a:moveTo>
                  <a:cubicBezTo>
                    <a:pt x="124" y="488"/>
                    <a:pt x="124" y="488"/>
                    <a:pt x="124" y="488"/>
                  </a:cubicBezTo>
                  <a:cubicBezTo>
                    <a:pt x="114" y="483"/>
                    <a:pt x="102" y="492"/>
                    <a:pt x="107" y="505"/>
                  </a:cubicBezTo>
                  <a:cubicBezTo>
                    <a:pt x="110" y="506"/>
                    <a:pt x="110" y="506"/>
                    <a:pt x="114" y="504"/>
                  </a:cubicBezTo>
                  <a:cubicBezTo>
                    <a:pt x="114" y="502"/>
                    <a:pt x="113" y="500"/>
                    <a:pt x="113" y="498"/>
                  </a:cubicBezTo>
                  <a:cubicBezTo>
                    <a:pt x="116" y="497"/>
                    <a:pt x="118" y="496"/>
                    <a:pt x="121" y="495"/>
                  </a:cubicBezTo>
                  <a:cubicBezTo>
                    <a:pt x="122" y="498"/>
                    <a:pt x="123" y="501"/>
                    <a:pt x="124" y="505"/>
                  </a:cubicBezTo>
                  <a:cubicBezTo>
                    <a:pt x="124" y="512"/>
                    <a:pt x="124" y="512"/>
                    <a:pt x="124" y="512"/>
                  </a:cubicBezTo>
                  <a:cubicBezTo>
                    <a:pt x="118" y="514"/>
                    <a:pt x="111" y="517"/>
                    <a:pt x="104" y="519"/>
                  </a:cubicBezTo>
                  <a:cubicBezTo>
                    <a:pt x="103" y="516"/>
                    <a:pt x="103" y="516"/>
                    <a:pt x="103" y="516"/>
                  </a:cubicBezTo>
                  <a:cubicBezTo>
                    <a:pt x="103" y="480"/>
                    <a:pt x="103" y="480"/>
                    <a:pt x="103" y="480"/>
                  </a:cubicBezTo>
                  <a:cubicBezTo>
                    <a:pt x="112" y="476"/>
                    <a:pt x="119" y="475"/>
                    <a:pt x="124" y="476"/>
                  </a:cubicBezTo>
                  <a:close/>
                  <a:moveTo>
                    <a:pt x="124" y="529"/>
                  </a:moveTo>
                  <a:cubicBezTo>
                    <a:pt x="124" y="543"/>
                    <a:pt x="124" y="543"/>
                    <a:pt x="124" y="543"/>
                  </a:cubicBezTo>
                  <a:cubicBezTo>
                    <a:pt x="122" y="545"/>
                    <a:pt x="120" y="546"/>
                    <a:pt x="117" y="546"/>
                  </a:cubicBezTo>
                  <a:cubicBezTo>
                    <a:pt x="115" y="543"/>
                    <a:pt x="114" y="539"/>
                    <a:pt x="112" y="536"/>
                  </a:cubicBezTo>
                  <a:cubicBezTo>
                    <a:pt x="116" y="534"/>
                    <a:pt x="120" y="532"/>
                    <a:pt x="124" y="529"/>
                  </a:cubicBezTo>
                  <a:close/>
                  <a:moveTo>
                    <a:pt x="103" y="409"/>
                  </a:moveTo>
                  <a:cubicBezTo>
                    <a:pt x="103" y="396"/>
                    <a:pt x="103" y="396"/>
                    <a:pt x="103" y="396"/>
                  </a:cubicBezTo>
                  <a:cubicBezTo>
                    <a:pt x="109" y="396"/>
                    <a:pt x="116" y="396"/>
                    <a:pt x="122" y="396"/>
                  </a:cubicBezTo>
                  <a:cubicBezTo>
                    <a:pt x="122" y="400"/>
                    <a:pt x="122" y="404"/>
                    <a:pt x="122" y="409"/>
                  </a:cubicBezTo>
                  <a:cubicBezTo>
                    <a:pt x="103" y="409"/>
                    <a:pt x="103" y="409"/>
                    <a:pt x="103" y="409"/>
                  </a:cubicBezTo>
                  <a:close/>
                  <a:moveTo>
                    <a:pt x="103" y="378"/>
                  </a:moveTo>
                  <a:cubicBezTo>
                    <a:pt x="103" y="356"/>
                    <a:pt x="103" y="356"/>
                    <a:pt x="103" y="356"/>
                  </a:cubicBezTo>
                  <a:cubicBezTo>
                    <a:pt x="105" y="353"/>
                    <a:pt x="109" y="353"/>
                    <a:pt x="116" y="353"/>
                  </a:cubicBezTo>
                  <a:cubicBezTo>
                    <a:pt x="126" y="360"/>
                    <a:pt x="124" y="371"/>
                    <a:pt x="122" y="382"/>
                  </a:cubicBezTo>
                  <a:cubicBezTo>
                    <a:pt x="119" y="381"/>
                    <a:pt x="116" y="380"/>
                    <a:pt x="113" y="380"/>
                  </a:cubicBezTo>
                  <a:cubicBezTo>
                    <a:pt x="115" y="374"/>
                    <a:pt x="114" y="370"/>
                    <a:pt x="114" y="364"/>
                  </a:cubicBezTo>
                  <a:cubicBezTo>
                    <a:pt x="112" y="364"/>
                    <a:pt x="111" y="364"/>
                    <a:pt x="109" y="365"/>
                  </a:cubicBezTo>
                  <a:cubicBezTo>
                    <a:pt x="107" y="371"/>
                    <a:pt x="105" y="375"/>
                    <a:pt x="103" y="378"/>
                  </a:cubicBezTo>
                  <a:close/>
                  <a:moveTo>
                    <a:pt x="94" y="141"/>
                  </a:moveTo>
                  <a:cubicBezTo>
                    <a:pt x="96" y="138"/>
                    <a:pt x="99" y="135"/>
                    <a:pt x="103" y="132"/>
                  </a:cubicBezTo>
                  <a:cubicBezTo>
                    <a:pt x="103" y="143"/>
                    <a:pt x="103" y="143"/>
                    <a:pt x="103" y="143"/>
                  </a:cubicBezTo>
                  <a:cubicBezTo>
                    <a:pt x="100" y="145"/>
                    <a:pt x="97" y="149"/>
                    <a:pt x="94" y="154"/>
                  </a:cubicBezTo>
                  <a:cubicBezTo>
                    <a:pt x="94" y="141"/>
                    <a:pt x="94" y="141"/>
                    <a:pt x="94" y="141"/>
                  </a:cubicBezTo>
                  <a:close/>
                  <a:moveTo>
                    <a:pt x="103" y="663"/>
                  </a:moveTo>
                  <a:cubicBezTo>
                    <a:pt x="99" y="660"/>
                    <a:pt x="97" y="657"/>
                    <a:pt x="94" y="654"/>
                  </a:cubicBezTo>
                  <a:cubicBezTo>
                    <a:pt x="94" y="641"/>
                    <a:pt x="94" y="641"/>
                    <a:pt x="94" y="641"/>
                  </a:cubicBezTo>
                  <a:cubicBezTo>
                    <a:pt x="95" y="644"/>
                    <a:pt x="96" y="645"/>
                    <a:pt x="103" y="653"/>
                  </a:cubicBezTo>
                  <a:cubicBezTo>
                    <a:pt x="103" y="663"/>
                    <a:pt x="103" y="663"/>
                    <a:pt x="103" y="663"/>
                  </a:cubicBezTo>
                  <a:close/>
                  <a:moveTo>
                    <a:pt x="103" y="156"/>
                  </a:moveTo>
                  <a:cubicBezTo>
                    <a:pt x="103" y="165"/>
                    <a:pt x="103" y="165"/>
                    <a:pt x="103" y="165"/>
                  </a:cubicBezTo>
                  <a:cubicBezTo>
                    <a:pt x="99" y="164"/>
                    <a:pt x="97" y="164"/>
                    <a:pt x="94" y="164"/>
                  </a:cubicBezTo>
                  <a:cubicBezTo>
                    <a:pt x="94" y="154"/>
                    <a:pt x="94" y="154"/>
                    <a:pt x="94" y="154"/>
                  </a:cubicBezTo>
                  <a:cubicBezTo>
                    <a:pt x="103" y="156"/>
                    <a:pt x="103" y="156"/>
                    <a:pt x="103" y="156"/>
                  </a:cubicBezTo>
                  <a:close/>
                  <a:moveTo>
                    <a:pt x="103" y="182"/>
                  </a:moveTo>
                  <a:cubicBezTo>
                    <a:pt x="103" y="205"/>
                    <a:pt x="103" y="205"/>
                    <a:pt x="103" y="205"/>
                  </a:cubicBezTo>
                  <a:cubicBezTo>
                    <a:pt x="101" y="209"/>
                    <a:pt x="98" y="212"/>
                    <a:pt x="94" y="215"/>
                  </a:cubicBezTo>
                  <a:cubicBezTo>
                    <a:pt x="94" y="205"/>
                    <a:pt x="94" y="205"/>
                    <a:pt x="94" y="205"/>
                  </a:cubicBezTo>
                  <a:cubicBezTo>
                    <a:pt x="96" y="202"/>
                    <a:pt x="97" y="198"/>
                    <a:pt x="101" y="192"/>
                  </a:cubicBezTo>
                  <a:cubicBezTo>
                    <a:pt x="99" y="192"/>
                    <a:pt x="99" y="193"/>
                    <a:pt x="94" y="192"/>
                  </a:cubicBezTo>
                  <a:cubicBezTo>
                    <a:pt x="94" y="184"/>
                    <a:pt x="94" y="184"/>
                    <a:pt x="94" y="184"/>
                  </a:cubicBezTo>
                  <a:cubicBezTo>
                    <a:pt x="95" y="184"/>
                    <a:pt x="95" y="184"/>
                    <a:pt x="95" y="184"/>
                  </a:cubicBezTo>
                  <a:cubicBezTo>
                    <a:pt x="98" y="183"/>
                    <a:pt x="101" y="183"/>
                    <a:pt x="103" y="182"/>
                  </a:cubicBezTo>
                  <a:close/>
                  <a:moveTo>
                    <a:pt x="103" y="313"/>
                  </a:moveTo>
                  <a:cubicBezTo>
                    <a:pt x="103" y="325"/>
                    <a:pt x="103" y="325"/>
                    <a:pt x="103" y="325"/>
                  </a:cubicBezTo>
                  <a:cubicBezTo>
                    <a:pt x="94" y="323"/>
                    <a:pt x="94" y="323"/>
                    <a:pt x="94" y="323"/>
                  </a:cubicBezTo>
                  <a:cubicBezTo>
                    <a:pt x="94" y="310"/>
                    <a:pt x="94" y="310"/>
                    <a:pt x="94" y="310"/>
                  </a:cubicBezTo>
                  <a:cubicBezTo>
                    <a:pt x="97" y="311"/>
                    <a:pt x="100" y="312"/>
                    <a:pt x="103" y="313"/>
                  </a:cubicBezTo>
                  <a:close/>
                  <a:moveTo>
                    <a:pt x="103" y="356"/>
                  </a:moveTo>
                  <a:cubicBezTo>
                    <a:pt x="103" y="378"/>
                    <a:pt x="103" y="378"/>
                    <a:pt x="103" y="378"/>
                  </a:cubicBezTo>
                  <a:cubicBezTo>
                    <a:pt x="101" y="380"/>
                    <a:pt x="98" y="382"/>
                    <a:pt x="94" y="382"/>
                  </a:cubicBezTo>
                  <a:cubicBezTo>
                    <a:pt x="94" y="369"/>
                    <a:pt x="94" y="369"/>
                    <a:pt x="94" y="369"/>
                  </a:cubicBezTo>
                  <a:cubicBezTo>
                    <a:pt x="94" y="369"/>
                    <a:pt x="95" y="369"/>
                    <a:pt x="95" y="369"/>
                  </a:cubicBezTo>
                  <a:cubicBezTo>
                    <a:pt x="99" y="362"/>
                    <a:pt x="100" y="358"/>
                    <a:pt x="103" y="356"/>
                  </a:cubicBezTo>
                  <a:close/>
                  <a:moveTo>
                    <a:pt x="103" y="396"/>
                  </a:moveTo>
                  <a:cubicBezTo>
                    <a:pt x="103" y="409"/>
                    <a:pt x="103" y="409"/>
                    <a:pt x="103" y="409"/>
                  </a:cubicBezTo>
                  <a:cubicBezTo>
                    <a:pt x="94" y="409"/>
                    <a:pt x="94" y="409"/>
                    <a:pt x="94" y="409"/>
                  </a:cubicBezTo>
                  <a:cubicBezTo>
                    <a:pt x="94" y="397"/>
                    <a:pt x="94" y="397"/>
                    <a:pt x="94" y="397"/>
                  </a:cubicBezTo>
                  <a:cubicBezTo>
                    <a:pt x="103" y="396"/>
                    <a:pt x="103" y="396"/>
                    <a:pt x="103" y="396"/>
                  </a:cubicBezTo>
                  <a:close/>
                  <a:moveTo>
                    <a:pt x="103" y="425"/>
                  </a:moveTo>
                  <a:cubicBezTo>
                    <a:pt x="103" y="436"/>
                    <a:pt x="103" y="436"/>
                    <a:pt x="103" y="436"/>
                  </a:cubicBezTo>
                  <a:cubicBezTo>
                    <a:pt x="100" y="436"/>
                    <a:pt x="97" y="436"/>
                    <a:pt x="94" y="437"/>
                  </a:cubicBezTo>
                  <a:cubicBezTo>
                    <a:pt x="94" y="426"/>
                    <a:pt x="94" y="426"/>
                    <a:pt x="94" y="426"/>
                  </a:cubicBezTo>
                  <a:cubicBezTo>
                    <a:pt x="103" y="425"/>
                    <a:pt x="103" y="425"/>
                    <a:pt x="103" y="425"/>
                  </a:cubicBezTo>
                  <a:close/>
                  <a:moveTo>
                    <a:pt x="103" y="439"/>
                  </a:moveTo>
                  <a:cubicBezTo>
                    <a:pt x="103" y="451"/>
                    <a:pt x="103" y="451"/>
                    <a:pt x="103" y="451"/>
                  </a:cubicBezTo>
                  <a:cubicBezTo>
                    <a:pt x="102" y="452"/>
                    <a:pt x="102" y="452"/>
                    <a:pt x="102" y="452"/>
                  </a:cubicBezTo>
                  <a:cubicBezTo>
                    <a:pt x="103" y="452"/>
                    <a:pt x="103" y="452"/>
                    <a:pt x="103" y="452"/>
                  </a:cubicBezTo>
                  <a:cubicBezTo>
                    <a:pt x="103" y="463"/>
                    <a:pt x="103" y="463"/>
                    <a:pt x="103" y="463"/>
                  </a:cubicBezTo>
                  <a:cubicBezTo>
                    <a:pt x="100" y="463"/>
                    <a:pt x="97" y="464"/>
                    <a:pt x="94" y="464"/>
                  </a:cubicBezTo>
                  <a:cubicBezTo>
                    <a:pt x="94" y="446"/>
                    <a:pt x="94" y="446"/>
                    <a:pt x="94" y="446"/>
                  </a:cubicBezTo>
                  <a:cubicBezTo>
                    <a:pt x="97" y="444"/>
                    <a:pt x="100" y="441"/>
                    <a:pt x="103" y="439"/>
                  </a:cubicBezTo>
                  <a:close/>
                  <a:moveTo>
                    <a:pt x="103" y="480"/>
                  </a:moveTo>
                  <a:cubicBezTo>
                    <a:pt x="103" y="516"/>
                    <a:pt x="103" y="516"/>
                    <a:pt x="103" y="516"/>
                  </a:cubicBezTo>
                  <a:cubicBezTo>
                    <a:pt x="97" y="503"/>
                    <a:pt x="93" y="495"/>
                    <a:pt x="101" y="480"/>
                  </a:cubicBezTo>
                  <a:cubicBezTo>
                    <a:pt x="101" y="480"/>
                    <a:pt x="102" y="480"/>
                    <a:pt x="103" y="480"/>
                  </a:cubicBezTo>
                  <a:close/>
                  <a:moveTo>
                    <a:pt x="103" y="592"/>
                  </a:moveTo>
                  <a:cubicBezTo>
                    <a:pt x="103" y="606"/>
                    <a:pt x="103" y="606"/>
                    <a:pt x="103" y="606"/>
                  </a:cubicBezTo>
                  <a:cubicBezTo>
                    <a:pt x="98" y="611"/>
                    <a:pt x="95" y="621"/>
                    <a:pt x="94" y="630"/>
                  </a:cubicBezTo>
                  <a:cubicBezTo>
                    <a:pt x="94" y="603"/>
                    <a:pt x="94" y="603"/>
                    <a:pt x="94" y="603"/>
                  </a:cubicBezTo>
                  <a:cubicBezTo>
                    <a:pt x="95" y="598"/>
                    <a:pt x="95" y="595"/>
                    <a:pt x="94" y="592"/>
                  </a:cubicBezTo>
                  <a:cubicBezTo>
                    <a:pt x="94" y="575"/>
                    <a:pt x="94" y="575"/>
                    <a:pt x="94" y="575"/>
                  </a:cubicBezTo>
                  <a:cubicBezTo>
                    <a:pt x="98" y="579"/>
                    <a:pt x="101" y="587"/>
                    <a:pt x="103" y="592"/>
                  </a:cubicBezTo>
                  <a:close/>
                  <a:moveTo>
                    <a:pt x="84" y="155"/>
                  </a:moveTo>
                  <a:cubicBezTo>
                    <a:pt x="87" y="150"/>
                    <a:pt x="90" y="145"/>
                    <a:pt x="94" y="141"/>
                  </a:cubicBezTo>
                  <a:cubicBezTo>
                    <a:pt x="94" y="154"/>
                    <a:pt x="94" y="154"/>
                    <a:pt x="94" y="154"/>
                  </a:cubicBezTo>
                  <a:cubicBezTo>
                    <a:pt x="93" y="154"/>
                    <a:pt x="93" y="154"/>
                    <a:pt x="93" y="154"/>
                  </a:cubicBezTo>
                  <a:cubicBezTo>
                    <a:pt x="94" y="154"/>
                    <a:pt x="94" y="154"/>
                    <a:pt x="94" y="154"/>
                  </a:cubicBezTo>
                  <a:cubicBezTo>
                    <a:pt x="94" y="164"/>
                    <a:pt x="94" y="164"/>
                    <a:pt x="94" y="164"/>
                  </a:cubicBezTo>
                  <a:cubicBezTo>
                    <a:pt x="92" y="164"/>
                    <a:pt x="91" y="164"/>
                    <a:pt x="90" y="164"/>
                  </a:cubicBezTo>
                  <a:cubicBezTo>
                    <a:pt x="87" y="166"/>
                    <a:pt x="86" y="166"/>
                    <a:pt x="84" y="168"/>
                  </a:cubicBezTo>
                  <a:cubicBezTo>
                    <a:pt x="84" y="155"/>
                    <a:pt x="84" y="155"/>
                    <a:pt x="84" y="155"/>
                  </a:cubicBezTo>
                  <a:close/>
                  <a:moveTo>
                    <a:pt x="94" y="654"/>
                  </a:moveTo>
                  <a:cubicBezTo>
                    <a:pt x="90" y="650"/>
                    <a:pt x="87" y="646"/>
                    <a:pt x="84" y="642"/>
                  </a:cubicBezTo>
                  <a:cubicBezTo>
                    <a:pt x="84" y="628"/>
                    <a:pt x="84" y="628"/>
                    <a:pt x="84" y="628"/>
                  </a:cubicBezTo>
                  <a:cubicBezTo>
                    <a:pt x="84" y="628"/>
                    <a:pt x="84" y="628"/>
                    <a:pt x="84" y="628"/>
                  </a:cubicBezTo>
                  <a:cubicBezTo>
                    <a:pt x="88" y="616"/>
                    <a:pt x="88" y="616"/>
                    <a:pt x="93" y="606"/>
                  </a:cubicBezTo>
                  <a:cubicBezTo>
                    <a:pt x="93" y="605"/>
                    <a:pt x="93" y="604"/>
                    <a:pt x="94" y="603"/>
                  </a:cubicBezTo>
                  <a:cubicBezTo>
                    <a:pt x="94" y="630"/>
                    <a:pt x="94" y="630"/>
                    <a:pt x="94" y="630"/>
                  </a:cubicBezTo>
                  <a:cubicBezTo>
                    <a:pt x="93" y="634"/>
                    <a:pt x="93" y="637"/>
                    <a:pt x="93" y="639"/>
                  </a:cubicBezTo>
                  <a:cubicBezTo>
                    <a:pt x="94" y="641"/>
                    <a:pt x="94" y="641"/>
                    <a:pt x="94" y="641"/>
                  </a:cubicBezTo>
                  <a:cubicBezTo>
                    <a:pt x="94" y="654"/>
                    <a:pt x="94" y="654"/>
                    <a:pt x="94" y="654"/>
                  </a:cubicBezTo>
                  <a:close/>
                  <a:moveTo>
                    <a:pt x="94" y="184"/>
                  </a:moveTo>
                  <a:cubicBezTo>
                    <a:pt x="94" y="192"/>
                    <a:pt x="94" y="192"/>
                    <a:pt x="94" y="192"/>
                  </a:cubicBezTo>
                  <a:cubicBezTo>
                    <a:pt x="91" y="192"/>
                    <a:pt x="88" y="192"/>
                    <a:pt x="84" y="192"/>
                  </a:cubicBezTo>
                  <a:cubicBezTo>
                    <a:pt x="84" y="183"/>
                    <a:pt x="84" y="183"/>
                    <a:pt x="84" y="183"/>
                  </a:cubicBezTo>
                  <a:cubicBezTo>
                    <a:pt x="87" y="183"/>
                    <a:pt x="90" y="183"/>
                    <a:pt x="94" y="184"/>
                  </a:cubicBezTo>
                  <a:close/>
                  <a:moveTo>
                    <a:pt x="94" y="205"/>
                  </a:moveTo>
                  <a:cubicBezTo>
                    <a:pt x="94" y="215"/>
                    <a:pt x="94" y="215"/>
                    <a:pt x="94" y="215"/>
                  </a:cubicBezTo>
                  <a:cubicBezTo>
                    <a:pt x="93" y="215"/>
                    <a:pt x="93" y="215"/>
                    <a:pt x="92" y="216"/>
                  </a:cubicBezTo>
                  <a:cubicBezTo>
                    <a:pt x="91" y="223"/>
                    <a:pt x="88" y="230"/>
                    <a:pt x="84" y="236"/>
                  </a:cubicBezTo>
                  <a:cubicBezTo>
                    <a:pt x="84" y="220"/>
                    <a:pt x="84" y="220"/>
                    <a:pt x="84" y="220"/>
                  </a:cubicBezTo>
                  <a:cubicBezTo>
                    <a:pt x="84" y="219"/>
                    <a:pt x="84" y="219"/>
                    <a:pt x="84" y="219"/>
                  </a:cubicBezTo>
                  <a:cubicBezTo>
                    <a:pt x="84" y="219"/>
                    <a:pt x="84" y="219"/>
                    <a:pt x="84" y="219"/>
                  </a:cubicBezTo>
                  <a:cubicBezTo>
                    <a:pt x="84" y="209"/>
                    <a:pt x="84" y="209"/>
                    <a:pt x="84" y="209"/>
                  </a:cubicBezTo>
                  <a:cubicBezTo>
                    <a:pt x="89" y="208"/>
                    <a:pt x="91" y="207"/>
                    <a:pt x="94" y="205"/>
                  </a:cubicBezTo>
                  <a:close/>
                  <a:moveTo>
                    <a:pt x="94" y="310"/>
                  </a:moveTo>
                  <a:cubicBezTo>
                    <a:pt x="94" y="323"/>
                    <a:pt x="94" y="323"/>
                    <a:pt x="94" y="323"/>
                  </a:cubicBezTo>
                  <a:cubicBezTo>
                    <a:pt x="90" y="321"/>
                    <a:pt x="90" y="321"/>
                    <a:pt x="90" y="321"/>
                  </a:cubicBezTo>
                  <a:cubicBezTo>
                    <a:pt x="91" y="318"/>
                    <a:pt x="91" y="314"/>
                    <a:pt x="92" y="310"/>
                  </a:cubicBezTo>
                  <a:cubicBezTo>
                    <a:pt x="93" y="310"/>
                    <a:pt x="93" y="310"/>
                    <a:pt x="94" y="310"/>
                  </a:cubicBezTo>
                  <a:close/>
                  <a:moveTo>
                    <a:pt x="94" y="369"/>
                  </a:moveTo>
                  <a:cubicBezTo>
                    <a:pt x="94" y="382"/>
                    <a:pt x="94" y="382"/>
                    <a:pt x="94" y="382"/>
                  </a:cubicBezTo>
                  <a:cubicBezTo>
                    <a:pt x="92" y="382"/>
                    <a:pt x="91" y="382"/>
                    <a:pt x="90" y="383"/>
                  </a:cubicBezTo>
                  <a:cubicBezTo>
                    <a:pt x="87" y="381"/>
                    <a:pt x="85" y="379"/>
                    <a:pt x="84" y="377"/>
                  </a:cubicBezTo>
                  <a:cubicBezTo>
                    <a:pt x="84" y="351"/>
                    <a:pt x="84" y="351"/>
                    <a:pt x="84" y="351"/>
                  </a:cubicBezTo>
                  <a:cubicBezTo>
                    <a:pt x="87" y="351"/>
                    <a:pt x="90" y="352"/>
                    <a:pt x="92" y="352"/>
                  </a:cubicBezTo>
                  <a:cubicBezTo>
                    <a:pt x="90" y="358"/>
                    <a:pt x="89" y="364"/>
                    <a:pt x="90" y="370"/>
                  </a:cubicBezTo>
                  <a:cubicBezTo>
                    <a:pt x="91" y="370"/>
                    <a:pt x="92" y="369"/>
                    <a:pt x="94" y="369"/>
                  </a:cubicBezTo>
                  <a:close/>
                  <a:moveTo>
                    <a:pt x="94" y="397"/>
                  </a:moveTo>
                  <a:cubicBezTo>
                    <a:pt x="94" y="409"/>
                    <a:pt x="94" y="409"/>
                    <a:pt x="94" y="409"/>
                  </a:cubicBezTo>
                  <a:cubicBezTo>
                    <a:pt x="84" y="409"/>
                    <a:pt x="84" y="409"/>
                    <a:pt x="84" y="409"/>
                  </a:cubicBezTo>
                  <a:cubicBezTo>
                    <a:pt x="84" y="397"/>
                    <a:pt x="84" y="397"/>
                    <a:pt x="84" y="397"/>
                  </a:cubicBezTo>
                  <a:cubicBezTo>
                    <a:pt x="94" y="397"/>
                    <a:pt x="94" y="397"/>
                    <a:pt x="94" y="397"/>
                  </a:cubicBezTo>
                  <a:close/>
                  <a:moveTo>
                    <a:pt x="94" y="426"/>
                  </a:moveTo>
                  <a:cubicBezTo>
                    <a:pt x="94" y="437"/>
                    <a:pt x="94" y="437"/>
                    <a:pt x="94" y="437"/>
                  </a:cubicBezTo>
                  <a:cubicBezTo>
                    <a:pt x="90" y="437"/>
                    <a:pt x="87" y="438"/>
                    <a:pt x="84" y="438"/>
                  </a:cubicBezTo>
                  <a:cubicBezTo>
                    <a:pt x="84" y="427"/>
                    <a:pt x="84" y="427"/>
                    <a:pt x="84" y="427"/>
                  </a:cubicBezTo>
                  <a:cubicBezTo>
                    <a:pt x="94" y="426"/>
                    <a:pt x="94" y="426"/>
                    <a:pt x="94" y="426"/>
                  </a:cubicBezTo>
                  <a:close/>
                  <a:moveTo>
                    <a:pt x="94" y="446"/>
                  </a:moveTo>
                  <a:cubicBezTo>
                    <a:pt x="94" y="464"/>
                    <a:pt x="94" y="464"/>
                    <a:pt x="94" y="464"/>
                  </a:cubicBezTo>
                  <a:cubicBezTo>
                    <a:pt x="91" y="465"/>
                    <a:pt x="89" y="465"/>
                    <a:pt x="86" y="465"/>
                  </a:cubicBezTo>
                  <a:cubicBezTo>
                    <a:pt x="86" y="461"/>
                    <a:pt x="86" y="456"/>
                    <a:pt x="86" y="451"/>
                  </a:cubicBezTo>
                  <a:cubicBezTo>
                    <a:pt x="94" y="446"/>
                    <a:pt x="94" y="446"/>
                    <a:pt x="94" y="446"/>
                  </a:cubicBezTo>
                  <a:close/>
                  <a:moveTo>
                    <a:pt x="94" y="575"/>
                  </a:moveTo>
                  <a:cubicBezTo>
                    <a:pt x="94" y="592"/>
                    <a:pt x="94" y="592"/>
                    <a:pt x="94" y="592"/>
                  </a:cubicBezTo>
                  <a:cubicBezTo>
                    <a:pt x="92" y="588"/>
                    <a:pt x="90" y="585"/>
                    <a:pt x="88" y="579"/>
                  </a:cubicBezTo>
                  <a:cubicBezTo>
                    <a:pt x="87" y="579"/>
                    <a:pt x="86" y="579"/>
                    <a:pt x="85" y="579"/>
                  </a:cubicBezTo>
                  <a:cubicBezTo>
                    <a:pt x="85" y="581"/>
                    <a:pt x="84" y="582"/>
                    <a:pt x="84" y="583"/>
                  </a:cubicBezTo>
                  <a:cubicBezTo>
                    <a:pt x="84" y="558"/>
                    <a:pt x="84" y="558"/>
                    <a:pt x="84" y="558"/>
                  </a:cubicBezTo>
                  <a:cubicBezTo>
                    <a:pt x="86" y="561"/>
                    <a:pt x="87" y="566"/>
                    <a:pt x="88" y="571"/>
                  </a:cubicBezTo>
                  <a:cubicBezTo>
                    <a:pt x="90" y="572"/>
                    <a:pt x="92" y="573"/>
                    <a:pt x="94" y="575"/>
                  </a:cubicBezTo>
                  <a:close/>
                  <a:moveTo>
                    <a:pt x="76" y="164"/>
                  </a:moveTo>
                  <a:cubicBezTo>
                    <a:pt x="78" y="162"/>
                    <a:pt x="80" y="160"/>
                    <a:pt x="82" y="158"/>
                  </a:cubicBezTo>
                  <a:cubicBezTo>
                    <a:pt x="83" y="157"/>
                    <a:pt x="83" y="156"/>
                    <a:pt x="84" y="155"/>
                  </a:cubicBezTo>
                  <a:cubicBezTo>
                    <a:pt x="84" y="168"/>
                    <a:pt x="84" y="168"/>
                    <a:pt x="84" y="168"/>
                  </a:cubicBezTo>
                  <a:cubicBezTo>
                    <a:pt x="80" y="170"/>
                    <a:pt x="78" y="172"/>
                    <a:pt x="76" y="176"/>
                  </a:cubicBezTo>
                  <a:cubicBezTo>
                    <a:pt x="76" y="164"/>
                    <a:pt x="76" y="164"/>
                    <a:pt x="76" y="164"/>
                  </a:cubicBezTo>
                  <a:close/>
                  <a:moveTo>
                    <a:pt x="84" y="642"/>
                  </a:moveTo>
                  <a:cubicBezTo>
                    <a:pt x="81" y="639"/>
                    <a:pt x="79" y="635"/>
                    <a:pt x="76" y="632"/>
                  </a:cubicBezTo>
                  <a:cubicBezTo>
                    <a:pt x="76" y="618"/>
                    <a:pt x="76" y="618"/>
                    <a:pt x="76" y="618"/>
                  </a:cubicBezTo>
                  <a:cubicBezTo>
                    <a:pt x="78" y="621"/>
                    <a:pt x="79" y="624"/>
                    <a:pt x="82" y="628"/>
                  </a:cubicBezTo>
                  <a:cubicBezTo>
                    <a:pt x="84" y="628"/>
                    <a:pt x="84" y="628"/>
                    <a:pt x="84" y="628"/>
                  </a:cubicBezTo>
                  <a:cubicBezTo>
                    <a:pt x="84" y="642"/>
                    <a:pt x="84" y="642"/>
                    <a:pt x="84" y="642"/>
                  </a:cubicBezTo>
                  <a:close/>
                  <a:moveTo>
                    <a:pt x="84" y="183"/>
                  </a:moveTo>
                  <a:cubicBezTo>
                    <a:pt x="84" y="192"/>
                    <a:pt x="84" y="192"/>
                    <a:pt x="84" y="192"/>
                  </a:cubicBezTo>
                  <a:cubicBezTo>
                    <a:pt x="76" y="192"/>
                    <a:pt x="76" y="192"/>
                    <a:pt x="76" y="192"/>
                  </a:cubicBezTo>
                  <a:cubicBezTo>
                    <a:pt x="76" y="182"/>
                    <a:pt x="76" y="182"/>
                    <a:pt x="76" y="182"/>
                  </a:cubicBezTo>
                  <a:cubicBezTo>
                    <a:pt x="79" y="182"/>
                    <a:pt x="81" y="183"/>
                    <a:pt x="84" y="183"/>
                  </a:cubicBezTo>
                  <a:close/>
                  <a:moveTo>
                    <a:pt x="84" y="209"/>
                  </a:moveTo>
                  <a:cubicBezTo>
                    <a:pt x="84" y="219"/>
                    <a:pt x="84" y="219"/>
                    <a:pt x="84" y="219"/>
                  </a:cubicBezTo>
                  <a:cubicBezTo>
                    <a:pt x="81" y="219"/>
                    <a:pt x="79" y="219"/>
                    <a:pt x="76" y="219"/>
                  </a:cubicBezTo>
                  <a:cubicBezTo>
                    <a:pt x="76" y="211"/>
                    <a:pt x="76" y="211"/>
                    <a:pt x="76" y="211"/>
                  </a:cubicBezTo>
                  <a:cubicBezTo>
                    <a:pt x="78" y="210"/>
                    <a:pt x="78" y="210"/>
                    <a:pt x="78" y="210"/>
                  </a:cubicBezTo>
                  <a:cubicBezTo>
                    <a:pt x="80" y="210"/>
                    <a:pt x="82" y="209"/>
                    <a:pt x="84" y="209"/>
                  </a:cubicBezTo>
                  <a:close/>
                  <a:moveTo>
                    <a:pt x="84" y="220"/>
                  </a:moveTo>
                  <a:cubicBezTo>
                    <a:pt x="84" y="236"/>
                    <a:pt x="84" y="236"/>
                    <a:pt x="84" y="236"/>
                  </a:cubicBezTo>
                  <a:cubicBezTo>
                    <a:pt x="82" y="239"/>
                    <a:pt x="81" y="241"/>
                    <a:pt x="79" y="243"/>
                  </a:cubicBezTo>
                  <a:cubicBezTo>
                    <a:pt x="78" y="247"/>
                    <a:pt x="77" y="250"/>
                    <a:pt x="76" y="253"/>
                  </a:cubicBezTo>
                  <a:cubicBezTo>
                    <a:pt x="76" y="234"/>
                    <a:pt x="76" y="234"/>
                    <a:pt x="76" y="234"/>
                  </a:cubicBezTo>
                  <a:cubicBezTo>
                    <a:pt x="77" y="234"/>
                    <a:pt x="77" y="234"/>
                    <a:pt x="78" y="233"/>
                  </a:cubicBezTo>
                  <a:cubicBezTo>
                    <a:pt x="80" y="229"/>
                    <a:pt x="82" y="224"/>
                    <a:pt x="84" y="220"/>
                  </a:cubicBezTo>
                  <a:close/>
                  <a:moveTo>
                    <a:pt x="84" y="351"/>
                  </a:moveTo>
                  <a:cubicBezTo>
                    <a:pt x="84" y="377"/>
                    <a:pt x="84" y="377"/>
                    <a:pt x="84" y="377"/>
                  </a:cubicBezTo>
                  <a:cubicBezTo>
                    <a:pt x="79" y="370"/>
                    <a:pt x="80" y="362"/>
                    <a:pt x="82" y="351"/>
                  </a:cubicBezTo>
                  <a:cubicBezTo>
                    <a:pt x="82" y="351"/>
                    <a:pt x="83" y="351"/>
                    <a:pt x="84" y="351"/>
                  </a:cubicBezTo>
                  <a:close/>
                  <a:moveTo>
                    <a:pt x="84" y="397"/>
                  </a:moveTo>
                  <a:cubicBezTo>
                    <a:pt x="84" y="409"/>
                    <a:pt x="84" y="409"/>
                    <a:pt x="84" y="409"/>
                  </a:cubicBezTo>
                  <a:cubicBezTo>
                    <a:pt x="80" y="409"/>
                    <a:pt x="80" y="409"/>
                    <a:pt x="80" y="409"/>
                  </a:cubicBezTo>
                  <a:cubicBezTo>
                    <a:pt x="80" y="405"/>
                    <a:pt x="80" y="401"/>
                    <a:pt x="80" y="397"/>
                  </a:cubicBezTo>
                  <a:cubicBezTo>
                    <a:pt x="84" y="397"/>
                    <a:pt x="84" y="397"/>
                    <a:pt x="84" y="397"/>
                  </a:cubicBezTo>
                  <a:close/>
                  <a:moveTo>
                    <a:pt x="84" y="427"/>
                  </a:moveTo>
                  <a:cubicBezTo>
                    <a:pt x="84" y="438"/>
                    <a:pt x="84" y="438"/>
                    <a:pt x="84" y="438"/>
                  </a:cubicBezTo>
                  <a:cubicBezTo>
                    <a:pt x="83" y="438"/>
                    <a:pt x="83" y="438"/>
                    <a:pt x="83" y="438"/>
                  </a:cubicBezTo>
                  <a:cubicBezTo>
                    <a:pt x="82" y="435"/>
                    <a:pt x="82" y="431"/>
                    <a:pt x="82" y="427"/>
                  </a:cubicBezTo>
                  <a:cubicBezTo>
                    <a:pt x="84" y="427"/>
                    <a:pt x="84" y="427"/>
                    <a:pt x="84" y="427"/>
                  </a:cubicBezTo>
                  <a:close/>
                  <a:moveTo>
                    <a:pt x="84" y="558"/>
                  </a:moveTo>
                  <a:cubicBezTo>
                    <a:pt x="84" y="583"/>
                    <a:pt x="84" y="583"/>
                    <a:pt x="84" y="583"/>
                  </a:cubicBezTo>
                  <a:cubicBezTo>
                    <a:pt x="83" y="585"/>
                    <a:pt x="81" y="588"/>
                    <a:pt x="76" y="597"/>
                  </a:cubicBezTo>
                  <a:cubicBezTo>
                    <a:pt x="76" y="576"/>
                    <a:pt x="76" y="576"/>
                    <a:pt x="76" y="576"/>
                  </a:cubicBezTo>
                  <a:cubicBezTo>
                    <a:pt x="79" y="571"/>
                    <a:pt x="79" y="571"/>
                    <a:pt x="79" y="571"/>
                  </a:cubicBezTo>
                  <a:cubicBezTo>
                    <a:pt x="79" y="567"/>
                    <a:pt x="78" y="563"/>
                    <a:pt x="76" y="560"/>
                  </a:cubicBezTo>
                  <a:cubicBezTo>
                    <a:pt x="76" y="545"/>
                    <a:pt x="76" y="545"/>
                    <a:pt x="76" y="545"/>
                  </a:cubicBezTo>
                  <a:cubicBezTo>
                    <a:pt x="80" y="550"/>
                    <a:pt x="82" y="553"/>
                    <a:pt x="84" y="558"/>
                  </a:cubicBezTo>
                  <a:close/>
                  <a:moveTo>
                    <a:pt x="68" y="175"/>
                  </a:moveTo>
                  <a:cubicBezTo>
                    <a:pt x="70" y="171"/>
                    <a:pt x="73" y="168"/>
                    <a:pt x="76" y="164"/>
                  </a:cubicBezTo>
                  <a:cubicBezTo>
                    <a:pt x="76" y="176"/>
                    <a:pt x="76" y="176"/>
                    <a:pt x="76" y="176"/>
                  </a:cubicBezTo>
                  <a:cubicBezTo>
                    <a:pt x="75" y="177"/>
                    <a:pt x="74" y="179"/>
                    <a:pt x="73" y="182"/>
                  </a:cubicBezTo>
                  <a:cubicBezTo>
                    <a:pt x="76" y="182"/>
                    <a:pt x="76" y="182"/>
                    <a:pt x="76" y="182"/>
                  </a:cubicBezTo>
                  <a:cubicBezTo>
                    <a:pt x="76" y="192"/>
                    <a:pt x="76" y="192"/>
                    <a:pt x="76" y="192"/>
                  </a:cubicBezTo>
                  <a:cubicBezTo>
                    <a:pt x="73" y="192"/>
                    <a:pt x="73" y="192"/>
                    <a:pt x="73" y="192"/>
                  </a:cubicBezTo>
                  <a:cubicBezTo>
                    <a:pt x="71" y="192"/>
                    <a:pt x="69" y="193"/>
                    <a:pt x="68" y="194"/>
                  </a:cubicBezTo>
                  <a:cubicBezTo>
                    <a:pt x="68" y="175"/>
                    <a:pt x="68" y="175"/>
                    <a:pt x="68" y="175"/>
                  </a:cubicBezTo>
                  <a:close/>
                  <a:moveTo>
                    <a:pt x="76" y="632"/>
                  </a:moveTo>
                  <a:cubicBezTo>
                    <a:pt x="74" y="630"/>
                    <a:pt x="72" y="627"/>
                    <a:pt x="71" y="625"/>
                  </a:cubicBezTo>
                  <a:cubicBezTo>
                    <a:pt x="70" y="623"/>
                    <a:pt x="69" y="622"/>
                    <a:pt x="68" y="620"/>
                  </a:cubicBezTo>
                  <a:cubicBezTo>
                    <a:pt x="68" y="593"/>
                    <a:pt x="68" y="593"/>
                    <a:pt x="68" y="593"/>
                  </a:cubicBezTo>
                  <a:cubicBezTo>
                    <a:pt x="71" y="587"/>
                    <a:pt x="73" y="582"/>
                    <a:pt x="76" y="576"/>
                  </a:cubicBezTo>
                  <a:cubicBezTo>
                    <a:pt x="76" y="597"/>
                    <a:pt x="76" y="597"/>
                    <a:pt x="76" y="597"/>
                  </a:cubicBezTo>
                  <a:cubicBezTo>
                    <a:pt x="74" y="601"/>
                    <a:pt x="74" y="601"/>
                    <a:pt x="74" y="601"/>
                  </a:cubicBezTo>
                  <a:cubicBezTo>
                    <a:pt x="73" y="609"/>
                    <a:pt x="73" y="613"/>
                    <a:pt x="76" y="618"/>
                  </a:cubicBezTo>
                  <a:cubicBezTo>
                    <a:pt x="76" y="632"/>
                    <a:pt x="76" y="632"/>
                    <a:pt x="76" y="632"/>
                  </a:cubicBezTo>
                  <a:close/>
                  <a:moveTo>
                    <a:pt x="76" y="211"/>
                  </a:moveTo>
                  <a:cubicBezTo>
                    <a:pt x="76" y="219"/>
                    <a:pt x="76" y="219"/>
                    <a:pt x="76" y="219"/>
                  </a:cubicBezTo>
                  <a:cubicBezTo>
                    <a:pt x="73" y="219"/>
                    <a:pt x="71" y="219"/>
                    <a:pt x="68" y="219"/>
                  </a:cubicBezTo>
                  <a:cubicBezTo>
                    <a:pt x="68" y="211"/>
                    <a:pt x="68" y="211"/>
                    <a:pt x="68" y="211"/>
                  </a:cubicBezTo>
                  <a:cubicBezTo>
                    <a:pt x="76" y="211"/>
                    <a:pt x="76" y="211"/>
                    <a:pt x="76" y="211"/>
                  </a:cubicBezTo>
                  <a:close/>
                  <a:moveTo>
                    <a:pt x="76" y="234"/>
                  </a:moveTo>
                  <a:cubicBezTo>
                    <a:pt x="76" y="253"/>
                    <a:pt x="76" y="253"/>
                    <a:pt x="76" y="253"/>
                  </a:cubicBezTo>
                  <a:cubicBezTo>
                    <a:pt x="74" y="259"/>
                    <a:pt x="72" y="264"/>
                    <a:pt x="68" y="269"/>
                  </a:cubicBezTo>
                  <a:cubicBezTo>
                    <a:pt x="68" y="253"/>
                    <a:pt x="68" y="253"/>
                    <a:pt x="68" y="253"/>
                  </a:cubicBezTo>
                  <a:cubicBezTo>
                    <a:pt x="69" y="248"/>
                    <a:pt x="69" y="248"/>
                    <a:pt x="69" y="248"/>
                  </a:cubicBezTo>
                  <a:cubicBezTo>
                    <a:pt x="68" y="248"/>
                    <a:pt x="68" y="248"/>
                    <a:pt x="68" y="248"/>
                  </a:cubicBezTo>
                  <a:cubicBezTo>
                    <a:pt x="68" y="238"/>
                    <a:pt x="68" y="238"/>
                    <a:pt x="68" y="238"/>
                  </a:cubicBezTo>
                  <a:cubicBezTo>
                    <a:pt x="71" y="237"/>
                    <a:pt x="73" y="236"/>
                    <a:pt x="76" y="234"/>
                  </a:cubicBezTo>
                  <a:close/>
                  <a:moveTo>
                    <a:pt x="76" y="545"/>
                  </a:moveTo>
                  <a:cubicBezTo>
                    <a:pt x="76" y="560"/>
                    <a:pt x="76" y="560"/>
                    <a:pt x="76" y="560"/>
                  </a:cubicBezTo>
                  <a:cubicBezTo>
                    <a:pt x="75" y="557"/>
                    <a:pt x="73" y="554"/>
                    <a:pt x="72" y="551"/>
                  </a:cubicBezTo>
                  <a:cubicBezTo>
                    <a:pt x="70" y="553"/>
                    <a:pt x="69" y="555"/>
                    <a:pt x="68" y="557"/>
                  </a:cubicBezTo>
                  <a:cubicBezTo>
                    <a:pt x="68" y="522"/>
                    <a:pt x="68" y="522"/>
                    <a:pt x="68" y="522"/>
                  </a:cubicBezTo>
                  <a:cubicBezTo>
                    <a:pt x="69" y="524"/>
                    <a:pt x="70" y="527"/>
                    <a:pt x="72" y="530"/>
                  </a:cubicBezTo>
                  <a:cubicBezTo>
                    <a:pt x="72" y="534"/>
                    <a:pt x="73" y="539"/>
                    <a:pt x="74" y="543"/>
                  </a:cubicBezTo>
                  <a:cubicBezTo>
                    <a:pt x="75" y="544"/>
                    <a:pt x="76" y="545"/>
                    <a:pt x="76" y="545"/>
                  </a:cubicBezTo>
                  <a:close/>
                  <a:moveTo>
                    <a:pt x="60" y="187"/>
                  </a:moveTo>
                  <a:cubicBezTo>
                    <a:pt x="63" y="183"/>
                    <a:pt x="65" y="179"/>
                    <a:pt x="68" y="175"/>
                  </a:cubicBezTo>
                  <a:cubicBezTo>
                    <a:pt x="68" y="194"/>
                    <a:pt x="68" y="194"/>
                    <a:pt x="68" y="194"/>
                  </a:cubicBezTo>
                  <a:cubicBezTo>
                    <a:pt x="65" y="196"/>
                    <a:pt x="62" y="198"/>
                    <a:pt x="60" y="201"/>
                  </a:cubicBezTo>
                  <a:cubicBezTo>
                    <a:pt x="60" y="187"/>
                    <a:pt x="60" y="187"/>
                    <a:pt x="60" y="187"/>
                  </a:cubicBezTo>
                  <a:close/>
                  <a:moveTo>
                    <a:pt x="68" y="620"/>
                  </a:moveTo>
                  <a:cubicBezTo>
                    <a:pt x="66" y="616"/>
                    <a:pt x="64" y="612"/>
                    <a:pt x="62" y="609"/>
                  </a:cubicBezTo>
                  <a:cubicBezTo>
                    <a:pt x="62" y="608"/>
                    <a:pt x="61" y="607"/>
                    <a:pt x="60" y="607"/>
                  </a:cubicBezTo>
                  <a:cubicBezTo>
                    <a:pt x="60" y="593"/>
                    <a:pt x="60" y="593"/>
                    <a:pt x="60" y="593"/>
                  </a:cubicBezTo>
                  <a:cubicBezTo>
                    <a:pt x="61" y="595"/>
                    <a:pt x="63" y="598"/>
                    <a:pt x="64" y="601"/>
                  </a:cubicBezTo>
                  <a:cubicBezTo>
                    <a:pt x="68" y="593"/>
                    <a:pt x="68" y="593"/>
                    <a:pt x="68" y="593"/>
                  </a:cubicBezTo>
                  <a:cubicBezTo>
                    <a:pt x="68" y="620"/>
                    <a:pt x="68" y="620"/>
                    <a:pt x="68" y="620"/>
                  </a:cubicBezTo>
                  <a:close/>
                  <a:moveTo>
                    <a:pt x="68" y="211"/>
                  </a:moveTo>
                  <a:cubicBezTo>
                    <a:pt x="68" y="219"/>
                    <a:pt x="68" y="219"/>
                    <a:pt x="68" y="219"/>
                  </a:cubicBezTo>
                  <a:cubicBezTo>
                    <a:pt x="65" y="220"/>
                    <a:pt x="63" y="220"/>
                    <a:pt x="60" y="220"/>
                  </a:cubicBezTo>
                  <a:cubicBezTo>
                    <a:pt x="60" y="211"/>
                    <a:pt x="60" y="211"/>
                    <a:pt x="60" y="211"/>
                  </a:cubicBezTo>
                  <a:cubicBezTo>
                    <a:pt x="63" y="211"/>
                    <a:pt x="65" y="211"/>
                    <a:pt x="68" y="211"/>
                  </a:cubicBezTo>
                  <a:close/>
                  <a:moveTo>
                    <a:pt x="68" y="238"/>
                  </a:moveTo>
                  <a:cubicBezTo>
                    <a:pt x="68" y="248"/>
                    <a:pt x="68" y="248"/>
                    <a:pt x="68" y="248"/>
                  </a:cubicBezTo>
                  <a:cubicBezTo>
                    <a:pt x="65" y="249"/>
                    <a:pt x="63" y="249"/>
                    <a:pt x="60" y="249"/>
                  </a:cubicBezTo>
                  <a:cubicBezTo>
                    <a:pt x="60" y="239"/>
                    <a:pt x="60" y="239"/>
                    <a:pt x="60" y="239"/>
                  </a:cubicBezTo>
                  <a:cubicBezTo>
                    <a:pt x="63" y="239"/>
                    <a:pt x="65" y="238"/>
                    <a:pt x="68" y="238"/>
                  </a:cubicBezTo>
                  <a:close/>
                  <a:moveTo>
                    <a:pt x="68" y="253"/>
                  </a:moveTo>
                  <a:cubicBezTo>
                    <a:pt x="68" y="269"/>
                    <a:pt x="68" y="269"/>
                    <a:pt x="68" y="269"/>
                  </a:cubicBezTo>
                  <a:cubicBezTo>
                    <a:pt x="67" y="269"/>
                    <a:pt x="67" y="270"/>
                    <a:pt x="67" y="270"/>
                  </a:cubicBezTo>
                  <a:cubicBezTo>
                    <a:pt x="65" y="278"/>
                    <a:pt x="64" y="287"/>
                    <a:pt x="60" y="295"/>
                  </a:cubicBezTo>
                  <a:cubicBezTo>
                    <a:pt x="60" y="265"/>
                    <a:pt x="60" y="265"/>
                    <a:pt x="60" y="265"/>
                  </a:cubicBezTo>
                  <a:cubicBezTo>
                    <a:pt x="61" y="265"/>
                    <a:pt x="61" y="264"/>
                    <a:pt x="62" y="264"/>
                  </a:cubicBezTo>
                  <a:cubicBezTo>
                    <a:pt x="64" y="261"/>
                    <a:pt x="65" y="260"/>
                    <a:pt x="68" y="253"/>
                  </a:cubicBezTo>
                  <a:close/>
                  <a:moveTo>
                    <a:pt x="68" y="522"/>
                  </a:moveTo>
                  <a:cubicBezTo>
                    <a:pt x="68" y="557"/>
                    <a:pt x="68" y="557"/>
                    <a:pt x="68" y="557"/>
                  </a:cubicBezTo>
                  <a:cubicBezTo>
                    <a:pt x="65" y="562"/>
                    <a:pt x="62" y="565"/>
                    <a:pt x="60" y="569"/>
                  </a:cubicBezTo>
                  <a:cubicBezTo>
                    <a:pt x="60" y="551"/>
                    <a:pt x="60" y="551"/>
                    <a:pt x="60" y="551"/>
                  </a:cubicBezTo>
                  <a:cubicBezTo>
                    <a:pt x="65" y="543"/>
                    <a:pt x="65" y="535"/>
                    <a:pt x="61" y="523"/>
                  </a:cubicBezTo>
                  <a:cubicBezTo>
                    <a:pt x="60" y="523"/>
                    <a:pt x="60" y="523"/>
                    <a:pt x="60" y="523"/>
                  </a:cubicBezTo>
                  <a:cubicBezTo>
                    <a:pt x="60" y="501"/>
                    <a:pt x="60" y="501"/>
                    <a:pt x="60" y="501"/>
                  </a:cubicBezTo>
                  <a:cubicBezTo>
                    <a:pt x="63" y="508"/>
                    <a:pt x="65" y="515"/>
                    <a:pt x="68" y="522"/>
                  </a:cubicBezTo>
                  <a:close/>
                  <a:moveTo>
                    <a:pt x="53" y="198"/>
                  </a:moveTo>
                  <a:cubicBezTo>
                    <a:pt x="53" y="198"/>
                    <a:pt x="54" y="197"/>
                    <a:pt x="54" y="196"/>
                  </a:cubicBezTo>
                  <a:cubicBezTo>
                    <a:pt x="56" y="193"/>
                    <a:pt x="59" y="190"/>
                    <a:pt x="60" y="187"/>
                  </a:cubicBezTo>
                  <a:cubicBezTo>
                    <a:pt x="60" y="201"/>
                    <a:pt x="60" y="201"/>
                    <a:pt x="60" y="201"/>
                  </a:cubicBezTo>
                  <a:cubicBezTo>
                    <a:pt x="59" y="204"/>
                    <a:pt x="57" y="207"/>
                    <a:pt x="56" y="211"/>
                  </a:cubicBezTo>
                  <a:cubicBezTo>
                    <a:pt x="57" y="211"/>
                    <a:pt x="59" y="211"/>
                    <a:pt x="60" y="211"/>
                  </a:cubicBezTo>
                  <a:cubicBezTo>
                    <a:pt x="60" y="220"/>
                    <a:pt x="60" y="220"/>
                    <a:pt x="60" y="220"/>
                  </a:cubicBezTo>
                  <a:cubicBezTo>
                    <a:pt x="58" y="221"/>
                    <a:pt x="55" y="222"/>
                    <a:pt x="53" y="223"/>
                  </a:cubicBezTo>
                  <a:cubicBezTo>
                    <a:pt x="53" y="198"/>
                    <a:pt x="53" y="198"/>
                    <a:pt x="53" y="198"/>
                  </a:cubicBezTo>
                  <a:close/>
                  <a:moveTo>
                    <a:pt x="60" y="607"/>
                  </a:moveTo>
                  <a:cubicBezTo>
                    <a:pt x="57" y="603"/>
                    <a:pt x="55" y="600"/>
                    <a:pt x="53" y="596"/>
                  </a:cubicBezTo>
                  <a:cubicBezTo>
                    <a:pt x="53" y="563"/>
                    <a:pt x="53" y="563"/>
                    <a:pt x="53" y="563"/>
                  </a:cubicBezTo>
                  <a:cubicBezTo>
                    <a:pt x="56" y="558"/>
                    <a:pt x="59" y="554"/>
                    <a:pt x="60" y="551"/>
                  </a:cubicBezTo>
                  <a:cubicBezTo>
                    <a:pt x="60" y="569"/>
                    <a:pt x="60" y="569"/>
                    <a:pt x="60" y="569"/>
                  </a:cubicBezTo>
                  <a:cubicBezTo>
                    <a:pt x="56" y="576"/>
                    <a:pt x="55" y="582"/>
                    <a:pt x="60" y="593"/>
                  </a:cubicBezTo>
                  <a:cubicBezTo>
                    <a:pt x="60" y="607"/>
                    <a:pt x="60" y="607"/>
                    <a:pt x="60" y="607"/>
                  </a:cubicBezTo>
                  <a:close/>
                  <a:moveTo>
                    <a:pt x="60" y="239"/>
                  </a:moveTo>
                  <a:cubicBezTo>
                    <a:pt x="60" y="249"/>
                    <a:pt x="60" y="249"/>
                    <a:pt x="60" y="249"/>
                  </a:cubicBezTo>
                  <a:cubicBezTo>
                    <a:pt x="58" y="249"/>
                    <a:pt x="55" y="249"/>
                    <a:pt x="53" y="249"/>
                  </a:cubicBezTo>
                  <a:cubicBezTo>
                    <a:pt x="53" y="241"/>
                    <a:pt x="53" y="241"/>
                    <a:pt x="53" y="241"/>
                  </a:cubicBezTo>
                  <a:cubicBezTo>
                    <a:pt x="55" y="240"/>
                    <a:pt x="58" y="240"/>
                    <a:pt x="60" y="239"/>
                  </a:cubicBezTo>
                  <a:close/>
                  <a:moveTo>
                    <a:pt x="60" y="265"/>
                  </a:moveTo>
                  <a:cubicBezTo>
                    <a:pt x="60" y="295"/>
                    <a:pt x="60" y="295"/>
                    <a:pt x="60" y="295"/>
                  </a:cubicBezTo>
                  <a:cubicBezTo>
                    <a:pt x="59" y="297"/>
                    <a:pt x="58" y="299"/>
                    <a:pt x="56" y="300"/>
                  </a:cubicBezTo>
                  <a:cubicBezTo>
                    <a:pt x="56" y="310"/>
                    <a:pt x="55" y="316"/>
                    <a:pt x="53" y="323"/>
                  </a:cubicBezTo>
                  <a:cubicBezTo>
                    <a:pt x="53" y="290"/>
                    <a:pt x="53" y="290"/>
                    <a:pt x="53" y="290"/>
                  </a:cubicBezTo>
                  <a:cubicBezTo>
                    <a:pt x="55" y="287"/>
                    <a:pt x="56" y="282"/>
                    <a:pt x="57" y="276"/>
                  </a:cubicBezTo>
                  <a:cubicBezTo>
                    <a:pt x="56" y="276"/>
                    <a:pt x="55" y="277"/>
                    <a:pt x="53" y="277"/>
                  </a:cubicBezTo>
                  <a:cubicBezTo>
                    <a:pt x="53" y="268"/>
                    <a:pt x="53" y="268"/>
                    <a:pt x="53" y="268"/>
                  </a:cubicBezTo>
                  <a:cubicBezTo>
                    <a:pt x="55" y="267"/>
                    <a:pt x="58" y="266"/>
                    <a:pt x="60" y="265"/>
                  </a:cubicBezTo>
                  <a:close/>
                  <a:moveTo>
                    <a:pt x="60" y="501"/>
                  </a:moveTo>
                  <a:cubicBezTo>
                    <a:pt x="60" y="523"/>
                    <a:pt x="60" y="523"/>
                    <a:pt x="60" y="523"/>
                  </a:cubicBezTo>
                  <a:cubicBezTo>
                    <a:pt x="59" y="523"/>
                    <a:pt x="59" y="523"/>
                    <a:pt x="58" y="524"/>
                  </a:cubicBezTo>
                  <a:cubicBezTo>
                    <a:pt x="56" y="526"/>
                    <a:pt x="54" y="528"/>
                    <a:pt x="53" y="530"/>
                  </a:cubicBezTo>
                  <a:cubicBezTo>
                    <a:pt x="53" y="512"/>
                    <a:pt x="53" y="512"/>
                    <a:pt x="53" y="512"/>
                  </a:cubicBezTo>
                  <a:cubicBezTo>
                    <a:pt x="53" y="509"/>
                    <a:pt x="53" y="507"/>
                    <a:pt x="53" y="504"/>
                  </a:cubicBezTo>
                  <a:cubicBezTo>
                    <a:pt x="53" y="469"/>
                    <a:pt x="53" y="469"/>
                    <a:pt x="53" y="469"/>
                  </a:cubicBezTo>
                  <a:cubicBezTo>
                    <a:pt x="53" y="470"/>
                    <a:pt x="54" y="472"/>
                    <a:pt x="54" y="474"/>
                  </a:cubicBezTo>
                  <a:cubicBezTo>
                    <a:pt x="54" y="477"/>
                    <a:pt x="54" y="481"/>
                    <a:pt x="54" y="485"/>
                  </a:cubicBezTo>
                  <a:cubicBezTo>
                    <a:pt x="56" y="490"/>
                    <a:pt x="59" y="496"/>
                    <a:pt x="60" y="501"/>
                  </a:cubicBezTo>
                  <a:close/>
                  <a:moveTo>
                    <a:pt x="44" y="215"/>
                  </a:moveTo>
                  <a:cubicBezTo>
                    <a:pt x="47" y="210"/>
                    <a:pt x="50" y="204"/>
                    <a:pt x="53" y="198"/>
                  </a:cubicBezTo>
                  <a:cubicBezTo>
                    <a:pt x="53" y="223"/>
                    <a:pt x="53" y="223"/>
                    <a:pt x="53" y="223"/>
                  </a:cubicBezTo>
                  <a:cubicBezTo>
                    <a:pt x="49" y="224"/>
                    <a:pt x="46" y="227"/>
                    <a:pt x="44" y="231"/>
                  </a:cubicBezTo>
                  <a:cubicBezTo>
                    <a:pt x="44" y="215"/>
                    <a:pt x="44" y="215"/>
                    <a:pt x="44" y="215"/>
                  </a:cubicBezTo>
                  <a:close/>
                  <a:moveTo>
                    <a:pt x="53" y="596"/>
                  </a:moveTo>
                  <a:cubicBezTo>
                    <a:pt x="50" y="592"/>
                    <a:pt x="47" y="586"/>
                    <a:pt x="46" y="580"/>
                  </a:cubicBezTo>
                  <a:cubicBezTo>
                    <a:pt x="45" y="579"/>
                    <a:pt x="45" y="579"/>
                    <a:pt x="44" y="578"/>
                  </a:cubicBezTo>
                  <a:cubicBezTo>
                    <a:pt x="44" y="563"/>
                    <a:pt x="44" y="563"/>
                    <a:pt x="44" y="563"/>
                  </a:cubicBezTo>
                  <a:cubicBezTo>
                    <a:pt x="45" y="565"/>
                    <a:pt x="46" y="567"/>
                    <a:pt x="48" y="570"/>
                  </a:cubicBezTo>
                  <a:cubicBezTo>
                    <a:pt x="49" y="567"/>
                    <a:pt x="51" y="565"/>
                    <a:pt x="53" y="563"/>
                  </a:cubicBezTo>
                  <a:cubicBezTo>
                    <a:pt x="53" y="596"/>
                    <a:pt x="53" y="596"/>
                    <a:pt x="53" y="596"/>
                  </a:cubicBezTo>
                  <a:close/>
                  <a:moveTo>
                    <a:pt x="53" y="241"/>
                  </a:moveTo>
                  <a:cubicBezTo>
                    <a:pt x="53" y="249"/>
                    <a:pt x="53" y="249"/>
                    <a:pt x="53" y="249"/>
                  </a:cubicBezTo>
                  <a:cubicBezTo>
                    <a:pt x="50" y="249"/>
                    <a:pt x="47" y="250"/>
                    <a:pt x="44" y="251"/>
                  </a:cubicBezTo>
                  <a:cubicBezTo>
                    <a:pt x="44" y="241"/>
                    <a:pt x="44" y="241"/>
                    <a:pt x="44" y="241"/>
                  </a:cubicBezTo>
                  <a:cubicBezTo>
                    <a:pt x="47" y="241"/>
                    <a:pt x="50" y="241"/>
                    <a:pt x="53" y="241"/>
                  </a:cubicBezTo>
                  <a:close/>
                  <a:moveTo>
                    <a:pt x="53" y="268"/>
                  </a:moveTo>
                  <a:cubicBezTo>
                    <a:pt x="53" y="277"/>
                    <a:pt x="53" y="277"/>
                    <a:pt x="53" y="277"/>
                  </a:cubicBezTo>
                  <a:cubicBezTo>
                    <a:pt x="50" y="278"/>
                    <a:pt x="47" y="278"/>
                    <a:pt x="44" y="279"/>
                  </a:cubicBezTo>
                  <a:cubicBezTo>
                    <a:pt x="44" y="270"/>
                    <a:pt x="44" y="270"/>
                    <a:pt x="44" y="270"/>
                  </a:cubicBezTo>
                  <a:cubicBezTo>
                    <a:pt x="47" y="270"/>
                    <a:pt x="50" y="269"/>
                    <a:pt x="53" y="268"/>
                  </a:cubicBezTo>
                  <a:close/>
                  <a:moveTo>
                    <a:pt x="53" y="290"/>
                  </a:moveTo>
                  <a:cubicBezTo>
                    <a:pt x="53" y="323"/>
                    <a:pt x="53" y="323"/>
                    <a:pt x="53" y="323"/>
                  </a:cubicBezTo>
                  <a:cubicBezTo>
                    <a:pt x="52" y="325"/>
                    <a:pt x="51" y="327"/>
                    <a:pt x="49" y="330"/>
                  </a:cubicBezTo>
                  <a:cubicBezTo>
                    <a:pt x="49" y="336"/>
                    <a:pt x="49" y="342"/>
                    <a:pt x="49" y="349"/>
                  </a:cubicBezTo>
                  <a:cubicBezTo>
                    <a:pt x="45" y="363"/>
                    <a:pt x="46" y="376"/>
                    <a:pt x="44" y="391"/>
                  </a:cubicBezTo>
                  <a:cubicBezTo>
                    <a:pt x="44" y="323"/>
                    <a:pt x="44" y="323"/>
                    <a:pt x="44" y="323"/>
                  </a:cubicBezTo>
                  <a:cubicBezTo>
                    <a:pt x="46" y="317"/>
                    <a:pt x="48" y="313"/>
                    <a:pt x="49" y="306"/>
                  </a:cubicBezTo>
                  <a:cubicBezTo>
                    <a:pt x="47" y="307"/>
                    <a:pt x="46" y="307"/>
                    <a:pt x="44" y="308"/>
                  </a:cubicBezTo>
                  <a:cubicBezTo>
                    <a:pt x="44" y="298"/>
                    <a:pt x="44" y="298"/>
                    <a:pt x="44" y="298"/>
                  </a:cubicBezTo>
                  <a:cubicBezTo>
                    <a:pt x="48" y="296"/>
                    <a:pt x="50" y="294"/>
                    <a:pt x="53" y="290"/>
                  </a:cubicBezTo>
                  <a:close/>
                  <a:moveTo>
                    <a:pt x="53" y="469"/>
                  </a:moveTo>
                  <a:cubicBezTo>
                    <a:pt x="53" y="504"/>
                    <a:pt x="53" y="504"/>
                    <a:pt x="53" y="504"/>
                  </a:cubicBezTo>
                  <a:cubicBezTo>
                    <a:pt x="52" y="501"/>
                    <a:pt x="51" y="497"/>
                    <a:pt x="49" y="492"/>
                  </a:cubicBezTo>
                  <a:cubicBezTo>
                    <a:pt x="47" y="495"/>
                    <a:pt x="46" y="496"/>
                    <a:pt x="44" y="498"/>
                  </a:cubicBezTo>
                  <a:cubicBezTo>
                    <a:pt x="44" y="481"/>
                    <a:pt x="44" y="481"/>
                    <a:pt x="44" y="481"/>
                  </a:cubicBezTo>
                  <a:cubicBezTo>
                    <a:pt x="45" y="478"/>
                    <a:pt x="45" y="474"/>
                    <a:pt x="44" y="469"/>
                  </a:cubicBezTo>
                  <a:cubicBezTo>
                    <a:pt x="44" y="398"/>
                    <a:pt x="44" y="398"/>
                    <a:pt x="44" y="398"/>
                  </a:cubicBezTo>
                  <a:cubicBezTo>
                    <a:pt x="46" y="407"/>
                    <a:pt x="46" y="415"/>
                    <a:pt x="45" y="425"/>
                  </a:cubicBezTo>
                  <a:cubicBezTo>
                    <a:pt x="49" y="440"/>
                    <a:pt x="48" y="454"/>
                    <a:pt x="53" y="469"/>
                  </a:cubicBezTo>
                  <a:close/>
                  <a:moveTo>
                    <a:pt x="53" y="512"/>
                  </a:moveTo>
                  <a:cubicBezTo>
                    <a:pt x="53" y="530"/>
                    <a:pt x="53" y="530"/>
                    <a:pt x="53" y="530"/>
                  </a:cubicBezTo>
                  <a:cubicBezTo>
                    <a:pt x="49" y="535"/>
                    <a:pt x="46" y="538"/>
                    <a:pt x="44" y="542"/>
                  </a:cubicBezTo>
                  <a:cubicBezTo>
                    <a:pt x="44" y="527"/>
                    <a:pt x="44" y="527"/>
                    <a:pt x="44" y="527"/>
                  </a:cubicBezTo>
                  <a:cubicBezTo>
                    <a:pt x="49" y="522"/>
                    <a:pt x="52" y="517"/>
                    <a:pt x="53" y="512"/>
                  </a:cubicBezTo>
                  <a:close/>
                  <a:moveTo>
                    <a:pt x="33" y="241"/>
                  </a:moveTo>
                  <a:cubicBezTo>
                    <a:pt x="35" y="232"/>
                    <a:pt x="40" y="224"/>
                    <a:pt x="44" y="215"/>
                  </a:cubicBezTo>
                  <a:cubicBezTo>
                    <a:pt x="44" y="231"/>
                    <a:pt x="44" y="231"/>
                    <a:pt x="44" y="231"/>
                  </a:cubicBezTo>
                  <a:cubicBezTo>
                    <a:pt x="43" y="234"/>
                    <a:pt x="42" y="237"/>
                    <a:pt x="41" y="242"/>
                  </a:cubicBezTo>
                  <a:cubicBezTo>
                    <a:pt x="42" y="241"/>
                    <a:pt x="43" y="241"/>
                    <a:pt x="44" y="241"/>
                  </a:cubicBezTo>
                  <a:cubicBezTo>
                    <a:pt x="44" y="251"/>
                    <a:pt x="44" y="251"/>
                    <a:pt x="44" y="251"/>
                  </a:cubicBezTo>
                  <a:cubicBezTo>
                    <a:pt x="39" y="253"/>
                    <a:pt x="36" y="255"/>
                    <a:pt x="33" y="261"/>
                  </a:cubicBezTo>
                  <a:cubicBezTo>
                    <a:pt x="33" y="241"/>
                    <a:pt x="33" y="241"/>
                    <a:pt x="33" y="241"/>
                  </a:cubicBezTo>
                  <a:close/>
                  <a:moveTo>
                    <a:pt x="44" y="578"/>
                  </a:moveTo>
                  <a:cubicBezTo>
                    <a:pt x="40" y="571"/>
                    <a:pt x="36" y="563"/>
                    <a:pt x="33" y="555"/>
                  </a:cubicBezTo>
                  <a:cubicBezTo>
                    <a:pt x="33" y="537"/>
                    <a:pt x="33" y="537"/>
                    <a:pt x="33" y="537"/>
                  </a:cubicBezTo>
                  <a:cubicBezTo>
                    <a:pt x="33" y="537"/>
                    <a:pt x="33" y="538"/>
                    <a:pt x="33" y="539"/>
                  </a:cubicBezTo>
                  <a:cubicBezTo>
                    <a:pt x="37" y="535"/>
                    <a:pt x="41" y="531"/>
                    <a:pt x="44" y="527"/>
                  </a:cubicBezTo>
                  <a:cubicBezTo>
                    <a:pt x="44" y="542"/>
                    <a:pt x="44" y="542"/>
                    <a:pt x="44" y="542"/>
                  </a:cubicBezTo>
                  <a:cubicBezTo>
                    <a:pt x="41" y="548"/>
                    <a:pt x="40" y="554"/>
                    <a:pt x="44" y="563"/>
                  </a:cubicBezTo>
                  <a:cubicBezTo>
                    <a:pt x="44" y="578"/>
                    <a:pt x="44" y="578"/>
                    <a:pt x="44" y="578"/>
                  </a:cubicBezTo>
                  <a:close/>
                  <a:moveTo>
                    <a:pt x="44" y="270"/>
                  </a:moveTo>
                  <a:cubicBezTo>
                    <a:pt x="44" y="279"/>
                    <a:pt x="44" y="279"/>
                    <a:pt x="44" y="279"/>
                  </a:cubicBezTo>
                  <a:cubicBezTo>
                    <a:pt x="40" y="280"/>
                    <a:pt x="36" y="281"/>
                    <a:pt x="33" y="282"/>
                  </a:cubicBezTo>
                  <a:cubicBezTo>
                    <a:pt x="33" y="272"/>
                    <a:pt x="33" y="272"/>
                    <a:pt x="33" y="272"/>
                  </a:cubicBezTo>
                  <a:cubicBezTo>
                    <a:pt x="36" y="272"/>
                    <a:pt x="40" y="271"/>
                    <a:pt x="44" y="270"/>
                  </a:cubicBezTo>
                  <a:close/>
                  <a:moveTo>
                    <a:pt x="44" y="298"/>
                  </a:moveTo>
                  <a:cubicBezTo>
                    <a:pt x="44" y="308"/>
                    <a:pt x="44" y="308"/>
                    <a:pt x="44" y="308"/>
                  </a:cubicBezTo>
                  <a:cubicBezTo>
                    <a:pt x="40" y="309"/>
                    <a:pt x="36" y="310"/>
                    <a:pt x="33" y="311"/>
                  </a:cubicBezTo>
                  <a:cubicBezTo>
                    <a:pt x="33" y="302"/>
                    <a:pt x="33" y="302"/>
                    <a:pt x="33" y="302"/>
                  </a:cubicBezTo>
                  <a:cubicBezTo>
                    <a:pt x="37" y="301"/>
                    <a:pt x="41" y="300"/>
                    <a:pt x="44" y="298"/>
                  </a:cubicBezTo>
                  <a:close/>
                  <a:moveTo>
                    <a:pt x="44" y="323"/>
                  </a:moveTo>
                  <a:cubicBezTo>
                    <a:pt x="44" y="391"/>
                    <a:pt x="44" y="391"/>
                    <a:pt x="44" y="391"/>
                  </a:cubicBezTo>
                  <a:cubicBezTo>
                    <a:pt x="44" y="392"/>
                    <a:pt x="44" y="393"/>
                    <a:pt x="44" y="395"/>
                  </a:cubicBezTo>
                  <a:cubicBezTo>
                    <a:pt x="44" y="396"/>
                    <a:pt x="44" y="397"/>
                    <a:pt x="44" y="398"/>
                  </a:cubicBezTo>
                  <a:cubicBezTo>
                    <a:pt x="44" y="469"/>
                    <a:pt x="44" y="469"/>
                    <a:pt x="44" y="469"/>
                  </a:cubicBezTo>
                  <a:cubicBezTo>
                    <a:pt x="44" y="467"/>
                    <a:pt x="43" y="465"/>
                    <a:pt x="42" y="462"/>
                  </a:cubicBezTo>
                  <a:cubicBezTo>
                    <a:pt x="38" y="465"/>
                    <a:pt x="35" y="467"/>
                    <a:pt x="33" y="470"/>
                  </a:cubicBezTo>
                  <a:cubicBezTo>
                    <a:pt x="33" y="459"/>
                    <a:pt x="33" y="459"/>
                    <a:pt x="33" y="459"/>
                  </a:cubicBezTo>
                  <a:cubicBezTo>
                    <a:pt x="39" y="452"/>
                    <a:pt x="42" y="445"/>
                    <a:pt x="38" y="432"/>
                  </a:cubicBezTo>
                  <a:cubicBezTo>
                    <a:pt x="38" y="432"/>
                    <a:pt x="36" y="433"/>
                    <a:pt x="33" y="435"/>
                  </a:cubicBezTo>
                  <a:cubicBezTo>
                    <a:pt x="33" y="423"/>
                    <a:pt x="33" y="423"/>
                    <a:pt x="33" y="423"/>
                  </a:cubicBezTo>
                  <a:cubicBezTo>
                    <a:pt x="38" y="416"/>
                    <a:pt x="41" y="409"/>
                    <a:pt x="36" y="399"/>
                  </a:cubicBezTo>
                  <a:cubicBezTo>
                    <a:pt x="35" y="400"/>
                    <a:pt x="34" y="401"/>
                    <a:pt x="33" y="402"/>
                  </a:cubicBezTo>
                  <a:cubicBezTo>
                    <a:pt x="33" y="391"/>
                    <a:pt x="33" y="391"/>
                    <a:pt x="33" y="391"/>
                  </a:cubicBezTo>
                  <a:cubicBezTo>
                    <a:pt x="33" y="390"/>
                    <a:pt x="34" y="389"/>
                    <a:pt x="35" y="389"/>
                  </a:cubicBezTo>
                  <a:cubicBezTo>
                    <a:pt x="39" y="382"/>
                    <a:pt x="37" y="375"/>
                    <a:pt x="37" y="368"/>
                  </a:cubicBezTo>
                  <a:cubicBezTo>
                    <a:pt x="35" y="369"/>
                    <a:pt x="34" y="370"/>
                    <a:pt x="33" y="371"/>
                  </a:cubicBezTo>
                  <a:cubicBezTo>
                    <a:pt x="33" y="360"/>
                    <a:pt x="33" y="360"/>
                    <a:pt x="33" y="360"/>
                  </a:cubicBezTo>
                  <a:cubicBezTo>
                    <a:pt x="41" y="354"/>
                    <a:pt x="41" y="350"/>
                    <a:pt x="41" y="337"/>
                  </a:cubicBezTo>
                  <a:cubicBezTo>
                    <a:pt x="39" y="338"/>
                    <a:pt x="36" y="339"/>
                    <a:pt x="33" y="341"/>
                  </a:cubicBezTo>
                  <a:cubicBezTo>
                    <a:pt x="33" y="330"/>
                    <a:pt x="33" y="330"/>
                    <a:pt x="33" y="330"/>
                  </a:cubicBezTo>
                  <a:cubicBezTo>
                    <a:pt x="36" y="329"/>
                    <a:pt x="40" y="327"/>
                    <a:pt x="43" y="325"/>
                  </a:cubicBezTo>
                  <a:cubicBezTo>
                    <a:pt x="44" y="325"/>
                    <a:pt x="44" y="324"/>
                    <a:pt x="44" y="323"/>
                  </a:cubicBezTo>
                  <a:close/>
                  <a:moveTo>
                    <a:pt x="44" y="481"/>
                  </a:moveTo>
                  <a:cubicBezTo>
                    <a:pt x="44" y="498"/>
                    <a:pt x="44" y="498"/>
                    <a:pt x="44" y="498"/>
                  </a:cubicBezTo>
                  <a:cubicBezTo>
                    <a:pt x="42" y="500"/>
                    <a:pt x="40" y="503"/>
                    <a:pt x="34" y="507"/>
                  </a:cubicBezTo>
                  <a:cubicBezTo>
                    <a:pt x="33" y="509"/>
                    <a:pt x="33" y="510"/>
                    <a:pt x="33" y="511"/>
                  </a:cubicBezTo>
                  <a:cubicBezTo>
                    <a:pt x="33" y="498"/>
                    <a:pt x="33" y="498"/>
                    <a:pt x="33" y="498"/>
                  </a:cubicBezTo>
                  <a:cubicBezTo>
                    <a:pt x="38" y="492"/>
                    <a:pt x="42" y="487"/>
                    <a:pt x="44" y="481"/>
                  </a:cubicBezTo>
                  <a:close/>
                  <a:moveTo>
                    <a:pt x="0" y="436"/>
                  </a:moveTo>
                  <a:cubicBezTo>
                    <a:pt x="0" y="410"/>
                    <a:pt x="0" y="384"/>
                    <a:pt x="0" y="357"/>
                  </a:cubicBezTo>
                  <a:cubicBezTo>
                    <a:pt x="5" y="355"/>
                    <a:pt x="4" y="335"/>
                    <a:pt x="5" y="330"/>
                  </a:cubicBezTo>
                  <a:cubicBezTo>
                    <a:pt x="10" y="313"/>
                    <a:pt x="10" y="296"/>
                    <a:pt x="19" y="280"/>
                  </a:cubicBezTo>
                  <a:cubicBezTo>
                    <a:pt x="21" y="269"/>
                    <a:pt x="22" y="257"/>
                    <a:pt x="31" y="249"/>
                  </a:cubicBezTo>
                  <a:cubicBezTo>
                    <a:pt x="31" y="246"/>
                    <a:pt x="32" y="244"/>
                    <a:pt x="33" y="241"/>
                  </a:cubicBezTo>
                  <a:cubicBezTo>
                    <a:pt x="33" y="261"/>
                    <a:pt x="33" y="261"/>
                    <a:pt x="33" y="261"/>
                  </a:cubicBezTo>
                  <a:cubicBezTo>
                    <a:pt x="31" y="264"/>
                    <a:pt x="29" y="268"/>
                    <a:pt x="27" y="273"/>
                  </a:cubicBezTo>
                  <a:cubicBezTo>
                    <a:pt x="29" y="273"/>
                    <a:pt x="31" y="273"/>
                    <a:pt x="33" y="272"/>
                  </a:cubicBezTo>
                  <a:cubicBezTo>
                    <a:pt x="33" y="282"/>
                    <a:pt x="33" y="282"/>
                    <a:pt x="33" y="282"/>
                  </a:cubicBezTo>
                  <a:cubicBezTo>
                    <a:pt x="32" y="282"/>
                    <a:pt x="31" y="282"/>
                    <a:pt x="31" y="282"/>
                  </a:cubicBezTo>
                  <a:cubicBezTo>
                    <a:pt x="22" y="289"/>
                    <a:pt x="20" y="295"/>
                    <a:pt x="18" y="306"/>
                  </a:cubicBezTo>
                  <a:cubicBezTo>
                    <a:pt x="23" y="304"/>
                    <a:pt x="28" y="303"/>
                    <a:pt x="33" y="302"/>
                  </a:cubicBezTo>
                  <a:cubicBezTo>
                    <a:pt x="33" y="311"/>
                    <a:pt x="33" y="311"/>
                    <a:pt x="33" y="311"/>
                  </a:cubicBezTo>
                  <a:cubicBezTo>
                    <a:pt x="20" y="315"/>
                    <a:pt x="13" y="320"/>
                    <a:pt x="12" y="339"/>
                  </a:cubicBezTo>
                  <a:cubicBezTo>
                    <a:pt x="19" y="336"/>
                    <a:pt x="26" y="333"/>
                    <a:pt x="33" y="330"/>
                  </a:cubicBezTo>
                  <a:cubicBezTo>
                    <a:pt x="33" y="341"/>
                    <a:pt x="33" y="341"/>
                    <a:pt x="33" y="341"/>
                  </a:cubicBezTo>
                  <a:cubicBezTo>
                    <a:pt x="26" y="343"/>
                    <a:pt x="19" y="346"/>
                    <a:pt x="13" y="349"/>
                  </a:cubicBezTo>
                  <a:cubicBezTo>
                    <a:pt x="10" y="357"/>
                    <a:pt x="8" y="363"/>
                    <a:pt x="9" y="372"/>
                  </a:cubicBezTo>
                  <a:cubicBezTo>
                    <a:pt x="15" y="369"/>
                    <a:pt x="21" y="366"/>
                    <a:pt x="27" y="363"/>
                  </a:cubicBezTo>
                  <a:cubicBezTo>
                    <a:pt x="29" y="362"/>
                    <a:pt x="31" y="361"/>
                    <a:pt x="33" y="360"/>
                  </a:cubicBezTo>
                  <a:cubicBezTo>
                    <a:pt x="33" y="371"/>
                    <a:pt x="33" y="371"/>
                    <a:pt x="33" y="371"/>
                  </a:cubicBezTo>
                  <a:cubicBezTo>
                    <a:pt x="13" y="383"/>
                    <a:pt x="7" y="381"/>
                    <a:pt x="8" y="408"/>
                  </a:cubicBezTo>
                  <a:cubicBezTo>
                    <a:pt x="12" y="404"/>
                    <a:pt x="25" y="396"/>
                    <a:pt x="33" y="391"/>
                  </a:cubicBezTo>
                  <a:cubicBezTo>
                    <a:pt x="33" y="402"/>
                    <a:pt x="33" y="402"/>
                    <a:pt x="33" y="402"/>
                  </a:cubicBezTo>
                  <a:cubicBezTo>
                    <a:pt x="13" y="413"/>
                    <a:pt x="6" y="416"/>
                    <a:pt x="10" y="440"/>
                  </a:cubicBezTo>
                  <a:cubicBezTo>
                    <a:pt x="17" y="435"/>
                    <a:pt x="26" y="430"/>
                    <a:pt x="33" y="423"/>
                  </a:cubicBezTo>
                  <a:cubicBezTo>
                    <a:pt x="33" y="435"/>
                    <a:pt x="33" y="435"/>
                    <a:pt x="33" y="435"/>
                  </a:cubicBezTo>
                  <a:cubicBezTo>
                    <a:pt x="27" y="440"/>
                    <a:pt x="18" y="446"/>
                    <a:pt x="15" y="449"/>
                  </a:cubicBezTo>
                  <a:cubicBezTo>
                    <a:pt x="12" y="457"/>
                    <a:pt x="13" y="465"/>
                    <a:pt x="14" y="475"/>
                  </a:cubicBezTo>
                  <a:cubicBezTo>
                    <a:pt x="21" y="469"/>
                    <a:pt x="28" y="464"/>
                    <a:pt x="33" y="459"/>
                  </a:cubicBezTo>
                  <a:cubicBezTo>
                    <a:pt x="33" y="470"/>
                    <a:pt x="33" y="470"/>
                    <a:pt x="33" y="470"/>
                  </a:cubicBezTo>
                  <a:cubicBezTo>
                    <a:pt x="21" y="480"/>
                    <a:pt x="17" y="488"/>
                    <a:pt x="23" y="507"/>
                  </a:cubicBezTo>
                  <a:cubicBezTo>
                    <a:pt x="26" y="504"/>
                    <a:pt x="30" y="501"/>
                    <a:pt x="33" y="498"/>
                  </a:cubicBezTo>
                  <a:cubicBezTo>
                    <a:pt x="33" y="511"/>
                    <a:pt x="33" y="511"/>
                    <a:pt x="33" y="511"/>
                  </a:cubicBezTo>
                  <a:cubicBezTo>
                    <a:pt x="28" y="520"/>
                    <a:pt x="29" y="526"/>
                    <a:pt x="33" y="537"/>
                  </a:cubicBezTo>
                  <a:cubicBezTo>
                    <a:pt x="33" y="555"/>
                    <a:pt x="33" y="555"/>
                    <a:pt x="33" y="555"/>
                  </a:cubicBezTo>
                  <a:cubicBezTo>
                    <a:pt x="26" y="542"/>
                    <a:pt x="21" y="527"/>
                    <a:pt x="18" y="513"/>
                  </a:cubicBezTo>
                  <a:cubicBezTo>
                    <a:pt x="11" y="498"/>
                    <a:pt x="10" y="482"/>
                    <a:pt x="5" y="465"/>
                  </a:cubicBezTo>
                  <a:cubicBezTo>
                    <a:pt x="5" y="459"/>
                    <a:pt x="5" y="438"/>
                    <a:pt x="0" y="4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6" name="Freeform 6">
              <a:extLst>
                <a:ext uri="{FF2B5EF4-FFF2-40B4-BE49-F238E27FC236}">
                  <a16:creationId xmlns:a16="http://schemas.microsoft.com/office/drawing/2014/main" id="{C369E933-ABF5-40F4-BB55-C68B20201670}"/>
                </a:ext>
              </a:extLst>
            </p:cNvPr>
            <p:cNvSpPr>
              <a:spLocks noEditPoints="1"/>
            </p:cNvSpPr>
            <p:nvPr/>
          </p:nvSpPr>
          <p:spPr bwMode="auto">
            <a:xfrm>
              <a:off x="4755980" y="1029661"/>
              <a:ext cx="5873921" cy="2020314"/>
            </a:xfrm>
            <a:custGeom>
              <a:avLst/>
              <a:gdLst>
                <a:gd name="T0" fmla="*/ 18 w 1381"/>
                <a:gd name="T1" fmla="*/ 76 h 473"/>
                <a:gd name="T2" fmla="*/ 233 w 1381"/>
                <a:gd name="T3" fmla="*/ 28 h 473"/>
                <a:gd name="T4" fmla="*/ 67 w 1381"/>
                <a:gd name="T5" fmla="*/ 244 h 473"/>
                <a:gd name="T6" fmla="*/ 18 w 1381"/>
                <a:gd name="T7" fmla="*/ 446 h 473"/>
                <a:gd name="T8" fmla="*/ 132 w 1381"/>
                <a:gd name="T9" fmla="*/ 196 h 473"/>
                <a:gd name="T10" fmla="*/ 174 w 1381"/>
                <a:gd name="T11" fmla="*/ 243 h 473"/>
                <a:gd name="T12" fmla="*/ 164 w 1381"/>
                <a:gd name="T13" fmla="*/ 413 h 473"/>
                <a:gd name="T14" fmla="*/ 218 w 1381"/>
                <a:gd name="T15" fmla="*/ 351 h 473"/>
                <a:gd name="T16" fmla="*/ 218 w 1381"/>
                <a:gd name="T17" fmla="*/ 408 h 473"/>
                <a:gd name="T18" fmla="*/ 255 w 1381"/>
                <a:gd name="T19" fmla="*/ 235 h 473"/>
                <a:gd name="T20" fmla="*/ 225 w 1381"/>
                <a:gd name="T21" fmla="*/ 202 h 473"/>
                <a:gd name="T22" fmla="*/ 275 w 1381"/>
                <a:gd name="T23" fmla="*/ 23 h 473"/>
                <a:gd name="T24" fmla="*/ 225 w 1381"/>
                <a:gd name="T25" fmla="*/ 322 h 473"/>
                <a:gd name="T26" fmla="*/ 229 w 1381"/>
                <a:gd name="T27" fmla="*/ 263 h 473"/>
                <a:gd name="T28" fmla="*/ 663 w 1381"/>
                <a:gd name="T29" fmla="*/ 49 h 473"/>
                <a:gd name="T30" fmla="*/ 620 w 1381"/>
                <a:gd name="T31" fmla="*/ 47 h 473"/>
                <a:gd name="T32" fmla="*/ 523 w 1381"/>
                <a:gd name="T33" fmla="*/ 93 h 473"/>
                <a:gd name="T34" fmla="*/ 436 w 1381"/>
                <a:gd name="T35" fmla="*/ 159 h 473"/>
                <a:gd name="T36" fmla="*/ 555 w 1381"/>
                <a:gd name="T37" fmla="*/ 126 h 473"/>
                <a:gd name="T38" fmla="*/ 482 w 1381"/>
                <a:gd name="T39" fmla="*/ 235 h 473"/>
                <a:gd name="T40" fmla="*/ 488 w 1381"/>
                <a:gd name="T41" fmla="*/ 274 h 473"/>
                <a:gd name="T42" fmla="*/ 514 w 1381"/>
                <a:gd name="T43" fmla="*/ 290 h 473"/>
                <a:gd name="T44" fmla="*/ 475 w 1381"/>
                <a:gd name="T45" fmla="*/ 359 h 473"/>
                <a:gd name="T46" fmla="*/ 509 w 1381"/>
                <a:gd name="T47" fmla="*/ 380 h 473"/>
                <a:gd name="T48" fmla="*/ 537 w 1381"/>
                <a:gd name="T49" fmla="*/ 446 h 473"/>
                <a:gd name="T50" fmla="*/ 629 w 1381"/>
                <a:gd name="T51" fmla="*/ 327 h 473"/>
                <a:gd name="T52" fmla="*/ 644 w 1381"/>
                <a:gd name="T53" fmla="*/ 240 h 473"/>
                <a:gd name="T54" fmla="*/ 592 w 1381"/>
                <a:gd name="T55" fmla="*/ 238 h 473"/>
                <a:gd name="T56" fmla="*/ 566 w 1381"/>
                <a:gd name="T57" fmla="*/ 154 h 473"/>
                <a:gd name="T58" fmla="*/ 686 w 1381"/>
                <a:gd name="T59" fmla="*/ 48 h 473"/>
                <a:gd name="T60" fmla="*/ 565 w 1381"/>
                <a:gd name="T61" fmla="*/ 320 h 473"/>
                <a:gd name="T62" fmla="*/ 579 w 1381"/>
                <a:gd name="T63" fmla="*/ 190 h 473"/>
                <a:gd name="T64" fmla="*/ 558 w 1381"/>
                <a:gd name="T65" fmla="*/ 233 h 473"/>
                <a:gd name="T66" fmla="*/ 947 w 1381"/>
                <a:gd name="T67" fmla="*/ 191 h 473"/>
                <a:gd name="T68" fmla="*/ 920 w 1381"/>
                <a:gd name="T69" fmla="*/ 93 h 473"/>
                <a:gd name="T70" fmla="*/ 800 w 1381"/>
                <a:gd name="T71" fmla="*/ 275 h 473"/>
                <a:gd name="T72" fmla="*/ 854 w 1381"/>
                <a:gd name="T73" fmla="*/ 368 h 473"/>
                <a:gd name="T74" fmla="*/ 928 w 1381"/>
                <a:gd name="T75" fmla="*/ 324 h 473"/>
                <a:gd name="T76" fmla="*/ 1016 w 1381"/>
                <a:gd name="T77" fmla="*/ 378 h 473"/>
                <a:gd name="T78" fmla="*/ 1171 w 1381"/>
                <a:gd name="T79" fmla="*/ 214 h 473"/>
                <a:gd name="T80" fmla="*/ 1167 w 1381"/>
                <a:gd name="T81" fmla="*/ 188 h 473"/>
                <a:gd name="T82" fmla="*/ 1291 w 1381"/>
                <a:gd name="T83" fmla="*/ 102 h 473"/>
                <a:gd name="T84" fmla="*/ 1311 w 1381"/>
                <a:gd name="T85" fmla="*/ 3 h 473"/>
                <a:gd name="T86" fmla="*/ 1267 w 1381"/>
                <a:gd name="T87" fmla="*/ 117 h 473"/>
                <a:gd name="T88" fmla="*/ 1180 w 1381"/>
                <a:gd name="T89" fmla="*/ 229 h 473"/>
                <a:gd name="T90" fmla="*/ 1228 w 1381"/>
                <a:gd name="T91" fmla="*/ 222 h 473"/>
                <a:gd name="T92" fmla="*/ 1251 w 1381"/>
                <a:gd name="T93" fmla="*/ 248 h 473"/>
                <a:gd name="T94" fmla="*/ 1374 w 1381"/>
                <a:gd name="T95" fmla="*/ 168 h 473"/>
                <a:gd name="T96" fmla="*/ 1263 w 1381"/>
                <a:gd name="T97" fmla="*/ 194 h 473"/>
                <a:gd name="T98" fmla="*/ 1301 w 1381"/>
                <a:gd name="T99" fmla="*/ 252 h 473"/>
                <a:gd name="T100" fmla="*/ 1247 w 1381"/>
                <a:gd name="T101" fmla="*/ 312 h 473"/>
                <a:gd name="T102" fmla="*/ 1291 w 1381"/>
                <a:gd name="T103" fmla="*/ 306 h 473"/>
                <a:gd name="T104" fmla="*/ 1291 w 1381"/>
                <a:gd name="T105" fmla="*/ 281 h 473"/>
                <a:gd name="T106" fmla="*/ 1291 w 1381"/>
                <a:gd name="T107" fmla="*/ 281 h 473"/>
                <a:gd name="T108" fmla="*/ 1153 w 1381"/>
                <a:gd name="T109" fmla="*/ 393 h 473"/>
                <a:gd name="T110" fmla="*/ 1196 w 1381"/>
                <a:gd name="T111" fmla="*/ 434 h 473"/>
                <a:gd name="T112" fmla="*/ 1263 w 1381"/>
                <a:gd name="T113" fmla="*/ 46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1" h="473">
                  <a:moveTo>
                    <a:pt x="39" y="109"/>
                  </a:moveTo>
                  <a:cubicBezTo>
                    <a:pt x="56" y="113"/>
                    <a:pt x="68" y="100"/>
                    <a:pt x="68" y="100"/>
                  </a:cubicBezTo>
                  <a:cubicBezTo>
                    <a:pt x="77" y="83"/>
                    <a:pt x="59" y="72"/>
                    <a:pt x="59" y="72"/>
                  </a:cubicBezTo>
                  <a:cubicBezTo>
                    <a:pt x="45" y="63"/>
                    <a:pt x="20" y="66"/>
                    <a:pt x="20" y="66"/>
                  </a:cubicBezTo>
                  <a:cubicBezTo>
                    <a:pt x="18" y="68"/>
                    <a:pt x="18" y="76"/>
                    <a:pt x="18" y="76"/>
                  </a:cubicBezTo>
                  <a:cubicBezTo>
                    <a:pt x="23" y="103"/>
                    <a:pt x="39" y="109"/>
                    <a:pt x="39" y="109"/>
                  </a:cubicBezTo>
                  <a:close/>
                  <a:moveTo>
                    <a:pt x="275" y="23"/>
                  </a:moveTo>
                  <a:cubicBezTo>
                    <a:pt x="263" y="22"/>
                    <a:pt x="265" y="9"/>
                    <a:pt x="265" y="9"/>
                  </a:cubicBezTo>
                  <a:cubicBezTo>
                    <a:pt x="262" y="0"/>
                    <a:pt x="246" y="3"/>
                    <a:pt x="246" y="3"/>
                  </a:cubicBezTo>
                  <a:cubicBezTo>
                    <a:pt x="240" y="6"/>
                    <a:pt x="233" y="28"/>
                    <a:pt x="233" y="28"/>
                  </a:cubicBezTo>
                  <a:cubicBezTo>
                    <a:pt x="230" y="41"/>
                    <a:pt x="205" y="108"/>
                    <a:pt x="205" y="108"/>
                  </a:cubicBezTo>
                  <a:cubicBezTo>
                    <a:pt x="198" y="117"/>
                    <a:pt x="137" y="145"/>
                    <a:pt x="137" y="145"/>
                  </a:cubicBezTo>
                  <a:cubicBezTo>
                    <a:pt x="78" y="177"/>
                    <a:pt x="74" y="210"/>
                    <a:pt x="74" y="210"/>
                  </a:cubicBezTo>
                  <a:cubicBezTo>
                    <a:pt x="75" y="240"/>
                    <a:pt x="67" y="255"/>
                    <a:pt x="67" y="255"/>
                  </a:cubicBezTo>
                  <a:cubicBezTo>
                    <a:pt x="67" y="244"/>
                    <a:pt x="67" y="244"/>
                    <a:pt x="67" y="244"/>
                  </a:cubicBezTo>
                  <a:cubicBezTo>
                    <a:pt x="68" y="222"/>
                    <a:pt x="53" y="216"/>
                    <a:pt x="53" y="216"/>
                  </a:cubicBezTo>
                  <a:cubicBezTo>
                    <a:pt x="48" y="182"/>
                    <a:pt x="36" y="179"/>
                    <a:pt x="36" y="179"/>
                  </a:cubicBezTo>
                  <a:cubicBezTo>
                    <a:pt x="0" y="188"/>
                    <a:pt x="12" y="251"/>
                    <a:pt x="12" y="259"/>
                  </a:cubicBezTo>
                  <a:cubicBezTo>
                    <a:pt x="12" y="268"/>
                    <a:pt x="12" y="342"/>
                    <a:pt x="12" y="342"/>
                  </a:cubicBezTo>
                  <a:cubicBezTo>
                    <a:pt x="12" y="404"/>
                    <a:pt x="18" y="446"/>
                    <a:pt x="18" y="446"/>
                  </a:cubicBezTo>
                  <a:cubicBezTo>
                    <a:pt x="20" y="451"/>
                    <a:pt x="44" y="463"/>
                    <a:pt x="44" y="463"/>
                  </a:cubicBezTo>
                  <a:cubicBezTo>
                    <a:pt x="66" y="465"/>
                    <a:pt x="62" y="435"/>
                    <a:pt x="62" y="435"/>
                  </a:cubicBezTo>
                  <a:cubicBezTo>
                    <a:pt x="62" y="396"/>
                    <a:pt x="75" y="348"/>
                    <a:pt x="75" y="348"/>
                  </a:cubicBezTo>
                  <a:cubicBezTo>
                    <a:pt x="90" y="294"/>
                    <a:pt x="92" y="246"/>
                    <a:pt x="92" y="246"/>
                  </a:cubicBezTo>
                  <a:cubicBezTo>
                    <a:pt x="85" y="205"/>
                    <a:pt x="132" y="196"/>
                    <a:pt x="132" y="196"/>
                  </a:cubicBezTo>
                  <a:cubicBezTo>
                    <a:pt x="139" y="191"/>
                    <a:pt x="190" y="148"/>
                    <a:pt x="190" y="148"/>
                  </a:cubicBezTo>
                  <a:cubicBezTo>
                    <a:pt x="197" y="143"/>
                    <a:pt x="197" y="145"/>
                    <a:pt x="197" y="145"/>
                  </a:cubicBezTo>
                  <a:cubicBezTo>
                    <a:pt x="199" y="151"/>
                    <a:pt x="191" y="166"/>
                    <a:pt x="191" y="166"/>
                  </a:cubicBezTo>
                  <a:cubicBezTo>
                    <a:pt x="186" y="174"/>
                    <a:pt x="185" y="180"/>
                    <a:pt x="187" y="180"/>
                  </a:cubicBezTo>
                  <a:cubicBezTo>
                    <a:pt x="194" y="221"/>
                    <a:pt x="174" y="243"/>
                    <a:pt x="174" y="243"/>
                  </a:cubicBezTo>
                  <a:cubicBezTo>
                    <a:pt x="165" y="251"/>
                    <a:pt x="168" y="258"/>
                    <a:pt x="168" y="258"/>
                  </a:cubicBezTo>
                  <a:cubicBezTo>
                    <a:pt x="172" y="271"/>
                    <a:pt x="199" y="261"/>
                    <a:pt x="199" y="261"/>
                  </a:cubicBezTo>
                  <a:cubicBezTo>
                    <a:pt x="209" y="259"/>
                    <a:pt x="203" y="266"/>
                    <a:pt x="203" y="266"/>
                  </a:cubicBezTo>
                  <a:cubicBezTo>
                    <a:pt x="194" y="280"/>
                    <a:pt x="183" y="332"/>
                    <a:pt x="183" y="332"/>
                  </a:cubicBezTo>
                  <a:cubicBezTo>
                    <a:pt x="175" y="355"/>
                    <a:pt x="164" y="413"/>
                    <a:pt x="164" y="413"/>
                  </a:cubicBezTo>
                  <a:cubicBezTo>
                    <a:pt x="162" y="440"/>
                    <a:pt x="173" y="440"/>
                    <a:pt x="173" y="440"/>
                  </a:cubicBezTo>
                  <a:cubicBezTo>
                    <a:pt x="201" y="440"/>
                    <a:pt x="199" y="387"/>
                    <a:pt x="199" y="387"/>
                  </a:cubicBezTo>
                  <a:cubicBezTo>
                    <a:pt x="199" y="380"/>
                    <a:pt x="205" y="349"/>
                    <a:pt x="205" y="349"/>
                  </a:cubicBezTo>
                  <a:cubicBezTo>
                    <a:pt x="207" y="343"/>
                    <a:pt x="212" y="345"/>
                    <a:pt x="212" y="345"/>
                  </a:cubicBezTo>
                  <a:cubicBezTo>
                    <a:pt x="212" y="345"/>
                    <a:pt x="214" y="350"/>
                    <a:pt x="218" y="351"/>
                  </a:cubicBezTo>
                  <a:cubicBezTo>
                    <a:pt x="222" y="352"/>
                    <a:pt x="226" y="352"/>
                    <a:pt x="229" y="356"/>
                  </a:cubicBezTo>
                  <a:cubicBezTo>
                    <a:pt x="231" y="361"/>
                    <a:pt x="231" y="378"/>
                    <a:pt x="231" y="378"/>
                  </a:cubicBezTo>
                  <a:cubicBezTo>
                    <a:pt x="233" y="390"/>
                    <a:pt x="230" y="390"/>
                    <a:pt x="230" y="390"/>
                  </a:cubicBezTo>
                  <a:cubicBezTo>
                    <a:pt x="226" y="391"/>
                    <a:pt x="213" y="386"/>
                    <a:pt x="213" y="386"/>
                  </a:cubicBezTo>
                  <a:cubicBezTo>
                    <a:pt x="213" y="392"/>
                    <a:pt x="218" y="408"/>
                    <a:pt x="218" y="408"/>
                  </a:cubicBezTo>
                  <a:cubicBezTo>
                    <a:pt x="228" y="436"/>
                    <a:pt x="244" y="432"/>
                    <a:pt x="244" y="432"/>
                  </a:cubicBezTo>
                  <a:cubicBezTo>
                    <a:pt x="267" y="431"/>
                    <a:pt x="267" y="412"/>
                    <a:pt x="267" y="412"/>
                  </a:cubicBezTo>
                  <a:cubicBezTo>
                    <a:pt x="263" y="386"/>
                    <a:pt x="262" y="354"/>
                    <a:pt x="262" y="354"/>
                  </a:cubicBezTo>
                  <a:cubicBezTo>
                    <a:pt x="258" y="299"/>
                    <a:pt x="265" y="250"/>
                    <a:pt x="265" y="250"/>
                  </a:cubicBezTo>
                  <a:cubicBezTo>
                    <a:pt x="265" y="240"/>
                    <a:pt x="255" y="235"/>
                    <a:pt x="255" y="235"/>
                  </a:cubicBezTo>
                  <a:cubicBezTo>
                    <a:pt x="250" y="229"/>
                    <a:pt x="252" y="226"/>
                    <a:pt x="252" y="226"/>
                  </a:cubicBezTo>
                  <a:cubicBezTo>
                    <a:pt x="253" y="221"/>
                    <a:pt x="273" y="199"/>
                    <a:pt x="273" y="199"/>
                  </a:cubicBezTo>
                  <a:cubicBezTo>
                    <a:pt x="281" y="189"/>
                    <a:pt x="270" y="181"/>
                    <a:pt x="270" y="181"/>
                  </a:cubicBezTo>
                  <a:cubicBezTo>
                    <a:pt x="249" y="181"/>
                    <a:pt x="235" y="199"/>
                    <a:pt x="235" y="199"/>
                  </a:cubicBezTo>
                  <a:cubicBezTo>
                    <a:pt x="229" y="205"/>
                    <a:pt x="225" y="202"/>
                    <a:pt x="225" y="202"/>
                  </a:cubicBezTo>
                  <a:cubicBezTo>
                    <a:pt x="224" y="189"/>
                    <a:pt x="253" y="150"/>
                    <a:pt x="253" y="150"/>
                  </a:cubicBezTo>
                  <a:cubicBezTo>
                    <a:pt x="250" y="112"/>
                    <a:pt x="251" y="111"/>
                    <a:pt x="251" y="111"/>
                  </a:cubicBezTo>
                  <a:cubicBezTo>
                    <a:pt x="258" y="99"/>
                    <a:pt x="300" y="71"/>
                    <a:pt x="300" y="71"/>
                  </a:cubicBezTo>
                  <a:cubicBezTo>
                    <a:pt x="310" y="62"/>
                    <a:pt x="313" y="53"/>
                    <a:pt x="313" y="53"/>
                  </a:cubicBezTo>
                  <a:cubicBezTo>
                    <a:pt x="305" y="32"/>
                    <a:pt x="275" y="23"/>
                    <a:pt x="275" y="23"/>
                  </a:cubicBezTo>
                  <a:close/>
                  <a:moveTo>
                    <a:pt x="225" y="322"/>
                  </a:moveTo>
                  <a:cubicBezTo>
                    <a:pt x="225" y="322"/>
                    <a:pt x="218" y="321"/>
                    <a:pt x="220" y="308"/>
                  </a:cubicBezTo>
                  <a:cubicBezTo>
                    <a:pt x="220" y="308"/>
                    <a:pt x="220" y="304"/>
                    <a:pt x="226" y="305"/>
                  </a:cubicBezTo>
                  <a:cubicBezTo>
                    <a:pt x="226" y="305"/>
                    <a:pt x="228" y="307"/>
                    <a:pt x="228" y="313"/>
                  </a:cubicBezTo>
                  <a:cubicBezTo>
                    <a:pt x="228" y="313"/>
                    <a:pt x="230" y="323"/>
                    <a:pt x="225" y="322"/>
                  </a:cubicBezTo>
                  <a:close/>
                  <a:moveTo>
                    <a:pt x="229" y="263"/>
                  </a:moveTo>
                  <a:cubicBezTo>
                    <a:pt x="229" y="263"/>
                    <a:pt x="235" y="261"/>
                    <a:pt x="234" y="270"/>
                  </a:cubicBezTo>
                  <a:cubicBezTo>
                    <a:pt x="234" y="270"/>
                    <a:pt x="234" y="277"/>
                    <a:pt x="230" y="277"/>
                  </a:cubicBezTo>
                  <a:cubicBezTo>
                    <a:pt x="230" y="277"/>
                    <a:pt x="224" y="279"/>
                    <a:pt x="225" y="268"/>
                  </a:cubicBezTo>
                  <a:cubicBezTo>
                    <a:pt x="225" y="268"/>
                    <a:pt x="226" y="264"/>
                    <a:pt x="229" y="263"/>
                  </a:cubicBezTo>
                  <a:close/>
                  <a:moveTo>
                    <a:pt x="271" y="54"/>
                  </a:moveTo>
                  <a:cubicBezTo>
                    <a:pt x="271" y="54"/>
                    <a:pt x="265" y="60"/>
                    <a:pt x="263" y="52"/>
                  </a:cubicBezTo>
                  <a:cubicBezTo>
                    <a:pt x="263" y="52"/>
                    <a:pt x="261" y="43"/>
                    <a:pt x="265" y="36"/>
                  </a:cubicBezTo>
                  <a:cubicBezTo>
                    <a:pt x="265" y="36"/>
                    <a:pt x="275" y="40"/>
                    <a:pt x="271" y="54"/>
                  </a:cubicBezTo>
                  <a:close/>
                  <a:moveTo>
                    <a:pt x="663" y="49"/>
                  </a:moveTo>
                  <a:cubicBezTo>
                    <a:pt x="659" y="58"/>
                    <a:pt x="654" y="53"/>
                    <a:pt x="654" y="53"/>
                  </a:cubicBezTo>
                  <a:cubicBezTo>
                    <a:pt x="650" y="47"/>
                    <a:pt x="662" y="33"/>
                    <a:pt x="662" y="33"/>
                  </a:cubicBezTo>
                  <a:cubicBezTo>
                    <a:pt x="665" y="26"/>
                    <a:pt x="661" y="21"/>
                    <a:pt x="661" y="21"/>
                  </a:cubicBezTo>
                  <a:cubicBezTo>
                    <a:pt x="653" y="11"/>
                    <a:pt x="640" y="22"/>
                    <a:pt x="640" y="22"/>
                  </a:cubicBezTo>
                  <a:cubicBezTo>
                    <a:pt x="640" y="22"/>
                    <a:pt x="621" y="44"/>
                    <a:pt x="620" y="47"/>
                  </a:cubicBezTo>
                  <a:cubicBezTo>
                    <a:pt x="619" y="50"/>
                    <a:pt x="598" y="75"/>
                    <a:pt x="594" y="80"/>
                  </a:cubicBezTo>
                  <a:cubicBezTo>
                    <a:pt x="592" y="88"/>
                    <a:pt x="578" y="94"/>
                    <a:pt x="578" y="94"/>
                  </a:cubicBezTo>
                  <a:cubicBezTo>
                    <a:pt x="543" y="108"/>
                    <a:pt x="543" y="108"/>
                    <a:pt x="543" y="108"/>
                  </a:cubicBezTo>
                  <a:cubicBezTo>
                    <a:pt x="529" y="111"/>
                    <a:pt x="529" y="106"/>
                    <a:pt x="529" y="106"/>
                  </a:cubicBezTo>
                  <a:cubicBezTo>
                    <a:pt x="523" y="93"/>
                    <a:pt x="523" y="93"/>
                    <a:pt x="523" y="93"/>
                  </a:cubicBezTo>
                  <a:cubicBezTo>
                    <a:pt x="518" y="79"/>
                    <a:pt x="509" y="74"/>
                    <a:pt x="509" y="74"/>
                  </a:cubicBezTo>
                  <a:cubicBezTo>
                    <a:pt x="499" y="67"/>
                    <a:pt x="501" y="78"/>
                    <a:pt x="501" y="78"/>
                  </a:cubicBezTo>
                  <a:cubicBezTo>
                    <a:pt x="501" y="87"/>
                    <a:pt x="501" y="104"/>
                    <a:pt x="501" y="104"/>
                  </a:cubicBezTo>
                  <a:cubicBezTo>
                    <a:pt x="501" y="132"/>
                    <a:pt x="487" y="135"/>
                    <a:pt x="484" y="136"/>
                  </a:cubicBezTo>
                  <a:cubicBezTo>
                    <a:pt x="481" y="138"/>
                    <a:pt x="436" y="159"/>
                    <a:pt x="436" y="159"/>
                  </a:cubicBezTo>
                  <a:cubicBezTo>
                    <a:pt x="431" y="160"/>
                    <a:pt x="430" y="163"/>
                    <a:pt x="430" y="163"/>
                  </a:cubicBezTo>
                  <a:cubicBezTo>
                    <a:pt x="437" y="186"/>
                    <a:pt x="485" y="159"/>
                    <a:pt x="485" y="159"/>
                  </a:cubicBezTo>
                  <a:cubicBezTo>
                    <a:pt x="505" y="164"/>
                    <a:pt x="511" y="159"/>
                    <a:pt x="511" y="159"/>
                  </a:cubicBezTo>
                  <a:cubicBezTo>
                    <a:pt x="515" y="157"/>
                    <a:pt x="546" y="127"/>
                    <a:pt x="546" y="127"/>
                  </a:cubicBezTo>
                  <a:cubicBezTo>
                    <a:pt x="554" y="121"/>
                    <a:pt x="555" y="126"/>
                    <a:pt x="555" y="126"/>
                  </a:cubicBezTo>
                  <a:cubicBezTo>
                    <a:pt x="555" y="138"/>
                    <a:pt x="538" y="145"/>
                    <a:pt x="538" y="145"/>
                  </a:cubicBezTo>
                  <a:cubicBezTo>
                    <a:pt x="529" y="149"/>
                    <a:pt x="527" y="162"/>
                    <a:pt x="527" y="162"/>
                  </a:cubicBezTo>
                  <a:cubicBezTo>
                    <a:pt x="525" y="169"/>
                    <a:pt x="521" y="206"/>
                    <a:pt x="521" y="206"/>
                  </a:cubicBezTo>
                  <a:cubicBezTo>
                    <a:pt x="517" y="231"/>
                    <a:pt x="499" y="236"/>
                    <a:pt x="499" y="236"/>
                  </a:cubicBezTo>
                  <a:cubicBezTo>
                    <a:pt x="489" y="241"/>
                    <a:pt x="482" y="235"/>
                    <a:pt x="482" y="235"/>
                  </a:cubicBezTo>
                  <a:cubicBezTo>
                    <a:pt x="468" y="235"/>
                    <a:pt x="463" y="264"/>
                    <a:pt x="463" y="264"/>
                  </a:cubicBezTo>
                  <a:cubicBezTo>
                    <a:pt x="459" y="269"/>
                    <a:pt x="430" y="283"/>
                    <a:pt x="430" y="283"/>
                  </a:cubicBezTo>
                  <a:cubicBezTo>
                    <a:pt x="424" y="286"/>
                    <a:pt x="425" y="294"/>
                    <a:pt x="425" y="294"/>
                  </a:cubicBezTo>
                  <a:cubicBezTo>
                    <a:pt x="439" y="299"/>
                    <a:pt x="458" y="288"/>
                    <a:pt x="458" y="288"/>
                  </a:cubicBezTo>
                  <a:cubicBezTo>
                    <a:pt x="464" y="283"/>
                    <a:pt x="488" y="274"/>
                    <a:pt x="488" y="274"/>
                  </a:cubicBezTo>
                  <a:cubicBezTo>
                    <a:pt x="493" y="273"/>
                    <a:pt x="515" y="251"/>
                    <a:pt x="515" y="251"/>
                  </a:cubicBezTo>
                  <a:cubicBezTo>
                    <a:pt x="522" y="246"/>
                    <a:pt x="525" y="248"/>
                    <a:pt x="525" y="248"/>
                  </a:cubicBezTo>
                  <a:cubicBezTo>
                    <a:pt x="529" y="251"/>
                    <a:pt x="525" y="273"/>
                    <a:pt x="525" y="273"/>
                  </a:cubicBezTo>
                  <a:cubicBezTo>
                    <a:pt x="525" y="278"/>
                    <a:pt x="512" y="283"/>
                    <a:pt x="512" y="283"/>
                  </a:cubicBezTo>
                  <a:cubicBezTo>
                    <a:pt x="509" y="289"/>
                    <a:pt x="514" y="290"/>
                    <a:pt x="514" y="290"/>
                  </a:cubicBezTo>
                  <a:cubicBezTo>
                    <a:pt x="521" y="291"/>
                    <a:pt x="519" y="296"/>
                    <a:pt x="519" y="296"/>
                  </a:cubicBezTo>
                  <a:cubicBezTo>
                    <a:pt x="515" y="305"/>
                    <a:pt x="498" y="321"/>
                    <a:pt x="498" y="321"/>
                  </a:cubicBezTo>
                  <a:cubicBezTo>
                    <a:pt x="485" y="335"/>
                    <a:pt x="442" y="359"/>
                    <a:pt x="442" y="359"/>
                  </a:cubicBezTo>
                  <a:cubicBezTo>
                    <a:pt x="430" y="364"/>
                    <a:pt x="432" y="366"/>
                    <a:pt x="432" y="366"/>
                  </a:cubicBezTo>
                  <a:cubicBezTo>
                    <a:pt x="453" y="381"/>
                    <a:pt x="475" y="359"/>
                    <a:pt x="475" y="359"/>
                  </a:cubicBezTo>
                  <a:cubicBezTo>
                    <a:pt x="492" y="344"/>
                    <a:pt x="516" y="329"/>
                    <a:pt x="516" y="329"/>
                  </a:cubicBezTo>
                  <a:cubicBezTo>
                    <a:pt x="528" y="322"/>
                    <a:pt x="527" y="333"/>
                    <a:pt x="527" y="333"/>
                  </a:cubicBezTo>
                  <a:cubicBezTo>
                    <a:pt x="529" y="349"/>
                    <a:pt x="528" y="363"/>
                    <a:pt x="528" y="363"/>
                  </a:cubicBezTo>
                  <a:cubicBezTo>
                    <a:pt x="528" y="373"/>
                    <a:pt x="525" y="375"/>
                    <a:pt x="525" y="375"/>
                  </a:cubicBezTo>
                  <a:cubicBezTo>
                    <a:pt x="522" y="377"/>
                    <a:pt x="509" y="380"/>
                    <a:pt x="509" y="380"/>
                  </a:cubicBezTo>
                  <a:cubicBezTo>
                    <a:pt x="504" y="381"/>
                    <a:pt x="509" y="392"/>
                    <a:pt x="509" y="392"/>
                  </a:cubicBezTo>
                  <a:cubicBezTo>
                    <a:pt x="510" y="398"/>
                    <a:pt x="524" y="396"/>
                    <a:pt x="524" y="396"/>
                  </a:cubicBezTo>
                  <a:cubicBezTo>
                    <a:pt x="527" y="396"/>
                    <a:pt x="529" y="398"/>
                    <a:pt x="529" y="398"/>
                  </a:cubicBezTo>
                  <a:cubicBezTo>
                    <a:pt x="530" y="414"/>
                    <a:pt x="530" y="414"/>
                    <a:pt x="530" y="414"/>
                  </a:cubicBezTo>
                  <a:cubicBezTo>
                    <a:pt x="531" y="434"/>
                    <a:pt x="537" y="446"/>
                    <a:pt x="537" y="446"/>
                  </a:cubicBezTo>
                  <a:cubicBezTo>
                    <a:pt x="544" y="464"/>
                    <a:pt x="549" y="464"/>
                    <a:pt x="549" y="464"/>
                  </a:cubicBezTo>
                  <a:cubicBezTo>
                    <a:pt x="561" y="462"/>
                    <a:pt x="558" y="418"/>
                    <a:pt x="558" y="418"/>
                  </a:cubicBezTo>
                  <a:cubicBezTo>
                    <a:pt x="557" y="401"/>
                    <a:pt x="561" y="379"/>
                    <a:pt x="561" y="379"/>
                  </a:cubicBezTo>
                  <a:cubicBezTo>
                    <a:pt x="563" y="379"/>
                    <a:pt x="594" y="358"/>
                    <a:pt x="594" y="358"/>
                  </a:cubicBezTo>
                  <a:cubicBezTo>
                    <a:pt x="603" y="351"/>
                    <a:pt x="629" y="327"/>
                    <a:pt x="629" y="327"/>
                  </a:cubicBezTo>
                  <a:cubicBezTo>
                    <a:pt x="635" y="318"/>
                    <a:pt x="628" y="314"/>
                    <a:pt x="624" y="314"/>
                  </a:cubicBezTo>
                  <a:cubicBezTo>
                    <a:pt x="620" y="313"/>
                    <a:pt x="608" y="306"/>
                    <a:pt x="608" y="306"/>
                  </a:cubicBezTo>
                  <a:cubicBezTo>
                    <a:pt x="602" y="303"/>
                    <a:pt x="606" y="289"/>
                    <a:pt x="606" y="289"/>
                  </a:cubicBezTo>
                  <a:cubicBezTo>
                    <a:pt x="607" y="278"/>
                    <a:pt x="640" y="255"/>
                    <a:pt x="640" y="255"/>
                  </a:cubicBezTo>
                  <a:cubicBezTo>
                    <a:pt x="649" y="249"/>
                    <a:pt x="644" y="240"/>
                    <a:pt x="644" y="240"/>
                  </a:cubicBezTo>
                  <a:cubicBezTo>
                    <a:pt x="637" y="232"/>
                    <a:pt x="626" y="237"/>
                    <a:pt x="622" y="239"/>
                  </a:cubicBezTo>
                  <a:cubicBezTo>
                    <a:pt x="618" y="241"/>
                    <a:pt x="597" y="252"/>
                    <a:pt x="597" y="252"/>
                  </a:cubicBezTo>
                  <a:cubicBezTo>
                    <a:pt x="587" y="257"/>
                    <a:pt x="575" y="261"/>
                    <a:pt x="575" y="261"/>
                  </a:cubicBezTo>
                  <a:cubicBezTo>
                    <a:pt x="568" y="261"/>
                    <a:pt x="572" y="257"/>
                    <a:pt x="572" y="257"/>
                  </a:cubicBezTo>
                  <a:cubicBezTo>
                    <a:pt x="575" y="254"/>
                    <a:pt x="592" y="238"/>
                    <a:pt x="592" y="238"/>
                  </a:cubicBezTo>
                  <a:cubicBezTo>
                    <a:pt x="592" y="238"/>
                    <a:pt x="619" y="203"/>
                    <a:pt x="624" y="198"/>
                  </a:cubicBezTo>
                  <a:cubicBezTo>
                    <a:pt x="628" y="193"/>
                    <a:pt x="650" y="167"/>
                    <a:pt x="650" y="167"/>
                  </a:cubicBezTo>
                  <a:cubicBezTo>
                    <a:pt x="652" y="140"/>
                    <a:pt x="633" y="137"/>
                    <a:pt x="633" y="137"/>
                  </a:cubicBezTo>
                  <a:cubicBezTo>
                    <a:pt x="612" y="131"/>
                    <a:pt x="575" y="156"/>
                    <a:pt x="575" y="156"/>
                  </a:cubicBezTo>
                  <a:cubicBezTo>
                    <a:pt x="565" y="160"/>
                    <a:pt x="566" y="154"/>
                    <a:pt x="566" y="154"/>
                  </a:cubicBezTo>
                  <a:cubicBezTo>
                    <a:pt x="567" y="143"/>
                    <a:pt x="599" y="109"/>
                    <a:pt x="599" y="109"/>
                  </a:cubicBezTo>
                  <a:cubicBezTo>
                    <a:pt x="599" y="109"/>
                    <a:pt x="603" y="106"/>
                    <a:pt x="605" y="106"/>
                  </a:cubicBezTo>
                  <a:cubicBezTo>
                    <a:pt x="607" y="106"/>
                    <a:pt x="659" y="77"/>
                    <a:pt x="662" y="77"/>
                  </a:cubicBezTo>
                  <a:cubicBezTo>
                    <a:pt x="665" y="77"/>
                    <a:pt x="684" y="67"/>
                    <a:pt x="684" y="67"/>
                  </a:cubicBezTo>
                  <a:cubicBezTo>
                    <a:pt x="697" y="58"/>
                    <a:pt x="686" y="48"/>
                    <a:pt x="686" y="48"/>
                  </a:cubicBezTo>
                  <a:cubicBezTo>
                    <a:pt x="674" y="36"/>
                    <a:pt x="663" y="49"/>
                    <a:pt x="663" y="49"/>
                  </a:cubicBezTo>
                  <a:close/>
                  <a:moveTo>
                    <a:pt x="590" y="319"/>
                  </a:moveTo>
                  <a:cubicBezTo>
                    <a:pt x="590" y="319"/>
                    <a:pt x="597" y="338"/>
                    <a:pt x="582" y="344"/>
                  </a:cubicBezTo>
                  <a:cubicBezTo>
                    <a:pt x="582" y="344"/>
                    <a:pt x="564" y="357"/>
                    <a:pt x="561" y="351"/>
                  </a:cubicBezTo>
                  <a:cubicBezTo>
                    <a:pt x="561" y="351"/>
                    <a:pt x="558" y="334"/>
                    <a:pt x="565" y="320"/>
                  </a:cubicBezTo>
                  <a:cubicBezTo>
                    <a:pt x="565" y="320"/>
                    <a:pt x="584" y="306"/>
                    <a:pt x="590" y="319"/>
                  </a:cubicBezTo>
                  <a:close/>
                  <a:moveTo>
                    <a:pt x="576" y="177"/>
                  </a:moveTo>
                  <a:cubicBezTo>
                    <a:pt x="576" y="177"/>
                    <a:pt x="592" y="165"/>
                    <a:pt x="598" y="162"/>
                  </a:cubicBezTo>
                  <a:cubicBezTo>
                    <a:pt x="604" y="158"/>
                    <a:pt x="610" y="159"/>
                    <a:pt x="608" y="163"/>
                  </a:cubicBezTo>
                  <a:cubicBezTo>
                    <a:pt x="608" y="163"/>
                    <a:pt x="588" y="187"/>
                    <a:pt x="579" y="190"/>
                  </a:cubicBezTo>
                  <a:cubicBezTo>
                    <a:pt x="579" y="190"/>
                    <a:pt x="573" y="201"/>
                    <a:pt x="567" y="195"/>
                  </a:cubicBezTo>
                  <a:cubicBezTo>
                    <a:pt x="567" y="195"/>
                    <a:pt x="566" y="183"/>
                    <a:pt x="576" y="177"/>
                  </a:cubicBezTo>
                  <a:close/>
                  <a:moveTo>
                    <a:pt x="575" y="219"/>
                  </a:moveTo>
                  <a:cubicBezTo>
                    <a:pt x="575" y="225"/>
                    <a:pt x="570" y="231"/>
                    <a:pt x="564" y="234"/>
                  </a:cubicBezTo>
                  <a:cubicBezTo>
                    <a:pt x="564" y="234"/>
                    <a:pt x="561" y="237"/>
                    <a:pt x="558" y="233"/>
                  </a:cubicBezTo>
                  <a:cubicBezTo>
                    <a:pt x="556" y="232"/>
                    <a:pt x="559" y="226"/>
                    <a:pt x="564" y="222"/>
                  </a:cubicBezTo>
                  <a:cubicBezTo>
                    <a:pt x="569" y="217"/>
                    <a:pt x="575" y="212"/>
                    <a:pt x="575" y="219"/>
                  </a:cubicBezTo>
                  <a:close/>
                  <a:moveTo>
                    <a:pt x="975" y="202"/>
                  </a:moveTo>
                  <a:cubicBezTo>
                    <a:pt x="987" y="177"/>
                    <a:pt x="961" y="171"/>
                    <a:pt x="961" y="171"/>
                  </a:cubicBezTo>
                  <a:cubicBezTo>
                    <a:pt x="950" y="167"/>
                    <a:pt x="947" y="191"/>
                    <a:pt x="947" y="191"/>
                  </a:cubicBezTo>
                  <a:cubicBezTo>
                    <a:pt x="944" y="204"/>
                    <a:pt x="929" y="207"/>
                    <a:pt x="929" y="207"/>
                  </a:cubicBezTo>
                  <a:cubicBezTo>
                    <a:pt x="922" y="208"/>
                    <a:pt x="930" y="179"/>
                    <a:pt x="930" y="179"/>
                  </a:cubicBezTo>
                  <a:cubicBezTo>
                    <a:pt x="937" y="146"/>
                    <a:pt x="939" y="102"/>
                    <a:pt x="941" y="102"/>
                  </a:cubicBezTo>
                  <a:cubicBezTo>
                    <a:pt x="941" y="91"/>
                    <a:pt x="931" y="88"/>
                    <a:pt x="931" y="88"/>
                  </a:cubicBezTo>
                  <a:cubicBezTo>
                    <a:pt x="921" y="84"/>
                    <a:pt x="920" y="93"/>
                    <a:pt x="920" y="93"/>
                  </a:cubicBezTo>
                  <a:cubicBezTo>
                    <a:pt x="909" y="135"/>
                    <a:pt x="909" y="135"/>
                    <a:pt x="909" y="135"/>
                  </a:cubicBezTo>
                  <a:cubicBezTo>
                    <a:pt x="898" y="179"/>
                    <a:pt x="898" y="179"/>
                    <a:pt x="898" y="179"/>
                  </a:cubicBezTo>
                  <a:cubicBezTo>
                    <a:pt x="884" y="229"/>
                    <a:pt x="884" y="229"/>
                    <a:pt x="884" y="229"/>
                  </a:cubicBezTo>
                  <a:cubicBezTo>
                    <a:pt x="872" y="252"/>
                    <a:pt x="821" y="265"/>
                    <a:pt x="821" y="265"/>
                  </a:cubicBezTo>
                  <a:cubicBezTo>
                    <a:pt x="804" y="268"/>
                    <a:pt x="800" y="275"/>
                    <a:pt x="800" y="275"/>
                  </a:cubicBezTo>
                  <a:cubicBezTo>
                    <a:pt x="806" y="306"/>
                    <a:pt x="866" y="286"/>
                    <a:pt x="868" y="286"/>
                  </a:cubicBezTo>
                  <a:cubicBezTo>
                    <a:pt x="867" y="303"/>
                    <a:pt x="848" y="338"/>
                    <a:pt x="848" y="338"/>
                  </a:cubicBezTo>
                  <a:cubicBezTo>
                    <a:pt x="833" y="381"/>
                    <a:pt x="774" y="414"/>
                    <a:pt x="774" y="414"/>
                  </a:cubicBezTo>
                  <a:cubicBezTo>
                    <a:pt x="766" y="419"/>
                    <a:pt x="767" y="423"/>
                    <a:pt x="767" y="423"/>
                  </a:cubicBezTo>
                  <a:cubicBezTo>
                    <a:pt x="803" y="425"/>
                    <a:pt x="854" y="368"/>
                    <a:pt x="854" y="368"/>
                  </a:cubicBezTo>
                  <a:cubicBezTo>
                    <a:pt x="889" y="330"/>
                    <a:pt x="907" y="263"/>
                    <a:pt x="907" y="263"/>
                  </a:cubicBezTo>
                  <a:cubicBezTo>
                    <a:pt x="957" y="240"/>
                    <a:pt x="975" y="202"/>
                    <a:pt x="975" y="202"/>
                  </a:cubicBezTo>
                  <a:close/>
                  <a:moveTo>
                    <a:pt x="973" y="365"/>
                  </a:moveTo>
                  <a:cubicBezTo>
                    <a:pt x="935" y="343"/>
                    <a:pt x="933" y="328"/>
                    <a:pt x="928" y="324"/>
                  </a:cubicBezTo>
                  <a:cubicBezTo>
                    <a:pt x="928" y="324"/>
                    <a:pt x="928" y="324"/>
                    <a:pt x="928" y="324"/>
                  </a:cubicBezTo>
                  <a:cubicBezTo>
                    <a:pt x="923" y="319"/>
                    <a:pt x="911" y="321"/>
                    <a:pt x="911" y="321"/>
                  </a:cubicBezTo>
                  <a:cubicBezTo>
                    <a:pt x="911" y="326"/>
                    <a:pt x="918" y="352"/>
                    <a:pt x="918" y="352"/>
                  </a:cubicBezTo>
                  <a:cubicBezTo>
                    <a:pt x="931" y="389"/>
                    <a:pt x="954" y="404"/>
                    <a:pt x="954" y="404"/>
                  </a:cubicBezTo>
                  <a:cubicBezTo>
                    <a:pt x="968" y="415"/>
                    <a:pt x="989" y="402"/>
                    <a:pt x="989" y="402"/>
                  </a:cubicBezTo>
                  <a:cubicBezTo>
                    <a:pt x="1003" y="398"/>
                    <a:pt x="1016" y="378"/>
                    <a:pt x="1016" y="378"/>
                  </a:cubicBezTo>
                  <a:cubicBezTo>
                    <a:pt x="989" y="374"/>
                    <a:pt x="989" y="374"/>
                    <a:pt x="989" y="374"/>
                  </a:cubicBezTo>
                  <a:cubicBezTo>
                    <a:pt x="984" y="374"/>
                    <a:pt x="973" y="365"/>
                    <a:pt x="973" y="365"/>
                  </a:cubicBezTo>
                  <a:close/>
                  <a:moveTo>
                    <a:pt x="1167" y="188"/>
                  </a:moveTo>
                  <a:cubicBezTo>
                    <a:pt x="1170" y="193"/>
                    <a:pt x="1166" y="204"/>
                    <a:pt x="1166" y="204"/>
                  </a:cubicBezTo>
                  <a:cubicBezTo>
                    <a:pt x="1166" y="215"/>
                    <a:pt x="1171" y="214"/>
                    <a:pt x="1171" y="214"/>
                  </a:cubicBezTo>
                  <a:cubicBezTo>
                    <a:pt x="1194" y="209"/>
                    <a:pt x="1197" y="193"/>
                    <a:pt x="1197" y="186"/>
                  </a:cubicBezTo>
                  <a:cubicBezTo>
                    <a:pt x="1197" y="179"/>
                    <a:pt x="1189" y="175"/>
                    <a:pt x="1185" y="173"/>
                  </a:cubicBezTo>
                  <a:cubicBezTo>
                    <a:pt x="1180" y="171"/>
                    <a:pt x="1152" y="142"/>
                    <a:pt x="1152" y="142"/>
                  </a:cubicBezTo>
                  <a:cubicBezTo>
                    <a:pt x="1150" y="140"/>
                    <a:pt x="1146" y="140"/>
                    <a:pt x="1146" y="140"/>
                  </a:cubicBezTo>
                  <a:cubicBezTo>
                    <a:pt x="1137" y="167"/>
                    <a:pt x="1164" y="183"/>
                    <a:pt x="1167" y="188"/>
                  </a:cubicBezTo>
                  <a:close/>
                  <a:moveTo>
                    <a:pt x="1379" y="146"/>
                  </a:moveTo>
                  <a:cubicBezTo>
                    <a:pt x="1359" y="130"/>
                    <a:pt x="1307" y="145"/>
                    <a:pt x="1307" y="145"/>
                  </a:cubicBezTo>
                  <a:cubicBezTo>
                    <a:pt x="1295" y="149"/>
                    <a:pt x="1302" y="135"/>
                    <a:pt x="1302" y="135"/>
                  </a:cubicBezTo>
                  <a:cubicBezTo>
                    <a:pt x="1308" y="128"/>
                    <a:pt x="1309" y="115"/>
                    <a:pt x="1309" y="115"/>
                  </a:cubicBezTo>
                  <a:cubicBezTo>
                    <a:pt x="1310" y="102"/>
                    <a:pt x="1291" y="102"/>
                    <a:pt x="1291" y="102"/>
                  </a:cubicBezTo>
                  <a:cubicBezTo>
                    <a:pt x="1280" y="101"/>
                    <a:pt x="1285" y="92"/>
                    <a:pt x="1285" y="92"/>
                  </a:cubicBezTo>
                  <a:cubicBezTo>
                    <a:pt x="1293" y="93"/>
                    <a:pt x="1304" y="75"/>
                    <a:pt x="1304" y="75"/>
                  </a:cubicBezTo>
                  <a:cubicBezTo>
                    <a:pt x="1311" y="63"/>
                    <a:pt x="1332" y="46"/>
                    <a:pt x="1332" y="46"/>
                  </a:cubicBezTo>
                  <a:cubicBezTo>
                    <a:pt x="1345" y="34"/>
                    <a:pt x="1344" y="17"/>
                    <a:pt x="1344" y="17"/>
                  </a:cubicBezTo>
                  <a:cubicBezTo>
                    <a:pt x="1339" y="4"/>
                    <a:pt x="1311" y="3"/>
                    <a:pt x="1311" y="3"/>
                  </a:cubicBezTo>
                  <a:cubicBezTo>
                    <a:pt x="1301" y="3"/>
                    <a:pt x="1302" y="21"/>
                    <a:pt x="1302" y="21"/>
                  </a:cubicBezTo>
                  <a:cubicBezTo>
                    <a:pt x="1302" y="32"/>
                    <a:pt x="1293" y="46"/>
                    <a:pt x="1293" y="46"/>
                  </a:cubicBezTo>
                  <a:cubicBezTo>
                    <a:pt x="1277" y="79"/>
                    <a:pt x="1238" y="105"/>
                    <a:pt x="1238" y="105"/>
                  </a:cubicBezTo>
                  <a:cubicBezTo>
                    <a:pt x="1229" y="108"/>
                    <a:pt x="1234" y="119"/>
                    <a:pt x="1234" y="119"/>
                  </a:cubicBezTo>
                  <a:cubicBezTo>
                    <a:pt x="1240" y="126"/>
                    <a:pt x="1267" y="117"/>
                    <a:pt x="1267" y="117"/>
                  </a:cubicBezTo>
                  <a:cubicBezTo>
                    <a:pt x="1267" y="117"/>
                    <a:pt x="1258" y="148"/>
                    <a:pt x="1256" y="155"/>
                  </a:cubicBezTo>
                  <a:cubicBezTo>
                    <a:pt x="1253" y="163"/>
                    <a:pt x="1240" y="182"/>
                    <a:pt x="1236" y="183"/>
                  </a:cubicBezTo>
                  <a:cubicBezTo>
                    <a:pt x="1233" y="183"/>
                    <a:pt x="1230" y="184"/>
                    <a:pt x="1224" y="184"/>
                  </a:cubicBezTo>
                  <a:cubicBezTo>
                    <a:pt x="1217" y="184"/>
                    <a:pt x="1214" y="199"/>
                    <a:pt x="1214" y="199"/>
                  </a:cubicBezTo>
                  <a:cubicBezTo>
                    <a:pt x="1180" y="229"/>
                    <a:pt x="1180" y="229"/>
                    <a:pt x="1180" y="229"/>
                  </a:cubicBezTo>
                  <a:cubicBezTo>
                    <a:pt x="1170" y="241"/>
                    <a:pt x="1155" y="239"/>
                    <a:pt x="1155" y="239"/>
                  </a:cubicBezTo>
                  <a:cubicBezTo>
                    <a:pt x="1143" y="238"/>
                    <a:pt x="1124" y="230"/>
                    <a:pt x="1124" y="230"/>
                  </a:cubicBezTo>
                  <a:cubicBezTo>
                    <a:pt x="1127" y="282"/>
                    <a:pt x="1169" y="280"/>
                    <a:pt x="1169" y="280"/>
                  </a:cubicBezTo>
                  <a:cubicBezTo>
                    <a:pt x="1173" y="280"/>
                    <a:pt x="1177" y="252"/>
                    <a:pt x="1177" y="252"/>
                  </a:cubicBezTo>
                  <a:cubicBezTo>
                    <a:pt x="1183" y="242"/>
                    <a:pt x="1228" y="222"/>
                    <a:pt x="1228" y="222"/>
                  </a:cubicBezTo>
                  <a:cubicBezTo>
                    <a:pt x="1256" y="212"/>
                    <a:pt x="1260" y="221"/>
                    <a:pt x="1260" y="221"/>
                  </a:cubicBezTo>
                  <a:cubicBezTo>
                    <a:pt x="1260" y="221"/>
                    <a:pt x="1260" y="224"/>
                    <a:pt x="1257" y="227"/>
                  </a:cubicBezTo>
                  <a:cubicBezTo>
                    <a:pt x="1254" y="231"/>
                    <a:pt x="1243" y="241"/>
                    <a:pt x="1238" y="245"/>
                  </a:cubicBezTo>
                  <a:cubicBezTo>
                    <a:pt x="1233" y="248"/>
                    <a:pt x="1228" y="249"/>
                    <a:pt x="1233" y="253"/>
                  </a:cubicBezTo>
                  <a:cubicBezTo>
                    <a:pt x="1237" y="258"/>
                    <a:pt x="1244" y="250"/>
                    <a:pt x="1251" y="248"/>
                  </a:cubicBezTo>
                  <a:cubicBezTo>
                    <a:pt x="1257" y="245"/>
                    <a:pt x="1267" y="237"/>
                    <a:pt x="1272" y="234"/>
                  </a:cubicBezTo>
                  <a:cubicBezTo>
                    <a:pt x="1276" y="232"/>
                    <a:pt x="1292" y="226"/>
                    <a:pt x="1302" y="223"/>
                  </a:cubicBezTo>
                  <a:cubicBezTo>
                    <a:pt x="1312" y="220"/>
                    <a:pt x="1316" y="218"/>
                    <a:pt x="1322" y="217"/>
                  </a:cubicBezTo>
                  <a:cubicBezTo>
                    <a:pt x="1327" y="217"/>
                    <a:pt x="1327" y="214"/>
                    <a:pt x="1332" y="209"/>
                  </a:cubicBezTo>
                  <a:cubicBezTo>
                    <a:pt x="1337" y="204"/>
                    <a:pt x="1374" y="168"/>
                    <a:pt x="1374" y="168"/>
                  </a:cubicBezTo>
                  <a:cubicBezTo>
                    <a:pt x="1381" y="161"/>
                    <a:pt x="1379" y="146"/>
                    <a:pt x="1379" y="146"/>
                  </a:cubicBezTo>
                  <a:close/>
                  <a:moveTo>
                    <a:pt x="1326" y="182"/>
                  </a:moveTo>
                  <a:cubicBezTo>
                    <a:pt x="1326" y="182"/>
                    <a:pt x="1310" y="195"/>
                    <a:pt x="1296" y="188"/>
                  </a:cubicBezTo>
                  <a:cubicBezTo>
                    <a:pt x="1296" y="188"/>
                    <a:pt x="1283" y="183"/>
                    <a:pt x="1272" y="193"/>
                  </a:cubicBezTo>
                  <a:cubicBezTo>
                    <a:pt x="1272" y="193"/>
                    <a:pt x="1263" y="201"/>
                    <a:pt x="1263" y="194"/>
                  </a:cubicBezTo>
                  <a:cubicBezTo>
                    <a:pt x="1263" y="194"/>
                    <a:pt x="1264" y="174"/>
                    <a:pt x="1291" y="163"/>
                  </a:cubicBezTo>
                  <a:cubicBezTo>
                    <a:pt x="1291" y="163"/>
                    <a:pt x="1324" y="149"/>
                    <a:pt x="1341" y="157"/>
                  </a:cubicBezTo>
                  <a:cubicBezTo>
                    <a:pt x="1341" y="157"/>
                    <a:pt x="1334" y="175"/>
                    <a:pt x="1326" y="182"/>
                  </a:cubicBezTo>
                  <a:close/>
                  <a:moveTo>
                    <a:pt x="1310" y="246"/>
                  </a:moveTo>
                  <a:cubicBezTo>
                    <a:pt x="1301" y="252"/>
                    <a:pt x="1301" y="252"/>
                    <a:pt x="1301" y="252"/>
                  </a:cubicBezTo>
                  <a:cubicBezTo>
                    <a:pt x="1251" y="277"/>
                    <a:pt x="1251" y="277"/>
                    <a:pt x="1251" y="277"/>
                  </a:cubicBezTo>
                  <a:cubicBezTo>
                    <a:pt x="1171" y="318"/>
                    <a:pt x="1171" y="318"/>
                    <a:pt x="1171" y="318"/>
                  </a:cubicBezTo>
                  <a:cubicBezTo>
                    <a:pt x="1168" y="331"/>
                    <a:pt x="1186" y="329"/>
                    <a:pt x="1193" y="329"/>
                  </a:cubicBezTo>
                  <a:cubicBezTo>
                    <a:pt x="1200" y="329"/>
                    <a:pt x="1217" y="327"/>
                    <a:pt x="1217" y="327"/>
                  </a:cubicBezTo>
                  <a:cubicBezTo>
                    <a:pt x="1243" y="308"/>
                    <a:pt x="1247" y="312"/>
                    <a:pt x="1247" y="312"/>
                  </a:cubicBezTo>
                  <a:cubicBezTo>
                    <a:pt x="1248" y="316"/>
                    <a:pt x="1248" y="315"/>
                    <a:pt x="1242" y="319"/>
                  </a:cubicBezTo>
                  <a:cubicBezTo>
                    <a:pt x="1236" y="324"/>
                    <a:pt x="1226" y="343"/>
                    <a:pt x="1226" y="343"/>
                  </a:cubicBezTo>
                  <a:cubicBezTo>
                    <a:pt x="1226" y="353"/>
                    <a:pt x="1239" y="342"/>
                    <a:pt x="1241" y="340"/>
                  </a:cubicBezTo>
                  <a:cubicBezTo>
                    <a:pt x="1243" y="337"/>
                    <a:pt x="1259" y="330"/>
                    <a:pt x="1262" y="324"/>
                  </a:cubicBezTo>
                  <a:cubicBezTo>
                    <a:pt x="1266" y="317"/>
                    <a:pt x="1285" y="310"/>
                    <a:pt x="1291" y="306"/>
                  </a:cubicBezTo>
                  <a:cubicBezTo>
                    <a:pt x="1298" y="302"/>
                    <a:pt x="1308" y="295"/>
                    <a:pt x="1308" y="295"/>
                  </a:cubicBezTo>
                  <a:cubicBezTo>
                    <a:pt x="1320" y="275"/>
                    <a:pt x="1345" y="261"/>
                    <a:pt x="1345" y="261"/>
                  </a:cubicBezTo>
                  <a:cubicBezTo>
                    <a:pt x="1350" y="258"/>
                    <a:pt x="1340" y="247"/>
                    <a:pt x="1340" y="247"/>
                  </a:cubicBezTo>
                  <a:cubicBezTo>
                    <a:pt x="1333" y="241"/>
                    <a:pt x="1310" y="246"/>
                    <a:pt x="1310" y="246"/>
                  </a:cubicBezTo>
                  <a:close/>
                  <a:moveTo>
                    <a:pt x="1291" y="281"/>
                  </a:moveTo>
                  <a:cubicBezTo>
                    <a:pt x="1291" y="281"/>
                    <a:pt x="1274" y="294"/>
                    <a:pt x="1273" y="294"/>
                  </a:cubicBezTo>
                  <a:cubicBezTo>
                    <a:pt x="1271" y="295"/>
                    <a:pt x="1265" y="305"/>
                    <a:pt x="1259" y="300"/>
                  </a:cubicBezTo>
                  <a:cubicBezTo>
                    <a:pt x="1259" y="300"/>
                    <a:pt x="1261" y="288"/>
                    <a:pt x="1283" y="276"/>
                  </a:cubicBezTo>
                  <a:cubicBezTo>
                    <a:pt x="1283" y="276"/>
                    <a:pt x="1291" y="269"/>
                    <a:pt x="1294" y="271"/>
                  </a:cubicBezTo>
                  <a:cubicBezTo>
                    <a:pt x="1294" y="272"/>
                    <a:pt x="1298" y="274"/>
                    <a:pt x="1291" y="281"/>
                  </a:cubicBezTo>
                  <a:close/>
                  <a:moveTo>
                    <a:pt x="1299" y="353"/>
                  </a:moveTo>
                  <a:cubicBezTo>
                    <a:pt x="1296" y="353"/>
                    <a:pt x="1272" y="356"/>
                    <a:pt x="1262" y="357"/>
                  </a:cubicBezTo>
                  <a:cubicBezTo>
                    <a:pt x="1253" y="357"/>
                    <a:pt x="1231" y="355"/>
                    <a:pt x="1231" y="355"/>
                  </a:cubicBezTo>
                  <a:cubicBezTo>
                    <a:pt x="1227" y="365"/>
                    <a:pt x="1227" y="365"/>
                    <a:pt x="1227" y="365"/>
                  </a:cubicBezTo>
                  <a:cubicBezTo>
                    <a:pt x="1186" y="376"/>
                    <a:pt x="1153" y="393"/>
                    <a:pt x="1153" y="393"/>
                  </a:cubicBezTo>
                  <a:cubicBezTo>
                    <a:pt x="1151" y="417"/>
                    <a:pt x="1187" y="417"/>
                    <a:pt x="1187" y="417"/>
                  </a:cubicBezTo>
                  <a:cubicBezTo>
                    <a:pt x="1197" y="417"/>
                    <a:pt x="1218" y="408"/>
                    <a:pt x="1218" y="408"/>
                  </a:cubicBezTo>
                  <a:cubicBezTo>
                    <a:pt x="1228" y="399"/>
                    <a:pt x="1241" y="400"/>
                    <a:pt x="1241" y="400"/>
                  </a:cubicBezTo>
                  <a:cubicBezTo>
                    <a:pt x="1252" y="421"/>
                    <a:pt x="1243" y="442"/>
                    <a:pt x="1243" y="442"/>
                  </a:cubicBezTo>
                  <a:cubicBezTo>
                    <a:pt x="1235" y="444"/>
                    <a:pt x="1206" y="434"/>
                    <a:pt x="1196" y="434"/>
                  </a:cubicBezTo>
                  <a:cubicBezTo>
                    <a:pt x="1186" y="434"/>
                    <a:pt x="1180" y="434"/>
                    <a:pt x="1180" y="434"/>
                  </a:cubicBezTo>
                  <a:cubicBezTo>
                    <a:pt x="1180" y="434"/>
                    <a:pt x="1183" y="444"/>
                    <a:pt x="1191" y="448"/>
                  </a:cubicBezTo>
                  <a:cubicBezTo>
                    <a:pt x="1198" y="452"/>
                    <a:pt x="1201" y="454"/>
                    <a:pt x="1208" y="459"/>
                  </a:cubicBezTo>
                  <a:cubicBezTo>
                    <a:pt x="1214" y="465"/>
                    <a:pt x="1252" y="473"/>
                    <a:pt x="1252" y="473"/>
                  </a:cubicBezTo>
                  <a:cubicBezTo>
                    <a:pt x="1253" y="469"/>
                    <a:pt x="1263" y="468"/>
                    <a:pt x="1263" y="468"/>
                  </a:cubicBezTo>
                  <a:cubicBezTo>
                    <a:pt x="1285" y="452"/>
                    <a:pt x="1276" y="418"/>
                    <a:pt x="1276" y="418"/>
                  </a:cubicBezTo>
                  <a:cubicBezTo>
                    <a:pt x="1270" y="408"/>
                    <a:pt x="1275" y="399"/>
                    <a:pt x="1275" y="399"/>
                  </a:cubicBezTo>
                  <a:cubicBezTo>
                    <a:pt x="1298" y="392"/>
                    <a:pt x="1312" y="374"/>
                    <a:pt x="1312" y="374"/>
                  </a:cubicBezTo>
                  <a:cubicBezTo>
                    <a:pt x="1326" y="361"/>
                    <a:pt x="1302" y="354"/>
                    <a:pt x="1299" y="3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7" name="Freeform 7">
              <a:extLst>
                <a:ext uri="{FF2B5EF4-FFF2-40B4-BE49-F238E27FC236}">
                  <a16:creationId xmlns:a16="http://schemas.microsoft.com/office/drawing/2014/main" id="{A2A7263D-9BAA-437F-8177-34C5C4C86273}"/>
                </a:ext>
              </a:extLst>
            </p:cNvPr>
            <p:cNvSpPr>
              <a:spLocks/>
            </p:cNvSpPr>
            <p:nvPr/>
          </p:nvSpPr>
          <p:spPr bwMode="auto">
            <a:xfrm>
              <a:off x="4647705" y="3394487"/>
              <a:ext cx="376501" cy="440483"/>
            </a:xfrm>
            <a:custGeom>
              <a:avLst/>
              <a:gdLst>
                <a:gd name="T0" fmla="*/ 64 w 153"/>
                <a:gd name="T1" fmla="*/ 21 h 179"/>
                <a:gd name="T2" fmla="*/ 64 w 153"/>
                <a:gd name="T3" fmla="*/ 179 h 179"/>
                <a:gd name="T4" fmla="*/ 89 w 153"/>
                <a:gd name="T5" fmla="*/ 179 h 179"/>
                <a:gd name="T6" fmla="*/ 89 w 153"/>
                <a:gd name="T7" fmla="*/ 21 h 179"/>
                <a:gd name="T8" fmla="*/ 153 w 153"/>
                <a:gd name="T9" fmla="*/ 21 h 179"/>
                <a:gd name="T10" fmla="*/ 153 w 153"/>
                <a:gd name="T11" fmla="*/ 0 h 179"/>
                <a:gd name="T12" fmla="*/ 0 w 153"/>
                <a:gd name="T13" fmla="*/ 0 h 179"/>
                <a:gd name="T14" fmla="*/ 0 w 153"/>
                <a:gd name="T15" fmla="*/ 21 h 179"/>
                <a:gd name="T16" fmla="*/ 64 w 153"/>
                <a:gd name="T17" fmla="*/ 21 h 179"/>
                <a:gd name="T18" fmla="*/ 64 w 153"/>
                <a:gd name="T19"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79">
                  <a:moveTo>
                    <a:pt x="64" y="21"/>
                  </a:moveTo>
                  <a:lnTo>
                    <a:pt x="64" y="179"/>
                  </a:lnTo>
                  <a:lnTo>
                    <a:pt x="89" y="179"/>
                  </a:lnTo>
                  <a:lnTo>
                    <a:pt x="89" y="21"/>
                  </a:lnTo>
                  <a:lnTo>
                    <a:pt x="153" y="21"/>
                  </a:lnTo>
                  <a:lnTo>
                    <a:pt x="153" y="0"/>
                  </a:lnTo>
                  <a:lnTo>
                    <a:pt x="0" y="0"/>
                  </a:lnTo>
                  <a:lnTo>
                    <a:pt x="0" y="21"/>
                  </a:lnTo>
                  <a:lnTo>
                    <a:pt x="64" y="21"/>
                  </a:lnTo>
                  <a:lnTo>
                    <a:pt x="64" y="21"/>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8" name="Freeform 8">
              <a:extLst>
                <a:ext uri="{FF2B5EF4-FFF2-40B4-BE49-F238E27FC236}">
                  <a16:creationId xmlns:a16="http://schemas.microsoft.com/office/drawing/2014/main" id="{F16F1558-8352-4703-B766-2808092D7323}"/>
                </a:ext>
              </a:extLst>
            </p:cNvPr>
            <p:cNvSpPr>
              <a:spLocks/>
            </p:cNvSpPr>
            <p:nvPr/>
          </p:nvSpPr>
          <p:spPr bwMode="auto">
            <a:xfrm>
              <a:off x="5014364" y="3502762"/>
              <a:ext cx="278069" cy="337130"/>
            </a:xfrm>
            <a:custGeom>
              <a:avLst/>
              <a:gdLst>
                <a:gd name="T0" fmla="*/ 32 w 65"/>
                <a:gd name="T1" fmla="*/ 0 h 79"/>
                <a:gd name="T2" fmla="*/ 2 w 65"/>
                <a:gd name="T3" fmla="*/ 25 h 79"/>
                <a:gd name="T4" fmla="*/ 21 w 65"/>
                <a:gd name="T5" fmla="*/ 43 h 79"/>
                <a:gd name="T6" fmla="*/ 37 w 65"/>
                <a:gd name="T7" fmla="*/ 47 h 79"/>
                <a:gd name="T8" fmla="*/ 52 w 65"/>
                <a:gd name="T9" fmla="*/ 57 h 79"/>
                <a:gd name="T10" fmla="*/ 34 w 65"/>
                <a:gd name="T11" fmla="*/ 70 h 79"/>
                <a:gd name="T12" fmla="*/ 12 w 65"/>
                <a:gd name="T13" fmla="*/ 54 h 79"/>
                <a:gd name="T14" fmla="*/ 0 w 65"/>
                <a:gd name="T15" fmla="*/ 54 h 79"/>
                <a:gd name="T16" fmla="*/ 34 w 65"/>
                <a:gd name="T17" fmla="*/ 79 h 79"/>
                <a:gd name="T18" fmla="*/ 65 w 65"/>
                <a:gd name="T19" fmla="*/ 56 h 79"/>
                <a:gd name="T20" fmla="*/ 43 w 65"/>
                <a:gd name="T21" fmla="*/ 35 h 79"/>
                <a:gd name="T22" fmla="*/ 29 w 65"/>
                <a:gd name="T23" fmla="*/ 32 h 79"/>
                <a:gd name="T24" fmla="*/ 15 w 65"/>
                <a:gd name="T25" fmla="*/ 22 h 79"/>
                <a:gd name="T26" fmla="*/ 31 w 65"/>
                <a:gd name="T27" fmla="*/ 12 h 79"/>
                <a:gd name="T28" fmla="*/ 50 w 65"/>
                <a:gd name="T29" fmla="*/ 25 h 79"/>
                <a:gd name="T30" fmla="*/ 63 w 65"/>
                <a:gd name="T31" fmla="*/ 25 h 79"/>
                <a:gd name="T32" fmla="*/ 32 w 65"/>
                <a:gd name="T33" fmla="*/ 0 h 79"/>
                <a:gd name="T34" fmla="*/ 32 w 65"/>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79">
                  <a:moveTo>
                    <a:pt x="32" y="0"/>
                  </a:moveTo>
                  <a:cubicBezTo>
                    <a:pt x="13" y="1"/>
                    <a:pt x="3" y="10"/>
                    <a:pt x="2" y="25"/>
                  </a:cubicBezTo>
                  <a:cubicBezTo>
                    <a:pt x="2" y="34"/>
                    <a:pt x="8" y="40"/>
                    <a:pt x="21" y="43"/>
                  </a:cubicBezTo>
                  <a:cubicBezTo>
                    <a:pt x="37" y="47"/>
                    <a:pt x="37" y="47"/>
                    <a:pt x="37" y="47"/>
                  </a:cubicBezTo>
                  <a:cubicBezTo>
                    <a:pt x="48" y="49"/>
                    <a:pt x="53" y="53"/>
                    <a:pt x="52" y="57"/>
                  </a:cubicBezTo>
                  <a:cubicBezTo>
                    <a:pt x="52" y="65"/>
                    <a:pt x="46" y="69"/>
                    <a:pt x="34" y="70"/>
                  </a:cubicBezTo>
                  <a:cubicBezTo>
                    <a:pt x="20" y="70"/>
                    <a:pt x="13" y="64"/>
                    <a:pt x="12" y="54"/>
                  </a:cubicBezTo>
                  <a:cubicBezTo>
                    <a:pt x="0" y="54"/>
                    <a:pt x="0" y="54"/>
                    <a:pt x="0" y="54"/>
                  </a:cubicBezTo>
                  <a:cubicBezTo>
                    <a:pt x="0" y="71"/>
                    <a:pt x="12" y="79"/>
                    <a:pt x="34" y="79"/>
                  </a:cubicBezTo>
                  <a:cubicBezTo>
                    <a:pt x="54" y="79"/>
                    <a:pt x="64" y="71"/>
                    <a:pt x="65" y="56"/>
                  </a:cubicBezTo>
                  <a:cubicBezTo>
                    <a:pt x="65" y="45"/>
                    <a:pt x="58" y="39"/>
                    <a:pt x="43" y="35"/>
                  </a:cubicBezTo>
                  <a:cubicBezTo>
                    <a:pt x="29" y="32"/>
                    <a:pt x="29" y="32"/>
                    <a:pt x="29" y="32"/>
                  </a:cubicBezTo>
                  <a:cubicBezTo>
                    <a:pt x="19" y="31"/>
                    <a:pt x="14" y="27"/>
                    <a:pt x="15" y="22"/>
                  </a:cubicBezTo>
                  <a:cubicBezTo>
                    <a:pt x="16" y="16"/>
                    <a:pt x="21" y="12"/>
                    <a:pt x="31" y="12"/>
                  </a:cubicBezTo>
                  <a:cubicBezTo>
                    <a:pt x="43" y="12"/>
                    <a:pt x="50" y="16"/>
                    <a:pt x="50" y="25"/>
                  </a:cubicBezTo>
                  <a:cubicBezTo>
                    <a:pt x="63" y="25"/>
                    <a:pt x="63" y="25"/>
                    <a:pt x="63" y="25"/>
                  </a:cubicBezTo>
                  <a:cubicBezTo>
                    <a:pt x="62" y="9"/>
                    <a:pt x="51" y="1"/>
                    <a:pt x="32" y="0"/>
                  </a:cubicBezTo>
                  <a:cubicBezTo>
                    <a:pt x="32" y="0"/>
                    <a:pt x="32" y="0"/>
                    <a:pt x="32"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39" name="Freeform 9">
              <a:extLst>
                <a:ext uri="{FF2B5EF4-FFF2-40B4-BE49-F238E27FC236}">
                  <a16:creationId xmlns:a16="http://schemas.microsoft.com/office/drawing/2014/main" id="{9664B159-AC3D-467C-8773-5F333695ABD9}"/>
                </a:ext>
              </a:extLst>
            </p:cNvPr>
            <p:cNvSpPr>
              <a:spLocks noEditPoints="1"/>
            </p:cNvSpPr>
            <p:nvPr/>
          </p:nvSpPr>
          <p:spPr bwMode="auto">
            <a:xfrm>
              <a:off x="5363798"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0" name="Freeform 10">
              <a:extLst>
                <a:ext uri="{FF2B5EF4-FFF2-40B4-BE49-F238E27FC236}">
                  <a16:creationId xmlns:a16="http://schemas.microsoft.com/office/drawing/2014/main" id="{65713ACB-AA4D-4E0D-8F49-F09A92DD86B7}"/>
                </a:ext>
              </a:extLst>
            </p:cNvPr>
            <p:cNvSpPr>
              <a:spLocks/>
            </p:cNvSpPr>
            <p:nvPr/>
          </p:nvSpPr>
          <p:spPr bwMode="auto">
            <a:xfrm>
              <a:off x="5511445" y="3502762"/>
              <a:ext cx="27806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5"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1" name="Freeform 11">
              <a:extLst>
                <a:ext uri="{FF2B5EF4-FFF2-40B4-BE49-F238E27FC236}">
                  <a16:creationId xmlns:a16="http://schemas.microsoft.com/office/drawing/2014/main" id="{0FC58FB7-C9B3-425F-AF6E-943F00BC885C}"/>
                </a:ext>
              </a:extLst>
            </p:cNvPr>
            <p:cNvSpPr>
              <a:spLocks noEditPoints="1"/>
            </p:cNvSpPr>
            <p:nvPr/>
          </p:nvSpPr>
          <p:spPr bwMode="auto">
            <a:xfrm>
              <a:off x="5870722" y="3502762"/>
              <a:ext cx="297756" cy="465091"/>
            </a:xfrm>
            <a:custGeom>
              <a:avLst/>
              <a:gdLst>
                <a:gd name="T0" fmla="*/ 36 w 70"/>
                <a:gd name="T1" fmla="*/ 12 h 109"/>
                <a:gd name="T2" fmla="*/ 57 w 70"/>
                <a:gd name="T3" fmla="*/ 44 h 109"/>
                <a:gd name="T4" fmla="*/ 36 w 70"/>
                <a:gd name="T5" fmla="*/ 70 h 109"/>
                <a:gd name="T6" fmla="*/ 14 w 70"/>
                <a:gd name="T7" fmla="*/ 40 h 109"/>
                <a:gd name="T8" fmla="*/ 36 w 70"/>
                <a:gd name="T9" fmla="*/ 12 h 109"/>
                <a:gd name="T10" fmla="*/ 36 w 70"/>
                <a:gd name="T11" fmla="*/ 12 h 109"/>
                <a:gd name="T12" fmla="*/ 57 w 70"/>
                <a:gd name="T13" fmla="*/ 3 h 109"/>
                <a:gd name="T14" fmla="*/ 57 w 70"/>
                <a:gd name="T15" fmla="*/ 13 h 109"/>
                <a:gd name="T16" fmla="*/ 33 w 70"/>
                <a:gd name="T17" fmla="*/ 0 h 109"/>
                <a:gd name="T18" fmla="*/ 0 w 70"/>
                <a:gd name="T19" fmla="*/ 38 h 109"/>
                <a:gd name="T20" fmla="*/ 35 w 70"/>
                <a:gd name="T21" fmla="*/ 79 h 109"/>
                <a:gd name="T22" fmla="*/ 56 w 70"/>
                <a:gd name="T23" fmla="*/ 70 h 109"/>
                <a:gd name="T24" fmla="*/ 56 w 70"/>
                <a:gd name="T25" fmla="*/ 70 h 109"/>
                <a:gd name="T26" fmla="*/ 56 w 70"/>
                <a:gd name="T27" fmla="*/ 73 h 109"/>
                <a:gd name="T28" fmla="*/ 34 w 70"/>
                <a:gd name="T29" fmla="*/ 98 h 109"/>
                <a:gd name="T30" fmla="*/ 16 w 70"/>
                <a:gd name="T31" fmla="*/ 86 h 109"/>
                <a:gd name="T32" fmla="*/ 2 w 70"/>
                <a:gd name="T33" fmla="*/ 86 h 109"/>
                <a:gd name="T34" fmla="*/ 33 w 70"/>
                <a:gd name="T35" fmla="*/ 109 h 109"/>
                <a:gd name="T36" fmla="*/ 70 w 70"/>
                <a:gd name="T37" fmla="*/ 72 h 109"/>
                <a:gd name="T38" fmla="*/ 70 w 70"/>
                <a:gd name="T39" fmla="*/ 3 h 109"/>
                <a:gd name="T40" fmla="*/ 57 w 70"/>
                <a:gd name="T4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09">
                  <a:moveTo>
                    <a:pt x="36" y="12"/>
                  </a:moveTo>
                  <a:cubicBezTo>
                    <a:pt x="50" y="12"/>
                    <a:pt x="57" y="23"/>
                    <a:pt x="57" y="44"/>
                  </a:cubicBezTo>
                  <a:cubicBezTo>
                    <a:pt x="57" y="60"/>
                    <a:pt x="50" y="69"/>
                    <a:pt x="36" y="70"/>
                  </a:cubicBezTo>
                  <a:cubicBezTo>
                    <a:pt x="22" y="69"/>
                    <a:pt x="15" y="60"/>
                    <a:pt x="14" y="40"/>
                  </a:cubicBezTo>
                  <a:cubicBezTo>
                    <a:pt x="14" y="22"/>
                    <a:pt x="21" y="12"/>
                    <a:pt x="36" y="12"/>
                  </a:cubicBezTo>
                  <a:cubicBezTo>
                    <a:pt x="36" y="12"/>
                    <a:pt x="36" y="12"/>
                    <a:pt x="36" y="12"/>
                  </a:cubicBezTo>
                  <a:close/>
                  <a:moveTo>
                    <a:pt x="57" y="3"/>
                  </a:moveTo>
                  <a:cubicBezTo>
                    <a:pt x="57" y="13"/>
                    <a:pt x="57" y="13"/>
                    <a:pt x="57" y="13"/>
                  </a:cubicBezTo>
                  <a:cubicBezTo>
                    <a:pt x="51" y="5"/>
                    <a:pt x="43" y="0"/>
                    <a:pt x="33" y="0"/>
                  </a:cubicBezTo>
                  <a:cubicBezTo>
                    <a:pt x="12" y="1"/>
                    <a:pt x="1" y="14"/>
                    <a:pt x="0" y="38"/>
                  </a:cubicBezTo>
                  <a:cubicBezTo>
                    <a:pt x="1" y="65"/>
                    <a:pt x="13" y="79"/>
                    <a:pt x="35" y="79"/>
                  </a:cubicBezTo>
                  <a:cubicBezTo>
                    <a:pt x="45" y="79"/>
                    <a:pt x="52" y="76"/>
                    <a:pt x="56" y="70"/>
                  </a:cubicBezTo>
                  <a:cubicBezTo>
                    <a:pt x="56" y="70"/>
                    <a:pt x="56" y="70"/>
                    <a:pt x="56" y="70"/>
                  </a:cubicBezTo>
                  <a:cubicBezTo>
                    <a:pt x="56" y="73"/>
                    <a:pt x="56" y="73"/>
                    <a:pt x="56" y="73"/>
                  </a:cubicBezTo>
                  <a:cubicBezTo>
                    <a:pt x="57" y="90"/>
                    <a:pt x="50" y="98"/>
                    <a:pt x="34" y="98"/>
                  </a:cubicBezTo>
                  <a:cubicBezTo>
                    <a:pt x="24" y="98"/>
                    <a:pt x="18" y="94"/>
                    <a:pt x="16" y="86"/>
                  </a:cubicBezTo>
                  <a:cubicBezTo>
                    <a:pt x="2" y="86"/>
                    <a:pt x="2" y="86"/>
                    <a:pt x="2" y="86"/>
                  </a:cubicBezTo>
                  <a:cubicBezTo>
                    <a:pt x="4" y="101"/>
                    <a:pt x="15" y="109"/>
                    <a:pt x="33" y="109"/>
                  </a:cubicBezTo>
                  <a:cubicBezTo>
                    <a:pt x="58" y="109"/>
                    <a:pt x="70" y="96"/>
                    <a:pt x="70" y="72"/>
                  </a:cubicBezTo>
                  <a:cubicBezTo>
                    <a:pt x="70" y="3"/>
                    <a:pt x="70" y="3"/>
                    <a:pt x="70" y="3"/>
                  </a:cubicBezTo>
                  <a:cubicBezTo>
                    <a:pt x="57" y="3"/>
                    <a:pt x="57" y="3"/>
                    <a:pt x="57" y="3"/>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2" name="Freeform 12">
              <a:extLst>
                <a:ext uri="{FF2B5EF4-FFF2-40B4-BE49-F238E27FC236}">
                  <a16:creationId xmlns:a16="http://schemas.microsoft.com/office/drawing/2014/main" id="{A7CC7EB0-D7C9-4606-A2A4-36609486BE92}"/>
                </a:ext>
              </a:extLst>
            </p:cNvPr>
            <p:cNvSpPr>
              <a:spLocks/>
            </p:cNvSpPr>
            <p:nvPr/>
          </p:nvSpPr>
          <p:spPr bwMode="auto">
            <a:xfrm>
              <a:off x="6261988" y="3394487"/>
              <a:ext cx="275609" cy="440483"/>
            </a:xfrm>
            <a:custGeom>
              <a:avLst/>
              <a:gdLst>
                <a:gd name="T0" fmla="*/ 38 w 65"/>
                <a:gd name="T1" fmla="*/ 25 h 103"/>
                <a:gd name="T2" fmla="*/ 14 w 65"/>
                <a:gd name="T3" fmla="*/ 38 h 103"/>
                <a:gd name="T4" fmla="*/ 14 w 65"/>
                <a:gd name="T5" fmla="*/ 38 h 103"/>
                <a:gd name="T6" fmla="*/ 14 w 65"/>
                <a:gd name="T7" fmla="*/ 0 h 103"/>
                <a:gd name="T8" fmla="*/ 0 w 65"/>
                <a:gd name="T9" fmla="*/ 0 h 103"/>
                <a:gd name="T10" fmla="*/ 0 w 65"/>
                <a:gd name="T11" fmla="*/ 103 h 103"/>
                <a:gd name="T12" fmla="*/ 14 w 65"/>
                <a:gd name="T13" fmla="*/ 103 h 103"/>
                <a:gd name="T14" fmla="*/ 14 w 65"/>
                <a:gd name="T15" fmla="*/ 62 h 103"/>
                <a:gd name="T16" fmla="*/ 36 w 65"/>
                <a:gd name="T17" fmla="*/ 37 h 103"/>
                <a:gd name="T18" fmla="*/ 52 w 65"/>
                <a:gd name="T19" fmla="*/ 54 h 103"/>
                <a:gd name="T20" fmla="*/ 52 w 65"/>
                <a:gd name="T21" fmla="*/ 103 h 103"/>
                <a:gd name="T22" fmla="*/ 65 w 65"/>
                <a:gd name="T23" fmla="*/ 103 h 103"/>
                <a:gd name="T24" fmla="*/ 65 w 65"/>
                <a:gd name="T25" fmla="*/ 52 h 103"/>
                <a:gd name="T26" fmla="*/ 38 w 65"/>
                <a:gd name="T27" fmla="*/ 25 h 103"/>
                <a:gd name="T28" fmla="*/ 38 w 65"/>
                <a:gd name="T29"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3">
                  <a:moveTo>
                    <a:pt x="38" y="25"/>
                  </a:moveTo>
                  <a:cubicBezTo>
                    <a:pt x="28" y="25"/>
                    <a:pt x="21" y="29"/>
                    <a:pt x="14" y="38"/>
                  </a:cubicBezTo>
                  <a:cubicBezTo>
                    <a:pt x="14" y="38"/>
                    <a:pt x="14" y="38"/>
                    <a:pt x="14" y="38"/>
                  </a:cubicBezTo>
                  <a:cubicBezTo>
                    <a:pt x="14" y="0"/>
                    <a:pt x="14" y="0"/>
                    <a:pt x="14" y="0"/>
                  </a:cubicBezTo>
                  <a:cubicBezTo>
                    <a:pt x="0" y="0"/>
                    <a:pt x="0" y="0"/>
                    <a:pt x="0" y="0"/>
                  </a:cubicBezTo>
                  <a:cubicBezTo>
                    <a:pt x="0" y="103"/>
                    <a:pt x="0" y="103"/>
                    <a:pt x="0" y="103"/>
                  </a:cubicBezTo>
                  <a:cubicBezTo>
                    <a:pt x="14" y="103"/>
                    <a:pt x="14" y="103"/>
                    <a:pt x="14" y="103"/>
                  </a:cubicBezTo>
                  <a:cubicBezTo>
                    <a:pt x="14" y="62"/>
                    <a:pt x="14" y="62"/>
                    <a:pt x="14" y="62"/>
                  </a:cubicBezTo>
                  <a:cubicBezTo>
                    <a:pt x="14" y="46"/>
                    <a:pt x="22" y="38"/>
                    <a:pt x="36" y="37"/>
                  </a:cubicBezTo>
                  <a:cubicBezTo>
                    <a:pt x="47" y="37"/>
                    <a:pt x="52" y="42"/>
                    <a:pt x="52" y="54"/>
                  </a:cubicBezTo>
                  <a:cubicBezTo>
                    <a:pt x="52" y="103"/>
                    <a:pt x="52" y="103"/>
                    <a:pt x="52" y="103"/>
                  </a:cubicBezTo>
                  <a:cubicBezTo>
                    <a:pt x="65" y="103"/>
                    <a:pt x="65" y="103"/>
                    <a:pt x="65" y="103"/>
                  </a:cubicBezTo>
                  <a:cubicBezTo>
                    <a:pt x="65" y="52"/>
                    <a:pt x="65" y="52"/>
                    <a:pt x="65" y="52"/>
                  </a:cubicBezTo>
                  <a:cubicBezTo>
                    <a:pt x="65" y="35"/>
                    <a:pt x="55" y="26"/>
                    <a:pt x="38" y="25"/>
                  </a:cubicBezTo>
                  <a:cubicBezTo>
                    <a:pt x="38" y="25"/>
                    <a:pt x="38" y="25"/>
                    <a:pt x="38" y="2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3" name="Freeform 13">
              <a:extLst>
                <a:ext uri="{FF2B5EF4-FFF2-40B4-BE49-F238E27FC236}">
                  <a16:creationId xmlns:a16="http://schemas.microsoft.com/office/drawing/2014/main" id="{48CA9210-C63C-44E1-9FDD-AC4888F3825C}"/>
                </a:ext>
              </a:extLst>
            </p:cNvPr>
            <p:cNvSpPr>
              <a:spLocks/>
            </p:cNvSpPr>
            <p:nvPr/>
          </p:nvSpPr>
          <p:spPr bwMode="auto">
            <a:xfrm>
              <a:off x="6626185" y="3515065"/>
              <a:ext cx="273148" cy="329747"/>
            </a:xfrm>
            <a:custGeom>
              <a:avLst/>
              <a:gdLst>
                <a:gd name="T0" fmla="*/ 64 w 64"/>
                <a:gd name="T1" fmla="*/ 0 h 77"/>
                <a:gd name="T2" fmla="*/ 51 w 64"/>
                <a:gd name="T3" fmla="*/ 0 h 77"/>
                <a:gd name="T4" fmla="*/ 51 w 64"/>
                <a:gd name="T5" fmla="*/ 41 h 77"/>
                <a:gd name="T6" fmla="*/ 29 w 64"/>
                <a:gd name="T7" fmla="*/ 67 h 77"/>
                <a:gd name="T8" fmla="*/ 13 w 64"/>
                <a:gd name="T9" fmla="*/ 50 h 77"/>
                <a:gd name="T10" fmla="*/ 13 w 64"/>
                <a:gd name="T11" fmla="*/ 0 h 77"/>
                <a:gd name="T12" fmla="*/ 0 w 64"/>
                <a:gd name="T13" fmla="*/ 0 h 77"/>
                <a:gd name="T14" fmla="*/ 0 w 64"/>
                <a:gd name="T15" fmla="*/ 54 h 77"/>
                <a:gd name="T16" fmla="*/ 25 w 64"/>
                <a:gd name="T17" fmla="*/ 76 h 77"/>
                <a:gd name="T18" fmla="*/ 51 w 64"/>
                <a:gd name="T19" fmla="*/ 64 h 77"/>
                <a:gd name="T20" fmla="*/ 51 w 64"/>
                <a:gd name="T21" fmla="*/ 64 h 77"/>
                <a:gd name="T22" fmla="*/ 51 w 64"/>
                <a:gd name="T23" fmla="*/ 75 h 77"/>
                <a:gd name="T24" fmla="*/ 64 w 64"/>
                <a:gd name="T25" fmla="*/ 75 h 77"/>
                <a:gd name="T26" fmla="*/ 64 w 64"/>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7">
                  <a:moveTo>
                    <a:pt x="64" y="0"/>
                  </a:moveTo>
                  <a:cubicBezTo>
                    <a:pt x="51" y="0"/>
                    <a:pt x="51" y="0"/>
                    <a:pt x="51" y="0"/>
                  </a:cubicBezTo>
                  <a:cubicBezTo>
                    <a:pt x="51" y="41"/>
                    <a:pt x="51" y="41"/>
                    <a:pt x="51" y="41"/>
                  </a:cubicBezTo>
                  <a:cubicBezTo>
                    <a:pt x="49" y="58"/>
                    <a:pt x="42" y="66"/>
                    <a:pt x="29" y="67"/>
                  </a:cubicBezTo>
                  <a:cubicBezTo>
                    <a:pt x="18" y="67"/>
                    <a:pt x="13" y="61"/>
                    <a:pt x="13" y="50"/>
                  </a:cubicBezTo>
                  <a:cubicBezTo>
                    <a:pt x="13" y="0"/>
                    <a:pt x="13" y="0"/>
                    <a:pt x="13" y="0"/>
                  </a:cubicBezTo>
                  <a:cubicBezTo>
                    <a:pt x="0" y="0"/>
                    <a:pt x="0" y="0"/>
                    <a:pt x="0" y="0"/>
                  </a:cubicBezTo>
                  <a:cubicBezTo>
                    <a:pt x="0" y="54"/>
                    <a:pt x="0" y="54"/>
                    <a:pt x="0" y="54"/>
                  </a:cubicBezTo>
                  <a:cubicBezTo>
                    <a:pt x="0" y="68"/>
                    <a:pt x="9" y="76"/>
                    <a:pt x="25" y="76"/>
                  </a:cubicBezTo>
                  <a:cubicBezTo>
                    <a:pt x="37" y="77"/>
                    <a:pt x="45" y="73"/>
                    <a:pt x="51" y="64"/>
                  </a:cubicBezTo>
                  <a:cubicBezTo>
                    <a:pt x="51" y="64"/>
                    <a:pt x="51" y="64"/>
                    <a:pt x="51" y="64"/>
                  </a:cubicBezTo>
                  <a:cubicBezTo>
                    <a:pt x="51" y="75"/>
                    <a:pt x="51" y="75"/>
                    <a:pt x="51" y="75"/>
                  </a:cubicBezTo>
                  <a:cubicBezTo>
                    <a:pt x="64" y="75"/>
                    <a:pt x="64" y="75"/>
                    <a:pt x="64" y="75"/>
                  </a:cubicBezTo>
                  <a:cubicBezTo>
                    <a:pt x="64" y="0"/>
                    <a:pt x="64" y="0"/>
                    <a:pt x="64"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4" name="Freeform 14">
              <a:extLst>
                <a:ext uri="{FF2B5EF4-FFF2-40B4-BE49-F238E27FC236}">
                  <a16:creationId xmlns:a16="http://schemas.microsoft.com/office/drawing/2014/main" id="{8FF09E83-5C66-4F36-A611-B938C9404533}"/>
                </a:ext>
              </a:extLst>
            </p:cNvPr>
            <p:cNvSpPr>
              <a:spLocks noEditPoints="1"/>
            </p:cNvSpPr>
            <p:nvPr/>
          </p:nvSpPr>
          <p:spPr bwMode="auto">
            <a:xfrm>
              <a:off x="6980540" y="3502762"/>
              <a:ext cx="319904" cy="337130"/>
            </a:xfrm>
            <a:custGeom>
              <a:avLst/>
              <a:gdLst>
                <a:gd name="T0" fmla="*/ 34 w 75"/>
                <a:gd name="T1" fmla="*/ 11 h 79"/>
                <a:gd name="T2" fmla="*/ 53 w 75"/>
                <a:gd name="T3" fmla="*/ 23 h 79"/>
                <a:gd name="T4" fmla="*/ 46 w 75"/>
                <a:gd name="T5" fmla="*/ 32 h 79"/>
                <a:gd name="T6" fmla="*/ 24 w 75"/>
                <a:gd name="T7" fmla="*/ 35 h 79"/>
                <a:gd name="T8" fmla="*/ 0 w 75"/>
                <a:gd name="T9" fmla="*/ 58 h 79"/>
                <a:gd name="T10" fmla="*/ 25 w 75"/>
                <a:gd name="T11" fmla="*/ 79 h 79"/>
                <a:gd name="T12" fmla="*/ 54 w 75"/>
                <a:gd name="T13" fmla="*/ 68 h 79"/>
                <a:gd name="T14" fmla="*/ 67 w 75"/>
                <a:gd name="T15" fmla="*/ 79 h 79"/>
                <a:gd name="T16" fmla="*/ 72 w 75"/>
                <a:gd name="T17" fmla="*/ 78 h 79"/>
                <a:gd name="T18" fmla="*/ 75 w 75"/>
                <a:gd name="T19" fmla="*/ 78 h 79"/>
                <a:gd name="T20" fmla="*/ 75 w 75"/>
                <a:gd name="T21" fmla="*/ 69 h 79"/>
                <a:gd name="T22" fmla="*/ 72 w 75"/>
                <a:gd name="T23" fmla="*/ 70 h 79"/>
                <a:gd name="T24" fmla="*/ 70 w 75"/>
                <a:gd name="T25" fmla="*/ 70 h 79"/>
                <a:gd name="T26" fmla="*/ 66 w 75"/>
                <a:gd name="T27" fmla="*/ 65 h 79"/>
                <a:gd name="T28" fmla="*/ 66 w 75"/>
                <a:gd name="T29" fmla="*/ 22 h 79"/>
                <a:gd name="T30" fmla="*/ 37 w 75"/>
                <a:gd name="T31" fmla="*/ 0 h 79"/>
                <a:gd name="T32" fmla="*/ 4 w 75"/>
                <a:gd name="T33" fmla="*/ 26 h 79"/>
                <a:gd name="T34" fmla="*/ 16 w 75"/>
                <a:gd name="T35" fmla="*/ 26 h 79"/>
                <a:gd name="T36" fmla="*/ 34 w 75"/>
                <a:gd name="T37" fmla="*/ 11 h 79"/>
                <a:gd name="T38" fmla="*/ 34 w 75"/>
                <a:gd name="T39" fmla="*/ 11 h 79"/>
                <a:gd name="T40" fmla="*/ 28 w 75"/>
                <a:gd name="T41" fmla="*/ 70 h 79"/>
                <a:gd name="T42" fmla="*/ 14 w 75"/>
                <a:gd name="T43" fmla="*/ 57 h 79"/>
                <a:gd name="T44" fmla="*/ 31 w 75"/>
                <a:gd name="T45" fmla="*/ 45 h 79"/>
                <a:gd name="T46" fmla="*/ 53 w 75"/>
                <a:gd name="T47" fmla="*/ 40 h 79"/>
                <a:gd name="T48" fmla="*/ 53 w 75"/>
                <a:gd name="T49" fmla="*/ 52 h 79"/>
                <a:gd name="T50" fmla="*/ 28 w 75"/>
                <a:gd name="T51" fmla="*/ 70 h 79"/>
                <a:gd name="T52" fmla="*/ 28 w 75"/>
                <a:gd name="T53" fmla="*/ 7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79">
                  <a:moveTo>
                    <a:pt x="34" y="11"/>
                  </a:moveTo>
                  <a:cubicBezTo>
                    <a:pt x="47" y="11"/>
                    <a:pt x="53" y="15"/>
                    <a:pt x="53" y="23"/>
                  </a:cubicBezTo>
                  <a:cubicBezTo>
                    <a:pt x="53" y="29"/>
                    <a:pt x="51" y="32"/>
                    <a:pt x="46" y="32"/>
                  </a:cubicBezTo>
                  <a:cubicBezTo>
                    <a:pt x="24" y="35"/>
                    <a:pt x="24" y="35"/>
                    <a:pt x="24" y="35"/>
                  </a:cubicBezTo>
                  <a:cubicBezTo>
                    <a:pt x="8" y="37"/>
                    <a:pt x="0" y="45"/>
                    <a:pt x="0" y="58"/>
                  </a:cubicBezTo>
                  <a:cubicBezTo>
                    <a:pt x="1" y="72"/>
                    <a:pt x="9" y="79"/>
                    <a:pt x="25" y="79"/>
                  </a:cubicBezTo>
                  <a:cubicBezTo>
                    <a:pt x="36" y="79"/>
                    <a:pt x="46" y="76"/>
                    <a:pt x="54" y="68"/>
                  </a:cubicBezTo>
                  <a:cubicBezTo>
                    <a:pt x="53" y="75"/>
                    <a:pt x="58" y="79"/>
                    <a:pt x="67" y="79"/>
                  </a:cubicBezTo>
                  <a:cubicBezTo>
                    <a:pt x="69" y="79"/>
                    <a:pt x="70" y="79"/>
                    <a:pt x="72" y="78"/>
                  </a:cubicBezTo>
                  <a:cubicBezTo>
                    <a:pt x="73" y="78"/>
                    <a:pt x="74" y="78"/>
                    <a:pt x="75" y="78"/>
                  </a:cubicBezTo>
                  <a:cubicBezTo>
                    <a:pt x="75" y="69"/>
                    <a:pt x="75" y="69"/>
                    <a:pt x="75" y="69"/>
                  </a:cubicBezTo>
                  <a:cubicBezTo>
                    <a:pt x="74" y="69"/>
                    <a:pt x="73" y="69"/>
                    <a:pt x="72" y="70"/>
                  </a:cubicBezTo>
                  <a:cubicBezTo>
                    <a:pt x="71" y="70"/>
                    <a:pt x="71" y="70"/>
                    <a:pt x="70" y="70"/>
                  </a:cubicBezTo>
                  <a:cubicBezTo>
                    <a:pt x="67" y="70"/>
                    <a:pt x="66" y="68"/>
                    <a:pt x="66" y="65"/>
                  </a:cubicBezTo>
                  <a:cubicBezTo>
                    <a:pt x="66" y="22"/>
                    <a:pt x="66" y="22"/>
                    <a:pt x="66" y="22"/>
                  </a:cubicBezTo>
                  <a:cubicBezTo>
                    <a:pt x="65" y="8"/>
                    <a:pt x="56" y="1"/>
                    <a:pt x="37" y="0"/>
                  </a:cubicBezTo>
                  <a:cubicBezTo>
                    <a:pt x="15" y="0"/>
                    <a:pt x="4" y="9"/>
                    <a:pt x="4" y="26"/>
                  </a:cubicBezTo>
                  <a:cubicBezTo>
                    <a:pt x="16" y="26"/>
                    <a:pt x="16" y="26"/>
                    <a:pt x="16" y="26"/>
                  </a:cubicBezTo>
                  <a:cubicBezTo>
                    <a:pt x="17" y="16"/>
                    <a:pt x="23" y="11"/>
                    <a:pt x="34" y="11"/>
                  </a:cubicBezTo>
                  <a:cubicBezTo>
                    <a:pt x="34" y="11"/>
                    <a:pt x="34" y="11"/>
                    <a:pt x="34" y="11"/>
                  </a:cubicBezTo>
                  <a:close/>
                  <a:moveTo>
                    <a:pt x="28" y="70"/>
                  </a:moveTo>
                  <a:cubicBezTo>
                    <a:pt x="19" y="70"/>
                    <a:pt x="14" y="65"/>
                    <a:pt x="14" y="57"/>
                  </a:cubicBezTo>
                  <a:cubicBezTo>
                    <a:pt x="14" y="50"/>
                    <a:pt x="20" y="46"/>
                    <a:pt x="31" y="45"/>
                  </a:cubicBezTo>
                  <a:cubicBezTo>
                    <a:pt x="42" y="43"/>
                    <a:pt x="49" y="42"/>
                    <a:pt x="53" y="40"/>
                  </a:cubicBezTo>
                  <a:cubicBezTo>
                    <a:pt x="53" y="52"/>
                    <a:pt x="53" y="52"/>
                    <a:pt x="53" y="52"/>
                  </a:cubicBezTo>
                  <a:cubicBezTo>
                    <a:pt x="51" y="63"/>
                    <a:pt x="43" y="69"/>
                    <a:pt x="28" y="70"/>
                  </a:cubicBezTo>
                  <a:cubicBezTo>
                    <a:pt x="28" y="70"/>
                    <a:pt x="28" y="70"/>
                    <a:pt x="28" y="7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5" name="Freeform 15">
              <a:extLst>
                <a:ext uri="{FF2B5EF4-FFF2-40B4-BE49-F238E27FC236}">
                  <a16:creationId xmlns:a16="http://schemas.microsoft.com/office/drawing/2014/main" id="{FE383459-04C8-42D8-964B-DCE52CF4F661}"/>
                </a:ext>
              </a:extLst>
            </p:cNvPr>
            <p:cNvSpPr>
              <a:spLocks/>
            </p:cNvSpPr>
            <p:nvPr/>
          </p:nvSpPr>
          <p:spPr bwMode="auto">
            <a:xfrm>
              <a:off x="7640034" y="3394487"/>
              <a:ext cx="366658" cy="450326"/>
            </a:xfrm>
            <a:custGeom>
              <a:avLst/>
              <a:gdLst>
                <a:gd name="T0" fmla="*/ 71 w 86"/>
                <a:gd name="T1" fmla="*/ 65 h 105"/>
                <a:gd name="T2" fmla="*/ 42 w 86"/>
                <a:gd name="T3" fmla="*/ 94 h 105"/>
                <a:gd name="T4" fmla="*/ 15 w 86"/>
                <a:gd name="T5" fmla="*/ 65 h 105"/>
                <a:gd name="T6" fmla="*/ 15 w 86"/>
                <a:gd name="T7" fmla="*/ 0 h 105"/>
                <a:gd name="T8" fmla="*/ 0 w 86"/>
                <a:gd name="T9" fmla="*/ 0 h 105"/>
                <a:gd name="T10" fmla="*/ 0 w 86"/>
                <a:gd name="T11" fmla="*/ 69 h 105"/>
                <a:gd name="T12" fmla="*/ 41 w 86"/>
                <a:gd name="T13" fmla="*/ 105 h 105"/>
                <a:gd name="T14" fmla="*/ 86 w 86"/>
                <a:gd name="T15" fmla="*/ 66 h 105"/>
                <a:gd name="T16" fmla="*/ 86 w 86"/>
                <a:gd name="T17" fmla="*/ 0 h 105"/>
                <a:gd name="T18" fmla="*/ 71 w 86"/>
                <a:gd name="T19" fmla="*/ 0 h 105"/>
                <a:gd name="T20" fmla="*/ 71 w 86"/>
                <a:gd name="T21"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05">
                  <a:moveTo>
                    <a:pt x="71" y="65"/>
                  </a:moveTo>
                  <a:cubicBezTo>
                    <a:pt x="71" y="84"/>
                    <a:pt x="61" y="93"/>
                    <a:pt x="42" y="94"/>
                  </a:cubicBezTo>
                  <a:cubicBezTo>
                    <a:pt x="24" y="93"/>
                    <a:pt x="15" y="84"/>
                    <a:pt x="15" y="65"/>
                  </a:cubicBezTo>
                  <a:cubicBezTo>
                    <a:pt x="15" y="0"/>
                    <a:pt x="15" y="0"/>
                    <a:pt x="15" y="0"/>
                  </a:cubicBezTo>
                  <a:cubicBezTo>
                    <a:pt x="0" y="0"/>
                    <a:pt x="0" y="0"/>
                    <a:pt x="0" y="0"/>
                  </a:cubicBezTo>
                  <a:cubicBezTo>
                    <a:pt x="0" y="69"/>
                    <a:pt x="0" y="69"/>
                    <a:pt x="0" y="69"/>
                  </a:cubicBezTo>
                  <a:cubicBezTo>
                    <a:pt x="1" y="92"/>
                    <a:pt x="15" y="104"/>
                    <a:pt x="41" y="105"/>
                  </a:cubicBezTo>
                  <a:cubicBezTo>
                    <a:pt x="70" y="104"/>
                    <a:pt x="85" y="91"/>
                    <a:pt x="86" y="66"/>
                  </a:cubicBezTo>
                  <a:cubicBezTo>
                    <a:pt x="86" y="0"/>
                    <a:pt x="86" y="0"/>
                    <a:pt x="86" y="0"/>
                  </a:cubicBezTo>
                  <a:cubicBezTo>
                    <a:pt x="71" y="0"/>
                    <a:pt x="71" y="0"/>
                    <a:pt x="71" y="0"/>
                  </a:cubicBezTo>
                  <a:cubicBezTo>
                    <a:pt x="71" y="65"/>
                    <a:pt x="71" y="65"/>
                    <a:pt x="71" y="65"/>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6" name="Freeform 16">
              <a:extLst>
                <a:ext uri="{FF2B5EF4-FFF2-40B4-BE49-F238E27FC236}">
                  <a16:creationId xmlns:a16="http://schemas.microsoft.com/office/drawing/2014/main" id="{D21E6ED8-D853-46CB-BAE8-941E01C50001}"/>
                </a:ext>
              </a:extLst>
            </p:cNvPr>
            <p:cNvSpPr>
              <a:spLocks/>
            </p:cNvSpPr>
            <p:nvPr/>
          </p:nvSpPr>
          <p:spPr bwMode="auto">
            <a:xfrm>
              <a:off x="8095282" y="3502762"/>
              <a:ext cx="275609" cy="332208"/>
            </a:xfrm>
            <a:custGeom>
              <a:avLst/>
              <a:gdLst>
                <a:gd name="T0" fmla="*/ 38 w 65"/>
                <a:gd name="T1" fmla="*/ 0 h 78"/>
                <a:gd name="T2" fmla="*/ 13 w 65"/>
                <a:gd name="T3" fmla="*/ 13 h 78"/>
                <a:gd name="T4" fmla="*/ 13 w 65"/>
                <a:gd name="T5" fmla="*/ 3 h 78"/>
                <a:gd name="T6" fmla="*/ 0 w 65"/>
                <a:gd name="T7" fmla="*/ 3 h 78"/>
                <a:gd name="T8" fmla="*/ 0 w 65"/>
                <a:gd name="T9" fmla="*/ 78 h 78"/>
                <a:gd name="T10" fmla="*/ 14 w 65"/>
                <a:gd name="T11" fmla="*/ 78 h 78"/>
                <a:gd name="T12" fmla="*/ 14 w 65"/>
                <a:gd name="T13" fmla="*/ 37 h 78"/>
                <a:gd name="T14" fmla="*/ 35 w 65"/>
                <a:gd name="T15" fmla="*/ 12 h 78"/>
                <a:gd name="T16" fmla="*/ 52 w 65"/>
                <a:gd name="T17" fmla="*/ 32 h 78"/>
                <a:gd name="T18" fmla="*/ 52 w 65"/>
                <a:gd name="T19" fmla="*/ 78 h 78"/>
                <a:gd name="T20" fmla="*/ 65 w 65"/>
                <a:gd name="T21" fmla="*/ 78 h 78"/>
                <a:gd name="T22" fmla="*/ 65 w 65"/>
                <a:gd name="T23" fmla="*/ 27 h 78"/>
                <a:gd name="T24" fmla="*/ 38 w 65"/>
                <a:gd name="T25" fmla="*/ 0 h 78"/>
                <a:gd name="T26" fmla="*/ 38 w 65"/>
                <a:gd name="T2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8">
                  <a:moveTo>
                    <a:pt x="38" y="0"/>
                  </a:moveTo>
                  <a:cubicBezTo>
                    <a:pt x="28" y="0"/>
                    <a:pt x="20" y="5"/>
                    <a:pt x="13" y="13"/>
                  </a:cubicBezTo>
                  <a:cubicBezTo>
                    <a:pt x="13" y="3"/>
                    <a:pt x="13" y="3"/>
                    <a:pt x="13" y="3"/>
                  </a:cubicBezTo>
                  <a:cubicBezTo>
                    <a:pt x="0" y="3"/>
                    <a:pt x="0" y="3"/>
                    <a:pt x="0" y="3"/>
                  </a:cubicBezTo>
                  <a:cubicBezTo>
                    <a:pt x="0" y="78"/>
                    <a:pt x="0" y="78"/>
                    <a:pt x="0" y="78"/>
                  </a:cubicBezTo>
                  <a:cubicBezTo>
                    <a:pt x="14" y="78"/>
                    <a:pt x="14" y="78"/>
                    <a:pt x="14" y="78"/>
                  </a:cubicBezTo>
                  <a:cubicBezTo>
                    <a:pt x="14" y="37"/>
                    <a:pt x="14" y="37"/>
                    <a:pt x="14" y="37"/>
                  </a:cubicBezTo>
                  <a:cubicBezTo>
                    <a:pt x="14" y="21"/>
                    <a:pt x="21" y="13"/>
                    <a:pt x="35" y="12"/>
                  </a:cubicBezTo>
                  <a:cubicBezTo>
                    <a:pt x="47" y="11"/>
                    <a:pt x="53" y="18"/>
                    <a:pt x="52" y="32"/>
                  </a:cubicBezTo>
                  <a:cubicBezTo>
                    <a:pt x="52" y="78"/>
                    <a:pt x="52" y="78"/>
                    <a:pt x="52" y="78"/>
                  </a:cubicBezTo>
                  <a:cubicBezTo>
                    <a:pt x="65" y="78"/>
                    <a:pt x="65" y="78"/>
                    <a:pt x="65" y="78"/>
                  </a:cubicBezTo>
                  <a:cubicBezTo>
                    <a:pt x="65" y="27"/>
                    <a:pt x="65" y="27"/>
                    <a:pt x="65" y="27"/>
                  </a:cubicBezTo>
                  <a:cubicBezTo>
                    <a:pt x="65" y="10"/>
                    <a:pt x="56" y="1"/>
                    <a:pt x="38" y="0"/>
                  </a:cubicBezTo>
                  <a:cubicBezTo>
                    <a:pt x="38" y="0"/>
                    <a:pt x="38" y="0"/>
                    <a:pt x="38"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7" name="Freeform 17">
              <a:extLst>
                <a:ext uri="{FF2B5EF4-FFF2-40B4-BE49-F238E27FC236}">
                  <a16:creationId xmlns:a16="http://schemas.microsoft.com/office/drawing/2014/main" id="{4C6BEA4B-FF1A-4A94-8166-D1F3C8042CA3}"/>
                </a:ext>
              </a:extLst>
            </p:cNvPr>
            <p:cNvSpPr>
              <a:spLocks noEditPoints="1"/>
            </p:cNvSpPr>
            <p:nvPr/>
          </p:nvSpPr>
          <p:spPr bwMode="auto">
            <a:xfrm>
              <a:off x="8481626" y="3394487"/>
              <a:ext cx="59059" cy="440483"/>
            </a:xfrm>
            <a:custGeom>
              <a:avLst/>
              <a:gdLst>
                <a:gd name="T0" fmla="*/ 0 w 24"/>
                <a:gd name="T1" fmla="*/ 49 h 179"/>
                <a:gd name="T2" fmla="*/ 0 w 24"/>
                <a:gd name="T3" fmla="*/ 179 h 179"/>
                <a:gd name="T4" fmla="*/ 24 w 24"/>
                <a:gd name="T5" fmla="*/ 179 h 179"/>
                <a:gd name="T6" fmla="*/ 24 w 24"/>
                <a:gd name="T7" fmla="*/ 49 h 179"/>
                <a:gd name="T8" fmla="*/ 0 w 24"/>
                <a:gd name="T9" fmla="*/ 49 h 179"/>
                <a:gd name="T10" fmla="*/ 0 w 24"/>
                <a:gd name="T11" fmla="*/ 49 h 179"/>
                <a:gd name="T12" fmla="*/ 24 w 24"/>
                <a:gd name="T13" fmla="*/ 0 h 179"/>
                <a:gd name="T14" fmla="*/ 0 w 24"/>
                <a:gd name="T15" fmla="*/ 0 h 179"/>
                <a:gd name="T16" fmla="*/ 0 w 24"/>
                <a:gd name="T17" fmla="*/ 25 h 179"/>
                <a:gd name="T18" fmla="*/ 24 w 24"/>
                <a:gd name="T19" fmla="*/ 25 h 179"/>
                <a:gd name="T20" fmla="*/ 24 w 24"/>
                <a:gd name="T21" fmla="*/ 0 h 179"/>
                <a:gd name="T22" fmla="*/ 24 w 24"/>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9">
                  <a:moveTo>
                    <a:pt x="0" y="49"/>
                  </a:moveTo>
                  <a:lnTo>
                    <a:pt x="0" y="179"/>
                  </a:lnTo>
                  <a:lnTo>
                    <a:pt x="24" y="179"/>
                  </a:lnTo>
                  <a:lnTo>
                    <a:pt x="24" y="49"/>
                  </a:lnTo>
                  <a:lnTo>
                    <a:pt x="0" y="49"/>
                  </a:lnTo>
                  <a:lnTo>
                    <a:pt x="0" y="49"/>
                  </a:lnTo>
                  <a:close/>
                  <a:moveTo>
                    <a:pt x="24" y="0"/>
                  </a:moveTo>
                  <a:lnTo>
                    <a:pt x="0" y="0"/>
                  </a:lnTo>
                  <a:lnTo>
                    <a:pt x="0" y="25"/>
                  </a:lnTo>
                  <a:lnTo>
                    <a:pt x="24" y="25"/>
                  </a:lnTo>
                  <a:lnTo>
                    <a:pt x="24" y="0"/>
                  </a:lnTo>
                  <a:lnTo>
                    <a:pt x="24"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8" name="Freeform 18">
              <a:extLst>
                <a:ext uri="{FF2B5EF4-FFF2-40B4-BE49-F238E27FC236}">
                  <a16:creationId xmlns:a16="http://schemas.microsoft.com/office/drawing/2014/main" id="{544DA956-99AA-4FD5-9D04-02C4F1CE00E2}"/>
                </a:ext>
              </a:extLst>
            </p:cNvPr>
            <p:cNvSpPr>
              <a:spLocks/>
            </p:cNvSpPr>
            <p:nvPr/>
          </p:nvSpPr>
          <p:spPr bwMode="auto">
            <a:xfrm>
              <a:off x="8619431" y="3515065"/>
              <a:ext cx="310060" cy="319903"/>
            </a:xfrm>
            <a:custGeom>
              <a:avLst/>
              <a:gdLst>
                <a:gd name="T0" fmla="*/ 60 w 126"/>
                <a:gd name="T1" fmla="*/ 108 h 130"/>
                <a:gd name="T2" fmla="*/ 25 w 126"/>
                <a:gd name="T3" fmla="*/ 0 h 130"/>
                <a:gd name="T4" fmla="*/ 0 w 126"/>
                <a:gd name="T5" fmla="*/ 0 h 130"/>
                <a:gd name="T6" fmla="*/ 50 w 126"/>
                <a:gd name="T7" fmla="*/ 130 h 130"/>
                <a:gd name="T8" fmla="*/ 74 w 126"/>
                <a:gd name="T9" fmla="*/ 130 h 130"/>
                <a:gd name="T10" fmla="*/ 126 w 126"/>
                <a:gd name="T11" fmla="*/ 0 h 130"/>
                <a:gd name="T12" fmla="*/ 100 w 126"/>
                <a:gd name="T13" fmla="*/ 0 h 130"/>
                <a:gd name="T14" fmla="*/ 62 w 126"/>
                <a:gd name="T15" fmla="*/ 108 h 130"/>
                <a:gd name="T16" fmla="*/ 60 w 126"/>
                <a:gd name="T17" fmla="*/ 108 h 130"/>
                <a:gd name="T18" fmla="*/ 60 w 126"/>
                <a:gd name="T19" fmla="*/ 10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30">
                  <a:moveTo>
                    <a:pt x="60" y="108"/>
                  </a:moveTo>
                  <a:lnTo>
                    <a:pt x="25" y="0"/>
                  </a:lnTo>
                  <a:lnTo>
                    <a:pt x="0" y="0"/>
                  </a:lnTo>
                  <a:lnTo>
                    <a:pt x="50" y="130"/>
                  </a:lnTo>
                  <a:lnTo>
                    <a:pt x="74" y="130"/>
                  </a:lnTo>
                  <a:lnTo>
                    <a:pt x="126" y="0"/>
                  </a:lnTo>
                  <a:lnTo>
                    <a:pt x="100" y="0"/>
                  </a:lnTo>
                  <a:lnTo>
                    <a:pt x="62" y="108"/>
                  </a:lnTo>
                  <a:lnTo>
                    <a:pt x="60" y="108"/>
                  </a:lnTo>
                  <a:lnTo>
                    <a:pt x="60" y="108"/>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49" name="Freeform 19">
              <a:extLst>
                <a:ext uri="{FF2B5EF4-FFF2-40B4-BE49-F238E27FC236}">
                  <a16:creationId xmlns:a16="http://schemas.microsoft.com/office/drawing/2014/main" id="{5E3281E6-72FC-47AC-8B71-86894852BA63}"/>
                </a:ext>
              </a:extLst>
            </p:cNvPr>
            <p:cNvSpPr>
              <a:spLocks noEditPoints="1"/>
            </p:cNvSpPr>
            <p:nvPr/>
          </p:nvSpPr>
          <p:spPr bwMode="auto">
            <a:xfrm>
              <a:off x="8971326" y="3502762"/>
              <a:ext cx="310060" cy="337130"/>
            </a:xfrm>
            <a:custGeom>
              <a:avLst/>
              <a:gdLst>
                <a:gd name="T0" fmla="*/ 38 w 73"/>
                <a:gd name="T1" fmla="*/ 70 h 79"/>
                <a:gd name="T2" fmla="*/ 15 w 73"/>
                <a:gd name="T3" fmla="*/ 45 h 79"/>
                <a:gd name="T4" fmla="*/ 73 w 73"/>
                <a:gd name="T5" fmla="*/ 45 h 79"/>
                <a:gd name="T6" fmla="*/ 38 w 73"/>
                <a:gd name="T7" fmla="*/ 0 h 79"/>
                <a:gd name="T8" fmla="*/ 0 w 73"/>
                <a:gd name="T9" fmla="*/ 43 h 79"/>
                <a:gd name="T10" fmla="*/ 36 w 73"/>
                <a:gd name="T11" fmla="*/ 79 h 79"/>
                <a:gd name="T12" fmla="*/ 57 w 73"/>
                <a:gd name="T13" fmla="*/ 75 h 79"/>
                <a:gd name="T14" fmla="*/ 72 w 73"/>
                <a:gd name="T15" fmla="*/ 54 h 79"/>
                <a:gd name="T16" fmla="*/ 59 w 73"/>
                <a:gd name="T17" fmla="*/ 54 h 79"/>
                <a:gd name="T18" fmla="*/ 38 w 73"/>
                <a:gd name="T19" fmla="*/ 70 h 79"/>
                <a:gd name="T20" fmla="*/ 38 w 73"/>
                <a:gd name="T21" fmla="*/ 70 h 79"/>
                <a:gd name="T22" fmla="*/ 37 w 73"/>
                <a:gd name="T23" fmla="*/ 12 h 79"/>
                <a:gd name="T24" fmla="*/ 59 w 73"/>
                <a:gd name="T25" fmla="*/ 35 h 79"/>
                <a:gd name="T26" fmla="*/ 15 w 73"/>
                <a:gd name="T27" fmla="*/ 35 h 79"/>
                <a:gd name="T28" fmla="*/ 37 w 73"/>
                <a:gd name="T29" fmla="*/ 12 h 79"/>
                <a:gd name="T30" fmla="*/ 37 w 73"/>
                <a:gd name="T31"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79">
                  <a:moveTo>
                    <a:pt x="38" y="70"/>
                  </a:moveTo>
                  <a:cubicBezTo>
                    <a:pt x="22" y="70"/>
                    <a:pt x="15" y="61"/>
                    <a:pt x="15" y="45"/>
                  </a:cubicBezTo>
                  <a:cubicBezTo>
                    <a:pt x="73" y="45"/>
                    <a:pt x="73" y="45"/>
                    <a:pt x="73" y="45"/>
                  </a:cubicBezTo>
                  <a:cubicBezTo>
                    <a:pt x="72" y="16"/>
                    <a:pt x="61" y="1"/>
                    <a:pt x="38" y="0"/>
                  </a:cubicBezTo>
                  <a:cubicBezTo>
                    <a:pt x="14" y="1"/>
                    <a:pt x="1" y="15"/>
                    <a:pt x="0" y="43"/>
                  </a:cubicBezTo>
                  <a:cubicBezTo>
                    <a:pt x="2" y="66"/>
                    <a:pt x="13" y="79"/>
                    <a:pt x="36" y="79"/>
                  </a:cubicBezTo>
                  <a:cubicBezTo>
                    <a:pt x="46" y="79"/>
                    <a:pt x="53" y="78"/>
                    <a:pt x="57" y="75"/>
                  </a:cubicBezTo>
                  <a:cubicBezTo>
                    <a:pt x="65" y="70"/>
                    <a:pt x="70" y="63"/>
                    <a:pt x="72" y="54"/>
                  </a:cubicBezTo>
                  <a:cubicBezTo>
                    <a:pt x="59" y="54"/>
                    <a:pt x="59" y="54"/>
                    <a:pt x="59" y="54"/>
                  </a:cubicBezTo>
                  <a:cubicBezTo>
                    <a:pt x="56" y="64"/>
                    <a:pt x="49" y="69"/>
                    <a:pt x="38" y="70"/>
                  </a:cubicBezTo>
                  <a:cubicBezTo>
                    <a:pt x="38" y="70"/>
                    <a:pt x="38" y="70"/>
                    <a:pt x="38" y="70"/>
                  </a:cubicBezTo>
                  <a:close/>
                  <a:moveTo>
                    <a:pt x="37" y="12"/>
                  </a:moveTo>
                  <a:cubicBezTo>
                    <a:pt x="50" y="12"/>
                    <a:pt x="58" y="20"/>
                    <a:pt x="59" y="35"/>
                  </a:cubicBezTo>
                  <a:cubicBezTo>
                    <a:pt x="15" y="35"/>
                    <a:pt x="15" y="35"/>
                    <a:pt x="15" y="35"/>
                  </a:cubicBezTo>
                  <a:cubicBezTo>
                    <a:pt x="16" y="21"/>
                    <a:pt x="23" y="13"/>
                    <a:pt x="37" y="12"/>
                  </a:cubicBezTo>
                  <a:cubicBezTo>
                    <a:pt x="37" y="12"/>
                    <a:pt x="37" y="12"/>
                    <a:pt x="37" y="1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0" name="Freeform 20">
              <a:extLst>
                <a:ext uri="{FF2B5EF4-FFF2-40B4-BE49-F238E27FC236}">
                  <a16:creationId xmlns:a16="http://schemas.microsoft.com/office/drawing/2014/main" id="{A934B249-B9ED-48D9-8B28-665D03467969}"/>
                </a:ext>
              </a:extLst>
            </p:cNvPr>
            <p:cNvSpPr>
              <a:spLocks/>
            </p:cNvSpPr>
            <p:nvPr/>
          </p:nvSpPr>
          <p:spPr bwMode="auto">
            <a:xfrm>
              <a:off x="9367513" y="3502762"/>
              <a:ext cx="164873" cy="332208"/>
            </a:xfrm>
            <a:custGeom>
              <a:avLst/>
              <a:gdLst>
                <a:gd name="T0" fmla="*/ 34 w 39"/>
                <a:gd name="T1" fmla="*/ 14 h 78"/>
                <a:gd name="T2" fmla="*/ 39 w 39"/>
                <a:gd name="T3" fmla="*/ 14 h 78"/>
                <a:gd name="T4" fmla="*/ 39 w 39"/>
                <a:gd name="T5" fmla="*/ 1 h 78"/>
                <a:gd name="T6" fmla="*/ 38 w 39"/>
                <a:gd name="T7" fmla="*/ 1 h 78"/>
                <a:gd name="T8" fmla="*/ 36 w 39"/>
                <a:gd name="T9" fmla="*/ 0 h 78"/>
                <a:gd name="T10" fmla="*/ 13 w 39"/>
                <a:gd name="T11" fmla="*/ 16 h 78"/>
                <a:gd name="T12" fmla="*/ 13 w 39"/>
                <a:gd name="T13" fmla="*/ 3 h 78"/>
                <a:gd name="T14" fmla="*/ 0 w 39"/>
                <a:gd name="T15" fmla="*/ 3 h 78"/>
                <a:gd name="T16" fmla="*/ 0 w 39"/>
                <a:gd name="T17" fmla="*/ 78 h 78"/>
                <a:gd name="T18" fmla="*/ 14 w 39"/>
                <a:gd name="T19" fmla="*/ 78 h 78"/>
                <a:gd name="T20" fmla="*/ 14 w 39"/>
                <a:gd name="T21" fmla="*/ 34 h 78"/>
                <a:gd name="T22" fmla="*/ 34 w 39"/>
                <a:gd name="T23" fmla="*/ 14 h 78"/>
                <a:gd name="T24" fmla="*/ 34 w 39"/>
                <a:gd name="T25"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78">
                  <a:moveTo>
                    <a:pt x="34" y="14"/>
                  </a:moveTo>
                  <a:cubicBezTo>
                    <a:pt x="39" y="14"/>
                    <a:pt x="39" y="14"/>
                    <a:pt x="39" y="14"/>
                  </a:cubicBezTo>
                  <a:cubicBezTo>
                    <a:pt x="39" y="1"/>
                    <a:pt x="39" y="1"/>
                    <a:pt x="39" y="1"/>
                  </a:cubicBezTo>
                  <a:cubicBezTo>
                    <a:pt x="39" y="1"/>
                    <a:pt x="38" y="1"/>
                    <a:pt x="38" y="1"/>
                  </a:cubicBezTo>
                  <a:cubicBezTo>
                    <a:pt x="37" y="1"/>
                    <a:pt x="36" y="0"/>
                    <a:pt x="36" y="0"/>
                  </a:cubicBezTo>
                  <a:cubicBezTo>
                    <a:pt x="27" y="0"/>
                    <a:pt x="19" y="5"/>
                    <a:pt x="13" y="16"/>
                  </a:cubicBezTo>
                  <a:cubicBezTo>
                    <a:pt x="13" y="3"/>
                    <a:pt x="13" y="3"/>
                    <a:pt x="13" y="3"/>
                  </a:cubicBezTo>
                  <a:cubicBezTo>
                    <a:pt x="0" y="3"/>
                    <a:pt x="0" y="3"/>
                    <a:pt x="0" y="3"/>
                  </a:cubicBezTo>
                  <a:cubicBezTo>
                    <a:pt x="0" y="78"/>
                    <a:pt x="0" y="78"/>
                    <a:pt x="0" y="78"/>
                  </a:cubicBezTo>
                  <a:cubicBezTo>
                    <a:pt x="14" y="78"/>
                    <a:pt x="14" y="78"/>
                    <a:pt x="14" y="78"/>
                  </a:cubicBezTo>
                  <a:cubicBezTo>
                    <a:pt x="14" y="34"/>
                    <a:pt x="14" y="34"/>
                    <a:pt x="14" y="34"/>
                  </a:cubicBezTo>
                  <a:cubicBezTo>
                    <a:pt x="14" y="22"/>
                    <a:pt x="21" y="15"/>
                    <a:pt x="34" y="14"/>
                  </a:cubicBezTo>
                  <a:cubicBezTo>
                    <a:pt x="34" y="14"/>
                    <a:pt x="34" y="14"/>
                    <a:pt x="34" y="14"/>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1" name="Freeform 21">
              <a:extLst>
                <a:ext uri="{FF2B5EF4-FFF2-40B4-BE49-F238E27FC236}">
                  <a16:creationId xmlns:a16="http://schemas.microsoft.com/office/drawing/2014/main" id="{21852B90-3397-44AF-9A3E-BA608BF7CE7C}"/>
                </a:ext>
              </a:extLst>
            </p:cNvPr>
            <p:cNvSpPr>
              <a:spLocks/>
            </p:cNvSpPr>
            <p:nvPr/>
          </p:nvSpPr>
          <p:spPr bwMode="auto">
            <a:xfrm>
              <a:off x="9561917" y="3502762"/>
              <a:ext cx="280531" cy="337130"/>
            </a:xfrm>
            <a:custGeom>
              <a:avLst/>
              <a:gdLst>
                <a:gd name="T0" fmla="*/ 33 w 66"/>
                <a:gd name="T1" fmla="*/ 0 h 79"/>
                <a:gd name="T2" fmla="*/ 3 w 66"/>
                <a:gd name="T3" fmla="*/ 25 h 79"/>
                <a:gd name="T4" fmla="*/ 21 w 66"/>
                <a:gd name="T5" fmla="*/ 43 h 79"/>
                <a:gd name="T6" fmla="*/ 37 w 66"/>
                <a:gd name="T7" fmla="*/ 47 h 79"/>
                <a:gd name="T8" fmla="*/ 53 w 66"/>
                <a:gd name="T9" fmla="*/ 57 h 79"/>
                <a:gd name="T10" fmla="*/ 35 w 66"/>
                <a:gd name="T11" fmla="*/ 70 h 79"/>
                <a:gd name="T12" fmla="*/ 13 w 66"/>
                <a:gd name="T13" fmla="*/ 54 h 79"/>
                <a:gd name="T14" fmla="*/ 0 w 66"/>
                <a:gd name="T15" fmla="*/ 54 h 79"/>
                <a:gd name="T16" fmla="*/ 35 w 66"/>
                <a:gd name="T17" fmla="*/ 79 h 79"/>
                <a:gd name="T18" fmla="*/ 66 w 66"/>
                <a:gd name="T19" fmla="*/ 56 h 79"/>
                <a:gd name="T20" fmla="*/ 44 w 66"/>
                <a:gd name="T21" fmla="*/ 35 h 79"/>
                <a:gd name="T22" fmla="*/ 30 w 66"/>
                <a:gd name="T23" fmla="*/ 32 h 79"/>
                <a:gd name="T24" fmla="*/ 16 w 66"/>
                <a:gd name="T25" fmla="*/ 22 h 79"/>
                <a:gd name="T26" fmla="*/ 31 w 66"/>
                <a:gd name="T27" fmla="*/ 12 h 79"/>
                <a:gd name="T28" fmla="*/ 50 w 66"/>
                <a:gd name="T29" fmla="*/ 25 h 79"/>
                <a:gd name="T30" fmla="*/ 63 w 66"/>
                <a:gd name="T31" fmla="*/ 25 h 79"/>
                <a:gd name="T32" fmla="*/ 33 w 66"/>
                <a:gd name="T33" fmla="*/ 0 h 79"/>
                <a:gd name="T34" fmla="*/ 33 w 66"/>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9">
                  <a:moveTo>
                    <a:pt x="33" y="0"/>
                  </a:moveTo>
                  <a:cubicBezTo>
                    <a:pt x="14" y="1"/>
                    <a:pt x="4" y="10"/>
                    <a:pt x="3" y="25"/>
                  </a:cubicBezTo>
                  <a:cubicBezTo>
                    <a:pt x="3" y="34"/>
                    <a:pt x="9" y="40"/>
                    <a:pt x="21" y="43"/>
                  </a:cubicBezTo>
                  <a:cubicBezTo>
                    <a:pt x="37" y="47"/>
                    <a:pt x="37" y="47"/>
                    <a:pt x="37" y="47"/>
                  </a:cubicBezTo>
                  <a:cubicBezTo>
                    <a:pt x="48" y="49"/>
                    <a:pt x="53" y="53"/>
                    <a:pt x="53" y="57"/>
                  </a:cubicBezTo>
                  <a:cubicBezTo>
                    <a:pt x="52" y="65"/>
                    <a:pt x="46" y="69"/>
                    <a:pt x="35" y="70"/>
                  </a:cubicBezTo>
                  <a:cubicBezTo>
                    <a:pt x="21" y="70"/>
                    <a:pt x="14" y="64"/>
                    <a:pt x="13" y="54"/>
                  </a:cubicBezTo>
                  <a:cubicBezTo>
                    <a:pt x="0" y="54"/>
                    <a:pt x="0" y="54"/>
                    <a:pt x="0" y="54"/>
                  </a:cubicBezTo>
                  <a:cubicBezTo>
                    <a:pt x="1" y="71"/>
                    <a:pt x="12" y="79"/>
                    <a:pt x="35" y="79"/>
                  </a:cubicBezTo>
                  <a:cubicBezTo>
                    <a:pt x="55" y="79"/>
                    <a:pt x="65" y="71"/>
                    <a:pt x="66" y="56"/>
                  </a:cubicBezTo>
                  <a:cubicBezTo>
                    <a:pt x="66" y="45"/>
                    <a:pt x="59" y="39"/>
                    <a:pt x="44" y="35"/>
                  </a:cubicBezTo>
                  <a:cubicBezTo>
                    <a:pt x="30" y="32"/>
                    <a:pt x="30" y="32"/>
                    <a:pt x="30" y="32"/>
                  </a:cubicBezTo>
                  <a:cubicBezTo>
                    <a:pt x="20" y="31"/>
                    <a:pt x="15" y="27"/>
                    <a:pt x="16" y="22"/>
                  </a:cubicBezTo>
                  <a:cubicBezTo>
                    <a:pt x="16" y="16"/>
                    <a:pt x="21" y="12"/>
                    <a:pt x="31" y="12"/>
                  </a:cubicBezTo>
                  <a:cubicBezTo>
                    <a:pt x="44" y="12"/>
                    <a:pt x="50" y="16"/>
                    <a:pt x="50" y="25"/>
                  </a:cubicBezTo>
                  <a:cubicBezTo>
                    <a:pt x="63" y="25"/>
                    <a:pt x="63" y="25"/>
                    <a:pt x="63" y="25"/>
                  </a:cubicBezTo>
                  <a:cubicBezTo>
                    <a:pt x="62" y="9"/>
                    <a:pt x="52" y="1"/>
                    <a:pt x="33" y="0"/>
                  </a:cubicBezTo>
                  <a:cubicBezTo>
                    <a:pt x="33" y="0"/>
                    <a:pt x="33" y="0"/>
                    <a:pt x="33" y="0"/>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2" name="Freeform 22">
              <a:extLst>
                <a:ext uri="{FF2B5EF4-FFF2-40B4-BE49-F238E27FC236}">
                  <a16:creationId xmlns:a16="http://schemas.microsoft.com/office/drawing/2014/main" id="{1C94B3DB-FF5E-445F-8E98-39808394C7E6}"/>
                </a:ext>
              </a:extLst>
            </p:cNvPr>
            <p:cNvSpPr>
              <a:spLocks noEditPoints="1"/>
            </p:cNvSpPr>
            <p:nvPr/>
          </p:nvSpPr>
          <p:spPr bwMode="auto">
            <a:xfrm>
              <a:off x="9933496" y="3394487"/>
              <a:ext cx="54138" cy="440483"/>
            </a:xfrm>
            <a:custGeom>
              <a:avLst/>
              <a:gdLst>
                <a:gd name="T0" fmla="*/ 0 w 22"/>
                <a:gd name="T1" fmla="*/ 49 h 179"/>
                <a:gd name="T2" fmla="*/ 0 w 22"/>
                <a:gd name="T3" fmla="*/ 179 h 179"/>
                <a:gd name="T4" fmla="*/ 22 w 22"/>
                <a:gd name="T5" fmla="*/ 179 h 179"/>
                <a:gd name="T6" fmla="*/ 22 w 22"/>
                <a:gd name="T7" fmla="*/ 49 h 179"/>
                <a:gd name="T8" fmla="*/ 0 w 22"/>
                <a:gd name="T9" fmla="*/ 49 h 179"/>
                <a:gd name="T10" fmla="*/ 0 w 22"/>
                <a:gd name="T11" fmla="*/ 49 h 179"/>
                <a:gd name="T12" fmla="*/ 22 w 22"/>
                <a:gd name="T13" fmla="*/ 0 h 179"/>
                <a:gd name="T14" fmla="*/ 0 w 22"/>
                <a:gd name="T15" fmla="*/ 0 h 179"/>
                <a:gd name="T16" fmla="*/ 0 w 22"/>
                <a:gd name="T17" fmla="*/ 25 h 179"/>
                <a:gd name="T18" fmla="*/ 22 w 22"/>
                <a:gd name="T19" fmla="*/ 25 h 179"/>
                <a:gd name="T20" fmla="*/ 22 w 22"/>
                <a:gd name="T21" fmla="*/ 0 h 179"/>
                <a:gd name="T22" fmla="*/ 22 w 22"/>
                <a:gd name="T2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79">
                  <a:moveTo>
                    <a:pt x="0" y="49"/>
                  </a:moveTo>
                  <a:lnTo>
                    <a:pt x="0" y="179"/>
                  </a:lnTo>
                  <a:lnTo>
                    <a:pt x="22" y="179"/>
                  </a:lnTo>
                  <a:lnTo>
                    <a:pt x="22" y="49"/>
                  </a:lnTo>
                  <a:lnTo>
                    <a:pt x="0" y="49"/>
                  </a:lnTo>
                  <a:lnTo>
                    <a:pt x="0" y="49"/>
                  </a:lnTo>
                  <a:close/>
                  <a:moveTo>
                    <a:pt x="22" y="0"/>
                  </a:moveTo>
                  <a:lnTo>
                    <a:pt x="0" y="0"/>
                  </a:lnTo>
                  <a:lnTo>
                    <a:pt x="0" y="25"/>
                  </a:lnTo>
                  <a:lnTo>
                    <a:pt x="22" y="25"/>
                  </a:lnTo>
                  <a:lnTo>
                    <a:pt x="22" y="0"/>
                  </a:lnTo>
                  <a:lnTo>
                    <a:pt x="22" y="0"/>
                  </a:ln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3" name="Freeform 23">
              <a:extLst>
                <a:ext uri="{FF2B5EF4-FFF2-40B4-BE49-F238E27FC236}">
                  <a16:creationId xmlns:a16="http://schemas.microsoft.com/office/drawing/2014/main" id="{59855DC0-CD64-475B-9A7F-FC4B1CCD5A01}"/>
                </a:ext>
              </a:extLst>
            </p:cNvPr>
            <p:cNvSpPr>
              <a:spLocks/>
            </p:cNvSpPr>
            <p:nvPr/>
          </p:nvSpPr>
          <p:spPr bwMode="auto">
            <a:xfrm>
              <a:off x="10078684" y="3426477"/>
              <a:ext cx="155029" cy="408492"/>
            </a:xfrm>
            <a:custGeom>
              <a:avLst/>
              <a:gdLst>
                <a:gd name="T0" fmla="*/ 37 w 37"/>
                <a:gd name="T1" fmla="*/ 21 h 96"/>
                <a:gd name="T2" fmla="*/ 24 w 37"/>
                <a:gd name="T3" fmla="*/ 21 h 96"/>
                <a:gd name="T4" fmla="*/ 24 w 37"/>
                <a:gd name="T5" fmla="*/ 0 h 96"/>
                <a:gd name="T6" fmla="*/ 11 w 37"/>
                <a:gd name="T7" fmla="*/ 0 h 96"/>
                <a:gd name="T8" fmla="*/ 11 w 37"/>
                <a:gd name="T9" fmla="*/ 21 h 96"/>
                <a:gd name="T10" fmla="*/ 0 w 37"/>
                <a:gd name="T11" fmla="*/ 21 h 96"/>
                <a:gd name="T12" fmla="*/ 0 w 37"/>
                <a:gd name="T13" fmla="*/ 31 h 96"/>
                <a:gd name="T14" fmla="*/ 11 w 37"/>
                <a:gd name="T15" fmla="*/ 31 h 96"/>
                <a:gd name="T16" fmla="*/ 11 w 37"/>
                <a:gd name="T17" fmla="*/ 81 h 96"/>
                <a:gd name="T18" fmla="*/ 27 w 37"/>
                <a:gd name="T19" fmla="*/ 96 h 96"/>
                <a:gd name="T20" fmla="*/ 29 w 37"/>
                <a:gd name="T21" fmla="*/ 96 h 96"/>
                <a:gd name="T22" fmla="*/ 37 w 37"/>
                <a:gd name="T23" fmla="*/ 96 h 96"/>
                <a:gd name="T24" fmla="*/ 37 w 37"/>
                <a:gd name="T25" fmla="*/ 87 h 96"/>
                <a:gd name="T26" fmla="*/ 32 w 37"/>
                <a:gd name="T27" fmla="*/ 87 h 96"/>
                <a:gd name="T28" fmla="*/ 24 w 37"/>
                <a:gd name="T29" fmla="*/ 80 h 96"/>
                <a:gd name="T30" fmla="*/ 24 w 37"/>
                <a:gd name="T31" fmla="*/ 31 h 96"/>
                <a:gd name="T32" fmla="*/ 37 w 37"/>
                <a:gd name="T33" fmla="*/ 31 h 96"/>
                <a:gd name="T34" fmla="*/ 37 w 37"/>
                <a:gd name="T35"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96">
                  <a:moveTo>
                    <a:pt x="37" y="21"/>
                  </a:moveTo>
                  <a:cubicBezTo>
                    <a:pt x="24" y="21"/>
                    <a:pt x="24" y="21"/>
                    <a:pt x="24" y="21"/>
                  </a:cubicBezTo>
                  <a:cubicBezTo>
                    <a:pt x="24" y="0"/>
                    <a:pt x="24" y="0"/>
                    <a:pt x="24" y="0"/>
                  </a:cubicBezTo>
                  <a:cubicBezTo>
                    <a:pt x="11" y="0"/>
                    <a:pt x="11" y="0"/>
                    <a:pt x="11" y="0"/>
                  </a:cubicBezTo>
                  <a:cubicBezTo>
                    <a:pt x="11" y="21"/>
                    <a:pt x="11" y="21"/>
                    <a:pt x="11" y="21"/>
                  </a:cubicBezTo>
                  <a:cubicBezTo>
                    <a:pt x="0" y="21"/>
                    <a:pt x="0" y="21"/>
                    <a:pt x="0" y="21"/>
                  </a:cubicBezTo>
                  <a:cubicBezTo>
                    <a:pt x="0" y="31"/>
                    <a:pt x="0" y="31"/>
                    <a:pt x="0" y="31"/>
                  </a:cubicBezTo>
                  <a:cubicBezTo>
                    <a:pt x="11" y="31"/>
                    <a:pt x="11" y="31"/>
                    <a:pt x="11" y="31"/>
                  </a:cubicBezTo>
                  <a:cubicBezTo>
                    <a:pt x="11" y="81"/>
                    <a:pt x="11" y="81"/>
                    <a:pt x="11" y="81"/>
                  </a:cubicBezTo>
                  <a:cubicBezTo>
                    <a:pt x="10" y="91"/>
                    <a:pt x="16" y="96"/>
                    <a:pt x="27" y="96"/>
                  </a:cubicBezTo>
                  <a:cubicBezTo>
                    <a:pt x="28" y="96"/>
                    <a:pt x="28" y="96"/>
                    <a:pt x="29" y="96"/>
                  </a:cubicBezTo>
                  <a:cubicBezTo>
                    <a:pt x="32" y="96"/>
                    <a:pt x="35" y="96"/>
                    <a:pt x="37" y="96"/>
                  </a:cubicBezTo>
                  <a:cubicBezTo>
                    <a:pt x="37" y="87"/>
                    <a:pt x="37" y="87"/>
                    <a:pt x="37" y="87"/>
                  </a:cubicBezTo>
                  <a:cubicBezTo>
                    <a:pt x="32" y="87"/>
                    <a:pt x="32" y="87"/>
                    <a:pt x="32" y="87"/>
                  </a:cubicBezTo>
                  <a:cubicBezTo>
                    <a:pt x="27" y="87"/>
                    <a:pt x="24" y="85"/>
                    <a:pt x="24" y="80"/>
                  </a:cubicBezTo>
                  <a:cubicBezTo>
                    <a:pt x="24" y="31"/>
                    <a:pt x="24" y="31"/>
                    <a:pt x="24" y="31"/>
                  </a:cubicBezTo>
                  <a:cubicBezTo>
                    <a:pt x="37" y="31"/>
                    <a:pt x="37" y="31"/>
                    <a:pt x="37" y="31"/>
                  </a:cubicBezTo>
                  <a:cubicBezTo>
                    <a:pt x="37" y="21"/>
                    <a:pt x="37" y="21"/>
                    <a:pt x="37" y="21"/>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
          <p:nvSpPr>
            <p:cNvPr id="54" name="Freeform 24">
              <a:extLst>
                <a:ext uri="{FF2B5EF4-FFF2-40B4-BE49-F238E27FC236}">
                  <a16:creationId xmlns:a16="http://schemas.microsoft.com/office/drawing/2014/main" id="{2E550FDA-CAF8-478B-A2D8-2A0D49781979}"/>
                </a:ext>
              </a:extLst>
            </p:cNvPr>
            <p:cNvSpPr>
              <a:spLocks/>
            </p:cNvSpPr>
            <p:nvPr/>
          </p:nvSpPr>
          <p:spPr bwMode="auto">
            <a:xfrm>
              <a:off x="10268165" y="3515065"/>
              <a:ext cx="312520" cy="447865"/>
            </a:xfrm>
            <a:custGeom>
              <a:avLst/>
              <a:gdLst>
                <a:gd name="T0" fmla="*/ 37 w 73"/>
                <a:gd name="T1" fmla="*/ 62 h 105"/>
                <a:gd name="T2" fmla="*/ 15 w 73"/>
                <a:gd name="T3" fmla="*/ 0 h 105"/>
                <a:gd name="T4" fmla="*/ 0 w 73"/>
                <a:gd name="T5" fmla="*/ 0 h 105"/>
                <a:gd name="T6" fmla="*/ 29 w 73"/>
                <a:gd name="T7" fmla="*/ 76 h 105"/>
                <a:gd name="T8" fmla="*/ 15 w 73"/>
                <a:gd name="T9" fmla="*/ 94 h 105"/>
                <a:gd name="T10" fmla="*/ 9 w 73"/>
                <a:gd name="T11" fmla="*/ 93 h 105"/>
                <a:gd name="T12" fmla="*/ 7 w 73"/>
                <a:gd name="T13" fmla="*/ 92 h 105"/>
                <a:gd name="T14" fmla="*/ 7 w 73"/>
                <a:gd name="T15" fmla="*/ 103 h 105"/>
                <a:gd name="T16" fmla="*/ 13 w 73"/>
                <a:gd name="T17" fmla="*/ 104 h 105"/>
                <a:gd name="T18" fmla="*/ 30 w 73"/>
                <a:gd name="T19" fmla="*/ 100 h 105"/>
                <a:gd name="T20" fmla="*/ 44 w 73"/>
                <a:gd name="T21" fmla="*/ 73 h 105"/>
                <a:gd name="T22" fmla="*/ 64 w 73"/>
                <a:gd name="T23" fmla="*/ 22 h 105"/>
                <a:gd name="T24" fmla="*/ 73 w 73"/>
                <a:gd name="T25" fmla="*/ 0 h 105"/>
                <a:gd name="T26" fmla="*/ 58 w 73"/>
                <a:gd name="T27" fmla="*/ 0 h 105"/>
                <a:gd name="T28" fmla="*/ 37 w 73"/>
                <a:gd name="T29" fmla="*/ 62 h 105"/>
                <a:gd name="T30" fmla="*/ 37 w 73"/>
                <a:gd name="T31" fmla="*/ 6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5">
                  <a:moveTo>
                    <a:pt x="37" y="62"/>
                  </a:moveTo>
                  <a:cubicBezTo>
                    <a:pt x="15" y="0"/>
                    <a:pt x="15" y="0"/>
                    <a:pt x="15" y="0"/>
                  </a:cubicBezTo>
                  <a:cubicBezTo>
                    <a:pt x="0" y="0"/>
                    <a:pt x="0" y="0"/>
                    <a:pt x="0" y="0"/>
                  </a:cubicBezTo>
                  <a:cubicBezTo>
                    <a:pt x="29" y="76"/>
                    <a:pt x="29" y="76"/>
                    <a:pt x="29" y="76"/>
                  </a:cubicBezTo>
                  <a:cubicBezTo>
                    <a:pt x="25" y="90"/>
                    <a:pt x="20" y="96"/>
                    <a:pt x="15" y="94"/>
                  </a:cubicBezTo>
                  <a:cubicBezTo>
                    <a:pt x="13" y="94"/>
                    <a:pt x="11" y="93"/>
                    <a:pt x="9" y="93"/>
                  </a:cubicBezTo>
                  <a:cubicBezTo>
                    <a:pt x="8" y="92"/>
                    <a:pt x="8" y="92"/>
                    <a:pt x="7" y="92"/>
                  </a:cubicBezTo>
                  <a:cubicBezTo>
                    <a:pt x="7" y="103"/>
                    <a:pt x="7" y="103"/>
                    <a:pt x="7" y="103"/>
                  </a:cubicBezTo>
                  <a:cubicBezTo>
                    <a:pt x="9" y="104"/>
                    <a:pt x="11" y="104"/>
                    <a:pt x="13" y="104"/>
                  </a:cubicBezTo>
                  <a:cubicBezTo>
                    <a:pt x="21" y="105"/>
                    <a:pt x="27" y="103"/>
                    <a:pt x="30" y="100"/>
                  </a:cubicBezTo>
                  <a:cubicBezTo>
                    <a:pt x="33" y="98"/>
                    <a:pt x="38" y="89"/>
                    <a:pt x="44" y="73"/>
                  </a:cubicBezTo>
                  <a:cubicBezTo>
                    <a:pt x="49" y="62"/>
                    <a:pt x="56" y="45"/>
                    <a:pt x="64" y="22"/>
                  </a:cubicBezTo>
                  <a:cubicBezTo>
                    <a:pt x="68" y="12"/>
                    <a:pt x="71" y="4"/>
                    <a:pt x="73" y="0"/>
                  </a:cubicBezTo>
                  <a:cubicBezTo>
                    <a:pt x="58" y="0"/>
                    <a:pt x="58" y="0"/>
                    <a:pt x="58" y="0"/>
                  </a:cubicBezTo>
                  <a:cubicBezTo>
                    <a:pt x="37" y="62"/>
                    <a:pt x="37" y="62"/>
                    <a:pt x="37" y="62"/>
                  </a:cubicBezTo>
                  <a:cubicBezTo>
                    <a:pt x="37" y="62"/>
                    <a:pt x="37" y="62"/>
                    <a:pt x="37" y="62"/>
                  </a:cubicBezTo>
                  <a:close/>
                </a:path>
              </a:pathLst>
            </a:custGeom>
            <a:grpFill/>
            <a:ln w="47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grpSp>
      <p:sp>
        <p:nvSpPr>
          <p:cNvPr id="56" name="矩形 55">
            <a:extLst>
              <a:ext uri="{FF2B5EF4-FFF2-40B4-BE49-F238E27FC236}">
                <a16:creationId xmlns:a16="http://schemas.microsoft.com/office/drawing/2014/main" id="{2A19A531-450E-4F27-85E5-D346CB0A0B74}"/>
              </a:ext>
            </a:extLst>
          </p:cNvPr>
          <p:cNvSpPr/>
          <p:nvPr/>
        </p:nvSpPr>
        <p:spPr>
          <a:xfrm>
            <a:off x="3767612" y="1561738"/>
            <a:ext cx="4698723" cy="1446550"/>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88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下节课见</a:t>
            </a:r>
          </a:p>
        </p:txBody>
      </p:sp>
      <p:sp>
        <p:nvSpPr>
          <p:cNvPr id="58" name="矩形 57">
            <a:extLst>
              <a:ext uri="{FF2B5EF4-FFF2-40B4-BE49-F238E27FC236}">
                <a16:creationId xmlns:a16="http://schemas.microsoft.com/office/drawing/2014/main" id="{C2C73BF2-EA60-4993-A997-EEFBE89CC14A}"/>
              </a:ext>
            </a:extLst>
          </p:cNvPr>
          <p:cNvSpPr/>
          <p:nvPr/>
        </p:nvSpPr>
        <p:spPr>
          <a:xfrm>
            <a:off x="4655962" y="3754133"/>
            <a:ext cx="2868094" cy="646331"/>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马克思主义学院 善斋</a:t>
            </a:r>
            <a:r>
              <a:rPr kumimoji="0" lang="en-US" altLang="zh-CN"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307C</a:t>
            </a:r>
            <a:endPar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sp>
        <p:nvSpPr>
          <p:cNvPr id="59" name="矩形 58">
            <a:extLst>
              <a:ext uri="{FF2B5EF4-FFF2-40B4-BE49-F238E27FC236}">
                <a16:creationId xmlns:a16="http://schemas.microsoft.com/office/drawing/2014/main" id="{DE950398-5199-487C-8121-BFD875B0E38D}"/>
              </a:ext>
            </a:extLst>
          </p:cNvPr>
          <p:cNvSpPr/>
          <p:nvPr/>
        </p:nvSpPr>
        <p:spPr>
          <a:xfrm>
            <a:off x="4364327" y="4117145"/>
            <a:ext cx="3350597" cy="1200329"/>
          </a:xfrm>
          <a:prstGeom prst="rect">
            <a:avLst/>
          </a:prstGeom>
        </p:spPr>
        <p:txBody>
          <a:bodyPr wrap="non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龙治铭</a:t>
            </a:r>
            <a:endParaRPr kumimoji="0" lang="en-US" altLang="zh-CN"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altLang="zh-CN"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rPr>
              <a:t>zhiminglong@tsinghua.edu.cn</a:t>
            </a:r>
            <a:endPar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微软雅黑 Light" panose="020B0502040204020203" pitchFamily="34" charset="-122"/>
              <a:ea typeface="微软雅黑 Light" panose="020B0502040204020203" pitchFamily="34" charset="-122"/>
              <a:cs typeface="+mn-cs"/>
            </a:endParaRPr>
          </a:p>
        </p:txBody>
      </p:sp>
    </p:spTree>
    <p:extLst>
      <p:ext uri="{BB962C8B-B14F-4D97-AF65-F5344CB8AC3E}">
        <p14:creationId xmlns:p14="http://schemas.microsoft.com/office/powerpoint/2010/main" val="4275446162"/>
      </p:ext>
    </p:extLst>
  </p:cSld>
  <p:clrMapOvr>
    <a:masterClrMapping/>
  </p:clrMapOvr>
</p:sld>
</file>

<file path=ppt/theme/theme1.xml><?xml version="1.0" encoding="utf-8"?>
<a:theme xmlns:a="http://schemas.openxmlformats.org/drawingml/2006/main" name="1_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29280</TotalTime>
  <Words>4862</Words>
  <Application>Microsoft Office PowerPoint</Application>
  <PresentationFormat>宽屏</PresentationFormat>
  <Paragraphs>364</Paragraphs>
  <Slides>26</Slides>
  <Notes>26</Notes>
  <HiddenSlides>0</HiddenSlides>
  <MMClips>0</MMClips>
  <ScaleCrop>false</ScaleCrop>
  <HeadingPairs>
    <vt:vector size="6" baseType="variant">
      <vt:variant>
        <vt:lpstr>已用的字体</vt:lpstr>
      </vt:variant>
      <vt:variant>
        <vt:i4>6</vt:i4>
      </vt:variant>
      <vt:variant>
        <vt:lpstr>主题</vt:lpstr>
      </vt:variant>
      <vt:variant>
        <vt:i4>3</vt:i4>
      </vt:variant>
      <vt:variant>
        <vt:lpstr>幻灯片标题</vt:lpstr>
      </vt:variant>
      <vt:variant>
        <vt:i4>26</vt:i4>
      </vt:variant>
    </vt:vector>
  </HeadingPairs>
  <TitlesOfParts>
    <vt:vector size="35" baseType="lpstr">
      <vt:lpstr>等线</vt:lpstr>
      <vt:lpstr>等线 Light</vt:lpstr>
      <vt:lpstr>思源宋体 CN Heavy</vt:lpstr>
      <vt:lpstr>微软雅黑</vt:lpstr>
      <vt:lpstr>微软雅黑 Light</vt:lpstr>
      <vt:lpstr>Arial</vt:lpstr>
      <vt:lpstr>1_Office 主题​​</vt:lpstr>
      <vt:lpstr>2_Office 主题​​</vt:lpstr>
      <vt:lpstr>3_Office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FZL;向天歌演示</dc:creator>
  <cp:keywords>www.51pptmoban.com</cp:keywords>
  <cp:lastModifiedBy>zhiming long</cp:lastModifiedBy>
  <cp:revision>801</cp:revision>
  <cp:lastPrinted>2018-09-20T00:40:58Z</cp:lastPrinted>
  <dcterms:created xsi:type="dcterms:W3CDTF">2017-12-27T12:58:51Z</dcterms:created>
  <dcterms:modified xsi:type="dcterms:W3CDTF">2026-09-20T02:17:43Z</dcterms:modified>
</cp:coreProperties>
</file>