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wdp" ContentType="image/vnd.ms-photo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theme/theme2.xml" ContentType="application/vnd.openxmlformats-officedocument.them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notesMasterIdLst>
    <p:notesMasterId r:id="rId6"/>
  </p:notesMasterIdLst>
  <p:sldIdLst>
    <p:sldId id="790" r:id="rId2"/>
    <p:sldId id="791" r:id="rId3"/>
    <p:sldId id="787" r:id="rId4"/>
    <p:sldId id="789" r:id="rId5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Medium Style 2 - Acc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  <a:tblStyle styleId="{2D5ABB26-0587-4C30-8999-92F81FD0307C}" styleName="No Style, No Grid">
    <a:wholeTbl>
      <a:tcTxStyle>
        <a:fontRef idx="minor">
          <a:scrgbClr r="0" g="0" b="0"/>
        </a:fontRef>
        <a:schemeClr val="tx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>
              <a:noFill/>
            </a:ln>
          </a:top>
          <a:bottom>
            <a:ln>
              <a:noFill/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</a:tblStyle>
  <a:tblStyle styleId="{91EBBBCC-DAD2-459C-BE2E-F6DE35CF9A28}" styleName="Dark Style 2 - Accent 3/Accent 4">
    <a:wholeTbl>
      <a:tcTxStyle>
        <a:fontRef idx="minor">
          <a:scrgbClr r="0" g="0" b="0"/>
        </a:fontRef>
        <a:schemeClr val="dk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>
              <a:noFill/>
            </a:ln>
          </a:top>
          <a:bottom>
            <a:ln>
              <a:noFill/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solidFill>
            <a:schemeClr val="accent3">
              <a:tint val="20000"/>
            </a:schemeClr>
          </a:solidFill>
        </a:fill>
      </a:tcStyle>
    </a:wholeTbl>
    <a:band1H>
      <a:tcStyle>
        <a:tcBdr/>
        <a:fill>
          <a:solidFill>
            <a:schemeClr val="accent3">
              <a:tint val="40000"/>
            </a:schemeClr>
          </a:solidFill>
        </a:fill>
      </a:tcStyle>
    </a:band1H>
    <a:band1V>
      <a:tcStyle>
        <a:tcBdr/>
        <a:fill>
          <a:solidFill>
            <a:schemeClr val="accent3">
              <a:tint val="4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dk1"/>
              </a:solidFill>
            </a:ln>
          </a:top>
        </a:tcBdr>
        <a:fill>
          <a:solidFill>
            <a:schemeClr val="accent3">
              <a:tint val="20000"/>
            </a:schemeClr>
          </a:solidFill>
        </a:fill>
      </a:tcStyle>
    </a:lastRow>
    <a:firstRow>
      <a:tcTxStyle b="on">
        <a:fontRef idx="minor">
          <a:scrgbClr r="0" g="0" b="0"/>
        </a:fontRef>
        <a:schemeClr val="lt1"/>
      </a:tcTxStyle>
      <a:tcStyle>
        <a:tcBdr/>
        <a:fill>
          <a:solidFill>
            <a:schemeClr val="accent4"/>
          </a:solidFill>
        </a:fill>
      </a:tcStyle>
    </a:firstRow>
  </a:tblStyle>
  <a:tblStyle styleId="{0E3FDE45-AF77-4B5C-9715-49D594BDF05E}" styleName="Light Style 1 - Accent 2">
    <a:wholeTbl>
      <a:tcTxStyle>
        <a:fontRef idx="minor">
          <a:scrgbClr r="0" g="0" b="0"/>
        </a:fontRef>
        <a:schemeClr val="tx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 w="12700" cmpd="sng">
              <a:solidFill>
                <a:schemeClr val="accent2"/>
              </a:solidFill>
            </a:ln>
          </a:top>
          <a:bottom>
            <a:ln w="12700" cmpd="sng">
              <a:solidFill>
                <a:schemeClr val="accent2"/>
              </a:solidFill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  <a:band1H>
      <a:tcStyle>
        <a:tcBdr/>
        <a:fill>
          <a:solidFill>
            <a:schemeClr val="accent2">
              <a:alpha val="2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2">
              <a:alpha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12700" cmpd="sng">
              <a:solidFill>
                <a:schemeClr val="accent2"/>
              </a:solidFill>
            </a:ln>
          </a:top>
        </a:tcBdr>
        <a:fill>
          <a:noFill/>
        </a:fill>
      </a:tcStyle>
    </a:lastRow>
    <a:firstRow>
      <a:tcTxStyle b="on"/>
      <a:tcStyle>
        <a:tcBdr>
          <a:bottom>
            <a:ln w="12700" cmpd="sng">
              <a:solidFill>
                <a:schemeClr val="accent2"/>
              </a:solidFill>
            </a:ln>
          </a:bottom>
        </a:tcBdr>
        <a:fill>
          <a:noFill/>
        </a:fill>
      </a:tcStyle>
    </a:firstRow>
  </a:tblStyle>
  <a:tblStyle styleId="{5FD0F851-EC5A-4D38-B0AD-8093EC10F338}" styleName="Light Style 1 - Accent 5">
    <a:wholeTbl>
      <a:tcTxStyle>
        <a:fontRef idx="minor">
          <a:scrgbClr r="0" g="0" b="0"/>
        </a:fontRef>
        <a:schemeClr val="tx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 w="12700" cmpd="sng">
              <a:solidFill>
                <a:schemeClr val="accent5"/>
              </a:solidFill>
            </a:ln>
          </a:top>
          <a:bottom>
            <a:ln w="12700" cmpd="sng">
              <a:solidFill>
                <a:schemeClr val="accent5"/>
              </a:solidFill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  <a:band1H>
      <a:tcStyle>
        <a:tcBdr/>
        <a:fill>
          <a:solidFill>
            <a:schemeClr val="accent5">
              <a:alpha val="2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5">
              <a:alpha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12700" cmpd="sng">
              <a:solidFill>
                <a:schemeClr val="accent5"/>
              </a:solidFill>
            </a:ln>
          </a:top>
        </a:tcBdr>
        <a:fill>
          <a:noFill/>
        </a:fill>
      </a:tcStyle>
    </a:lastRow>
    <a:firstRow>
      <a:tcTxStyle b="on"/>
      <a:tcStyle>
        <a:tcBdr>
          <a:bottom>
            <a:ln w="12700" cmpd="sng">
              <a:solidFill>
                <a:schemeClr val="accent5"/>
              </a:solidFill>
            </a:ln>
          </a:bottom>
        </a:tcBdr>
        <a:fill>
          <a:noFill/>
        </a:fill>
      </a:tcStyle>
    </a:firstRow>
  </a:tblStyle>
  <a:tblStyle styleId="{D27102A9-8310-4765-A935-A1911B00CA55}" styleName="Light Style 1 - Accent 4">
    <a:wholeTbl>
      <a:tcTxStyle>
        <a:fontRef idx="minor">
          <a:scrgbClr r="0" g="0" b="0"/>
        </a:fontRef>
        <a:schemeClr val="tx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 w="12700" cmpd="sng">
              <a:solidFill>
                <a:schemeClr val="accent4"/>
              </a:solidFill>
            </a:ln>
          </a:top>
          <a:bottom>
            <a:ln w="12700" cmpd="sng">
              <a:solidFill>
                <a:schemeClr val="accent4"/>
              </a:solidFill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  <a:band1H>
      <a:tcStyle>
        <a:tcBdr/>
        <a:fill>
          <a:solidFill>
            <a:schemeClr val="accent4">
              <a:alpha val="2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4">
              <a:alpha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12700" cmpd="sng">
              <a:solidFill>
                <a:schemeClr val="accent4"/>
              </a:solidFill>
            </a:ln>
          </a:top>
        </a:tcBdr>
        <a:fill>
          <a:noFill/>
        </a:fill>
      </a:tcStyle>
    </a:lastRow>
    <a:firstRow>
      <a:tcTxStyle b="on"/>
      <a:tcStyle>
        <a:tcBdr>
          <a:bottom>
            <a:ln w="12700" cmpd="sng">
              <a:solidFill>
                <a:schemeClr val="accent4"/>
              </a:solidFill>
            </a:ln>
          </a:bottom>
        </a:tcBdr>
        <a:fill>
          <a:noFill/>
        </a:fill>
      </a:tcStyle>
    </a:firstRow>
  </a:tblStyle>
  <a:tblStyle styleId="{C083E6E3-FA7D-4D7B-A595-EF9225AFEA82}" styleName="Light Style 1 - Accent 3">
    <a:wholeTbl>
      <a:tcTxStyle>
        <a:fontRef idx="minor">
          <a:scrgbClr r="0" g="0" b="0"/>
        </a:fontRef>
        <a:schemeClr val="tx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 w="12700" cmpd="sng">
              <a:solidFill>
                <a:schemeClr val="accent3"/>
              </a:solidFill>
            </a:ln>
          </a:top>
          <a:bottom>
            <a:ln w="12700" cmpd="sng">
              <a:solidFill>
                <a:schemeClr val="accent3"/>
              </a:solidFill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  <a:band1H>
      <a:tcStyle>
        <a:tcBdr/>
        <a:fill>
          <a:solidFill>
            <a:schemeClr val="accent3">
              <a:alpha val="2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3">
              <a:alpha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12700" cmpd="sng">
              <a:solidFill>
                <a:schemeClr val="accent3"/>
              </a:solidFill>
            </a:ln>
          </a:top>
        </a:tcBdr>
        <a:fill>
          <a:noFill/>
        </a:fill>
      </a:tcStyle>
    </a:lastRow>
    <a:firstRow>
      <a:tcTxStyle b="on"/>
      <a:tcStyle>
        <a:tcBdr>
          <a:bottom>
            <a:ln w="12700" cmpd="sng">
              <a:solidFill>
                <a:schemeClr val="accent3"/>
              </a:solidFill>
            </a:ln>
          </a:bottom>
        </a:tcBdr>
        <a:fill>
          <a:noFill/>
        </a:fill>
      </a:tcStyle>
    </a:firstRow>
  </a:tblStyle>
  <a:tblStyle styleId="{5A111915-BE36-4E01-A7E5-04B1672EAD32}" styleName="Light Style 2 - Accent 5">
    <a:wholeTbl>
      <a:tcTxStyle>
        <a:fontRef idx="minor">
          <a:scrgbClr r="0" g="0" b="0"/>
        </a:fontRef>
        <a:schemeClr val="tx1"/>
      </a:tcTxStyle>
      <a:tcStyle>
        <a:tcBdr>
          <a:left>
            <a:lnRef idx="1">
              <a:schemeClr val="accent5"/>
            </a:lnRef>
          </a:left>
          <a:right>
            <a:lnRef idx="1">
              <a:schemeClr val="accent5"/>
            </a:lnRef>
          </a:right>
          <a:top>
            <a:lnRef idx="1">
              <a:schemeClr val="accent5"/>
            </a:lnRef>
          </a:top>
          <a:bottom>
            <a:lnRef idx="1">
              <a:schemeClr val="accent5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  <a:band1H>
      <a:tcStyle>
        <a:tcBdr>
          <a:top>
            <a:lnRef idx="1">
              <a:schemeClr val="accent5"/>
            </a:lnRef>
          </a:top>
          <a:bottom>
            <a:lnRef idx="1">
              <a:schemeClr val="accent5"/>
            </a:lnRef>
          </a:bottom>
        </a:tcBdr>
      </a:tcStyle>
    </a:band1H>
    <a:band1V>
      <a:tcStyle>
        <a:tcBdr>
          <a:left>
            <a:lnRef idx="1">
              <a:schemeClr val="accent5"/>
            </a:lnRef>
          </a:left>
          <a:right>
            <a:lnRef idx="1">
              <a:schemeClr val="accent5"/>
            </a:lnRef>
          </a:right>
        </a:tcBdr>
      </a:tcStyle>
    </a:band1V>
    <a:band2V>
      <a:tcStyle>
        <a:tcBdr>
          <a:left>
            <a:lnRef idx="1">
              <a:schemeClr val="accent5"/>
            </a:lnRef>
          </a:left>
          <a:right>
            <a:lnRef idx="1">
              <a:schemeClr val="accent5"/>
            </a:lnRef>
          </a:right>
        </a:tcBdr>
      </a:tcStyle>
    </a:band2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accent5"/>
              </a:solidFill>
            </a:ln>
          </a:top>
        </a:tcBdr>
      </a:tcStyle>
    </a:lastRow>
    <a:firstRow>
      <a:tcTxStyle b="on">
        <a:fontRef idx="minor">
          <a:scrgbClr r="0" g="0" b="0"/>
        </a:fontRef>
        <a:schemeClr val="bg1"/>
      </a:tcTxStyle>
      <a:tcStyle>
        <a:tcBdr/>
        <a:fillRef idx="1">
          <a:schemeClr val="accent5"/>
        </a:fillRef>
      </a:tcStyle>
    </a:firstRow>
  </a:tblStyle>
  <a:tblStyle styleId="{22838BEF-8BB2-4498-84A7-C5851F593DF1}" styleName="Medium Style 4 - Accent 5">
    <a:wholeTbl>
      <a:tcTxStyle>
        <a:fontRef idx="minor">
          <a:scrgbClr r="0" g="0" b="0"/>
        </a:fontRef>
        <a:schemeClr val="dk1"/>
      </a:tcTxStyle>
      <a:tcStyle>
        <a:tcBdr>
          <a:left>
            <a:ln w="12700" cmpd="sng">
              <a:solidFill>
                <a:schemeClr val="accent5"/>
              </a:solidFill>
            </a:ln>
          </a:left>
          <a:right>
            <a:ln w="12700" cmpd="sng">
              <a:solidFill>
                <a:schemeClr val="accent5"/>
              </a:solidFill>
            </a:ln>
          </a:right>
          <a:top>
            <a:ln w="12700" cmpd="sng">
              <a:solidFill>
                <a:schemeClr val="accent5"/>
              </a:solidFill>
            </a:ln>
          </a:top>
          <a:bottom>
            <a:ln w="12700" cmpd="sng">
              <a:solidFill>
                <a:schemeClr val="accent5"/>
              </a:solidFill>
            </a:ln>
          </a:bottom>
          <a:insideH>
            <a:ln w="12700" cmpd="sng">
              <a:solidFill>
                <a:schemeClr val="accent5"/>
              </a:solidFill>
            </a:ln>
          </a:insideH>
          <a:insideV>
            <a:ln w="12700" cmpd="sng">
              <a:solidFill>
                <a:schemeClr val="accent5"/>
              </a:solidFill>
            </a:ln>
          </a:insideV>
        </a:tcBdr>
        <a:fill>
          <a:solidFill>
            <a:schemeClr val="accent5">
              <a:tint val="20000"/>
            </a:schemeClr>
          </a:solidFill>
        </a:fill>
      </a:tcStyle>
    </a:wholeTbl>
    <a:band1H>
      <a:tcStyle>
        <a:tcBdr/>
        <a:fill>
          <a:solidFill>
            <a:schemeClr val="accent5">
              <a:tint val="40000"/>
            </a:schemeClr>
          </a:solidFill>
        </a:fill>
      </a:tcStyle>
    </a:band1H>
    <a:band1V>
      <a:tcStyle>
        <a:tcBdr/>
        <a:fill>
          <a:solidFill>
            <a:schemeClr val="accent5">
              <a:tint val="4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25400" cmpd="sng">
              <a:solidFill>
                <a:schemeClr val="accent5"/>
              </a:solidFill>
            </a:ln>
          </a:top>
        </a:tcBdr>
        <a:fill>
          <a:solidFill>
            <a:schemeClr val="accent5">
              <a:tint val="20000"/>
            </a:schemeClr>
          </a:solidFill>
        </a:fill>
      </a:tcStyle>
    </a:lastRow>
    <a:firstRow>
      <a:tcTxStyle b="on"/>
      <a:tcStyle>
        <a:tcBdr/>
        <a:fill>
          <a:solidFill>
            <a:schemeClr val="accent5">
              <a:tint val="20000"/>
            </a:schemeClr>
          </a:solidFill>
        </a:fill>
      </a:tcStyle>
    </a:firstRow>
  </a:tblStyle>
  <a:tblStyle styleId="{BDBED569-4797-4DF1-A0F4-6AAB3CD982D8}" styleName="Light Style 3 - Accent 5">
    <a:wholeTbl>
      <a:tcTxStyle>
        <a:fontRef idx="minor">
          <a:scrgbClr r="0" g="0" b="0"/>
        </a:fontRef>
        <a:schemeClr val="tx1"/>
      </a:tcTxStyle>
      <a:tcStyle>
        <a:tcBdr>
          <a:left>
            <a:ln w="12700" cmpd="sng">
              <a:solidFill>
                <a:schemeClr val="accent5"/>
              </a:solidFill>
            </a:ln>
          </a:left>
          <a:right>
            <a:ln w="12700" cmpd="sng">
              <a:solidFill>
                <a:schemeClr val="accent5"/>
              </a:solidFill>
            </a:ln>
          </a:right>
          <a:top>
            <a:ln w="12700" cmpd="sng">
              <a:solidFill>
                <a:schemeClr val="accent5"/>
              </a:solidFill>
            </a:ln>
          </a:top>
          <a:bottom>
            <a:ln w="12700" cmpd="sng">
              <a:solidFill>
                <a:schemeClr val="accent5"/>
              </a:solidFill>
            </a:ln>
          </a:bottom>
          <a:insideH>
            <a:ln w="12700" cmpd="sng">
              <a:solidFill>
                <a:schemeClr val="accent5"/>
              </a:solidFill>
            </a:ln>
          </a:insideH>
          <a:insideV>
            <a:ln w="12700" cmpd="sng">
              <a:solidFill>
                <a:schemeClr val="accent5"/>
              </a:solidFill>
            </a:ln>
          </a:insideV>
        </a:tcBdr>
        <a:fill>
          <a:noFill/>
        </a:fill>
      </a:tcStyle>
    </a:wholeTbl>
    <a:band1H>
      <a:tcStyle>
        <a:tcBdr/>
        <a:fill>
          <a:solidFill>
            <a:schemeClr val="accent5">
              <a:alpha val="20000"/>
            </a:schemeClr>
          </a:solidFill>
        </a:fill>
      </a:tcStyle>
    </a:band1H>
    <a:band1V>
      <a:tcStyle>
        <a:tcBdr/>
        <a:fill>
          <a:solidFill>
            <a:schemeClr val="accent5">
              <a:alpha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accent5"/>
              </a:solidFill>
            </a:ln>
          </a:top>
        </a:tcBdr>
        <a:fill>
          <a:noFill/>
        </a:fill>
      </a:tcStyle>
    </a:lastRow>
    <a:firstRow>
      <a:tcTxStyle b="on"/>
      <a:tcStyle>
        <a:tcBdr>
          <a:bottom>
            <a:ln w="25400" cmpd="sng">
              <a:solidFill>
                <a:schemeClr val="accent5"/>
              </a:solidFill>
            </a:ln>
          </a:bottom>
        </a:tcBdr>
        <a:fill>
          <a:noFill/>
        </a:fill>
      </a:tcStyle>
    </a:firstRow>
  </a:tblStyle>
  <a:tblStyle styleId="{3B4B98B0-60AC-42C2-AFA5-B58CD77FA1E5}" styleName="Light Style 1 - Accent 1">
    <a:wholeTbl>
      <a:tcTxStyle>
        <a:fontRef idx="minor">
          <a:scrgbClr r="0" g="0" b="0"/>
        </a:fontRef>
        <a:schemeClr val="tx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 w="12700" cmpd="sng">
              <a:solidFill>
                <a:schemeClr val="accent1"/>
              </a:solidFill>
            </a:ln>
          </a:top>
          <a:bottom>
            <a:ln w="12700" cmpd="sng">
              <a:solidFill>
                <a:schemeClr val="accent1"/>
              </a:solidFill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  <a:band1H>
      <a:tcStyle>
        <a:tcBdr/>
        <a:fill>
          <a:solidFill>
            <a:schemeClr val="accent1">
              <a:alpha val="2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alpha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12700" cmpd="sng">
              <a:solidFill>
                <a:schemeClr val="accent1"/>
              </a:solidFill>
            </a:ln>
          </a:top>
        </a:tcBdr>
        <a:fill>
          <a:noFill/>
        </a:fill>
      </a:tcStyle>
    </a:lastRow>
    <a:firstRow>
      <a:tcTxStyle b="on"/>
      <a:tcStyle>
        <a:tcBdr>
          <a:bottom>
            <a:ln w="12700" cmpd="sng">
              <a:solidFill>
                <a:schemeClr val="accent1"/>
              </a:solidFill>
            </a:ln>
          </a:bottom>
        </a:tcBdr>
        <a:fill>
          <a:noFill/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1"/>
    <p:restoredTop sz="94488"/>
  </p:normalViewPr>
  <p:slideViewPr>
    <p:cSldViewPr snapToGrid="0">
      <p:cViewPr>
        <p:scale>
          <a:sx n="64" d="100"/>
          <a:sy n="64" d="100"/>
        </p:scale>
        <p:origin x="1192" y="1056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viewProps" Target="viewProps.xml"/><Relationship Id="rId3" Type="http://schemas.openxmlformats.org/officeDocument/2006/relationships/slide" Target="slides/slide2.xml"/><Relationship Id="rId7" Type="http://schemas.openxmlformats.org/officeDocument/2006/relationships/presProps" Target="presProp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notesMaster" Target="notesMasters/notesMaster1.xml"/><Relationship Id="rId5" Type="http://schemas.openxmlformats.org/officeDocument/2006/relationships/slide" Target="slides/slide4.xml"/><Relationship Id="rId10" Type="http://schemas.openxmlformats.org/officeDocument/2006/relationships/tableStyles" Target="tableStyles.xml"/><Relationship Id="rId4" Type="http://schemas.openxmlformats.org/officeDocument/2006/relationships/slide" Target="slides/slide3.xml"/><Relationship Id="rId9" Type="http://schemas.openxmlformats.org/officeDocument/2006/relationships/theme" Target="theme/theme1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A2AC53FB-A821-0342-90F3-DAC06283EA99}" type="datetimeFigureOut">
              <a:rPr lang="en-US" smtClean="0"/>
              <a:t>9/15/26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B575FBB3-2264-6D41-8B68-C7BA4C3407B6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445631166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Relationship Id="rId4" Type="http://schemas.microsoft.com/office/2007/relationships/hdphoto" Target="../media/hdphoto1.wdp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9B81CDA-B351-054D-CFDD-D7CD4CEDEE2B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20AFCF82-975B-6016-284C-91F36BF8672A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3521055B-FEC2-436B-769A-BBC6970A786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C015079-826C-1F4C-8A50-08F4655522B4}" type="datetimeFigureOut">
              <a:rPr lang="en-US" smtClean="0"/>
              <a:t>9/15/26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35611398-B7CA-3127-855D-4E044FAD0E0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08F13487-2F64-2BED-4988-4CC49776909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077264A-CFD5-9E48-9248-B880E136E71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583640397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9F19895-3EE0-3539-E989-4DB9BCED873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0F5DF9D0-BF4B-5A30-040B-0C49257EDB6A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3A5AE70C-6EB3-2D06-4B4E-B83A9ED7125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C015079-826C-1F4C-8A50-08F4655522B4}" type="datetimeFigureOut">
              <a:rPr lang="en-US" smtClean="0"/>
              <a:t>9/15/26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78CBEA6D-12D2-490B-B744-D9A517093CA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C2B8345C-4A99-3FD2-64D5-70D4A1FB6E2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077264A-CFD5-9E48-9248-B880E136E71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45406065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316C089-33F4-2FD7-7DDC-6109025A9EC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3F204C51-9288-7400-A71F-E54BEC76923D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C6B500F9-B3D8-521B-1411-94F69D57728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C015079-826C-1F4C-8A50-08F4655522B4}" type="datetimeFigureOut">
              <a:rPr lang="en-US" smtClean="0"/>
              <a:t>9/15/26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47C83AA5-72C9-50AF-9D86-7E8EEE00C74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3C02486F-F5E4-2645-70B9-8600E2BEC3C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077264A-CFD5-9E48-9248-B880E136E71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07641572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DBD5D0A-BE17-5BF4-E30B-0005FE64722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5AB124F7-91DE-7BAF-AB9C-04CB0DC679CD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DD822D05-A57F-3555-09A9-8AA231F74322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9AC7E366-8C17-14E5-78F7-F56A02087D3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C015079-826C-1F4C-8A50-08F4655522B4}" type="datetimeFigureOut">
              <a:rPr lang="en-US" smtClean="0"/>
              <a:t>9/15/26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E8783066-1027-3061-F947-EA73D73E26C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7B3C61F7-63D4-48DA-12C6-F84AA05B93B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077264A-CFD5-9E48-9248-B880E136E71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59696095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1362C75-3017-7476-C749-D0BD43C6372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E9E69E1E-8DED-4916-3850-6FA2F39BCCB9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4040FEA0-39D4-C343-3DA8-FE918B906B21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926E5E28-5F7A-6C3B-A849-8FE984DBB2C7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C0A8EB7E-093A-D24C-5E5B-FAA3456A35A4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9DD2B953-4DB2-B961-CD0F-B8FBDBC95DC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C015079-826C-1F4C-8A50-08F4655522B4}" type="datetimeFigureOut">
              <a:rPr lang="en-US" smtClean="0"/>
              <a:t>9/15/26</a:t>
            </a:fld>
            <a:endParaRPr lang="en-US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149F0F9A-A8E0-331F-9239-FDA25D15773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D1CB2ED6-0F33-4676-2AB7-096D5CB22D7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077264A-CFD5-9E48-9248-B880E136E71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933623450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E99DF29-8A38-715F-5CB5-1B5E8BFFF9F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E8C95428-0DFD-F1ED-11AC-5C5F927061D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C015079-826C-1F4C-8A50-08F4655522B4}" type="datetimeFigureOut">
              <a:rPr lang="en-US" smtClean="0"/>
              <a:t>9/15/26</a:t>
            </a:fld>
            <a:endParaRPr lang="en-US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80DFF3C1-AA87-E5C2-B81B-039DBA14245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7D0D2874-9D7D-A538-6C53-623390A5704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077264A-CFD5-9E48-9248-B880E136E71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33775220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12141C7D-A434-B0C5-27C9-A348EAD3A18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C015079-826C-1F4C-8A50-08F4655522B4}" type="datetimeFigureOut">
              <a:rPr lang="en-US" smtClean="0"/>
              <a:t>9/15/26</a:t>
            </a:fld>
            <a:endParaRPr lang="en-US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F9E2F1A5-7D32-89D1-6FE7-D48D40A29D5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3EFB0BA4-397F-0881-76CA-37430F911D3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077264A-CFD5-9E48-9248-B880E136E71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019917171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3ED0CE3-B53B-CD5D-F9B2-81313C2C517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FE39A79D-C431-109D-0858-91BB63A57E43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5E00ACA3-674D-3021-D182-1D646ECABAF1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9EF922EA-D22B-AEF0-FEED-0E5614D483B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C015079-826C-1F4C-8A50-08F4655522B4}" type="datetimeFigureOut">
              <a:rPr lang="en-US" smtClean="0"/>
              <a:t>9/15/26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8D73B07F-A0F3-C1F4-77F9-00C331FF08F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4F0B1953-ACAA-1010-28DF-505D227E473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077264A-CFD5-9E48-9248-B880E136E71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589978841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C6636CD-5A5D-350B-55FE-58B60625630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C7974B95-2212-3ACF-6412-B4C712079D96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BA6CACFA-7BC8-73D6-3AC2-8817CD8BACAC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37F2B097-AA4E-06DB-6335-3BD2BF54C75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C015079-826C-1F4C-8A50-08F4655522B4}" type="datetimeFigureOut">
              <a:rPr lang="en-US" smtClean="0"/>
              <a:t>9/15/26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10A011AF-1EB5-9BA2-79AC-5B4C625CB46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D70DD15C-2803-D162-F9C4-743A75E1FCB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077264A-CFD5-9E48-9248-B880E136E71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720653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87F1494-2993-E99B-0FBA-01BD97C9F1E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5A0133CA-64C8-3E9B-F544-6B590C20600D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CFDFDFE6-303B-8663-BD1B-8C231DF260A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C015079-826C-1F4C-8A50-08F4655522B4}" type="datetimeFigureOut">
              <a:rPr lang="en-US" smtClean="0"/>
              <a:t>9/15/26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0E83FC29-1B89-6BED-E144-EB8AB3AAACD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3594B1CA-38C4-AF8D-70C4-82E97182737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077264A-CFD5-9E48-9248-B880E136E71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42205152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AD8479C5-764A-DE32-8BE6-38211F8A16C1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C3A9AF96-61DD-156E-F93D-31AED93334EA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4962988B-EB6A-112A-6C72-040DD9D317C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C015079-826C-1F4C-8A50-08F4655522B4}" type="datetimeFigureOut">
              <a:rPr lang="en-US" smtClean="0"/>
              <a:t>9/15/26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106E5E3C-DD61-A4F9-77A8-0D2C2BE981C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C82F3AD8-A4B7-50FA-7B13-CDE5D3A7ADA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077264A-CFD5-9E48-9248-B880E136E71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524046335"/>
      </p:ext>
    </p:extLst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标题和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1" name="图片 10" descr="海上的风景&#10;&#10;描述已自动生成"/>
          <p:cNvPicPr>
            <a:picLocks noChangeAspect="1"/>
          </p:cNvPicPr>
          <p:nvPr userDrawn="1"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pic>
        <p:nvPicPr>
          <p:cNvPr id="10" name="图片 9"/>
          <p:cNvPicPr>
            <a:picLocks noChangeAspect="1"/>
          </p:cNvPicPr>
          <p:nvPr/>
        </p:nvPicPr>
        <p:blipFill rotWithShape="1">
          <a:blip r:embed="rId3">
            <a:alphaModFix amt="93000"/>
            <a:extLst>
              <a:ext uri="{BEBA8EAE-BF5A-486C-A8C5-ECC9F3942E4B}">
                <a14:imgProps xmlns:a14="http://schemas.microsoft.com/office/drawing/2010/main">
                  <a14:imgLayer r:embed="rId4">
                    <a14:imgEffect>
                      <a14:brightnessContrast bright="18000"/>
                    </a14:imgEffect>
                  </a14:imgLayer>
                </a14:imgProps>
              </a:ext>
            </a:extLst>
          </a:blip>
          <a:srcRect b="17778"/>
          <a:stretch>
            <a:fillRect/>
          </a:stretch>
        </p:blipFill>
        <p:spPr>
          <a:xfrm>
            <a:off x="0" y="0"/>
            <a:ext cx="12192000" cy="6876334"/>
          </a:xfrm>
          <a:prstGeom prst="rect">
            <a:avLst/>
          </a:prstGeom>
        </p:spPr>
      </p:pic>
      <p:sp>
        <p:nvSpPr>
          <p:cNvPr id="4" name="矩形 3"/>
          <p:cNvSpPr/>
          <p:nvPr userDrawn="1"/>
        </p:nvSpPr>
        <p:spPr>
          <a:xfrm>
            <a:off x="-856069" y="0"/>
            <a:ext cx="609600" cy="573313"/>
          </a:xfrm>
          <a:prstGeom prst="rect">
            <a:avLst/>
          </a:prstGeom>
          <a:solidFill>
            <a:srgbClr val="7D4DA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5" name="矩形 4"/>
          <p:cNvSpPr/>
          <p:nvPr userDrawn="1"/>
        </p:nvSpPr>
        <p:spPr>
          <a:xfrm>
            <a:off x="-856069" y="806277"/>
            <a:ext cx="609600" cy="573313"/>
          </a:xfrm>
          <a:prstGeom prst="rect">
            <a:avLst/>
          </a:prstGeom>
          <a:solidFill>
            <a:srgbClr val="007DDA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3685982346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theme" Target="../theme/theme1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2E27776D-4E90-A5E5-DF9A-03509315F26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B10767CB-56CD-2622-BDE3-C101B3AC24AA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665FF034-B4E9-6BC9-9C56-D0C4CD01D45C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C015079-826C-1F4C-8A50-08F4655522B4}" type="datetimeFigureOut">
              <a:rPr lang="en-US" smtClean="0"/>
              <a:t>9/15/26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658D0533-0D48-4089-945D-873152898116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5F94DDF0-0BE5-006E-6769-79406CFF3F85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F077264A-CFD5-9E48-9248-B880E136E71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711334598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  <p:sldLayoutId id="2147483660" r:id="rId12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hyperlink" Target="mailto:wenwenzeng@tsinghua.edu.cn" TargetMode="External"/><Relationship Id="rId1" Type="http://schemas.openxmlformats.org/officeDocument/2006/relationships/slideLayout" Target="../slideLayouts/slideLayout12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2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E57C0A5-6DA9-0270-AFBB-241EFDF169D1}"/>
              </a:ext>
            </a:extLst>
          </p:cNvPr>
          <p:cNvSpPr txBox="1">
            <a:spLocks/>
          </p:cNvSpPr>
          <p:nvPr/>
        </p:nvSpPr>
        <p:spPr>
          <a:xfrm>
            <a:off x="2961564" y="2010950"/>
            <a:ext cx="6589199" cy="1280890"/>
          </a:xfrm>
          <a:prstGeom prst="rect">
            <a:avLst/>
          </a:prstGeom>
        </p:spPr>
        <p:txBody>
          <a:bodyPr>
            <a:normAutofit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 algn="ctr"/>
            <a:r>
              <a:rPr lang="en-US" sz="6400" b="1" dirty="0" err="1"/>
              <a:t>脑与智能</a:t>
            </a:r>
            <a:endParaRPr lang="en-CN" sz="6400" b="1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371421EA-93D8-76DA-C562-958121227EF8}"/>
              </a:ext>
            </a:extLst>
          </p:cNvPr>
          <p:cNvSpPr txBox="1">
            <a:spLocks/>
          </p:cNvSpPr>
          <p:nvPr/>
        </p:nvSpPr>
        <p:spPr>
          <a:xfrm>
            <a:off x="2261287" y="3429000"/>
            <a:ext cx="8085502" cy="2476565"/>
          </a:xfrm>
          <a:prstGeom prst="rect">
            <a:avLst/>
          </a:prstGeom>
        </p:spPr>
        <p:txBody>
          <a:bodyPr>
            <a:normAutofit/>
          </a:bodyPr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 algn="ctr">
              <a:buFont typeface="Arial" panose="020B0604020202020204" pitchFamily="34" charset="0"/>
              <a:buNone/>
            </a:pPr>
            <a:endParaRPr lang="en-US" altLang="zh-CN" sz="2400" b="1" dirty="0"/>
          </a:p>
          <a:p>
            <a:pPr marL="0" indent="0" algn="ctr">
              <a:buFont typeface="Arial" panose="020B0604020202020204" pitchFamily="34" charset="0"/>
              <a:buNone/>
            </a:pPr>
            <a:r>
              <a:rPr lang="zh-CN" altLang="en-US" sz="2400" b="1" kern="100" dirty="0">
                <a:latin typeface="Times New Roman" panose="02020603050405020304" pitchFamily="18" charset="0"/>
                <a:ea typeface="SimSun" panose="02010600030101010101" pitchFamily="2" charset="-122"/>
              </a:rPr>
              <a:t>地点：六教</a:t>
            </a:r>
            <a:r>
              <a:rPr lang="en-US" altLang="zh-CN" sz="2400" b="1" kern="100" dirty="0">
                <a:latin typeface="Times New Roman" panose="02020603050405020304" pitchFamily="18" charset="0"/>
                <a:ea typeface="SimSun" panose="02010600030101010101" pitchFamily="2" charset="-122"/>
              </a:rPr>
              <a:t>6</a:t>
            </a:r>
            <a:r>
              <a:rPr lang="en-US" sz="2400" b="1" kern="100" dirty="0">
                <a:latin typeface="Times New Roman" panose="02020603050405020304" pitchFamily="18" charset="0"/>
                <a:ea typeface="SimSun" panose="02010600030101010101" pitchFamily="2" charset="-122"/>
              </a:rPr>
              <a:t>A112</a:t>
            </a:r>
            <a:endParaRPr lang="en-US" altLang="zh-CN" sz="2400" b="1" kern="100" dirty="0">
              <a:latin typeface="Times New Roman" panose="02020603050405020304" pitchFamily="18" charset="0"/>
              <a:ea typeface="SimSun" panose="02010600030101010101" pitchFamily="2" charset="-122"/>
            </a:endParaRPr>
          </a:p>
          <a:p>
            <a:pPr marL="0" indent="0" algn="ctr">
              <a:buFont typeface="Arial" panose="020B0604020202020204" pitchFamily="34" charset="0"/>
              <a:buNone/>
            </a:pPr>
            <a:r>
              <a:rPr lang="en-US" sz="2400" b="1" kern="100" dirty="0" err="1">
                <a:latin typeface="Times New Roman" panose="02020603050405020304" pitchFamily="18" charset="0"/>
                <a:ea typeface="SimSun" panose="02010600030101010101" pitchFamily="2" charset="-122"/>
              </a:rPr>
              <a:t>时间</a:t>
            </a:r>
            <a:r>
              <a:rPr lang="zh-CN" altLang="en-US" sz="2400" b="1" kern="100" dirty="0">
                <a:latin typeface="Times New Roman" panose="02020603050405020304" pitchFamily="18" charset="0"/>
                <a:ea typeface="SimSun" panose="02010600030101010101" pitchFamily="2" charset="-122"/>
              </a:rPr>
              <a:t>：第</a:t>
            </a:r>
            <a:r>
              <a:rPr lang="en-US" altLang="zh-CN" sz="2400" b="1" kern="100" dirty="0">
                <a:latin typeface="Times New Roman" panose="02020603050405020304" pitchFamily="18" charset="0"/>
                <a:ea typeface="SimSun" panose="02010600030101010101" pitchFamily="2" charset="-122"/>
              </a:rPr>
              <a:t>1-16</a:t>
            </a:r>
            <a:r>
              <a:rPr lang="zh-CN" altLang="en-US" sz="2400" b="1" kern="100" dirty="0">
                <a:latin typeface="Times New Roman" panose="02020603050405020304" pitchFamily="18" charset="0"/>
                <a:ea typeface="SimSun" panose="02010600030101010101" pitchFamily="2" charset="-122"/>
              </a:rPr>
              <a:t>周，星期五，第</a:t>
            </a:r>
            <a:r>
              <a:rPr lang="en-US" altLang="zh-CN" sz="2400" b="1" kern="100" dirty="0">
                <a:latin typeface="Times New Roman" panose="02020603050405020304" pitchFamily="18" charset="0"/>
                <a:ea typeface="SimSun" panose="02010600030101010101" pitchFamily="2" charset="-122"/>
              </a:rPr>
              <a:t>3</a:t>
            </a:r>
            <a:r>
              <a:rPr lang="zh-CN" altLang="en-US" sz="2400" b="1" kern="100" dirty="0">
                <a:latin typeface="Times New Roman" panose="02020603050405020304" pitchFamily="18" charset="0"/>
                <a:ea typeface="SimSun" panose="02010600030101010101" pitchFamily="2" charset="-122"/>
              </a:rPr>
              <a:t>节 （</a:t>
            </a:r>
            <a:r>
              <a:rPr lang="en-US" altLang="zh-CN" sz="2400" b="1" kern="100" dirty="0">
                <a:latin typeface="Times New Roman" panose="02020603050405020304" pitchFamily="18" charset="0"/>
                <a:ea typeface="SimSun" panose="02010600030101010101" pitchFamily="2" charset="-122"/>
              </a:rPr>
              <a:t>13:30-15:05</a:t>
            </a:r>
            <a:r>
              <a:rPr lang="zh-CN" altLang="en-US" sz="2400" b="1" kern="100" dirty="0">
                <a:latin typeface="Times New Roman" panose="02020603050405020304" pitchFamily="18" charset="0"/>
                <a:ea typeface="SimSun" panose="02010600030101010101" pitchFamily="2" charset="-122"/>
              </a:rPr>
              <a:t>）</a:t>
            </a:r>
            <a:endParaRPr lang="en-US" altLang="zh-CN" sz="2400" b="1" kern="100" dirty="0">
              <a:latin typeface="Times New Roman" panose="02020603050405020304" pitchFamily="18" charset="0"/>
              <a:ea typeface="SimSun" panose="02010600030101010101" pitchFamily="2" charset="-122"/>
            </a:endParaRPr>
          </a:p>
          <a:p>
            <a:pPr marL="0" indent="0" algn="ctr">
              <a:buFont typeface="Arial" panose="020B0604020202020204" pitchFamily="34" charset="0"/>
              <a:buNone/>
            </a:pPr>
            <a:r>
              <a:rPr lang="zh-CN" altLang="en-US" sz="2400" b="1" kern="100" dirty="0">
                <a:latin typeface="Times New Roman" panose="02020603050405020304" pitchFamily="18" charset="0"/>
                <a:ea typeface="SimSun" panose="02010600030101010101" pitchFamily="2" charset="-122"/>
              </a:rPr>
              <a:t>曾文文 </a:t>
            </a:r>
            <a:r>
              <a:rPr lang="en-US" altLang="zh-CN" sz="1800" b="1" kern="100" dirty="0">
                <a:latin typeface="Times New Roman" panose="02020603050405020304" pitchFamily="18" charset="0"/>
                <a:ea typeface="SimSun" panose="02010600030101010101" pitchFamily="2" charset="-122"/>
                <a:hlinkClick r:id="rId2"/>
              </a:rPr>
              <a:t>wenwenzeng@tsinghua.edu.cn</a:t>
            </a:r>
            <a:r>
              <a:rPr lang="zh-CN" altLang="en-US" sz="1800" b="1" kern="100" dirty="0">
                <a:latin typeface="Times New Roman" panose="02020603050405020304" pitchFamily="18" charset="0"/>
                <a:ea typeface="SimSun" panose="02010600030101010101" pitchFamily="2" charset="-122"/>
              </a:rPr>
              <a:t>，郑裕彤楼</a:t>
            </a:r>
            <a:r>
              <a:rPr lang="en-US" altLang="zh-CN" sz="1800" b="1" kern="100" dirty="0">
                <a:latin typeface="Times New Roman" panose="02020603050405020304" pitchFamily="18" charset="0"/>
                <a:ea typeface="SimSun" panose="02010600030101010101" pitchFamily="2" charset="-122"/>
              </a:rPr>
              <a:t>D318</a:t>
            </a:r>
            <a:r>
              <a:rPr lang="zh-CN" altLang="en-US" sz="1800" b="1" kern="100" dirty="0">
                <a:latin typeface="Times New Roman" panose="02020603050405020304" pitchFamily="18" charset="0"/>
                <a:ea typeface="SimSun" panose="02010600030101010101" pitchFamily="2" charset="-122"/>
              </a:rPr>
              <a:t>， </a:t>
            </a:r>
            <a:r>
              <a:rPr lang="en-US" altLang="zh-CN" sz="1800" b="1" kern="100" dirty="0">
                <a:latin typeface="Times New Roman" panose="02020603050405020304" pitchFamily="18" charset="0"/>
                <a:ea typeface="SimSun" panose="02010600030101010101" pitchFamily="2" charset="-122"/>
              </a:rPr>
              <a:t>18911261108</a:t>
            </a:r>
            <a:endParaRPr lang="en-CN" sz="1800" b="1" kern="100" dirty="0">
              <a:latin typeface="Times New Roman" panose="02020603050405020304" pitchFamily="18" charset="0"/>
              <a:ea typeface="SimSun" panose="02010600030101010101" pitchFamily="2" charset="-122"/>
            </a:endParaRPr>
          </a:p>
        </p:txBody>
      </p:sp>
      <p:cxnSp>
        <p:nvCxnSpPr>
          <p:cNvPr id="5" name="Straight Connector 4">
            <a:extLst>
              <a:ext uri="{FF2B5EF4-FFF2-40B4-BE49-F238E27FC236}">
                <a16:creationId xmlns:a16="http://schemas.microsoft.com/office/drawing/2014/main" id="{F9CFEBEA-D6CF-FB01-DA4D-3A7203B586AF}"/>
              </a:ext>
            </a:extLst>
          </p:cNvPr>
          <p:cNvCxnSpPr>
            <a:cxnSpLocks/>
          </p:cNvCxnSpPr>
          <p:nvPr/>
        </p:nvCxnSpPr>
        <p:spPr>
          <a:xfrm>
            <a:off x="2801400" y="3291840"/>
            <a:ext cx="6909528" cy="0"/>
          </a:xfrm>
          <a:prstGeom prst="line">
            <a:avLst/>
          </a:prstGeom>
          <a:ln w="190500">
            <a:gradFill>
              <a:gsLst>
                <a:gs pos="0">
                  <a:schemeClr val="accent1">
                    <a:lumMod val="5000"/>
                    <a:lumOff val="95000"/>
                  </a:schemeClr>
                </a:gs>
                <a:gs pos="74000">
                  <a:schemeClr val="accent1">
                    <a:lumMod val="45000"/>
                    <a:lumOff val="55000"/>
                  </a:schemeClr>
                </a:gs>
                <a:gs pos="83000">
                  <a:schemeClr val="accent1">
                    <a:lumMod val="45000"/>
                    <a:lumOff val="55000"/>
                  </a:schemeClr>
                </a:gs>
                <a:gs pos="100000">
                  <a:schemeClr val="accent1">
                    <a:lumMod val="30000"/>
                    <a:lumOff val="70000"/>
                  </a:schemeClr>
                </a:gs>
              </a:gsLst>
              <a:lin ang="5400000" scaled="1"/>
            </a:gra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3816649972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itle 1">
            <a:extLst>
              <a:ext uri="{FF2B5EF4-FFF2-40B4-BE49-F238E27FC236}">
                <a16:creationId xmlns:a16="http://schemas.microsoft.com/office/drawing/2014/main" id="{5A03446E-01A6-4595-1FF9-4B02ED7B2921}"/>
              </a:ext>
            </a:extLst>
          </p:cNvPr>
          <p:cNvSpPr txBox="1">
            <a:spLocks/>
          </p:cNvSpPr>
          <p:nvPr/>
        </p:nvSpPr>
        <p:spPr>
          <a:xfrm>
            <a:off x="2574564" y="507590"/>
            <a:ext cx="6589199" cy="1280890"/>
          </a:xfrm>
          <a:prstGeom prst="rect">
            <a:avLst/>
          </a:prstGeom>
        </p:spPr>
        <p:txBody>
          <a:bodyPr/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 algn="ctr"/>
            <a:r>
              <a:rPr lang="en-CN" b="1"/>
              <a:t>课程</a:t>
            </a:r>
            <a:r>
              <a:rPr lang="en-US" b="1" dirty="0" err="1"/>
              <a:t>设置</a:t>
            </a:r>
            <a:endParaRPr lang="en-CN" b="1" dirty="0"/>
          </a:p>
        </p:txBody>
      </p:sp>
      <p:sp>
        <p:nvSpPr>
          <p:cNvPr id="5" name="Content Placeholder 2">
            <a:extLst>
              <a:ext uri="{FF2B5EF4-FFF2-40B4-BE49-F238E27FC236}">
                <a16:creationId xmlns:a16="http://schemas.microsoft.com/office/drawing/2014/main" id="{E1A118E7-BA3E-9E78-F354-62DC72F1B39C}"/>
              </a:ext>
            </a:extLst>
          </p:cNvPr>
          <p:cNvSpPr txBox="1">
            <a:spLocks/>
          </p:cNvSpPr>
          <p:nvPr/>
        </p:nvSpPr>
        <p:spPr>
          <a:xfrm>
            <a:off x="1781258" y="1646422"/>
            <a:ext cx="8175813" cy="4703988"/>
          </a:xfrm>
          <a:prstGeom prst="rect">
            <a:avLst/>
          </a:prstGeom>
        </p:spPr>
        <p:txBody>
          <a:bodyPr>
            <a:normAutofit lnSpcReduction="10000"/>
          </a:bodyPr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buNone/>
            </a:pPr>
            <a:r>
              <a:rPr lang="en-US" sz="2400" b="1" dirty="0" err="1"/>
              <a:t>问题</a:t>
            </a:r>
            <a:endParaRPr lang="en-US" altLang="zh-CN" sz="2400" b="1" dirty="0"/>
          </a:p>
          <a:p>
            <a:pPr lvl="1">
              <a:buFont typeface="Wingdings" pitchFamily="2" charset="2"/>
              <a:buChar char="Ø"/>
            </a:pPr>
            <a:r>
              <a:rPr lang="zh-CN" altLang="en-US" sz="2000" dirty="0"/>
              <a:t>大脑的认知过程与原理？</a:t>
            </a:r>
            <a:endParaRPr lang="en-US" altLang="zh-CN" sz="2000" dirty="0"/>
          </a:p>
          <a:p>
            <a:pPr lvl="1">
              <a:buFont typeface="Wingdings" pitchFamily="2" charset="2"/>
              <a:buChar char="Ø"/>
            </a:pPr>
            <a:r>
              <a:rPr lang="zh-CN" altLang="en-US" sz="2000" i="0" u="none" strike="noStrike" dirty="0">
                <a:effectLst/>
                <a:latin typeface="-apple-system"/>
              </a:rPr>
              <a:t>大脑如何感知世界并作出反应？</a:t>
            </a:r>
            <a:endParaRPr lang="en-US" altLang="zh-CN" sz="2000" dirty="0"/>
          </a:p>
          <a:p>
            <a:pPr lvl="1">
              <a:buFont typeface="Wingdings" pitchFamily="2" charset="2"/>
              <a:buChar char="Ø"/>
            </a:pPr>
            <a:endParaRPr lang="en-US" sz="2000" dirty="0"/>
          </a:p>
          <a:p>
            <a:pPr marL="0" indent="0">
              <a:buFont typeface="Arial" panose="020B0604020202020204" pitchFamily="34" charset="0"/>
              <a:buNone/>
            </a:pPr>
            <a:r>
              <a:rPr lang="en-US" sz="2400" b="1" dirty="0" err="1"/>
              <a:t>视角</a:t>
            </a:r>
            <a:endParaRPr lang="en-US" sz="2400" b="1" dirty="0"/>
          </a:p>
          <a:p>
            <a:pPr lvl="1">
              <a:buFont typeface="Wingdings" pitchFamily="2" charset="2"/>
              <a:buChar char="Ø"/>
            </a:pPr>
            <a:r>
              <a:rPr lang="zh-CN" altLang="en-US" sz="2000" dirty="0"/>
              <a:t>进化生物学、神经科学、生物智能与人工智能的交叉视角</a:t>
            </a:r>
            <a:endParaRPr lang="en-US" altLang="zh-CN" sz="2000" dirty="0"/>
          </a:p>
          <a:p>
            <a:pPr lvl="1">
              <a:buFont typeface="Wingdings" pitchFamily="2" charset="2"/>
              <a:buChar char="Ø"/>
            </a:pPr>
            <a:endParaRPr lang="en-US" altLang="zh-CN" sz="2000" dirty="0"/>
          </a:p>
          <a:p>
            <a:pPr marL="0" indent="0">
              <a:buFont typeface="Arial" panose="020B0604020202020204" pitchFamily="34" charset="0"/>
              <a:buNone/>
            </a:pPr>
            <a:r>
              <a:rPr lang="zh-CN" altLang="en-US" sz="2400" b="1" dirty="0"/>
              <a:t>模块</a:t>
            </a:r>
            <a:endParaRPr lang="en-US" altLang="zh-CN" sz="2400" b="1" dirty="0"/>
          </a:p>
          <a:p>
            <a:pPr lvl="1">
              <a:buFont typeface="Wingdings" pitchFamily="2" charset="2"/>
              <a:buChar char="Ø"/>
            </a:pPr>
            <a:r>
              <a:rPr lang="zh-CN" altLang="en-US" sz="2000" dirty="0"/>
              <a:t>脑与进化</a:t>
            </a:r>
            <a:endParaRPr lang="en-US" altLang="zh-CN" sz="2000" dirty="0"/>
          </a:p>
          <a:p>
            <a:pPr lvl="1">
              <a:buFont typeface="Wingdings" pitchFamily="2" charset="2"/>
              <a:buChar char="Ø"/>
            </a:pPr>
            <a:r>
              <a:rPr lang="zh-CN" altLang="en-US" sz="2000" dirty="0"/>
              <a:t>视觉、化学感觉与运动</a:t>
            </a:r>
            <a:endParaRPr lang="en-US" altLang="zh-CN" sz="2000" dirty="0"/>
          </a:p>
          <a:p>
            <a:pPr lvl="1">
              <a:buFont typeface="Wingdings" pitchFamily="2" charset="2"/>
              <a:buChar char="Ø"/>
            </a:pPr>
            <a:r>
              <a:rPr lang="zh-CN" altLang="en-US" sz="2000" dirty="0"/>
              <a:t>观察脑、理解脑与模拟脑</a:t>
            </a:r>
            <a:endParaRPr lang="en-US" altLang="zh-CN" sz="2000" dirty="0"/>
          </a:p>
          <a:p>
            <a:pPr marL="457200" lvl="1" indent="0">
              <a:buFont typeface="Arial" panose="020B0604020202020204" pitchFamily="34" charset="0"/>
              <a:buNone/>
            </a:pPr>
            <a:endParaRPr lang="en-US" sz="2000" b="1" dirty="0"/>
          </a:p>
          <a:p>
            <a:pPr marL="0" lvl="1" indent="0">
              <a:buFont typeface="Arial" panose="020B0604020202020204" pitchFamily="34" charset="0"/>
              <a:buNone/>
            </a:pPr>
            <a:r>
              <a:rPr lang="zh-CN" altLang="en-US" b="1" dirty="0"/>
              <a:t>授课教师</a:t>
            </a:r>
            <a:endParaRPr lang="en-US" altLang="zh-CN" b="1" dirty="0"/>
          </a:p>
          <a:p>
            <a:pPr lvl="1">
              <a:buFont typeface="Wingdings" pitchFamily="2" charset="2"/>
              <a:buChar char="Ø"/>
            </a:pPr>
            <a:r>
              <a:rPr lang="zh-CN" altLang="en-US" sz="2100" dirty="0"/>
              <a:t>神经生物学、影像识别、语言与认知等</a:t>
            </a:r>
            <a:endParaRPr lang="en-US" altLang="zh-CN" sz="2000" dirty="0"/>
          </a:p>
        </p:txBody>
      </p:sp>
      <p:cxnSp>
        <p:nvCxnSpPr>
          <p:cNvPr id="2" name="Straight Connector 1">
            <a:extLst>
              <a:ext uri="{FF2B5EF4-FFF2-40B4-BE49-F238E27FC236}">
                <a16:creationId xmlns:a16="http://schemas.microsoft.com/office/drawing/2014/main" id="{0C2F0D95-1C5C-8EA3-BF25-DD759737974C}"/>
              </a:ext>
            </a:extLst>
          </p:cNvPr>
          <p:cNvCxnSpPr>
            <a:cxnSpLocks/>
          </p:cNvCxnSpPr>
          <p:nvPr/>
        </p:nvCxnSpPr>
        <p:spPr>
          <a:xfrm>
            <a:off x="2641236" y="1284135"/>
            <a:ext cx="6909528" cy="0"/>
          </a:xfrm>
          <a:prstGeom prst="line">
            <a:avLst/>
          </a:prstGeom>
          <a:ln w="127000">
            <a:gradFill>
              <a:gsLst>
                <a:gs pos="0">
                  <a:schemeClr val="accent1">
                    <a:lumMod val="5000"/>
                    <a:lumOff val="95000"/>
                  </a:schemeClr>
                </a:gs>
                <a:gs pos="74000">
                  <a:schemeClr val="accent1">
                    <a:lumMod val="45000"/>
                    <a:lumOff val="55000"/>
                  </a:schemeClr>
                </a:gs>
                <a:gs pos="83000">
                  <a:schemeClr val="accent1">
                    <a:lumMod val="45000"/>
                    <a:lumOff val="55000"/>
                  </a:schemeClr>
                </a:gs>
                <a:gs pos="100000">
                  <a:schemeClr val="accent1">
                    <a:lumMod val="30000"/>
                    <a:lumOff val="70000"/>
                  </a:schemeClr>
                </a:gs>
              </a:gsLst>
              <a:lin ang="5400000" scaled="1"/>
            </a:gra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264081722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矩形 41">
            <a:extLst>
              <a:ext uri="{FF2B5EF4-FFF2-40B4-BE49-F238E27FC236}">
                <a16:creationId xmlns:a16="http://schemas.microsoft.com/office/drawing/2014/main" id="{B65CA087-C418-839A-0CA9-D2A362996DF9}"/>
              </a:ext>
            </a:extLst>
          </p:cNvPr>
          <p:cNvSpPr/>
          <p:nvPr/>
        </p:nvSpPr>
        <p:spPr>
          <a:xfrm>
            <a:off x="877680" y="247443"/>
            <a:ext cx="6276077" cy="400110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 algn="just">
              <a:lnSpc>
                <a:spcPts val="2400"/>
              </a:lnSpc>
            </a:pPr>
            <a:r>
              <a:rPr lang="zh-CN" sz="2400" b="1" kern="100" dirty="0">
                <a:effectLst/>
                <a:latin typeface="Times New Roman" panose="02020603050405020304" pitchFamily="18" charset="0"/>
                <a:ea typeface="SimSun" panose="02010600030101010101" pitchFamily="2" charset="-122"/>
              </a:rPr>
              <a:t>《脑与智能》课程安排</a:t>
            </a:r>
            <a:r>
              <a:rPr lang="zh-CN" altLang="en-US" sz="2400" b="1" kern="100" dirty="0">
                <a:effectLst/>
                <a:latin typeface="Times New Roman" panose="02020603050405020304" pitchFamily="18" charset="0"/>
                <a:ea typeface="SimSun" panose="02010600030101010101" pitchFamily="2" charset="-122"/>
              </a:rPr>
              <a:t> （周五 </a:t>
            </a:r>
            <a:r>
              <a:rPr lang="en-US" altLang="zh-CN" sz="2400" b="1" kern="100" dirty="0">
                <a:effectLst/>
                <a:latin typeface="Times New Roman" panose="02020603050405020304" pitchFamily="18" charset="0"/>
                <a:ea typeface="SimSun" panose="02010600030101010101" pitchFamily="2" charset="-122"/>
              </a:rPr>
              <a:t>13:30-15:05</a:t>
            </a:r>
            <a:r>
              <a:rPr lang="zh-CN" altLang="en-US" sz="2400" b="1" kern="100" dirty="0">
                <a:effectLst/>
                <a:latin typeface="Times New Roman" panose="02020603050405020304" pitchFamily="18" charset="0"/>
                <a:ea typeface="SimSun" panose="02010600030101010101" pitchFamily="2" charset="-122"/>
              </a:rPr>
              <a:t>）</a:t>
            </a:r>
            <a:endParaRPr lang="en-US" sz="2400" b="1" kern="100" dirty="0">
              <a:effectLst/>
              <a:latin typeface="Times New Roman" panose="02020603050405020304" pitchFamily="18" charset="0"/>
              <a:ea typeface="SimSun" panose="02010600030101010101" pitchFamily="2" charset="-122"/>
            </a:endParaRPr>
          </a:p>
        </p:txBody>
      </p:sp>
      <p:graphicFrame>
        <p:nvGraphicFramePr>
          <p:cNvPr id="2" name="Table 1">
            <a:extLst>
              <a:ext uri="{FF2B5EF4-FFF2-40B4-BE49-F238E27FC236}">
                <a16:creationId xmlns:a16="http://schemas.microsoft.com/office/drawing/2014/main" id="{50C0CFC7-C833-9A79-51C6-D507951AAAC2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4063118033"/>
              </p:ext>
            </p:extLst>
          </p:nvPr>
        </p:nvGraphicFramePr>
        <p:xfrm>
          <a:off x="792480" y="880016"/>
          <a:ext cx="10607040" cy="5159814"/>
        </p:xfrm>
        <a:graphic>
          <a:graphicData uri="http://schemas.openxmlformats.org/drawingml/2006/table">
            <a:tbl>
              <a:tblPr firstRow="1" bandRow="1">
                <a:tableStyleId>{3B4B98B0-60AC-42C2-AFA5-B58CD77FA1E5}</a:tableStyleId>
              </a:tblPr>
              <a:tblGrid>
                <a:gridCol w="792480">
                  <a:extLst>
                    <a:ext uri="{9D8B030D-6E8A-4147-A177-3AD203B41FA5}">
                      <a16:colId xmlns:a16="http://schemas.microsoft.com/office/drawing/2014/main" val="428552259"/>
                    </a:ext>
                  </a:extLst>
                </a:gridCol>
                <a:gridCol w="999744">
                  <a:extLst>
                    <a:ext uri="{9D8B030D-6E8A-4147-A177-3AD203B41FA5}">
                      <a16:colId xmlns:a16="http://schemas.microsoft.com/office/drawing/2014/main" val="1634479577"/>
                    </a:ext>
                  </a:extLst>
                </a:gridCol>
                <a:gridCol w="4998720">
                  <a:extLst>
                    <a:ext uri="{9D8B030D-6E8A-4147-A177-3AD203B41FA5}">
                      <a16:colId xmlns:a16="http://schemas.microsoft.com/office/drawing/2014/main" val="1623563497"/>
                    </a:ext>
                  </a:extLst>
                </a:gridCol>
                <a:gridCol w="3816096">
                  <a:extLst>
                    <a:ext uri="{9D8B030D-6E8A-4147-A177-3AD203B41FA5}">
                      <a16:colId xmlns:a16="http://schemas.microsoft.com/office/drawing/2014/main" val="1767649503"/>
                    </a:ext>
                  </a:extLst>
                </a:gridCol>
              </a:tblGrid>
              <a:tr h="392840">
                <a:tc>
                  <a:txBody>
                    <a:bodyPr/>
                    <a:lstStyle/>
                    <a:p>
                      <a:r>
                        <a:rPr lang="en-US" sz="2000" b="1" dirty="0" err="1">
                          <a:latin typeface="SimSun" panose="02010600030101010101" pitchFamily="2" charset="-122"/>
                          <a:ea typeface="SimSun" panose="02010600030101010101" pitchFamily="2" charset="-122"/>
                        </a:rPr>
                        <a:t>课次</a:t>
                      </a:r>
                      <a:endParaRPr lang="en-US" sz="2000" b="1" dirty="0">
                        <a:latin typeface="SimSun" panose="02010600030101010101" pitchFamily="2" charset="-122"/>
                        <a:ea typeface="SimSun" panose="02010600030101010101" pitchFamily="2" charset="-122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2000" b="1" dirty="0" err="1">
                          <a:solidFill>
                            <a:schemeClr val="tx2">
                              <a:lumMod val="75000"/>
                            </a:schemeClr>
                          </a:solidFill>
                          <a:latin typeface="SimSun" panose="02010600030101010101" pitchFamily="2" charset="-122"/>
                          <a:ea typeface="SimSun" panose="02010600030101010101" pitchFamily="2" charset="-122"/>
                        </a:rPr>
                        <a:t>日期</a:t>
                      </a:r>
                      <a:endParaRPr lang="en-US" sz="2000" b="1" dirty="0">
                        <a:solidFill>
                          <a:schemeClr val="tx2">
                            <a:lumMod val="75000"/>
                          </a:schemeClr>
                        </a:solidFill>
                        <a:latin typeface="SimSun" panose="02010600030101010101" pitchFamily="2" charset="-122"/>
                        <a:ea typeface="SimSun" panose="02010600030101010101" pitchFamily="2" charset="-122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2000" b="1" dirty="0" err="1">
                          <a:solidFill>
                            <a:schemeClr val="accent1">
                              <a:lumMod val="50000"/>
                            </a:schemeClr>
                          </a:solidFill>
                          <a:latin typeface="SimSun" panose="02010600030101010101" pitchFamily="2" charset="-122"/>
                          <a:ea typeface="SimSun" panose="02010600030101010101" pitchFamily="2" charset="-122"/>
                        </a:rPr>
                        <a:t>题目</a:t>
                      </a:r>
                      <a:endParaRPr lang="en-US" sz="2000" b="1" dirty="0">
                        <a:solidFill>
                          <a:schemeClr val="accent1">
                            <a:lumMod val="50000"/>
                          </a:schemeClr>
                        </a:solidFill>
                        <a:latin typeface="SimSun" panose="02010600030101010101" pitchFamily="2" charset="-122"/>
                        <a:ea typeface="SimSun" panose="02010600030101010101" pitchFamily="2" charset="-122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2000" b="1" dirty="0" err="1">
                          <a:solidFill>
                            <a:schemeClr val="accent1">
                              <a:lumMod val="75000"/>
                            </a:schemeClr>
                          </a:solidFill>
                          <a:latin typeface="SimSun" panose="02010600030101010101" pitchFamily="2" charset="-122"/>
                          <a:ea typeface="SimSun" panose="02010600030101010101" pitchFamily="2" charset="-122"/>
                        </a:rPr>
                        <a:t>授课</a:t>
                      </a:r>
                      <a:endParaRPr lang="en-US" sz="2000" b="1" dirty="0">
                        <a:solidFill>
                          <a:schemeClr val="accent1">
                            <a:lumMod val="75000"/>
                          </a:schemeClr>
                        </a:solidFill>
                        <a:latin typeface="SimSun" panose="02010600030101010101" pitchFamily="2" charset="-122"/>
                        <a:ea typeface="SimSun" panose="02010600030101010101" pitchFamily="2" charset="-122"/>
                      </a:endParaRP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295315154"/>
                  </a:ext>
                </a:extLst>
              </a:tr>
              <a:tr h="251776">
                <a:tc>
                  <a:txBody>
                    <a:bodyPr/>
                    <a:lstStyle/>
                    <a:p>
                      <a:r>
                        <a:rPr lang="en-US" altLang="zh-CN" sz="1500" b="1" dirty="0">
                          <a:solidFill>
                            <a:schemeClr val="tx1"/>
                          </a:solidFill>
                          <a:latin typeface="SimSun" panose="02010600030101010101" pitchFamily="2" charset="-122"/>
                          <a:ea typeface="SimSun" panose="02010600030101010101" pitchFamily="2" charset="-122"/>
                        </a:rPr>
                        <a:t>1</a:t>
                      </a:r>
                      <a:endParaRPr lang="en-US" sz="1500" b="1" dirty="0">
                        <a:solidFill>
                          <a:schemeClr val="tx1"/>
                        </a:solidFill>
                        <a:latin typeface="SimSun" panose="02010600030101010101" pitchFamily="2" charset="-122"/>
                        <a:ea typeface="SimSun" panose="02010600030101010101" pitchFamily="2" charset="-122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1500" b="1" kern="100" dirty="0">
                          <a:solidFill>
                            <a:schemeClr val="tx2">
                              <a:lumMod val="75000"/>
                            </a:schemeClr>
                          </a:solidFill>
                          <a:latin typeface="SimSun" panose="02010600030101010101" pitchFamily="2" charset="-122"/>
                          <a:ea typeface="SimSun" panose="02010600030101010101" pitchFamily="2" charset="-122"/>
                        </a:rPr>
                        <a:t>9/18</a:t>
                      </a:r>
                      <a:r>
                        <a:rPr lang="zh-CN" altLang="en-US" sz="1500" b="1" kern="100" dirty="0">
                          <a:solidFill>
                            <a:schemeClr val="tx2">
                              <a:lumMod val="75000"/>
                            </a:schemeClr>
                          </a:solidFill>
                          <a:latin typeface="SimSun" panose="02010600030101010101" pitchFamily="2" charset="-122"/>
                          <a:ea typeface="SimSun" panose="02010600030101010101" pitchFamily="2" charset="-122"/>
                        </a:rPr>
                        <a:t> </a:t>
                      </a:r>
                      <a:endParaRPr lang="en-US" sz="1500" b="1" dirty="0">
                        <a:solidFill>
                          <a:schemeClr val="tx2">
                            <a:lumMod val="75000"/>
                          </a:schemeClr>
                        </a:solidFill>
                        <a:latin typeface="SimSun" panose="02010600030101010101" pitchFamily="2" charset="-122"/>
                        <a:ea typeface="SimSun" panose="02010600030101010101" pitchFamily="2" charset="-122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zh-CN" altLang="en-US" sz="1500" b="1" kern="100" dirty="0">
                          <a:solidFill>
                            <a:schemeClr val="accent1">
                              <a:lumMod val="50000"/>
                            </a:schemeClr>
                          </a:solidFill>
                          <a:latin typeface="SimSun" panose="02010600030101010101" pitchFamily="2" charset="-122"/>
                          <a:ea typeface="SimSun" panose="02010600030101010101" pitchFamily="2" charset="-122"/>
                        </a:rPr>
                        <a:t>脑、进化论理论思想的历史和沿革</a:t>
                      </a:r>
                      <a:endParaRPr lang="en-US" sz="1500" b="1" dirty="0">
                        <a:solidFill>
                          <a:schemeClr val="accent1">
                            <a:lumMod val="50000"/>
                          </a:schemeClr>
                        </a:solidFill>
                        <a:latin typeface="SimSun" panose="02010600030101010101" pitchFamily="2" charset="-122"/>
                        <a:ea typeface="SimSun" panose="02010600030101010101" pitchFamily="2" charset="-122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zh-CN" altLang="en-US" sz="1500" b="1" kern="100" dirty="0">
                          <a:solidFill>
                            <a:schemeClr val="accent1">
                              <a:lumMod val="75000"/>
                            </a:schemeClr>
                          </a:solidFill>
                          <a:latin typeface="SimSun" panose="02010600030101010101" pitchFamily="2" charset="-122"/>
                          <a:ea typeface="SimSun" panose="02010600030101010101" pitchFamily="2" charset="-122"/>
                        </a:rPr>
                        <a:t>王立铭，首都医科大学</a:t>
                      </a:r>
                      <a:endParaRPr lang="en-US" sz="1500" b="1" dirty="0">
                        <a:solidFill>
                          <a:schemeClr val="accent1">
                            <a:lumMod val="75000"/>
                          </a:schemeClr>
                        </a:solidFill>
                        <a:latin typeface="SimSun" panose="02010600030101010101" pitchFamily="2" charset="-122"/>
                        <a:ea typeface="SimSun" panose="02010600030101010101" pitchFamily="2" charset="-122"/>
                      </a:endParaRP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185033683"/>
                  </a:ext>
                </a:extLst>
              </a:tr>
              <a:tr h="251776">
                <a:tc>
                  <a:txBody>
                    <a:bodyPr/>
                    <a:lstStyle/>
                    <a:p>
                      <a:pPr marL="0" algn="l" defTabSz="914400" rtl="0" eaLnBrk="1" latinLnBrk="0" hangingPunct="1"/>
                      <a:r>
                        <a:rPr lang="en-US" altLang="zh-CN" sz="1500" b="1" kern="1200" dirty="0">
                          <a:solidFill>
                            <a:schemeClr val="tx1"/>
                          </a:solidFill>
                          <a:latin typeface="SimSun" panose="02010600030101010101" pitchFamily="2" charset="-122"/>
                          <a:ea typeface="SimSun" panose="02010600030101010101" pitchFamily="2" charset="-122"/>
                          <a:cs typeface="+mn-cs"/>
                        </a:rPr>
                        <a:t>2</a:t>
                      </a:r>
                      <a:endParaRPr lang="en-US" sz="1500" b="1" kern="1200" dirty="0">
                        <a:solidFill>
                          <a:schemeClr val="tx1"/>
                        </a:solidFill>
                        <a:latin typeface="SimSun" panose="02010600030101010101" pitchFamily="2" charset="-122"/>
                        <a:ea typeface="SimSun" panose="02010600030101010101" pitchFamily="2" charset="-122"/>
                        <a:cs typeface="+mn-cs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algn="l" defTabSz="914400" rtl="0" eaLnBrk="1" latinLnBrk="0" hangingPunct="1"/>
                      <a:r>
                        <a:rPr lang="en-US" altLang="zh-CN" sz="1500" b="1" kern="100" dirty="0">
                          <a:solidFill>
                            <a:srgbClr val="FF0000"/>
                          </a:solidFill>
                          <a:latin typeface="SimSun" panose="02010600030101010101" pitchFamily="2" charset="-122"/>
                          <a:ea typeface="SimSun" panose="02010600030101010101" pitchFamily="2" charset="-122"/>
                          <a:cs typeface="+mn-cs"/>
                        </a:rPr>
                        <a:t>9/20</a:t>
                      </a:r>
                      <a:endParaRPr lang="en-US" sz="1500" b="1" kern="100" dirty="0">
                        <a:solidFill>
                          <a:srgbClr val="FF0000"/>
                        </a:solidFill>
                        <a:latin typeface="SimSun" panose="02010600030101010101" pitchFamily="2" charset="-122"/>
                        <a:ea typeface="SimSun" panose="02010600030101010101" pitchFamily="2" charset="-122"/>
                        <a:cs typeface="+mn-cs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algn="l" defTabSz="914400" rtl="0" eaLnBrk="1" latinLnBrk="0" hangingPunct="1"/>
                      <a:r>
                        <a:rPr lang="zh-CN" altLang="en-US" sz="1500" b="1" kern="100" dirty="0">
                          <a:solidFill>
                            <a:schemeClr val="accent1">
                              <a:lumMod val="50000"/>
                            </a:schemeClr>
                          </a:solidFill>
                          <a:latin typeface="SimSun" panose="02010600030101010101" pitchFamily="2" charset="-122"/>
                          <a:ea typeface="SimSun" panose="02010600030101010101" pitchFamily="2" charset="-122"/>
                          <a:cs typeface="+mn-cs"/>
                        </a:rPr>
                        <a:t>脑、进化论的基本图景 </a:t>
                      </a:r>
                      <a:endParaRPr lang="en-US" sz="1500" b="1" kern="100" dirty="0">
                        <a:solidFill>
                          <a:schemeClr val="accent1">
                            <a:lumMod val="50000"/>
                          </a:schemeClr>
                        </a:solidFill>
                        <a:latin typeface="SimSun" panose="02010600030101010101" pitchFamily="2" charset="-122"/>
                        <a:ea typeface="SimSun" panose="02010600030101010101" pitchFamily="2" charset="-122"/>
                        <a:cs typeface="+mn-cs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zh-CN" altLang="en-US" sz="1500" b="1" kern="100" dirty="0">
                          <a:solidFill>
                            <a:schemeClr val="accent1">
                              <a:lumMod val="75000"/>
                            </a:schemeClr>
                          </a:solidFill>
                          <a:latin typeface="SimSun" panose="02010600030101010101" pitchFamily="2" charset="-122"/>
                          <a:ea typeface="SimSun" panose="02010600030101010101" pitchFamily="2" charset="-122"/>
                        </a:rPr>
                        <a:t>王立铭，首都医科大学</a:t>
                      </a:r>
                      <a:endParaRPr lang="en-US" sz="1500" b="1" dirty="0">
                        <a:solidFill>
                          <a:schemeClr val="accent1">
                            <a:lumMod val="75000"/>
                          </a:schemeClr>
                        </a:solidFill>
                        <a:latin typeface="SimSun" panose="02010600030101010101" pitchFamily="2" charset="-122"/>
                        <a:ea typeface="SimSun" panose="02010600030101010101" pitchFamily="2" charset="-122"/>
                      </a:endParaRP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56284"/>
                  </a:ext>
                </a:extLst>
              </a:tr>
              <a:tr h="251776">
                <a:tc>
                  <a:txBody>
                    <a:bodyPr/>
                    <a:lstStyle/>
                    <a:p>
                      <a:r>
                        <a:rPr lang="en-US" altLang="zh-CN" sz="1500" b="1" dirty="0">
                          <a:solidFill>
                            <a:schemeClr val="tx1"/>
                          </a:solidFill>
                          <a:latin typeface="SimSun" panose="02010600030101010101" pitchFamily="2" charset="-122"/>
                          <a:ea typeface="SimSun" panose="02010600030101010101" pitchFamily="2" charset="-122"/>
                        </a:rPr>
                        <a:t>3</a:t>
                      </a:r>
                      <a:endParaRPr lang="en-US" sz="1500" b="1" dirty="0">
                        <a:solidFill>
                          <a:schemeClr val="tx1"/>
                        </a:solidFill>
                        <a:latin typeface="SimSun" panose="02010600030101010101" pitchFamily="2" charset="-122"/>
                        <a:ea typeface="SimSun" panose="02010600030101010101" pitchFamily="2" charset="-122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1500" b="1" kern="100" dirty="0">
                          <a:solidFill>
                            <a:schemeClr val="tx2">
                              <a:lumMod val="75000"/>
                            </a:schemeClr>
                          </a:solidFill>
                          <a:latin typeface="SimSun" panose="02010600030101010101" pitchFamily="2" charset="-122"/>
                          <a:ea typeface="SimSun" panose="02010600030101010101" pitchFamily="2" charset="-122"/>
                          <a:cs typeface="+mn-cs"/>
                        </a:rPr>
                        <a:t>10/9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zh-CN" altLang="en-US" sz="1500" b="1" kern="100" dirty="0">
                          <a:solidFill>
                            <a:schemeClr val="accent1">
                              <a:lumMod val="50000"/>
                            </a:schemeClr>
                          </a:solidFill>
                          <a:latin typeface="SimSun" panose="02010600030101010101" pitchFamily="2" charset="-122"/>
                          <a:ea typeface="SimSun" panose="02010600030101010101" pitchFamily="2" charset="-122"/>
                          <a:cs typeface="+mn-cs"/>
                        </a:rPr>
                        <a:t>窥探脑</a:t>
                      </a:r>
                      <a:endParaRPr lang="en-US" sz="1500" b="1" kern="100" dirty="0">
                        <a:solidFill>
                          <a:schemeClr val="accent1">
                            <a:lumMod val="50000"/>
                          </a:schemeClr>
                        </a:solidFill>
                        <a:latin typeface="SimSun" panose="02010600030101010101" pitchFamily="2" charset="-122"/>
                        <a:ea typeface="SimSun" panose="02010600030101010101" pitchFamily="2" charset="-122"/>
                        <a:cs typeface="+mn-cs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zh-CN" altLang="en-US" sz="1500" b="1" kern="100" dirty="0">
                          <a:solidFill>
                            <a:schemeClr val="accent1">
                              <a:lumMod val="75000"/>
                            </a:schemeClr>
                          </a:solidFill>
                          <a:latin typeface="SimSun" panose="02010600030101010101" pitchFamily="2" charset="-122"/>
                          <a:ea typeface="SimSun" panose="02010600030101010101" pitchFamily="2" charset="-122"/>
                          <a:cs typeface="+mn-cs"/>
                        </a:rPr>
                        <a:t>李毓龙，北京大学生命科学学院</a:t>
                      </a:r>
                      <a:endParaRPr lang="en-US" sz="1500" b="1" dirty="0">
                        <a:solidFill>
                          <a:schemeClr val="accent1">
                            <a:lumMod val="75000"/>
                          </a:schemeClr>
                        </a:solidFill>
                        <a:latin typeface="SimSun" panose="02010600030101010101" pitchFamily="2" charset="-122"/>
                        <a:ea typeface="SimSun" panose="02010600030101010101" pitchFamily="2" charset="-122"/>
                      </a:endParaRP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592753290"/>
                  </a:ext>
                </a:extLst>
              </a:tr>
              <a:tr h="251776">
                <a:tc>
                  <a:txBody>
                    <a:bodyPr/>
                    <a:lstStyle/>
                    <a:p>
                      <a:r>
                        <a:rPr lang="en-US" altLang="zh-CN" sz="1500" b="1" dirty="0">
                          <a:solidFill>
                            <a:schemeClr val="tx1"/>
                          </a:solidFill>
                          <a:latin typeface="SimSun" panose="02010600030101010101" pitchFamily="2" charset="-122"/>
                          <a:ea typeface="SimSun" panose="02010600030101010101" pitchFamily="2" charset="-122"/>
                        </a:rPr>
                        <a:t>4</a:t>
                      </a:r>
                      <a:endParaRPr lang="en-US" sz="1500" b="1" dirty="0">
                        <a:solidFill>
                          <a:schemeClr val="tx1"/>
                        </a:solidFill>
                        <a:latin typeface="SimSun" panose="02010600030101010101" pitchFamily="2" charset="-122"/>
                        <a:ea typeface="SimSun" panose="02010600030101010101" pitchFamily="2" charset="-122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1500" b="1" kern="100" dirty="0">
                          <a:solidFill>
                            <a:schemeClr val="tx2">
                              <a:lumMod val="75000"/>
                            </a:schemeClr>
                          </a:solidFill>
                          <a:latin typeface="SimSun" panose="02010600030101010101" pitchFamily="2" charset="-122"/>
                          <a:ea typeface="SimSun" panose="02010600030101010101" pitchFamily="2" charset="-122"/>
                        </a:rPr>
                        <a:t>10/</a:t>
                      </a:r>
                      <a:r>
                        <a:rPr lang="en-US" altLang="zh-CN" sz="1500" b="1" kern="100" dirty="0">
                          <a:solidFill>
                            <a:schemeClr val="tx2">
                              <a:lumMod val="75000"/>
                            </a:schemeClr>
                          </a:solidFill>
                          <a:latin typeface="SimSun" panose="02010600030101010101" pitchFamily="2" charset="-122"/>
                          <a:ea typeface="SimSun" panose="02010600030101010101" pitchFamily="2" charset="-122"/>
                        </a:rPr>
                        <a:t>16</a:t>
                      </a:r>
                      <a:r>
                        <a:rPr lang="en-US" sz="1500" b="1" kern="100" dirty="0">
                          <a:solidFill>
                            <a:schemeClr val="tx2">
                              <a:lumMod val="75000"/>
                            </a:schemeClr>
                          </a:solidFill>
                          <a:latin typeface="SimSun" panose="02010600030101010101" pitchFamily="2" charset="-122"/>
                          <a:ea typeface="SimSun" panose="02010600030101010101" pitchFamily="2" charset="-122"/>
                        </a:rPr>
                        <a:t> </a:t>
                      </a:r>
                      <a:endParaRPr lang="en-US" sz="1500" b="1" dirty="0">
                        <a:solidFill>
                          <a:schemeClr val="tx2">
                            <a:lumMod val="75000"/>
                          </a:schemeClr>
                        </a:solidFill>
                        <a:latin typeface="SimSun" panose="02010600030101010101" pitchFamily="2" charset="-122"/>
                        <a:ea typeface="SimSun" panose="02010600030101010101" pitchFamily="2" charset="-122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zh-CN" altLang="en-US" sz="1500" b="1" kern="100" dirty="0">
                          <a:solidFill>
                            <a:schemeClr val="accent1">
                              <a:lumMod val="50000"/>
                            </a:schemeClr>
                          </a:solidFill>
                          <a:latin typeface="SimSun" panose="02010600030101010101" pitchFamily="2" charset="-122"/>
                          <a:ea typeface="SimSun" panose="02010600030101010101" pitchFamily="2" charset="-122"/>
                        </a:rPr>
                        <a:t>化学感觉</a:t>
                      </a:r>
                      <a:endParaRPr lang="en-US" altLang="zh-CN" sz="1500" b="1" kern="100" dirty="0">
                        <a:solidFill>
                          <a:schemeClr val="accent1">
                            <a:lumMod val="50000"/>
                          </a:schemeClr>
                        </a:solidFill>
                        <a:latin typeface="SimSun" panose="02010600030101010101" pitchFamily="2" charset="-122"/>
                        <a:ea typeface="SimSun" panose="02010600030101010101" pitchFamily="2" charset="-122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zh-CN" altLang="en-US" sz="1500" b="1" kern="100" dirty="0">
                          <a:solidFill>
                            <a:schemeClr val="accent1">
                              <a:lumMod val="75000"/>
                            </a:schemeClr>
                          </a:solidFill>
                          <a:latin typeface="SimSun" panose="02010600030101010101" pitchFamily="2" charset="-122"/>
                          <a:ea typeface="SimSun" panose="02010600030101010101" pitchFamily="2" charset="-122"/>
                        </a:rPr>
                        <a:t>胡霁，上海科技大学生命学院</a:t>
                      </a:r>
                      <a:endParaRPr lang="en-US" sz="1500" b="1" dirty="0">
                        <a:solidFill>
                          <a:schemeClr val="accent1">
                            <a:lumMod val="75000"/>
                          </a:schemeClr>
                        </a:solidFill>
                        <a:latin typeface="SimSun" panose="02010600030101010101" pitchFamily="2" charset="-122"/>
                        <a:ea typeface="SimSun" panose="02010600030101010101" pitchFamily="2" charset="-122"/>
                      </a:endParaRP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809929654"/>
                  </a:ext>
                </a:extLst>
              </a:tr>
              <a:tr h="266482">
                <a:tc>
                  <a:txBody>
                    <a:bodyPr/>
                    <a:lstStyle/>
                    <a:p>
                      <a:r>
                        <a:rPr lang="en-US" altLang="zh-CN" sz="1500" b="1" dirty="0">
                          <a:solidFill>
                            <a:schemeClr val="tx1"/>
                          </a:solidFill>
                          <a:latin typeface="SimSun" panose="02010600030101010101" pitchFamily="2" charset="-122"/>
                          <a:ea typeface="SimSun" panose="02010600030101010101" pitchFamily="2" charset="-122"/>
                        </a:rPr>
                        <a:t>5</a:t>
                      </a:r>
                      <a:endParaRPr lang="en-US" sz="1500" b="1" dirty="0">
                        <a:solidFill>
                          <a:schemeClr val="tx1"/>
                        </a:solidFill>
                        <a:latin typeface="SimSun" panose="02010600030101010101" pitchFamily="2" charset="-122"/>
                        <a:ea typeface="SimSun" panose="02010600030101010101" pitchFamily="2" charset="-122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altLang="zh-CN" sz="1500" b="1" kern="100" dirty="0">
                          <a:solidFill>
                            <a:schemeClr val="tx2">
                              <a:lumMod val="75000"/>
                            </a:schemeClr>
                          </a:solidFill>
                          <a:latin typeface="SimSun" panose="02010600030101010101" pitchFamily="2" charset="-122"/>
                          <a:ea typeface="SimSun" panose="02010600030101010101" pitchFamily="2" charset="-122"/>
                        </a:rPr>
                        <a:t>10/23 </a:t>
                      </a:r>
                      <a:endParaRPr lang="en-US" sz="1500" b="1" dirty="0">
                        <a:solidFill>
                          <a:schemeClr val="tx2">
                            <a:lumMod val="75000"/>
                          </a:schemeClr>
                        </a:solidFill>
                        <a:latin typeface="SimSun" panose="02010600030101010101" pitchFamily="2" charset="-122"/>
                        <a:ea typeface="SimSun" panose="02010600030101010101" pitchFamily="2" charset="-122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1500" b="1" kern="100" dirty="0" err="1">
                          <a:solidFill>
                            <a:schemeClr val="accent1">
                              <a:lumMod val="50000"/>
                            </a:schemeClr>
                          </a:solidFill>
                          <a:latin typeface="SimSun" panose="02010600030101010101" pitchFamily="2" charset="-122"/>
                          <a:ea typeface="SimSun" panose="02010600030101010101" pitchFamily="2" charset="-122"/>
                        </a:rPr>
                        <a:t>从光子到感知</a:t>
                      </a:r>
                      <a:r>
                        <a:rPr lang="en-US" altLang="zh-CN" sz="1500" b="1" kern="100" dirty="0">
                          <a:solidFill>
                            <a:schemeClr val="accent1">
                              <a:lumMod val="50000"/>
                            </a:schemeClr>
                          </a:solidFill>
                          <a:latin typeface="SimSun" panose="02010600030101010101" pitchFamily="2" charset="-122"/>
                          <a:ea typeface="SimSun" panose="02010600030101010101" pitchFamily="2" charset="-122"/>
                        </a:rPr>
                        <a:t>—</a:t>
                      </a:r>
                      <a:r>
                        <a:rPr lang="zh-CN" altLang="en-US" sz="1500" b="1" kern="100" dirty="0">
                          <a:solidFill>
                            <a:schemeClr val="accent1">
                              <a:lumMod val="50000"/>
                            </a:schemeClr>
                          </a:solidFill>
                          <a:latin typeface="SimSun" panose="02010600030101010101" pitchFamily="2" charset="-122"/>
                          <a:ea typeface="SimSun" panose="02010600030101010101" pitchFamily="2" charset="-122"/>
                        </a:rPr>
                        <a:t>视觉的功能与进化</a:t>
                      </a:r>
                      <a:endParaRPr lang="en-US" altLang="zh-CN" sz="1500" b="1" kern="100" dirty="0">
                        <a:solidFill>
                          <a:schemeClr val="accent1">
                            <a:lumMod val="50000"/>
                          </a:schemeClr>
                        </a:solidFill>
                        <a:latin typeface="SimSun" panose="02010600030101010101" pitchFamily="2" charset="-122"/>
                        <a:ea typeface="SimSun" panose="02010600030101010101" pitchFamily="2" charset="-122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zh-CN" altLang="en-US" sz="1500" b="1" kern="100" dirty="0">
                          <a:solidFill>
                            <a:schemeClr val="accent1">
                              <a:lumMod val="75000"/>
                            </a:schemeClr>
                          </a:solidFill>
                          <a:latin typeface="SimSun" panose="02010600030101010101" pitchFamily="2" charset="-122"/>
                          <a:ea typeface="SimSun" panose="02010600030101010101" pitchFamily="2" charset="-122"/>
                        </a:rPr>
                        <a:t>薛天，中国科学技术大学</a:t>
                      </a:r>
                      <a:endParaRPr lang="en-US" sz="1500" b="1" dirty="0">
                        <a:solidFill>
                          <a:schemeClr val="accent1">
                            <a:lumMod val="75000"/>
                          </a:schemeClr>
                        </a:solidFill>
                        <a:latin typeface="SimSun" panose="02010600030101010101" pitchFamily="2" charset="-122"/>
                        <a:ea typeface="SimSun" panose="02010600030101010101" pitchFamily="2" charset="-122"/>
                      </a:endParaRP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310219579"/>
                  </a:ext>
                </a:extLst>
              </a:tr>
              <a:tr h="251776">
                <a:tc>
                  <a:txBody>
                    <a:bodyPr/>
                    <a:lstStyle/>
                    <a:p>
                      <a:r>
                        <a:rPr lang="en-US" altLang="zh-CN" sz="1500" b="1" dirty="0">
                          <a:solidFill>
                            <a:schemeClr val="tx1"/>
                          </a:solidFill>
                          <a:latin typeface="SimSun" panose="02010600030101010101" pitchFamily="2" charset="-122"/>
                          <a:ea typeface="SimSun" panose="02010600030101010101" pitchFamily="2" charset="-122"/>
                        </a:rPr>
                        <a:t>6</a:t>
                      </a:r>
                      <a:endParaRPr lang="en-US" sz="1500" b="1" dirty="0">
                        <a:solidFill>
                          <a:schemeClr val="tx1"/>
                        </a:solidFill>
                        <a:latin typeface="SimSun" panose="02010600030101010101" pitchFamily="2" charset="-122"/>
                        <a:ea typeface="SimSun" panose="02010600030101010101" pitchFamily="2" charset="-122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altLang="zh-CN" sz="1500" b="1" kern="100" dirty="0">
                          <a:solidFill>
                            <a:schemeClr val="tx2">
                              <a:lumMod val="75000"/>
                            </a:schemeClr>
                          </a:solidFill>
                          <a:latin typeface="SimSun" panose="02010600030101010101" pitchFamily="2" charset="-122"/>
                          <a:ea typeface="SimSun" panose="02010600030101010101" pitchFamily="2" charset="-122"/>
                        </a:rPr>
                        <a:t>10/30</a:t>
                      </a:r>
                      <a:endParaRPr lang="en-US" sz="1500" b="1" dirty="0">
                        <a:solidFill>
                          <a:schemeClr val="tx2">
                            <a:lumMod val="75000"/>
                          </a:schemeClr>
                        </a:solidFill>
                        <a:latin typeface="SimSun" panose="02010600030101010101" pitchFamily="2" charset="-122"/>
                        <a:ea typeface="SimSun" panose="02010600030101010101" pitchFamily="2" charset="-122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zh-CN" altLang="en-US" sz="1500" b="1" kern="100" dirty="0">
                          <a:solidFill>
                            <a:schemeClr val="accent1">
                              <a:lumMod val="50000"/>
                            </a:schemeClr>
                          </a:solidFill>
                          <a:latin typeface="SimSun" panose="02010600030101010101" pitchFamily="2" charset="-122"/>
                          <a:ea typeface="SimSun" panose="02010600030101010101" pitchFamily="2" charset="-122"/>
                        </a:rPr>
                        <a:t>脑与类脑器官</a:t>
                      </a:r>
                      <a:endParaRPr lang="en-US" altLang="zh-CN" sz="1500" b="1" kern="100" dirty="0">
                        <a:solidFill>
                          <a:schemeClr val="accent1">
                            <a:lumMod val="50000"/>
                          </a:schemeClr>
                        </a:solidFill>
                        <a:latin typeface="SimSun" panose="02010600030101010101" pitchFamily="2" charset="-122"/>
                        <a:ea typeface="SimSun" panose="02010600030101010101" pitchFamily="2" charset="-122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zh-CN" altLang="en-US" sz="1500" b="1" kern="100" dirty="0">
                          <a:solidFill>
                            <a:schemeClr val="accent1">
                              <a:lumMod val="75000"/>
                            </a:schemeClr>
                          </a:solidFill>
                          <a:latin typeface="SimSun" panose="02010600030101010101" pitchFamily="2" charset="-122"/>
                          <a:ea typeface="SimSun" panose="02010600030101010101" pitchFamily="2" charset="-122"/>
                        </a:rPr>
                        <a:t>王晓群，北京师范大学</a:t>
                      </a:r>
                      <a:r>
                        <a:rPr lang="en-US" altLang="zh-CN" sz="1500" b="1" kern="100" dirty="0">
                          <a:solidFill>
                            <a:schemeClr val="accent1">
                              <a:lumMod val="75000"/>
                            </a:schemeClr>
                          </a:solidFill>
                          <a:latin typeface="SimSun" panose="02010600030101010101" pitchFamily="2" charset="-122"/>
                          <a:ea typeface="SimSun" panose="02010600030101010101" pitchFamily="2" charset="-122"/>
                        </a:rPr>
                        <a:t>/</a:t>
                      </a:r>
                      <a:r>
                        <a:rPr lang="zh-CN" altLang="en-US" sz="1500" b="1" kern="100" dirty="0">
                          <a:solidFill>
                            <a:schemeClr val="accent1">
                              <a:lumMod val="75000"/>
                            </a:schemeClr>
                          </a:solidFill>
                          <a:latin typeface="SimSun" panose="02010600030101010101" pitchFamily="2" charset="-122"/>
                          <a:ea typeface="SimSun" panose="02010600030101010101" pitchFamily="2" charset="-122"/>
                        </a:rPr>
                        <a:t>昌平实验室</a:t>
                      </a:r>
                      <a:endParaRPr lang="en-US" sz="1500" b="1" dirty="0">
                        <a:solidFill>
                          <a:schemeClr val="accent1">
                            <a:lumMod val="75000"/>
                          </a:schemeClr>
                        </a:solidFill>
                        <a:latin typeface="SimSun" panose="02010600030101010101" pitchFamily="2" charset="-122"/>
                        <a:ea typeface="SimSun" panose="02010600030101010101" pitchFamily="2" charset="-122"/>
                      </a:endParaRP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217331128"/>
                  </a:ext>
                </a:extLst>
              </a:tr>
              <a:tr h="266482">
                <a:tc>
                  <a:txBody>
                    <a:bodyPr/>
                    <a:lstStyle/>
                    <a:p>
                      <a:r>
                        <a:rPr lang="en-US" altLang="zh-CN" sz="1500" b="1" dirty="0">
                          <a:solidFill>
                            <a:schemeClr val="tx1"/>
                          </a:solidFill>
                          <a:latin typeface="SimSun" panose="02010600030101010101" pitchFamily="2" charset="-122"/>
                          <a:ea typeface="SimSun" panose="02010600030101010101" pitchFamily="2" charset="-122"/>
                        </a:rPr>
                        <a:t>7</a:t>
                      </a:r>
                      <a:endParaRPr lang="en-US" sz="1500" b="1" dirty="0">
                        <a:solidFill>
                          <a:schemeClr val="tx1"/>
                        </a:solidFill>
                        <a:latin typeface="SimSun" panose="02010600030101010101" pitchFamily="2" charset="-122"/>
                        <a:ea typeface="SimSun" panose="02010600030101010101" pitchFamily="2" charset="-122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altLang="zh-CN" sz="1500" b="1" dirty="0">
                          <a:solidFill>
                            <a:schemeClr val="tx2">
                              <a:lumMod val="75000"/>
                            </a:schemeClr>
                          </a:solidFill>
                          <a:latin typeface="SimSun" panose="02010600030101010101" pitchFamily="2" charset="-122"/>
                          <a:ea typeface="SimSun" panose="02010600030101010101" pitchFamily="2" charset="-122"/>
                        </a:rPr>
                        <a:t>11/6</a:t>
                      </a:r>
                      <a:endParaRPr lang="en-US" sz="1500" b="1" dirty="0">
                        <a:solidFill>
                          <a:schemeClr val="tx2">
                            <a:lumMod val="75000"/>
                          </a:schemeClr>
                        </a:solidFill>
                        <a:latin typeface="SimSun" panose="02010600030101010101" pitchFamily="2" charset="-122"/>
                        <a:ea typeface="SimSun" panose="02010600030101010101" pitchFamily="2" charset="-122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zh-CN" altLang="en-US" sz="1500" b="1" kern="100" dirty="0">
                          <a:solidFill>
                            <a:schemeClr val="accent1">
                              <a:lumMod val="50000"/>
                            </a:schemeClr>
                          </a:solidFill>
                          <a:latin typeface="SimSun" panose="02010600030101010101" pitchFamily="2" charset="-122"/>
                          <a:ea typeface="SimSun" panose="02010600030101010101" pitchFamily="2" charset="-122"/>
                        </a:rPr>
                        <a:t>生物通用智能</a:t>
                      </a:r>
                      <a:endParaRPr lang="en-US" sz="1500" b="1" kern="100" dirty="0">
                        <a:solidFill>
                          <a:schemeClr val="accent1">
                            <a:lumMod val="50000"/>
                          </a:schemeClr>
                        </a:solidFill>
                        <a:latin typeface="SimSun" panose="02010600030101010101" pitchFamily="2" charset="-122"/>
                        <a:ea typeface="SimSun" panose="02010600030101010101" pitchFamily="2" charset="-122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zh-CN" altLang="en-US" sz="1500" b="1" kern="100" dirty="0">
                          <a:solidFill>
                            <a:schemeClr val="accent1">
                              <a:lumMod val="75000"/>
                            </a:schemeClr>
                          </a:solidFill>
                          <a:latin typeface="SimSun" panose="02010600030101010101" pitchFamily="2" charset="-122"/>
                          <a:ea typeface="SimSun" panose="02010600030101010101" pitchFamily="2" charset="-122"/>
                        </a:rPr>
                        <a:t>杜凯 ，清华大学心理与认知科学系</a:t>
                      </a:r>
                      <a:endParaRPr lang="en-US" sz="1500" b="1" dirty="0">
                        <a:solidFill>
                          <a:schemeClr val="accent1">
                            <a:lumMod val="75000"/>
                          </a:schemeClr>
                        </a:solidFill>
                        <a:latin typeface="SimSun" panose="02010600030101010101" pitchFamily="2" charset="-122"/>
                        <a:ea typeface="SimSun" panose="02010600030101010101" pitchFamily="2" charset="-122"/>
                      </a:endParaRP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23045392"/>
                  </a:ext>
                </a:extLst>
              </a:tr>
              <a:tr h="266482">
                <a:tc>
                  <a:txBody>
                    <a:bodyPr/>
                    <a:lstStyle/>
                    <a:p>
                      <a:r>
                        <a:rPr lang="en-US" altLang="zh-CN" sz="1500" b="1" dirty="0">
                          <a:solidFill>
                            <a:schemeClr val="tx1"/>
                          </a:solidFill>
                          <a:latin typeface="SimSun" panose="02010600030101010101" pitchFamily="2" charset="-122"/>
                          <a:ea typeface="SimSun" panose="02010600030101010101" pitchFamily="2" charset="-122"/>
                        </a:rPr>
                        <a:t>8</a:t>
                      </a:r>
                      <a:endParaRPr lang="en-US" sz="1500" b="1" dirty="0">
                        <a:solidFill>
                          <a:schemeClr val="tx1"/>
                        </a:solidFill>
                        <a:latin typeface="SimSun" panose="02010600030101010101" pitchFamily="2" charset="-122"/>
                        <a:ea typeface="SimSun" panose="02010600030101010101" pitchFamily="2" charset="-122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altLang="zh-CN" sz="1500" b="1" kern="100" dirty="0">
                          <a:solidFill>
                            <a:schemeClr val="tx2">
                              <a:lumMod val="75000"/>
                            </a:schemeClr>
                          </a:solidFill>
                          <a:latin typeface="SimSun" panose="02010600030101010101" pitchFamily="2" charset="-122"/>
                          <a:ea typeface="SimSun" panose="02010600030101010101" pitchFamily="2" charset="-122"/>
                        </a:rPr>
                        <a:t>11/13 </a:t>
                      </a:r>
                      <a:endParaRPr lang="en-US" sz="1500" b="1" dirty="0">
                        <a:solidFill>
                          <a:schemeClr val="tx2">
                            <a:lumMod val="75000"/>
                          </a:schemeClr>
                        </a:solidFill>
                        <a:latin typeface="SimSun" panose="02010600030101010101" pitchFamily="2" charset="-122"/>
                        <a:ea typeface="SimSun" panose="02010600030101010101" pitchFamily="2" charset="-122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zh-CN" altLang="en-US" sz="1500" b="1" kern="100" dirty="0">
                          <a:solidFill>
                            <a:schemeClr val="accent1">
                              <a:lumMod val="50000"/>
                            </a:schemeClr>
                          </a:solidFill>
                          <a:latin typeface="SimSun" panose="02010600030101010101" pitchFamily="2" charset="-122"/>
                          <a:ea typeface="SimSun" panose="02010600030101010101" pitchFamily="2" charset="-122"/>
                        </a:rPr>
                        <a:t>大脑模拟</a:t>
                      </a:r>
                      <a:endParaRPr lang="en-US" sz="1500" b="1" kern="100" dirty="0">
                        <a:solidFill>
                          <a:schemeClr val="accent1">
                            <a:lumMod val="50000"/>
                          </a:schemeClr>
                        </a:solidFill>
                        <a:latin typeface="SimSun" panose="02010600030101010101" pitchFamily="2" charset="-122"/>
                        <a:ea typeface="SimSun" panose="02010600030101010101" pitchFamily="2" charset="-122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zh-CN" altLang="en-US" sz="1500" b="1" kern="100" dirty="0">
                          <a:solidFill>
                            <a:schemeClr val="accent1">
                              <a:lumMod val="75000"/>
                            </a:schemeClr>
                          </a:solidFill>
                          <a:latin typeface="SimSun" panose="02010600030101010101" pitchFamily="2" charset="-122"/>
                          <a:ea typeface="SimSun" panose="02010600030101010101" pitchFamily="2" charset="-122"/>
                        </a:rPr>
                        <a:t>杜凯</a:t>
                      </a:r>
                      <a:endParaRPr lang="en-US" sz="1500" b="1" kern="100" dirty="0">
                        <a:solidFill>
                          <a:schemeClr val="accent1">
                            <a:lumMod val="75000"/>
                          </a:schemeClr>
                        </a:solidFill>
                        <a:latin typeface="SimSun" panose="02010600030101010101" pitchFamily="2" charset="-122"/>
                        <a:ea typeface="SimSun" panose="02010600030101010101" pitchFamily="2" charset="-122"/>
                      </a:endParaRP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036974282"/>
                  </a:ext>
                </a:extLst>
              </a:tr>
              <a:tr h="266482">
                <a:tc>
                  <a:txBody>
                    <a:bodyPr/>
                    <a:lstStyle/>
                    <a:p>
                      <a:r>
                        <a:rPr lang="en-US" altLang="zh-CN" sz="1500" b="1" dirty="0">
                          <a:solidFill>
                            <a:schemeClr val="tx1"/>
                          </a:solidFill>
                          <a:latin typeface="SimSun" panose="02010600030101010101" pitchFamily="2" charset="-122"/>
                          <a:ea typeface="SimSun" panose="02010600030101010101" pitchFamily="2" charset="-122"/>
                        </a:rPr>
                        <a:t>9</a:t>
                      </a:r>
                      <a:endParaRPr lang="en-US" sz="1500" b="1" dirty="0">
                        <a:solidFill>
                          <a:schemeClr val="tx1"/>
                        </a:solidFill>
                        <a:latin typeface="SimSun" panose="02010600030101010101" pitchFamily="2" charset="-122"/>
                        <a:ea typeface="SimSun" panose="02010600030101010101" pitchFamily="2" charset="-122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altLang="zh-CN" sz="1500" b="1" dirty="0">
                          <a:solidFill>
                            <a:schemeClr val="tx2">
                              <a:lumMod val="75000"/>
                            </a:schemeClr>
                          </a:solidFill>
                          <a:latin typeface="SimSun" panose="02010600030101010101" pitchFamily="2" charset="-122"/>
                          <a:ea typeface="SimSun" panose="02010600030101010101" pitchFamily="2" charset="-122"/>
                        </a:rPr>
                        <a:t>11/20</a:t>
                      </a:r>
                      <a:endParaRPr lang="en-US" sz="1500" b="1" dirty="0">
                        <a:solidFill>
                          <a:schemeClr val="tx2">
                            <a:lumMod val="75000"/>
                          </a:schemeClr>
                        </a:solidFill>
                        <a:latin typeface="SimSun" panose="02010600030101010101" pitchFamily="2" charset="-122"/>
                        <a:ea typeface="SimSun" panose="02010600030101010101" pitchFamily="2" charset="-122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zh-CN" altLang="en-US" sz="1500" b="1" kern="100" dirty="0">
                          <a:solidFill>
                            <a:schemeClr val="accent1">
                              <a:lumMod val="50000"/>
                            </a:schemeClr>
                          </a:solidFill>
                          <a:latin typeface="SimSun" panose="02010600030101010101" pitchFamily="2" charset="-122"/>
                          <a:ea typeface="SimSun" panose="02010600030101010101" pitchFamily="2" charset="-122"/>
                        </a:rPr>
                        <a:t>语言与脑</a:t>
                      </a:r>
                      <a:endParaRPr lang="en-US" altLang="zh-CN" sz="1500" b="1" kern="100" dirty="0">
                        <a:solidFill>
                          <a:schemeClr val="accent1">
                            <a:lumMod val="50000"/>
                          </a:schemeClr>
                        </a:solidFill>
                        <a:latin typeface="SimSun" panose="02010600030101010101" pitchFamily="2" charset="-122"/>
                        <a:ea typeface="SimSun" panose="02010600030101010101" pitchFamily="2" charset="-122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R="0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zh-CN" altLang="en-US" sz="1500" b="1" kern="100" dirty="0">
                          <a:solidFill>
                            <a:schemeClr val="accent1">
                              <a:lumMod val="75000"/>
                            </a:schemeClr>
                          </a:solidFill>
                          <a:latin typeface="SimSun" panose="02010600030101010101" pitchFamily="2" charset="-122"/>
                          <a:ea typeface="SimSun" panose="02010600030101010101" pitchFamily="2" charset="-122"/>
                        </a:rPr>
                        <a:t>毕彦超，北京大学心理与认知科学学院</a:t>
                      </a:r>
                      <a:endParaRPr lang="en-US" altLang="zh-CN" sz="1500" b="1" kern="100" dirty="0">
                        <a:solidFill>
                          <a:schemeClr val="accent1">
                            <a:lumMod val="75000"/>
                          </a:schemeClr>
                        </a:solidFill>
                        <a:latin typeface="SimSun" panose="02010600030101010101" pitchFamily="2" charset="-122"/>
                        <a:ea typeface="SimSun" panose="02010600030101010101" pitchFamily="2" charset="-122"/>
                      </a:endParaRP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372894570"/>
                  </a:ext>
                </a:extLst>
              </a:tr>
              <a:tr h="251776">
                <a:tc>
                  <a:txBody>
                    <a:bodyPr/>
                    <a:lstStyle/>
                    <a:p>
                      <a:r>
                        <a:rPr lang="en-US" altLang="zh-CN" sz="1500" b="1" dirty="0">
                          <a:solidFill>
                            <a:schemeClr val="tx1"/>
                          </a:solidFill>
                          <a:latin typeface="SimSun" panose="02010600030101010101" pitchFamily="2" charset="-122"/>
                          <a:ea typeface="SimSun" panose="02010600030101010101" pitchFamily="2" charset="-122"/>
                        </a:rPr>
                        <a:t>10</a:t>
                      </a:r>
                      <a:endParaRPr lang="en-US" sz="1500" b="1" dirty="0">
                        <a:solidFill>
                          <a:schemeClr val="tx1"/>
                        </a:solidFill>
                        <a:latin typeface="SimSun" panose="02010600030101010101" pitchFamily="2" charset="-122"/>
                        <a:ea typeface="SimSun" panose="02010600030101010101" pitchFamily="2" charset="-122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altLang="zh-CN" sz="1500" b="1" dirty="0">
                          <a:solidFill>
                            <a:schemeClr val="tx2">
                              <a:lumMod val="75000"/>
                            </a:schemeClr>
                          </a:solidFill>
                          <a:latin typeface="SimSun" panose="02010600030101010101" pitchFamily="2" charset="-122"/>
                          <a:ea typeface="SimSun" panose="02010600030101010101" pitchFamily="2" charset="-122"/>
                        </a:rPr>
                        <a:t>11/27</a:t>
                      </a:r>
                      <a:endParaRPr lang="en-US" sz="1500" b="1" dirty="0">
                        <a:solidFill>
                          <a:schemeClr val="tx2">
                            <a:lumMod val="75000"/>
                          </a:schemeClr>
                        </a:solidFill>
                        <a:latin typeface="SimSun" panose="02010600030101010101" pitchFamily="2" charset="-122"/>
                        <a:ea typeface="SimSun" panose="02010600030101010101" pitchFamily="2" charset="-122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zh-CN" sz="1500" b="1" kern="100" dirty="0">
                          <a:solidFill>
                            <a:schemeClr val="accent1">
                              <a:lumMod val="50000"/>
                            </a:schemeClr>
                          </a:solidFill>
                          <a:latin typeface="SimSun" panose="02010600030101010101" pitchFamily="2" charset="-122"/>
                          <a:ea typeface="SimSun" panose="02010600030101010101" pitchFamily="2" charset="-122"/>
                        </a:rPr>
                        <a:t>AI</a:t>
                      </a:r>
                      <a:r>
                        <a:rPr lang="zh-CN" altLang="en-US" sz="1500" b="1" kern="100" dirty="0">
                          <a:solidFill>
                            <a:schemeClr val="accent1">
                              <a:lumMod val="50000"/>
                            </a:schemeClr>
                          </a:solidFill>
                          <a:latin typeface="SimSun" panose="02010600030101010101" pitchFamily="2" charset="-122"/>
                          <a:ea typeface="SimSun" panose="02010600030101010101" pitchFamily="2" charset="-122"/>
                        </a:rPr>
                        <a:t>赋能真实世界睡眠研究</a:t>
                      </a:r>
                      <a:endParaRPr lang="en-US" altLang="zh-CN" sz="1500" b="1" kern="100" dirty="0">
                        <a:solidFill>
                          <a:schemeClr val="accent1">
                            <a:lumMod val="50000"/>
                          </a:schemeClr>
                        </a:solidFill>
                        <a:latin typeface="SimSun" panose="02010600030101010101" pitchFamily="2" charset="-122"/>
                        <a:ea typeface="SimSun" panose="02010600030101010101" pitchFamily="2" charset="-122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zh-CN" altLang="en-US" sz="1500" b="1" kern="100" dirty="0">
                          <a:solidFill>
                            <a:schemeClr val="accent1">
                              <a:lumMod val="75000"/>
                            </a:schemeClr>
                          </a:solidFill>
                          <a:latin typeface="SimSun" panose="02010600030101010101" pitchFamily="2" charset="-122"/>
                          <a:ea typeface="SimSun" panose="02010600030101010101" pitchFamily="2" charset="-122"/>
                        </a:rPr>
                        <a:t>陈雪松，五季医学</a:t>
                      </a:r>
                      <a:endParaRPr lang="en-US" sz="1500" b="1" dirty="0">
                        <a:solidFill>
                          <a:schemeClr val="accent1">
                            <a:lumMod val="75000"/>
                          </a:schemeClr>
                        </a:solidFill>
                        <a:latin typeface="SimSun" panose="02010600030101010101" pitchFamily="2" charset="-122"/>
                        <a:ea typeface="SimSun" panose="02010600030101010101" pitchFamily="2" charset="-122"/>
                      </a:endParaRP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219101342"/>
                  </a:ext>
                </a:extLst>
              </a:tr>
              <a:tr h="363229">
                <a:tc>
                  <a:txBody>
                    <a:bodyPr/>
                    <a:lstStyle/>
                    <a:p>
                      <a:r>
                        <a:rPr lang="en-US" altLang="zh-CN" sz="1500" b="1" dirty="0">
                          <a:solidFill>
                            <a:schemeClr val="tx1"/>
                          </a:solidFill>
                          <a:latin typeface="SimSun" panose="02010600030101010101" pitchFamily="2" charset="-122"/>
                          <a:ea typeface="SimSun" panose="02010600030101010101" pitchFamily="2" charset="-122"/>
                        </a:rPr>
                        <a:t>11</a:t>
                      </a:r>
                      <a:endParaRPr lang="en-US" sz="1500" b="1" dirty="0">
                        <a:solidFill>
                          <a:schemeClr val="tx1"/>
                        </a:solidFill>
                        <a:latin typeface="SimSun" panose="02010600030101010101" pitchFamily="2" charset="-122"/>
                        <a:ea typeface="SimSun" panose="02010600030101010101" pitchFamily="2" charset="-122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altLang="zh-CN" sz="1500" b="1" dirty="0">
                          <a:solidFill>
                            <a:schemeClr val="tx2">
                              <a:lumMod val="75000"/>
                            </a:schemeClr>
                          </a:solidFill>
                          <a:latin typeface="SimSun" panose="02010600030101010101" pitchFamily="2" charset="-122"/>
                          <a:ea typeface="SimSun" panose="02010600030101010101" pitchFamily="2" charset="-122"/>
                        </a:rPr>
                        <a:t>12/4</a:t>
                      </a:r>
                      <a:endParaRPr lang="en-US" sz="1500" b="1" dirty="0">
                        <a:solidFill>
                          <a:schemeClr val="tx2">
                            <a:lumMod val="75000"/>
                          </a:schemeClr>
                        </a:solidFill>
                        <a:latin typeface="SimSun" panose="02010600030101010101" pitchFamily="2" charset="-122"/>
                        <a:ea typeface="SimSun" panose="02010600030101010101" pitchFamily="2" charset="-122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zh-CN" sz="1500" b="1" kern="100" dirty="0">
                          <a:solidFill>
                            <a:schemeClr val="accent1">
                              <a:lumMod val="50000"/>
                            </a:schemeClr>
                          </a:solidFill>
                          <a:latin typeface="SimSun" panose="02010600030101010101" pitchFamily="2" charset="-122"/>
                          <a:ea typeface="SimSun" panose="02010600030101010101" pitchFamily="2" charset="-122"/>
                        </a:rPr>
                        <a:t>AI</a:t>
                      </a:r>
                      <a:r>
                        <a:rPr lang="zh-CN" altLang="en-US" sz="1500" b="1" kern="100" dirty="0">
                          <a:solidFill>
                            <a:schemeClr val="accent1">
                              <a:lumMod val="50000"/>
                            </a:schemeClr>
                          </a:solidFill>
                          <a:latin typeface="SimSun" panose="02010600030101010101" pitchFamily="2" charset="-122"/>
                          <a:ea typeface="SimSun" panose="02010600030101010101" pitchFamily="2" charset="-122"/>
                        </a:rPr>
                        <a:t>赋能人脑影像</a:t>
                      </a:r>
                      <a:endParaRPr lang="en-US" altLang="zh-CN" sz="1500" b="1" kern="100" dirty="0">
                        <a:solidFill>
                          <a:schemeClr val="accent1">
                            <a:lumMod val="50000"/>
                          </a:schemeClr>
                        </a:solidFill>
                        <a:latin typeface="SimSun" panose="02010600030101010101" pitchFamily="2" charset="-122"/>
                        <a:ea typeface="SimSun" panose="02010600030101010101" pitchFamily="2" charset="-122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zh-CN" altLang="en-US" sz="1500" b="1" kern="100" dirty="0">
                          <a:solidFill>
                            <a:schemeClr val="accent1">
                              <a:lumMod val="75000"/>
                            </a:schemeClr>
                          </a:solidFill>
                          <a:latin typeface="SimSun" panose="02010600030101010101" pitchFamily="2" charset="-122"/>
                          <a:ea typeface="SimSun" panose="02010600030101010101" pitchFamily="2" charset="-122"/>
                        </a:rPr>
                        <a:t>田启源，清华大学生物医学工程学院</a:t>
                      </a:r>
                      <a:endParaRPr lang="en-US" sz="1500" b="1" dirty="0">
                        <a:solidFill>
                          <a:schemeClr val="accent1">
                            <a:lumMod val="75000"/>
                          </a:schemeClr>
                        </a:solidFill>
                        <a:latin typeface="SimSun" panose="02010600030101010101" pitchFamily="2" charset="-122"/>
                        <a:ea typeface="SimSun" panose="02010600030101010101" pitchFamily="2" charset="-122"/>
                      </a:endParaRP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993128606"/>
                  </a:ext>
                </a:extLst>
              </a:tr>
              <a:tr h="331265">
                <a:tc>
                  <a:txBody>
                    <a:bodyPr/>
                    <a:lstStyle/>
                    <a:p>
                      <a:r>
                        <a:rPr lang="en-US" altLang="zh-CN" sz="1500" b="1" dirty="0">
                          <a:solidFill>
                            <a:schemeClr val="tx1"/>
                          </a:solidFill>
                          <a:latin typeface="SimSun" panose="02010600030101010101" pitchFamily="2" charset="-122"/>
                          <a:ea typeface="SimSun" panose="02010600030101010101" pitchFamily="2" charset="-122"/>
                        </a:rPr>
                        <a:t>12</a:t>
                      </a:r>
                      <a:endParaRPr lang="en-US" sz="1500" b="1" dirty="0">
                        <a:solidFill>
                          <a:schemeClr val="tx1"/>
                        </a:solidFill>
                        <a:latin typeface="SimSun" panose="02010600030101010101" pitchFamily="2" charset="-122"/>
                        <a:ea typeface="SimSun" panose="02010600030101010101" pitchFamily="2" charset="-122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altLang="zh-CN" sz="1500" b="1" dirty="0">
                          <a:solidFill>
                            <a:schemeClr val="tx2">
                              <a:lumMod val="75000"/>
                            </a:schemeClr>
                          </a:solidFill>
                          <a:latin typeface="SimSun" panose="02010600030101010101" pitchFamily="2" charset="-122"/>
                          <a:ea typeface="SimSun" panose="02010600030101010101" pitchFamily="2" charset="-122"/>
                        </a:rPr>
                        <a:t>12/11</a:t>
                      </a:r>
                      <a:endParaRPr lang="en-US" sz="1500" b="1" dirty="0">
                        <a:solidFill>
                          <a:schemeClr val="tx2">
                            <a:lumMod val="75000"/>
                          </a:schemeClr>
                        </a:solidFill>
                        <a:latin typeface="SimSun" panose="02010600030101010101" pitchFamily="2" charset="-122"/>
                        <a:ea typeface="SimSun" panose="02010600030101010101" pitchFamily="2" charset="-122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zh-CN" altLang="en-US" sz="1500" b="1" kern="100" dirty="0">
                          <a:solidFill>
                            <a:schemeClr val="accent1">
                              <a:lumMod val="50000"/>
                            </a:schemeClr>
                          </a:solidFill>
                          <a:latin typeface="SimSun" panose="02010600030101010101" pitchFamily="2" charset="-122"/>
                          <a:ea typeface="SimSun" panose="02010600030101010101" pitchFamily="2" charset="-122"/>
                        </a:rPr>
                        <a:t>分子智能</a:t>
                      </a:r>
                      <a:endParaRPr lang="en-US" sz="1500" b="1" kern="100" dirty="0">
                        <a:solidFill>
                          <a:schemeClr val="accent1">
                            <a:lumMod val="50000"/>
                          </a:schemeClr>
                        </a:solidFill>
                        <a:effectLst/>
                        <a:latin typeface="SimSun" panose="02010600030101010101" pitchFamily="2" charset="-122"/>
                        <a:ea typeface="SimSun" panose="02010600030101010101" pitchFamily="2" charset="-122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zh-CN" altLang="en-US" sz="1500" b="1" kern="100" dirty="0">
                          <a:solidFill>
                            <a:schemeClr val="accent1">
                              <a:lumMod val="75000"/>
                            </a:schemeClr>
                          </a:solidFill>
                          <a:latin typeface="SimSun" panose="02010600030101010101" pitchFamily="2" charset="-122"/>
                          <a:ea typeface="SimSun" panose="02010600030101010101" pitchFamily="2" charset="-122"/>
                        </a:rPr>
                        <a:t>吝易，清华大学生命科学学院</a:t>
                      </a:r>
                      <a:endParaRPr lang="en-US" sz="1500" b="1" dirty="0">
                        <a:solidFill>
                          <a:schemeClr val="accent1">
                            <a:lumMod val="75000"/>
                          </a:schemeClr>
                        </a:solidFill>
                        <a:latin typeface="SimSun" panose="02010600030101010101" pitchFamily="2" charset="-122"/>
                        <a:ea typeface="SimSun" panose="02010600030101010101" pitchFamily="2" charset="-122"/>
                      </a:endParaRP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894328571"/>
                  </a:ext>
                </a:extLst>
              </a:tr>
              <a:tr h="309154">
                <a:tc>
                  <a:txBody>
                    <a:bodyPr/>
                    <a:lstStyle/>
                    <a:p>
                      <a:r>
                        <a:rPr lang="en-US" altLang="zh-CN" sz="1500" b="1" dirty="0">
                          <a:solidFill>
                            <a:schemeClr val="tx1"/>
                          </a:solidFill>
                          <a:latin typeface="SimSun" panose="02010600030101010101" pitchFamily="2" charset="-122"/>
                          <a:ea typeface="SimSun" panose="02010600030101010101" pitchFamily="2" charset="-122"/>
                        </a:rPr>
                        <a:t>13</a:t>
                      </a:r>
                      <a:endParaRPr lang="en-US" sz="1500" b="1" dirty="0">
                        <a:solidFill>
                          <a:schemeClr val="tx1"/>
                        </a:solidFill>
                        <a:latin typeface="SimSun" panose="02010600030101010101" pitchFamily="2" charset="-122"/>
                        <a:ea typeface="SimSun" panose="02010600030101010101" pitchFamily="2" charset="-122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altLang="zh-CN" sz="1500" b="1" dirty="0">
                          <a:solidFill>
                            <a:schemeClr val="tx2">
                              <a:lumMod val="75000"/>
                            </a:schemeClr>
                          </a:solidFill>
                          <a:latin typeface="SimSun" panose="02010600030101010101" pitchFamily="2" charset="-122"/>
                          <a:ea typeface="SimSun" panose="02010600030101010101" pitchFamily="2" charset="-122"/>
                        </a:rPr>
                        <a:t>12/18</a:t>
                      </a:r>
                      <a:endParaRPr lang="en-US" sz="1500" b="1" dirty="0">
                        <a:solidFill>
                          <a:schemeClr val="tx2">
                            <a:lumMod val="75000"/>
                          </a:schemeClr>
                        </a:solidFill>
                        <a:latin typeface="SimSun" panose="02010600030101010101" pitchFamily="2" charset="-122"/>
                        <a:ea typeface="SimSun" panose="02010600030101010101" pitchFamily="2" charset="-122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zh-CN" altLang="en-US" sz="1500" b="1" kern="100" dirty="0">
                          <a:solidFill>
                            <a:schemeClr val="accent1">
                              <a:lumMod val="50000"/>
                            </a:schemeClr>
                          </a:solidFill>
                          <a:latin typeface="SimSun" panose="02010600030101010101" pitchFamily="2" charset="-122"/>
                          <a:ea typeface="SimSun" panose="02010600030101010101" pitchFamily="2" charset="-122"/>
                        </a:rPr>
                        <a:t>脑与体</a:t>
                      </a:r>
                      <a:endParaRPr lang="en-US" altLang="zh-CN" sz="1500" b="1" kern="100" dirty="0">
                        <a:solidFill>
                          <a:schemeClr val="accent1">
                            <a:lumMod val="50000"/>
                          </a:schemeClr>
                        </a:solidFill>
                        <a:latin typeface="SimSun" panose="02010600030101010101" pitchFamily="2" charset="-122"/>
                        <a:ea typeface="SimSun" panose="02010600030101010101" pitchFamily="2" charset="-122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zh-CN" altLang="en-US" sz="1500" b="1" kern="100" dirty="0">
                          <a:solidFill>
                            <a:schemeClr val="accent1">
                              <a:lumMod val="75000"/>
                            </a:schemeClr>
                          </a:solidFill>
                          <a:latin typeface="SimSun" panose="02010600030101010101" pitchFamily="2" charset="-122"/>
                          <a:ea typeface="SimSun" panose="02010600030101010101" pitchFamily="2" charset="-122"/>
                        </a:rPr>
                        <a:t>曾文文，清华大学基础医学院</a:t>
                      </a:r>
                      <a:endParaRPr lang="en-US" sz="1500" b="1" dirty="0">
                        <a:solidFill>
                          <a:schemeClr val="accent1">
                            <a:lumMod val="75000"/>
                          </a:schemeClr>
                        </a:solidFill>
                        <a:latin typeface="SimSun" panose="02010600030101010101" pitchFamily="2" charset="-122"/>
                        <a:ea typeface="SimSun" panose="02010600030101010101" pitchFamily="2" charset="-122"/>
                      </a:endParaRP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491310771"/>
                  </a:ext>
                </a:extLst>
              </a:tr>
              <a:tr h="346288">
                <a:tc>
                  <a:txBody>
                    <a:bodyPr/>
                    <a:lstStyle/>
                    <a:p>
                      <a:r>
                        <a:rPr lang="en-US" altLang="zh-CN" sz="1500" b="1" dirty="0">
                          <a:solidFill>
                            <a:schemeClr val="tx1"/>
                          </a:solidFill>
                          <a:latin typeface="SimSun" panose="02010600030101010101" pitchFamily="2" charset="-122"/>
                          <a:ea typeface="SimSun" panose="02010600030101010101" pitchFamily="2" charset="-122"/>
                        </a:rPr>
                        <a:t>14</a:t>
                      </a:r>
                      <a:endParaRPr lang="en-US" sz="1500" b="1" dirty="0">
                        <a:solidFill>
                          <a:schemeClr val="tx1"/>
                        </a:solidFill>
                        <a:latin typeface="SimSun" panose="02010600030101010101" pitchFamily="2" charset="-122"/>
                        <a:ea typeface="SimSun" panose="02010600030101010101" pitchFamily="2" charset="-122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altLang="zh-CN" sz="1500" b="1" dirty="0">
                          <a:solidFill>
                            <a:schemeClr val="tx2">
                              <a:lumMod val="75000"/>
                            </a:schemeClr>
                          </a:solidFill>
                          <a:latin typeface="SimSun" panose="02010600030101010101" pitchFamily="2" charset="-122"/>
                          <a:ea typeface="SimSun" panose="02010600030101010101" pitchFamily="2" charset="-122"/>
                        </a:rPr>
                        <a:t>12/25</a:t>
                      </a:r>
                      <a:endParaRPr lang="en-US" sz="1500" b="1" dirty="0">
                        <a:solidFill>
                          <a:schemeClr val="tx2">
                            <a:lumMod val="75000"/>
                          </a:schemeClr>
                        </a:solidFill>
                        <a:latin typeface="SimSun" panose="02010600030101010101" pitchFamily="2" charset="-122"/>
                        <a:ea typeface="SimSun" panose="02010600030101010101" pitchFamily="2" charset="-122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zh-CN" altLang="en-US" sz="1500" b="1" kern="100" dirty="0">
                          <a:solidFill>
                            <a:schemeClr val="accent1">
                              <a:lumMod val="50000"/>
                            </a:schemeClr>
                          </a:solidFill>
                          <a:effectLst/>
                          <a:latin typeface="SimSun" panose="02010600030101010101" pitchFamily="2" charset="-122"/>
                          <a:ea typeface="SimSun" panose="02010600030101010101" pitchFamily="2" charset="-122"/>
                        </a:rPr>
                        <a:t>学生汇报，</a:t>
                      </a:r>
                      <a:r>
                        <a:rPr lang="zh-CN" altLang="en-US" sz="1500" b="1" kern="100" dirty="0">
                          <a:solidFill>
                            <a:schemeClr val="accent1">
                              <a:lumMod val="50000"/>
                            </a:schemeClr>
                          </a:solidFill>
                          <a:latin typeface="SimSun" panose="02010600030101010101" pitchFamily="2" charset="-122"/>
                          <a:ea typeface="SimSun" panose="02010600030101010101" pitchFamily="2" charset="-122"/>
                        </a:rPr>
                        <a:t>围绕脑进化、脑结构、脑功能、脑智、脑机等自选主题，</a:t>
                      </a:r>
                      <a:r>
                        <a:rPr lang="en-US" altLang="zh-CN" sz="1500" b="1" kern="100" dirty="0">
                          <a:solidFill>
                            <a:schemeClr val="accent1">
                              <a:lumMod val="50000"/>
                            </a:schemeClr>
                          </a:solidFill>
                          <a:effectLst/>
                          <a:latin typeface="SimSun" panose="02010600030101010101" pitchFamily="2" charset="-122"/>
                          <a:ea typeface="SimSun" panose="02010600030101010101" pitchFamily="2" charset="-122"/>
                        </a:rPr>
                        <a:t>3</a:t>
                      </a:r>
                      <a:r>
                        <a:rPr lang="zh-CN" altLang="en-US" sz="1500" b="1" kern="100" dirty="0">
                          <a:solidFill>
                            <a:schemeClr val="accent1">
                              <a:lumMod val="50000"/>
                            </a:schemeClr>
                          </a:solidFill>
                          <a:effectLst/>
                          <a:latin typeface="SimSun" panose="02010600030101010101" pitchFamily="2" charset="-122"/>
                          <a:ea typeface="SimSun" panose="02010600030101010101" pitchFamily="2" charset="-122"/>
                        </a:rPr>
                        <a:t>分钟口头展示</a:t>
                      </a:r>
                      <a:endParaRPr lang="en-US" sz="1500" b="1" kern="100" dirty="0">
                        <a:solidFill>
                          <a:schemeClr val="accent1">
                            <a:lumMod val="50000"/>
                          </a:schemeClr>
                        </a:solidFill>
                        <a:effectLst/>
                        <a:latin typeface="SimSun" panose="02010600030101010101" pitchFamily="2" charset="-122"/>
                        <a:ea typeface="SimSun" panose="02010600030101010101" pitchFamily="2" charset="-122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1500" b="1" kern="100" dirty="0" err="1">
                          <a:solidFill>
                            <a:schemeClr val="accent1">
                              <a:lumMod val="75000"/>
                            </a:schemeClr>
                          </a:solidFill>
                          <a:effectLst/>
                          <a:latin typeface="SimSun" panose="02010600030101010101" pitchFamily="2" charset="-122"/>
                          <a:ea typeface="SimSun" panose="02010600030101010101" pitchFamily="2" charset="-122"/>
                        </a:rPr>
                        <a:t>曾文文</a:t>
                      </a:r>
                      <a:endParaRPr lang="en-US" sz="1500" b="1" kern="100" dirty="0">
                        <a:solidFill>
                          <a:schemeClr val="accent1">
                            <a:lumMod val="75000"/>
                          </a:schemeClr>
                        </a:solidFill>
                        <a:effectLst/>
                        <a:latin typeface="SimSun" panose="02010600030101010101" pitchFamily="2" charset="-122"/>
                        <a:ea typeface="SimSun" panose="02010600030101010101" pitchFamily="2" charset="-122"/>
                      </a:endParaRP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4187129418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4083893397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70CB665-0061-B844-D687-2D6E61314FC4}"/>
              </a:ext>
            </a:extLst>
          </p:cNvPr>
          <p:cNvSpPr txBox="1">
            <a:spLocks/>
          </p:cNvSpPr>
          <p:nvPr/>
        </p:nvSpPr>
        <p:spPr>
          <a:xfrm>
            <a:off x="2801400" y="507590"/>
            <a:ext cx="6589199" cy="1280890"/>
          </a:xfrm>
          <a:prstGeom prst="rect">
            <a:avLst/>
          </a:prstGeom>
        </p:spPr>
        <p:txBody>
          <a:bodyPr/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 algn="ctr"/>
            <a:r>
              <a:rPr lang="en-CN" b="1"/>
              <a:t>课程要求</a:t>
            </a:r>
            <a:endParaRPr lang="en-CN" b="1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606578F5-BD0F-2FC3-66A5-75CE0BBD4B10}"/>
              </a:ext>
            </a:extLst>
          </p:cNvPr>
          <p:cNvSpPr txBox="1">
            <a:spLocks/>
          </p:cNvSpPr>
          <p:nvPr/>
        </p:nvSpPr>
        <p:spPr>
          <a:xfrm>
            <a:off x="2705548" y="1788480"/>
            <a:ext cx="8175813" cy="4703988"/>
          </a:xfrm>
          <a:prstGeom prst="rect">
            <a:avLst/>
          </a:prstGeom>
        </p:spPr>
        <p:txBody>
          <a:bodyPr>
            <a:normAutofit/>
          </a:bodyPr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buFont typeface="Arial" panose="020B0604020202020204" pitchFamily="34" charset="0"/>
              <a:buNone/>
            </a:pPr>
            <a:r>
              <a:rPr lang="en-CN" sz="2400" b="1"/>
              <a:t>出勤签到</a:t>
            </a:r>
            <a:r>
              <a:rPr lang="zh-CN" altLang="en-US" sz="2400" b="1" dirty="0"/>
              <a:t>（</a:t>
            </a:r>
            <a:r>
              <a:rPr lang="en-US" altLang="zh-CN" sz="2400" b="1" dirty="0"/>
              <a:t>60%</a:t>
            </a:r>
            <a:r>
              <a:rPr lang="zh-CN" altLang="en-US" sz="2400" b="1" dirty="0"/>
              <a:t>）</a:t>
            </a:r>
            <a:endParaRPr lang="en-US" altLang="zh-CN" sz="2400" b="1" dirty="0"/>
          </a:p>
          <a:p>
            <a:pPr lvl="1">
              <a:buFont typeface="Wingdings" pitchFamily="2" charset="2"/>
              <a:buChar char="Ø"/>
            </a:pPr>
            <a:r>
              <a:rPr lang="zh-CN" altLang="en-US" sz="2000" dirty="0"/>
              <a:t>缺勤需请假，无故缺勤，</a:t>
            </a:r>
            <a:r>
              <a:rPr lang="en-US" altLang="zh-CN" sz="2000" dirty="0"/>
              <a:t>-5</a:t>
            </a:r>
            <a:r>
              <a:rPr lang="zh-CN" altLang="en-US" sz="2000" dirty="0"/>
              <a:t>分</a:t>
            </a:r>
            <a:r>
              <a:rPr lang="en-US" altLang="zh-CN" sz="2000" dirty="0"/>
              <a:t>/</a:t>
            </a:r>
            <a:r>
              <a:rPr lang="zh-CN" altLang="en-US" sz="2000" dirty="0"/>
              <a:t>次</a:t>
            </a:r>
            <a:endParaRPr lang="en-US" altLang="zh-CN" sz="2000" dirty="0"/>
          </a:p>
          <a:p>
            <a:pPr lvl="1">
              <a:buFont typeface="Wingdings" pitchFamily="2" charset="2"/>
              <a:buChar char="Ø"/>
            </a:pPr>
            <a:endParaRPr lang="en-US" altLang="zh-CN" sz="2000" dirty="0"/>
          </a:p>
          <a:p>
            <a:pPr marL="0" indent="0">
              <a:buFont typeface="Arial" panose="020B0604020202020204" pitchFamily="34" charset="0"/>
              <a:buNone/>
            </a:pPr>
            <a:r>
              <a:rPr lang="zh-CN" altLang="en-US" sz="2400" b="1" dirty="0"/>
              <a:t>最后报告（</a:t>
            </a:r>
            <a:r>
              <a:rPr lang="en-US" altLang="zh-CN" sz="2400" b="1" dirty="0"/>
              <a:t>40%</a:t>
            </a:r>
            <a:r>
              <a:rPr lang="zh-CN" altLang="en-US" sz="2400" b="1" dirty="0"/>
              <a:t>）</a:t>
            </a:r>
            <a:endParaRPr lang="en-US" altLang="zh-CN" sz="2400" b="1" dirty="0"/>
          </a:p>
          <a:p>
            <a:pPr lvl="1">
              <a:buFont typeface="Wingdings" pitchFamily="2" charset="2"/>
              <a:buChar char="Ø"/>
            </a:pPr>
            <a:r>
              <a:rPr lang="zh-CN" altLang="en-US" sz="2000" dirty="0"/>
              <a:t>口头报告，</a:t>
            </a:r>
            <a:r>
              <a:rPr lang="en-US" altLang="zh-CN" sz="2000" dirty="0"/>
              <a:t>ppt</a:t>
            </a:r>
            <a:r>
              <a:rPr lang="zh-CN" altLang="en-US" sz="2000" dirty="0"/>
              <a:t>或任选形式（视频、动画不限）</a:t>
            </a:r>
            <a:endParaRPr lang="en-US" altLang="zh-CN" sz="2000" dirty="0"/>
          </a:p>
          <a:p>
            <a:pPr lvl="1">
              <a:buFont typeface="Wingdings" pitchFamily="2" charset="2"/>
              <a:buChar char="Ø"/>
            </a:pPr>
            <a:r>
              <a:rPr lang="zh-CN" altLang="en-US" sz="2000" dirty="0"/>
              <a:t>最后一次课</a:t>
            </a:r>
            <a:endParaRPr lang="en-US" altLang="zh-CN" sz="2000" dirty="0"/>
          </a:p>
          <a:p>
            <a:pPr lvl="1">
              <a:buFont typeface="Wingdings" pitchFamily="2" charset="2"/>
              <a:buChar char="Ø"/>
            </a:pPr>
            <a:r>
              <a:rPr lang="zh-CN" altLang="en-US" sz="2000" dirty="0"/>
              <a:t>主题：自选议题不限制（围绕脑科学，建议</a:t>
            </a:r>
            <a:r>
              <a:rPr lang="en-US" altLang="zh-CN" sz="2000" dirty="0"/>
              <a:t>3</a:t>
            </a:r>
            <a:r>
              <a:rPr lang="zh-CN" altLang="en-US" sz="2000" dirty="0"/>
              <a:t>分钟）</a:t>
            </a:r>
            <a:endParaRPr lang="en-US" altLang="zh-CN" sz="2000" dirty="0"/>
          </a:p>
          <a:p>
            <a:pPr marL="457200" lvl="1" indent="0">
              <a:buFont typeface="Arial" panose="020B0604020202020204" pitchFamily="34" charset="0"/>
              <a:buNone/>
            </a:pPr>
            <a:endParaRPr lang="en-US" sz="2000" b="1" dirty="0"/>
          </a:p>
          <a:p>
            <a:pPr marL="0" lvl="1" indent="0">
              <a:buFont typeface="Arial" panose="020B0604020202020204" pitchFamily="34" charset="0"/>
              <a:buNone/>
            </a:pPr>
            <a:r>
              <a:rPr lang="zh-CN" altLang="en-US" b="1" dirty="0"/>
              <a:t>互动参与（</a:t>
            </a:r>
            <a:r>
              <a:rPr lang="en-US" altLang="zh-CN" b="1" dirty="0"/>
              <a:t>+20</a:t>
            </a:r>
            <a:r>
              <a:rPr lang="zh-CN" altLang="en-US" b="1" dirty="0"/>
              <a:t>）</a:t>
            </a:r>
            <a:endParaRPr lang="en-US" altLang="zh-CN" b="1" dirty="0"/>
          </a:p>
          <a:p>
            <a:pPr lvl="1">
              <a:buFont typeface="Wingdings" pitchFamily="2" charset="2"/>
              <a:buChar char="Ø"/>
            </a:pPr>
            <a:r>
              <a:rPr lang="zh-CN" altLang="en-US" sz="2100" dirty="0"/>
              <a:t>鼓励课堂提问、讨论、邮件探讨等多样的形式</a:t>
            </a:r>
            <a:endParaRPr lang="en-US" altLang="zh-CN" sz="2100" dirty="0"/>
          </a:p>
          <a:p>
            <a:pPr lvl="1">
              <a:buFont typeface="Wingdings" pitchFamily="2" charset="2"/>
              <a:buChar char="Ø"/>
            </a:pPr>
            <a:endParaRPr lang="en-US" altLang="zh-CN" sz="2000" dirty="0"/>
          </a:p>
        </p:txBody>
      </p:sp>
      <p:cxnSp>
        <p:nvCxnSpPr>
          <p:cNvPr id="4" name="Straight Connector 3">
            <a:extLst>
              <a:ext uri="{FF2B5EF4-FFF2-40B4-BE49-F238E27FC236}">
                <a16:creationId xmlns:a16="http://schemas.microsoft.com/office/drawing/2014/main" id="{CE02CE92-E7D9-0E6A-AB80-9F0DED13048C}"/>
              </a:ext>
            </a:extLst>
          </p:cNvPr>
          <p:cNvCxnSpPr>
            <a:cxnSpLocks/>
          </p:cNvCxnSpPr>
          <p:nvPr/>
        </p:nvCxnSpPr>
        <p:spPr>
          <a:xfrm>
            <a:off x="2641236" y="1284135"/>
            <a:ext cx="6909528" cy="0"/>
          </a:xfrm>
          <a:prstGeom prst="line">
            <a:avLst/>
          </a:prstGeom>
          <a:ln w="127000">
            <a:gradFill>
              <a:gsLst>
                <a:gs pos="0">
                  <a:schemeClr val="accent1">
                    <a:lumMod val="5000"/>
                    <a:lumOff val="95000"/>
                  </a:schemeClr>
                </a:gs>
                <a:gs pos="74000">
                  <a:schemeClr val="accent1">
                    <a:lumMod val="45000"/>
                    <a:lumOff val="55000"/>
                  </a:schemeClr>
                </a:gs>
                <a:gs pos="83000">
                  <a:schemeClr val="accent1">
                    <a:lumMod val="45000"/>
                    <a:lumOff val="55000"/>
                  </a:schemeClr>
                </a:gs>
                <a:gs pos="100000">
                  <a:schemeClr val="accent1">
                    <a:lumMod val="30000"/>
                    <a:lumOff val="70000"/>
                  </a:schemeClr>
                </a:gs>
              </a:gsLst>
              <a:lin ang="5400000" scaled="1"/>
            </a:gra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2621528790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599</TotalTime>
  <Words>391</Words>
  <Application>Microsoft Macintosh PowerPoint</Application>
  <PresentationFormat>Widescreen</PresentationFormat>
  <Paragraphs>92</Paragraphs>
  <Slides>4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7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4</vt:i4>
      </vt:variant>
    </vt:vector>
  </HeadingPairs>
  <TitlesOfParts>
    <vt:vector size="12" baseType="lpstr">
      <vt:lpstr>-apple-system</vt:lpstr>
      <vt:lpstr>SimSun</vt:lpstr>
      <vt:lpstr>Arial</vt:lpstr>
      <vt:lpstr>Calibri</vt:lpstr>
      <vt:lpstr>Calibri Light</vt:lpstr>
      <vt:lpstr>Times New Roman</vt:lpstr>
      <vt:lpstr>Wingdings</vt:lpstr>
      <vt:lpstr>Office Theme</vt:lpstr>
      <vt:lpstr>PowerPoint Presentation</vt:lpstr>
      <vt:lpstr>PowerPoint Presentation</vt:lpstr>
      <vt:lpstr>PowerPoint Presentation</vt:lpstr>
      <vt:lpstr>PowerPoint Presentation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Microsoft Office User</dc:creator>
  <cp:lastModifiedBy>Microsoft Office User</cp:lastModifiedBy>
  <cp:revision>203</cp:revision>
  <dcterms:created xsi:type="dcterms:W3CDTF">2025-10-27T04:23:55Z</dcterms:created>
  <dcterms:modified xsi:type="dcterms:W3CDTF">2026-09-15T09:06:54Z</dcterms:modified>
</cp:coreProperties>
</file>