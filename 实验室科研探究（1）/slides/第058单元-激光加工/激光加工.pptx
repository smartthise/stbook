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4.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notesSlides/notesSlide9.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77"/>
  </p:notesMasterIdLst>
  <p:sldIdLst>
    <p:sldId id="1128" r:id="rId2"/>
    <p:sldId id="1473" r:id="rId3"/>
    <p:sldId id="256" r:id="rId4"/>
    <p:sldId id="1107" r:id="rId5"/>
    <p:sldId id="1554" r:id="rId6"/>
    <p:sldId id="1158" r:id="rId7"/>
    <p:sldId id="1393" r:id="rId8"/>
    <p:sldId id="1418" r:id="rId9"/>
    <p:sldId id="1422" r:id="rId10"/>
    <p:sldId id="1423" r:id="rId11"/>
    <p:sldId id="1426" r:id="rId12"/>
    <p:sldId id="1424" r:id="rId13"/>
    <p:sldId id="1425" r:id="rId14"/>
    <p:sldId id="1474" r:id="rId15"/>
    <p:sldId id="1398" r:id="rId16"/>
    <p:sldId id="1429" r:id="rId17"/>
    <p:sldId id="1428" r:id="rId18"/>
    <p:sldId id="1417" r:id="rId19"/>
    <p:sldId id="1281" r:id="rId20"/>
    <p:sldId id="1400" r:id="rId21"/>
    <p:sldId id="1433" r:id="rId22"/>
    <p:sldId id="1436" r:id="rId23"/>
    <p:sldId id="1435" r:id="rId24"/>
    <p:sldId id="1440" r:id="rId25"/>
    <p:sldId id="1442" r:id="rId26"/>
    <p:sldId id="1445" r:id="rId27"/>
    <p:sldId id="1443" r:id="rId28"/>
    <p:sldId id="1444" r:id="rId29"/>
    <p:sldId id="1403" r:id="rId30"/>
    <p:sldId id="1404" r:id="rId31"/>
    <p:sldId id="1401" r:id="rId32"/>
    <p:sldId id="1475" r:id="rId33"/>
    <p:sldId id="1555" r:id="rId34"/>
    <p:sldId id="1448" r:id="rId35"/>
    <p:sldId id="1449" r:id="rId36"/>
    <p:sldId id="1450" r:id="rId37"/>
    <p:sldId id="1405" r:id="rId38"/>
    <p:sldId id="1214" r:id="rId39"/>
    <p:sldId id="1215" r:id="rId40"/>
    <p:sldId id="1216" r:id="rId41"/>
    <p:sldId id="1217" r:id="rId42"/>
    <p:sldId id="1218" r:id="rId43"/>
    <p:sldId id="1219" r:id="rId44"/>
    <p:sldId id="1454" r:id="rId45"/>
    <p:sldId id="1457" r:id="rId46"/>
    <p:sldId id="1097" r:id="rId47"/>
    <p:sldId id="1222" r:id="rId48"/>
    <p:sldId id="1225" r:id="rId49"/>
    <p:sldId id="1458" r:id="rId50"/>
    <p:sldId id="1476" r:id="rId51"/>
    <p:sldId id="1283" r:id="rId52"/>
    <p:sldId id="1461" r:id="rId53"/>
    <p:sldId id="1463" r:id="rId54"/>
    <p:sldId id="1460" r:id="rId55"/>
    <p:sldId id="1459" r:id="rId56"/>
    <p:sldId id="1467" r:id="rId57"/>
    <p:sldId id="1469" r:id="rId58"/>
    <p:sldId id="1145" r:id="rId59"/>
    <p:sldId id="1306" r:id="rId60"/>
    <p:sldId id="1150" r:id="rId61"/>
    <p:sldId id="1308" r:id="rId62"/>
    <p:sldId id="1147" r:id="rId63"/>
    <p:sldId id="1478" r:id="rId64"/>
    <p:sldId id="1406" r:id="rId65"/>
    <p:sldId id="1407" r:id="rId66"/>
    <p:sldId id="1408" r:id="rId67"/>
    <p:sldId id="1409" r:id="rId68"/>
    <p:sldId id="1410" r:id="rId69"/>
    <p:sldId id="1411" r:id="rId70"/>
    <p:sldId id="1412" r:id="rId71"/>
    <p:sldId id="1413" r:id="rId72"/>
    <p:sldId id="1414" r:id="rId73"/>
    <p:sldId id="1446" r:id="rId74"/>
    <p:sldId id="1447" r:id="rId75"/>
    <p:sldId id="1556" r:id="rId76"/>
  </p:sldIdLst>
  <p:sldSz cx="12192000" cy="6858000"/>
  <p:notesSz cx="6797675" cy="99266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96">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gxm" initials="d"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2828"/>
    <a:srgbClr val="719B75"/>
    <a:srgbClr val="BD4FCF"/>
    <a:srgbClr val="82308E"/>
    <a:srgbClr val="7C187E"/>
    <a:srgbClr val="964F98"/>
    <a:srgbClr val="954B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83707" autoAdjust="0"/>
  </p:normalViewPr>
  <p:slideViewPr>
    <p:cSldViewPr snapToGrid="0">
      <p:cViewPr varScale="1">
        <p:scale>
          <a:sx n="60" d="100"/>
          <a:sy n="60" d="100"/>
        </p:scale>
        <p:origin x="936" y="72"/>
      </p:cViewPr>
      <p:guideLst>
        <p:guide orient="horz" pos="2396"/>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4"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5.wmf"/><Relationship Id="rId7" Type="http://schemas.openxmlformats.org/officeDocument/2006/relationships/image" Target="../media/image29.w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wmf"/><Relationship Id="rId5" Type="http://schemas.openxmlformats.org/officeDocument/2006/relationships/image" Target="../media/image27.wmf"/><Relationship Id="rId4"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wmf"/><Relationship Id="rId1" Type="http://schemas.openxmlformats.org/officeDocument/2006/relationships/image" Target="../media/image36.wmf"/><Relationship Id="rId4" Type="http://schemas.openxmlformats.org/officeDocument/2006/relationships/image" Target="../media/image39.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image" Target="../media/image45.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1.wmf"/><Relationship Id="rId7" Type="http://schemas.openxmlformats.org/officeDocument/2006/relationships/image" Target="../media/image55.wmf"/><Relationship Id="rId2" Type="http://schemas.openxmlformats.org/officeDocument/2006/relationships/image" Target="../media/image50.wmf"/><Relationship Id="rId1" Type="http://schemas.openxmlformats.org/officeDocument/2006/relationships/image" Target="../media/image49.wmf"/><Relationship Id="rId6" Type="http://schemas.openxmlformats.org/officeDocument/2006/relationships/image" Target="../media/image54.wmf"/><Relationship Id="rId5" Type="http://schemas.openxmlformats.org/officeDocument/2006/relationships/image" Target="../media/image53.wmf"/><Relationship Id="rId4" Type="http://schemas.openxmlformats.org/officeDocument/2006/relationships/image" Target="../media/image52.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 Id="rId4" Type="http://schemas.openxmlformats.org/officeDocument/2006/relationships/image" Target="../media/image59.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2.wmf"/><Relationship Id="rId7" Type="http://schemas.openxmlformats.org/officeDocument/2006/relationships/image" Target="../media/image66.wmf"/><Relationship Id="rId2" Type="http://schemas.openxmlformats.org/officeDocument/2006/relationships/image" Target="../media/image61.wmf"/><Relationship Id="rId1" Type="http://schemas.openxmlformats.org/officeDocument/2006/relationships/image" Target="../media/image60.wmf"/><Relationship Id="rId6" Type="http://schemas.openxmlformats.org/officeDocument/2006/relationships/image" Target="../media/image65.wmf"/><Relationship Id="rId5" Type="http://schemas.openxmlformats.org/officeDocument/2006/relationships/image" Target="../media/image64.wmf"/><Relationship Id="rId4" Type="http://schemas.openxmlformats.org/officeDocument/2006/relationships/image" Target="../media/image63.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73.wmf"/><Relationship Id="rId1" Type="http://schemas.openxmlformats.org/officeDocument/2006/relationships/image" Target="../media/image72.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image" Target="../media/image10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8825F056-4C48-4D83-BFDB-A0F5B5E2B530}" type="datetimeFigureOut">
              <a:rPr lang="zh-CN" altLang="en-US" smtClean="0"/>
              <a:t>2020/4/15</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B9423F2E-A2B9-4056-93E2-E831BCB7163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defTabSz="457200" eaLnBrk="1" fontAlgn="auto" latinLnBrk="0" hangingPunct="1">
              <a:lnSpc>
                <a:spcPct val="118000"/>
              </a:lnSpc>
              <a:spcBef>
                <a:spcPts val="0"/>
              </a:spcBef>
              <a:spcAft>
                <a:spcPts val="0"/>
              </a:spcAft>
              <a:buClrTx/>
              <a:buSzTx/>
              <a:buFontTx/>
              <a:buNone/>
              <a:defRPr/>
            </a:pP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423F2E-A2B9-4056-93E2-E831BCB71637}"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423F2E-A2B9-4056-93E2-E831BCB71637}"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423F2E-A2B9-4056-93E2-E831BCB71637}" type="slidenum">
              <a:rPr lang="zh-CN" altLang="en-US" smtClean="0"/>
              <a:t>46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423F2E-A2B9-4056-93E2-E831BCB71637}" type="slidenum">
              <a:rPr lang="zh-CN" altLang="en-US" smtClean="0"/>
              <a:t>52</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423F2E-A2B9-4056-93E2-E831BCB71637}" type="slidenum">
              <a:rPr lang="zh-CN" altLang="en-US" smtClean="0"/>
              <a:t>53</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423F2E-A2B9-4056-93E2-E831BCB71637}" type="slidenum">
              <a:rPr lang="zh-CN" altLang="en-US" smtClean="0"/>
              <a:t>54</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423F2E-A2B9-4056-93E2-E831BCB71637}" type="slidenum">
              <a:rPr lang="zh-CN" altLang="en-US" smtClean="0"/>
              <a:t>55</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423F2E-A2B9-4056-93E2-E831BCB71637}" type="slidenum">
              <a:rPr lang="zh-CN" altLang="en-US" smtClean="0"/>
              <a:t>58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atin typeface="微软雅黑" panose="020B0503020204020204" pitchFamily="34" charset="-122"/>
                <a:ea typeface="微软雅黑" panose="020B0503020204020204" pitchFamily="34" charset="-122"/>
              </a:defRPr>
            </a:lvl1pPr>
          </a:lstStyle>
          <a:p>
            <a:fld id="{425B5DEE-6B5E-4B37-9058-4C7D5D5F1DA5}" type="datetime1">
              <a:rPr lang="zh-CN" altLang="en-US" smtClean="0"/>
              <a:t>2020/4/15</a:t>
            </a:fld>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886717-A803-428B-8F33-9087F29D061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dirty="0"/>
              <a:t>单击此处编辑母版标题样式</a:t>
            </a:r>
          </a:p>
        </p:txBody>
      </p:sp>
      <p:sp>
        <p:nvSpPr>
          <p:cNvPr id="3" name="内容占位符 2"/>
          <p:cNvSpPr>
            <a:spLocks noGrp="1"/>
          </p:cNvSpPr>
          <p:nvPr>
            <p:ph idx="1" hasCustomPrompt="1"/>
          </p:nvPr>
        </p:nvSpPr>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BD75BFB7-FAED-4FFB-B885-C0C8ECC68729}" type="datetime1">
              <a:rPr lang="zh-CN" altLang="en-US" smtClean="0"/>
              <a:t>2020/4/15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886717-A803-428B-8F33-9087F29D061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26BA4A2B-FCC2-42C8-9A41-203D2CC877A0}" type="datetime1">
              <a:rPr lang="zh-CN" altLang="en-US" smtClean="0"/>
              <a:t>2020/4/15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886717-A803-428B-8F33-9087F29D061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39388E1-F6E8-4866-9C7E-808CBB2295B5}" type="datetime1">
              <a:rPr lang="zh-CN" altLang="en-US" smtClean="0"/>
              <a:t>2020/4/15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0886717-A803-428B-8F33-9087F29D0613}"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5BD34FA-2503-4D8B-8B9F-AEDA356003B8}" type="datetime1">
              <a:rPr lang="zh-CN" altLang="en-US" smtClean="0"/>
              <a:t>2020/4/15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0886717-A803-428B-8F33-9087F29D061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63C7E70-F52E-4CC1-AE42-31BDB9C5C354}" type="datetime1">
              <a:rPr lang="zh-CN" altLang="en-US" smtClean="0"/>
              <a:t>2020/4/15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0886717-A803-428B-8F33-9087F29D061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FB036C6-A151-4980-A78F-2DD7836BEDA7}" type="datetime1">
              <a:rPr lang="zh-CN" altLang="en-US" smtClean="0"/>
              <a:t>2020/4/15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0886717-A803-428B-8F33-9087F29D061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E18740BC-178D-4A99-A2C4-425AB4C03B2D}" type="datetime1">
              <a:rPr lang="zh-CN" altLang="en-US" smtClean="0"/>
              <a:t>2020/4/15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0886717-A803-428B-8F33-9087F29D061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C5987B17-1E28-443E-BC55-69C00538A74E}" type="datetime1">
              <a:rPr lang="zh-CN" altLang="en-US" smtClean="0"/>
              <a:t>2020/4/15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0886717-A803-428B-8F33-9087F29D061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4BEB3D2-8809-4D15-B63E-EA44B65041F7}" type="datetime1">
              <a:rPr lang="zh-CN" altLang="en-US" smtClean="0"/>
              <a:t>2020/4/15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886717-A803-428B-8F33-9087F29D061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7BFFB90-7B92-43AC-9935-2807ED2C8B27}" type="datetime1">
              <a:rPr lang="zh-CN" altLang="en-US" smtClean="0"/>
              <a:t>2020/4/15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886717-A803-428B-8F33-9087F29D0613}"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文本占位符 12"/>
          <p:cNvSpPr>
            <a:spLocks noGrp="1"/>
          </p:cNvSpPr>
          <p:nvPr>
            <p:ph type="body" sz="quarter" idx="13" hasCustomPrompt="1"/>
          </p:nvPr>
        </p:nvSpPr>
        <p:spPr>
          <a:xfrm>
            <a:off x="814647" y="1412875"/>
            <a:ext cx="10407535" cy="448945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6" name="日期占位符 3"/>
          <p:cNvSpPr>
            <a:spLocks noGrp="1"/>
          </p:cNvSpPr>
          <p:nvPr>
            <p:ph type="dt" sz="half" idx="2"/>
          </p:nvPr>
        </p:nvSpPr>
        <p:spPr>
          <a:xfrm>
            <a:off x="106682" y="6522606"/>
            <a:ext cx="2743200" cy="365125"/>
          </a:xfrm>
          <a:prstGeom prst="rect">
            <a:avLst/>
          </a:prstGeom>
        </p:spPr>
        <p:txBody>
          <a:bodyPr vert="horz" lIns="91440" tIns="45720" rIns="91440" bIns="45720" rtlCol="0" anchor="ctr"/>
          <a:lstStyle>
            <a:lvl1pPr algn="l">
              <a:defRPr sz="1600" b="1">
                <a:solidFill>
                  <a:srgbClr val="BD4FCF"/>
                </a:solidFill>
              </a:defRPr>
            </a:lvl1pPr>
          </a:lstStyle>
          <a:p>
            <a:fld id="{8E854A89-82CD-4595-BB5F-AE837B824447}" type="datetime1">
              <a:rPr lang="zh-CN" altLang="en-US" smtClean="0"/>
              <a:t>2020/4/15</a:t>
            </a:fld>
            <a:endParaRPr lang="zh-CN" altLang="en-US" dirty="0"/>
          </a:p>
        </p:txBody>
      </p:sp>
      <p:sp>
        <p:nvSpPr>
          <p:cNvPr id="17" name="页脚占位符 4"/>
          <p:cNvSpPr>
            <a:spLocks noGrp="1"/>
          </p:cNvSpPr>
          <p:nvPr>
            <p:ph type="ftr" sz="quarter" idx="3"/>
          </p:nvPr>
        </p:nvSpPr>
        <p:spPr>
          <a:xfrm>
            <a:off x="4038600" y="6522606"/>
            <a:ext cx="4114800" cy="365125"/>
          </a:xfrm>
          <a:prstGeom prst="rect">
            <a:avLst/>
          </a:prstGeom>
        </p:spPr>
        <p:txBody>
          <a:bodyPr vert="horz" lIns="91440" tIns="45720" rIns="91440" bIns="45720" rtlCol="0" anchor="ctr"/>
          <a:lstStyle>
            <a:lvl1pPr algn="ctr">
              <a:defRPr sz="1600" b="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18" name="灯片编号占位符 5"/>
          <p:cNvSpPr>
            <a:spLocks noGrp="1"/>
          </p:cNvSpPr>
          <p:nvPr>
            <p:ph type="sldNum" sz="quarter" idx="4"/>
          </p:nvPr>
        </p:nvSpPr>
        <p:spPr>
          <a:xfrm>
            <a:off x="9358741" y="6522606"/>
            <a:ext cx="2743200" cy="365125"/>
          </a:xfrm>
          <a:prstGeom prst="rect">
            <a:avLst/>
          </a:prstGeom>
        </p:spPr>
        <p:txBody>
          <a:bodyPr vert="horz" lIns="91440" tIns="45720" rIns="91440" bIns="45720" rtlCol="0" anchor="ctr"/>
          <a:lstStyle>
            <a:lvl1pPr algn="r">
              <a:defRPr sz="1600" b="1">
                <a:solidFill>
                  <a:srgbClr val="BD4FCF"/>
                </a:solidFill>
              </a:defRPr>
            </a:lvl1pPr>
          </a:lstStyle>
          <a:p>
            <a:fld id="{D0886717-A803-428B-8F33-9087F29D0613}" type="slidenum">
              <a:rPr lang="zh-CN" altLang="en-US" smtClean="0"/>
              <a:t>‹#›</a:t>
            </a:fld>
            <a:endParaRPr lang="zh-CN" altLang="en-US" dirty="0"/>
          </a:p>
        </p:txBody>
      </p:sp>
      <p:sp>
        <p:nvSpPr>
          <p:cNvPr id="19" name="标题占位符 8"/>
          <p:cNvSpPr>
            <a:spLocks noGrp="1"/>
          </p:cNvSpPr>
          <p:nvPr>
            <p:ph type="title"/>
          </p:nvPr>
        </p:nvSpPr>
        <p:spPr>
          <a:xfrm>
            <a:off x="799122" y="146251"/>
            <a:ext cx="10515600" cy="786346"/>
          </a:xfrm>
          <a:prstGeom prst="rect">
            <a:avLst/>
          </a:prstGeom>
        </p:spPr>
        <p:txBody>
          <a:bodyPr vert="horz" lIns="91440" tIns="45720" rIns="91440" bIns="45720" rtlCol="0" anchor="ctr">
            <a:normAutofit/>
          </a:bodyPr>
          <a:lstStyle/>
          <a:p>
            <a:r>
              <a:rPr lang="zh-CN" altLang="en-US" dirty="0"/>
              <a:t>单击此处编辑母版标题样式</a:t>
            </a:r>
          </a:p>
        </p:txBody>
      </p:sp>
      <p:pic>
        <p:nvPicPr>
          <p:cNvPr id="8" name="图片 7"/>
          <p:cNvPicPr>
            <a:picLocks noChangeAspect="1"/>
          </p:cNvPicPr>
          <p:nvPr userDrawn="1"/>
        </p:nvPicPr>
        <p:blipFill rotWithShape="1">
          <a:blip r:embed="rId2" cstate="print">
            <a:extLst>
              <a:ext uri="{28A0092B-C50C-407E-A947-70E740481C1C}">
                <a14:useLocalDpi xmlns:a14="http://schemas.microsoft.com/office/drawing/2010/main" val="0"/>
              </a:ext>
            </a:extLst>
          </a:blip>
          <a:srcRect r="65516"/>
          <a:stretch>
            <a:fillRect/>
          </a:stretch>
        </p:blipFill>
        <p:spPr>
          <a:xfrm>
            <a:off x="350085" y="302550"/>
            <a:ext cx="398790" cy="432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8200" y="1177232"/>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106682" y="6522606"/>
            <a:ext cx="2743200" cy="365125"/>
          </a:xfrm>
          <a:prstGeom prst="rect">
            <a:avLst/>
          </a:prstGeom>
        </p:spPr>
        <p:txBody>
          <a:bodyPr vert="horz" lIns="91440" tIns="45720" rIns="91440" bIns="45720" rtlCol="0" anchor="ctr"/>
          <a:lstStyle>
            <a:lvl1pPr algn="l">
              <a:defRPr sz="1600" b="1">
                <a:solidFill>
                  <a:srgbClr val="BD4FCF"/>
                </a:solidFill>
              </a:defRPr>
            </a:lvl1pPr>
          </a:lstStyle>
          <a:p>
            <a:fld id="{37871F70-9A93-4110-AFD3-CC51C5350B53}" type="datetime1">
              <a:rPr lang="zh-CN" altLang="en-US" smtClean="0"/>
              <a:t>2020/4/15</a:t>
            </a:fld>
            <a:endParaRPr lang="zh-CN" altLang="en-US" dirty="0"/>
          </a:p>
        </p:txBody>
      </p:sp>
      <p:sp>
        <p:nvSpPr>
          <p:cNvPr id="5" name="页脚占位符 4"/>
          <p:cNvSpPr>
            <a:spLocks noGrp="1"/>
          </p:cNvSpPr>
          <p:nvPr>
            <p:ph type="ftr" sz="quarter" idx="3"/>
          </p:nvPr>
        </p:nvSpPr>
        <p:spPr>
          <a:xfrm>
            <a:off x="4038600" y="6522606"/>
            <a:ext cx="4114800" cy="365125"/>
          </a:xfrm>
          <a:prstGeom prst="rect">
            <a:avLst/>
          </a:prstGeom>
        </p:spPr>
        <p:txBody>
          <a:bodyPr vert="horz" lIns="91440" tIns="45720" rIns="91440" bIns="45720" rtlCol="0" anchor="ctr"/>
          <a:lstStyle>
            <a:lvl1pPr algn="ctr">
              <a:defRPr sz="1600" b="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9358741" y="6522606"/>
            <a:ext cx="2743200" cy="365125"/>
          </a:xfrm>
          <a:prstGeom prst="rect">
            <a:avLst/>
          </a:prstGeom>
        </p:spPr>
        <p:txBody>
          <a:bodyPr vert="horz" lIns="91440" tIns="45720" rIns="91440" bIns="45720" rtlCol="0" anchor="ctr"/>
          <a:lstStyle>
            <a:lvl1pPr algn="r">
              <a:defRPr sz="1600" b="1">
                <a:solidFill>
                  <a:srgbClr val="BD4FCF"/>
                </a:solidFill>
              </a:defRPr>
            </a:lvl1pPr>
          </a:lstStyle>
          <a:p>
            <a:fld id="{D0886717-A803-428B-8F33-9087F29D0613}" type="slidenum">
              <a:rPr lang="zh-CN" altLang="en-US" smtClean="0"/>
              <a:t>‹#›</a:t>
            </a:fld>
            <a:endParaRPr lang="zh-CN" altLang="en-US"/>
          </a:p>
        </p:txBody>
      </p:sp>
      <p:sp>
        <p:nvSpPr>
          <p:cNvPr id="9" name="标题占位符 8"/>
          <p:cNvSpPr>
            <a:spLocks noGrp="1"/>
          </p:cNvSpPr>
          <p:nvPr>
            <p:ph type="title"/>
          </p:nvPr>
        </p:nvSpPr>
        <p:spPr>
          <a:xfrm>
            <a:off x="463061" y="146251"/>
            <a:ext cx="10515600" cy="786346"/>
          </a:xfrm>
          <a:prstGeom prst="rect">
            <a:avLst/>
          </a:prstGeom>
        </p:spPr>
        <p:txBody>
          <a:bodyPr vert="horz" lIns="91440" tIns="45720" rIns="91440" bIns="45720" rtlCol="0" anchor="ctr">
            <a:normAutofit/>
          </a:bodyPr>
          <a:lstStyle/>
          <a:p>
            <a:r>
              <a:rPr lang="zh-CN" altLang="en-US"/>
              <a:t>单击此处编辑母版标题样式</a:t>
            </a:r>
          </a:p>
        </p:txBody>
      </p:sp>
      <p:grpSp>
        <p:nvGrpSpPr>
          <p:cNvPr id="11" name="组合 10"/>
          <p:cNvGrpSpPr/>
          <p:nvPr userDrawn="1"/>
        </p:nvGrpSpPr>
        <p:grpSpPr>
          <a:xfrm>
            <a:off x="10275800" y="269424"/>
            <a:ext cx="1638719" cy="540000"/>
            <a:chOff x="10275800" y="269424"/>
            <a:chExt cx="1638719" cy="540000"/>
          </a:xfrm>
        </p:grpSpPr>
        <p:pic>
          <p:nvPicPr>
            <p:cNvPr id="8" name="图片 7"/>
            <p:cNvPicPr>
              <a:picLocks noChangeAspect="1"/>
            </p:cNvPicPr>
            <p:nvPr userDrawn="1"/>
          </p:nvPicPr>
          <p:blipFill>
            <a:blip r:embed="rId14" cstate="hqprint"/>
            <a:stretch>
              <a:fillRect/>
            </a:stretch>
          </p:blipFill>
          <p:spPr>
            <a:xfrm>
              <a:off x="10275800" y="287424"/>
              <a:ext cx="504747" cy="504000"/>
            </a:xfrm>
            <a:prstGeom prst="rect">
              <a:avLst/>
            </a:prstGeom>
          </p:spPr>
        </p:pic>
        <p:pic>
          <p:nvPicPr>
            <p:cNvPr id="10" name="图片 9"/>
            <p:cNvPicPr>
              <a:picLocks noChangeAspect="1"/>
            </p:cNvPicPr>
            <p:nvPr userDrawn="1"/>
          </p:nvPicPr>
          <p:blipFill>
            <a:blip r:embed="rId15" cstate="hqprint"/>
            <a:stretch>
              <a:fillRect/>
            </a:stretch>
          </p:blipFill>
          <p:spPr>
            <a:xfrm>
              <a:off x="10848524" y="269424"/>
              <a:ext cx="1065995" cy="540000"/>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360045" algn="l" defTabSz="914400" rtl="0" eaLnBrk="1" latinLnBrk="0" hangingPunct="1">
        <a:lnSpc>
          <a:spcPct val="90000"/>
        </a:lnSpc>
        <a:spcBef>
          <a:spcPts val="1000"/>
        </a:spcBef>
        <a:buSzPct val="80000"/>
        <a:buFont typeface="Wingdings" panose="05000000000000000000" pitchFamily="2" charset="2"/>
        <a:buChar char="l"/>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360045" algn="l" defTabSz="914400" rtl="0" eaLnBrk="1" latinLnBrk="0" hangingPunct="1">
        <a:lnSpc>
          <a:spcPct val="90000"/>
        </a:lnSpc>
        <a:spcBef>
          <a:spcPts val="500"/>
        </a:spcBef>
        <a:buSzPct val="80000"/>
        <a:buFont typeface="Wingdings" panose="05000000000000000000" pitchFamily="2" charset="2"/>
        <a:buChar char="l"/>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360045" algn="l" defTabSz="914400" rtl="0" eaLnBrk="1" latinLnBrk="0" hangingPunct="1">
        <a:lnSpc>
          <a:spcPct val="90000"/>
        </a:lnSpc>
        <a:spcBef>
          <a:spcPts val="500"/>
        </a:spcBef>
        <a:buSzPct val="80000"/>
        <a:buFont typeface="Wingdings" panose="05000000000000000000" pitchFamily="2" charset="2"/>
        <a:buChar char="l"/>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360045" algn="l" defTabSz="914400" rtl="0" eaLnBrk="1" latinLnBrk="0" hangingPunct="1">
        <a:lnSpc>
          <a:spcPct val="90000"/>
        </a:lnSpc>
        <a:spcBef>
          <a:spcPts val="500"/>
        </a:spcBef>
        <a:buSzPct val="80000"/>
        <a:buFont typeface="Wingdings" panose="05000000000000000000" pitchFamily="2" charset="2"/>
        <a:buChar char="l"/>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360045" algn="l" defTabSz="914400" rtl="0" eaLnBrk="1" latinLnBrk="0" hangingPunct="1">
        <a:lnSpc>
          <a:spcPct val="90000"/>
        </a:lnSpc>
        <a:spcBef>
          <a:spcPts val="500"/>
        </a:spcBef>
        <a:buSzPct val="80000"/>
        <a:buFont typeface="Wingdings" panose="05000000000000000000" pitchFamily="2" charset="2"/>
        <a:buChar char="l"/>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4.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4.png"/><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E:\Jiaoan\dxwl\Support\video\ener0.avi" TargetMode="External"/><Relationship Id="rId1" Type="http://schemas.microsoft.com/office/2007/relationships/media" Target="file:///E:\Jiaoan\dxwl\Support\video\ener0.avi" TargetMode="Externa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wmf"/><Relationship Id="rId2" Type="http://schemas.openxmlformats.org/officeDocument/2006/relationships/tags" Target="../tags/tag35.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6.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4.bin"/><Relationship Id="rId4" Type="http://schemas.openxmlformats.org/officeDocument/2006/relationships/image" Target="../media/image8.wmf"/></Relationships>
</file>

<file path=ppt/slides/_rels/slide12.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1.wmf"/><Relationship Id="rId5" Type="http://schemas.openxmlformats.org/officeDocument/2006/relationships/oleObject" Target="../embeddings/oleObject6.bin"/><Relationship Id="rId4" Type="http://schemas.openxmlformats.org/officeDocument/2006/relationships/image" Target="../media/image10.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4.wmf"/><Relationship Id="rId5" Type="http://schemas.openxmlformats.org/officeDocument/2006/relationships/oleObject" Target="../embeddings/oleObject9.bin"/><Relationship Id="rId4" Type="http://schemas.openxmlformats.org/officeDocument/2006/relationships/image" Target="../media/image13.wmf"/></Relationships>
</file>

<file path=ppt/slides/_rels/slide14.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tags" Target="../tags/tag48.xml"/><Relationship Id="rId18" Type="http://schemas.openxmlformats.org/officeDocument/2006/relationships/slideLayout" Target="../slideLayouts/slideLayout7.xm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tags" Target="../tags/tag47.xml"/><Relationship Id="rId17" Type="http://schemas.openxmlformats.org/officeDocument/2006/relationships/tags" Target="../tags/tag52.xml"/><Relationship Id="rId2" Type="http://schemas.openxmlformats.org/officeDocument/2006/relationships/tags" Target="../tags/tag37.xml"/><Relationship Id="rId16" Type="http://schemas.openxmlformats.org/officeDocument/2006/relationships/tags" Target="../tags/tag51.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5" Type="http://schemas.openxmlformats.org/officeDocument/2006/relationships/tags" Target="../tags/tag40.xml"/><Relationship Id="rId15" Type="http://schemas.openxmlformats.org/officeDocument/2006/relationships/tags" Target="../tags/tag50.xml"/><Relationship Id="rId10" Type="http://schemas.openxmlformats.org/officeDocument/2006/relationships/tags" Target="../tags/tag45.xml"/><Relationship Id="rId19" Type="http://schemas.openxmlformats.org/officeDocument/2006/relationships/image" Target="../media/image4.png"/><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tags" Target="../tags/tag4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16.png"/><Relationship Id="rId4" Type="http://schemas.openxmlformats.org/officeDocument/2006/relationships/image" Target="../media/image15.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oleObject" Target="../embeddings/oleObject11.bin"/><Relationship Id="rId7" Type="http://schemas.openxmlformats.org/officeDocument/2006/relationships/image" Target="../media/image18.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2.bin"/><Relationship Id="rId11" Type="http://schemas.openxmlformats.org/officeDocument/2006/relationships/image" Target="../media/image20.wmf"/><Relationship Id="rId5" Type="http://schemas.openxmlformats.org/officeDocument/2006/relationships/image" Target="../media/image21.png"/><Relationship Id="rId10" Type="http://schemas.openxmlformats.org/officeDocument/2006/relationships/oleObject" Target="../embeddings/oleObject14.bin"/><Relationship Id="rId4" Type="http://schemas.openxmlformats.org/officeDocument/2006/relationships/image" Target="../media/image17.wmf"/><Relationship Id="rId9" Type="http://schemas.openxmlformats.org/officeDocument/2006/relationships/image" Target="../media/image19.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hyperlink" Target="Animate/JG_3_energy.rm"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oleObject" Target="../embeddings/oleObject20.bin"/><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27.wmf"/><Relationship Id="rId2" Type="http://schemas.openxmlformats.org/officeDocument/2006/relationships/slideLayout" Target="../slideLayouts/slideLayout7.xml"/><Relationship Id="rId16" Type="http://schemas.openxmlformats.org/officeDocument/2006/relationships/image" Target="../media/image29.wmf"/><Relationship Id="rId1" Type="http://schemas.openxmlformats.org/officeDocument/2006/relationships/vmlDrawing" Target="../drawings/vmlDrawing7.vml"/><Relationship Id="rId6" Type="http://schemas.openxmlformats.org/officeDocument/2006/relationships/image" Target="../media/image24.wmf"/><Relationship Id="rId11" Type="http://schemas.openxmlformats.org/officeDocument/2006/relationships/oleObject" Target="../embeddings/oleObject19.bin"/><Relationship Id="rId5" Type="http://schemas.openxmlformats.org/officeDocument/2006/relationships/oleObject" Target="../embeddings/oleObject16.bin"/><Relationship Id="rId15" Type="http://schemas.openxmlformats.org/officeDocument/2006/relationships/oleObject" Target="../embeddings/oleObject21.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18.bin"/><Relationship Id="rId14" Type="http://schemas.openxmlformats.org/officeDocument/2006/relationships/image" Target="../media/image28.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2.jpeg"/><Relationship Id="rId5" Type="http://schemas.openxmlformats.org/officeDocument/2006/relationships/hyperlink" Target="Animate/JG_3_energy.rm" TargetMode="External"/><Relationship Id="rId4" Type="http://schemas.openxmlformats.org/officeDocument/2006/relationships/image" Target="../media/image30.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2.jpeg"/><Relationship Id="rId5" Type="http://schemas.openxmlformats.org/officeDocument/2006/relationships/hyperlink" Target="Animate/JG_4_energy.rm" TargetMode="External"/><Relationship Id="rId4" Type="http://schemas.openxmlformats.org/officeDocument/2006/relationships/image" Target="../media/image31.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2.jpeg"/><Relationship Id="rId5" Type="http://schemas.openxmlformats.org/officeDocument/2006/relationships/hyperlink" Target="Animate/JG_4_energy.rm" TargetMode="External"/><Relationship Id="rId4" Type="http://schemas.openxmlformats.org/officeDocument/2006/relationships/image" Target="../media/image33.wmf"/></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34.wmf"/><Relationship Id="rId4" Type="http://schemas.openxmlformats.org/officeDocument/2006/relationships/oleObject" Target="../embeddings/oleObject25.bin"/></Relationships>
</file>

<file path=ppt/slides/_rels/slide25.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37.wmf"/><Relationship Id="rId5" Type="http://schemas.openxmlformats.org/officeDocument/2006/relationships/oleObject" Target="../embeddings/oleObject27.bin"/><Relationship Id="rId10" Type="http://schemas.openxmlformats.org/officeDocument/2006/relationships/image" Target="../media/image39.emf"/><Relationship Id="rId4" Type="http://schemas.openxmlformats.org/officeDocument/2006/relationships/image" Target="../media/image36.wmf"/><Relationship Id="rId9" Type="http://schemas.openxmlformats.org/officeDocument/2006/relationships/oleObject" Target="../embeddings/oleObject29.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0.bin"/><Relationship Id="rId7" Type="http://schemas.openxmlformats.org/officeDocument/2006/relationships/image" Target="../media/image42.jpeg"/><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41.wmf"/><Relationship Id="rId5" Type="http://schemas.openxmlformats.org/officeDocument/2006/relationships/oleObject" Target="../embeddings/oleObject31.bin"/><Relationship Id="rId4" Type="http://schemas.openxmlformats.org/officeDocument/2006/relationships/image" Target="../media/image40.wmf"/></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43.wmf"/><Relationship Id="rId4" Type="http://schemas.openxmlformats.org/officeDocument/2006/relationships/oleObject" Target="../embeddings/oleObject32.bin"/></Relationships>
</file>

<file path=ppt/slides/_rels/slide28.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46.emf"/><Relationship Id="rId5" Type="http://schemas.openxmlformats.org/officeDocument/2006/relationships/oleObject" Target="../embeddings/oleObject34.bin"/><Relationship Id="rId4" Type="http://schemas.openxmlformats.org/officeDocument/2006/relationships/image" Target="../media/image45.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tags" Target="../tags/tag65.xml"/><Relationship Id="rId18" Type="http://schemas.openxmlformats.org/officeDocument/2006/relationships/slideLayout" Target="../slideLayouts/slideLayout7.xml"/><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tags" Target="../tags/tag64.xml"/><Relationship Id="rId17" Type="http://schemas.openxmlformats.org/officeDocument/2006/relationships/tags" Target="../tags/tag69.xml"/><Relationship Id="rId2" Type="http://schemas.openxmlformats.org/officeDocument/2006/relationships/tags" Target="../tags/tag54.xml"/><Relationship Id="rId16" Type="http://schemas.openxmlformats.org/officeDocument/2006/relationships/tags" Target="../tags/tag68.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tags" Target="../tags/tag63.xml"/><Relationship Id="rId5" Type="http://schemas.openxmlformats.org/officeDocument/2006/relationships/tags" Target="../tags/tag57.xml"/><Relationship Id="rId15" Type="http://schemas.openxmlformats.org/officeDocument/2006/relationships/tags" Target="../tags/tag67.xml"/><Relationship Id="rId10" Type="http://schemas.openxmlformats.org/officeDocument/2006/relationships/tags" Target="../tags/tag62.xml"/><Relationship Id="rId19" Type="http://schemas.openxmlformats.org/officeDocument/2006/relationships/image" Target="../media/image4.png"/><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tags" Target="../tags/tag6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51.wmf"/><Relationship Id="rId13" Type="http://schemas.openxmlformats.org/officeDocument/2006/relationships/oleObject" Target="../embeddings/oleObject41.bin"/><Relationship Id="rId3" Type="http://schemas.openxmlformats.org/officeDocument/2006/relationships/oleObject" Target="../embeddings/oleObject36.bin"/><Relationship Id="rId7" Type="http://schemas.openxmlformats.org/officeDocument/2006/relationships/oleObject" Target="../embeddings/oleObject38.bin"/><Relationship Id="rId12" Type="http://schemas.openxmlformats.org/officeDocument/2006/relationships/image" Target="../media/image53.wmf"/><Relationship Id="rId2" Type="http://schemas.openxmlformats.org/officeDocument/2006/relationships/slideLayout" Target="../slideLayouts/slideLayout2.xml"/><Relationship Id="rId16" Type="http://schemas.openxmlformats.org/officeDocument/2006/relationships/image" Target="../media/image55.wmf"/><Relationship Id="rId1" Type="http://schemas.openxmlformats.org/officeDocument/2006/relationships/vmlDrawing" Target="../drawings/vmlDrawing16.vml"/><Relationship Id="rId6" Type="http://schemas.openxmlformats.org/officeDocument/2006/relationships/image" Target="../media/image50.wmf"/><Relationship Id="rId11" Type="http://schemas.openxmlformats.org/officeDocument/2006/relationships/oleObject" Target="../embeddings/oleObject40.bin"/><Relationship Id="rId5" Type="http://schemas.openxmlformats.org/officeDocument/2006/relationships/oleObject" Target="../embeddings/oleObject37.bin"/><Relationship Id="rId15" Type="http://schemas.openxmlformats.org/officeDocument/2006/relationships/oleObject" Target="../embeddings/oleObject42.bin"/><Relationship Id="rId10" Type="http://schemas.openxmlformats.org/officeDocument/2006/relationships/image" Target="../media/image52.wmf"/><Relationship Id="rId4" Type="http://schemas.openxmlformats.org/officeDocument/2006/relationships/image" Target="../media/image49.wmf"/><Relationship Id="rId9" Type="http://schemas.openxmlformats.org/officeDocument/2006/relationships/oleObject" Target="../embeddings/oleObject39.bin"/><Relationship Id="rId14" Type="http://schemas.openxmlformats.org/officeDocument/2006/relationships/image" Target="../media/image54.wmf"/></Relationships>
</file>

<file path=ppt/slides/_rels/slide35.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oleObject" Target="../embeddings/oleObject43.bin"/><Relationship Id="rId7"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57.wmf"/><Relationship Id="rId5" Type="http://schemas.openxmlformats.org/officeDocument/2006/relationships/oleObject" Target="../embeddings/oleObject44.bin"/><Relationship Id="rId10" Type="http://schemas.openxmlformats.org/officeDocument/2006/relationships/image" Target="../media/image59.wmf"/><Relationship Id="rId4" Type="http://schemas.openxmlformats.org/officeDocument/2006/relationships/image" Target="../media/image56.wmf"/><Relationship Id="rId9" Type="http://schemas.openxmlformats.org/officeDocument/2006/relationships/oleObject" Target="../embeddings/oleObject46.bin"/></Relationships>
</file>

<file path=ppt/slides/_rels/slide36.xml.rels><?xml version="1.0" encoding="UTF-8" standalone="yes"?>
<Relationships xmlns="http://schemas.openxmlformats.org/package/2006/relationships"><Relationship Id="rId8" Type="http://schemas.openxmlformats.org/officeDocument/2006/relationships/image" Target="../media/image62.wmf"/><Relationship Id="rId13" Type="http://schemas.openxmlformats.org/officeDocument/2006/relationships/oleObject" Target="../embeddings/oleObject52.bin"/><Relationship Id="rId3" Type="http://schemas.openxmlformats.org/officeDocument/2006/relationships/oleObject" Target="../embeddings/oleObject47.bin"/><Relationship Id="rId7" Type="http://schemas.openxmlformats.org/officeDocument/2006/relationships/oleObject" Target="../embeddings/oleObject49.bin"/><Relationship Id="rId12" Type="http://schemas.openxmlformats.org/officeDocument/2006/relationships/image" Target="../media/image64.wmf"/><Relationship Id="rId2" Type="http://schemas.openxmlformats.org/officeDocument/2006/relationships/slideLayout" Target="../slideLayouts/slideLayout2.xml"/><Relationship Id="rId16" Type="http://schemas.openxmlformats.org/officeDocument/2006/relationships/image" Target="../media/image66.wmf"/><Relationship Id="rId1" Type="http://schemas.openxmlformats.org/officeDocument/2006/relationships/vmlDrawing" Target="../drawings/vmlDrawing18.vml"/><Relationship Id="rId6" Type="http://schemas.openxmlformats.org/officeDocument/2006/relationships/image" Target="../media/image61.wmf"/><Relationship Id="rId11" Type="http://schemas.openxmlformats.org/officeDocument/2006/relationships/oleObject" Target="../embeddings/oleObject51.bin"/><Relationship Id="rId5" Type="http://schemas.openxmlformats.org/officeDocument/2006/relationships/oleObject" Target="../embeddings/oleObject48.bin"/><Relationship Id="rId15" Type="http://schemas.openxmlformats.org/officeDocument/2006/relationships/oleObject" Target="../embeddings/oleObject53.bin"/><Relationship Id="rId10" Type="http://schemas.openxmlformats.org/officeDocument/2006/relationships/image" Target="../media/image63.wmf"/><Relationship Id="rId4" Type="http://schemas.openxmlformats.org/officeDocument/2006/relationships/image" Target="../media/image60.wmf"/><Relationship Id="rId9" Type="http://schemas.openxmlformats.org/officeDocument/2006/relationships/oleObject" Target="../embeddings/oleObject50.bin"/><Relationship Id="rId14" Type="http://schemas.openxmlformats.org/officeDocument/2006/relationships/image" Target="../media/image65.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71.png"/><Relationship Id="rId4" Type="http://schemas.openxmlformats.org/officeDocument/2006/relationships/image" Target="../media/image70.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57.bin"/><Relationship Id="rId3" Type="http://schemas.openxmlformats.org/officeDocument/2006/relationships/image" Target="../media/image74.wmf"/><Relationship Id="rId7" Type="http://schemas.openxmlformats.org/officeDocument/2006/relationships/image" Target="../media/image73.w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56.bin"/><Relationship Id="rId5" Type="http://schemas.openxmlformats.org/officeDocument/2006/relationships/image" Target="../media/image72.wmf"/><Relationship Id="rId4" Type="http://schemas.openxmlformats.org/officeDocument/2006/relationships/oleObject" Target="../embeddings/oleObject55.bin"/><Relationship Id="rId9" Type="http://schemas.openxmlformats.org/officeDocument/2006/relationships/image" Target="../media/image33.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76.jpeg"/><Relationship Id="rId4" Type="http://schemas.openxmlformats.org/officeDocument/2006/relationships/image" Target="../media/image75.wmf"/></Relationships>
</file>

<file path=ppt/slides/_rels/slide46.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tags" Target="../tags/tag82.xml"/><Relationship Id="rId18" Type="http://schemas.openxmlformats.org/officeDocument/2006/relationships/slideLayout" Target="../slideLayouts/slideLayout7.xml"/><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tags" Target="../tags/tag81.xml"/><Relationship Id="rId17" Type="http://schemas.openxmlformats.org/officeDocument/2006/relationships/tags" Target="../tags/tag86.xml"/><Relationship Id="rId2" Type="http://schemas.openxmlformats.org/officeDocument/2006/relationships/tags" Target="../tags/tag71.xml"/><Relationship Id="rId16" Type="http://schemas.openxmlformats.org/officeDocument/2006/relationships/tags" Target="../tags/tag85.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tags" Target="../tags/tag80.xml"/><Relationship Id="rId5" Type="http://schemas.openxmlformats.org/officeDocument/2006/relationships/tags" Target="../tags/tag74.xml"/><Relationship Id="rId15" Type="http://schemas.openxmlformats.org/officeDocument/2006/relationships/tags" Target="../tags/tag84.xml"/><Relationship Id="rId10" Type="http://schemas.openxmlformats.org/officeDocument/2006/relationships/tags" Target="../tags/tag79.xml"/><Relationship Id="rId19" Type="http://schemas.openxmlformats.org/officeDocument/2006/relationships/image" Target="../media/image4.png"/><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tags" Target="../tags/tag83.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22.vml"/><Relationship Id="rId5" Type="http://schemas.openxmlformats.org/officeDocument/2006/relationships/image" Target="../media/image80.png"/><Relationship Id="rId4" Type="http://schemas.openxmlformats.org/officeDocument/2006/relationships/image" Target="../media/image70.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8" Type="http://schemas.openxmlformats.org/officeDocument/2006/relationships/image" Target="../media/image86.jpeg"/><Relationship Id="rId3" Type="http://schemas.openxmlformats.org/officeDocument/2006/relationships/image" Target="../media/image81.jpeg"/><Relationship Id="rId7" Type="http://schemas.openxmlformats.org/officeDocument/2006/relationships/image" Target="../media/image85.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84.jpeg"/><Relationship Id="rId5" Type="http://schemas.openxmlformats.org/officeDocument/2006/relationships/image" Target="../media/image83.jpeg"/><Relationship Id="rId4" Type="http://schemas.openxmlformats.org/officeDocument/2006/relationships/image" Target="../media/image82.jpeg"/></Relationships>
</file>

<file path=ppt/slides/_rels/slide54.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88.jpeg"/></Relationships>
</file>

<file path=ppt/slides/_rels/slide55.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slideLayout" Target="../slideLayouts/slideLayout1.xml"/><Relationship Id="rId1" Type="http://schemas.openxmlformats.org/officeDocument/2006/relationships/tags" Target="../tags/tag87.xml"/></Relationships>
</file>

<file path=ppt/slides/_rels/slide57.x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ags" Target="../tags/tag88.xml"/><Relationship Id="rId4" Type="http://schemas.openxmlformats.org/officeDocument/2006/relationships/image" Target="../media/image90.png"/></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7.xml"/><Relationship Id="rId1" Type="http://schemas.openxmlformats.org/officeDocument/2006/relationships/vmlDrawing" Target="../drawings/vmlDrawing23.vml"/><Relationship Id="rId5" Type="http://schemas.openxmlformats.org/officeDocument/2006/relationships/image" Target="../media/image91.png"/><Relationship Id="rId4" Type="http://schemas.openxmlformats.org/officeDocument/2006/relationships/image" Target="../media/image70.wmf"/></Relationships>
</file>

<file path=ppt/slides/_rels/slide6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slideLayout" Target="../slideLayouts/slideLayout1.xml"/><Relationship Id="rId1" Type="http://schemas.openxmlformats.org/officeDocument/2006/relationships/tags" Target="../tags/tag89.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7.xml"/><Relationship Id="rId1" Type="http://schemas.openxmlformats.org/officeDocument/2006/relationships/vmlDrawing" Target="../drawings/vmlDrawing24.vml"/><Relationship Id="rId5" Type="http://schemas.openxmlformats.org/officeDocument/2006/relationships/image" Target="../media/image92.png"/><Relationship Id="rId4" Type="http://schemas.openxmlformats.org/officeDocument/2006/relationships/image" Target="../media/image70.wmf"/></Relationships>
</file>

<file path=ppt/slides/_rels/slide6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slideLayout" Target="../slideLayouts/slideLayout1.xml"/><Relationship Id="rId1" Type="http://schemas.openxmlformats.org/officeDocument/2006/relationships/tags" Target="../tags/tag90.xml"/></Relationships>
</file>

<file path=ppt/slides/_rels/slide63.xml.rels><?xml version="1.0" encoding="UTF-8" standalone="yes"?>
<Relationships xmlns="http://schemas.openxmlformats.org/package/2006/relationships"><Relationship Id="rId8" Type="http://schemas.openxmlformats.org/officeDocument/2006/relationships/tags" Target="../tags/tag98.xml"/><Relationship Id="rId13" Type="http://schemas.openxmlformats.org/officeDocument/2006/relationships/tags" Target="../tags/tag103.xml"/><Relationship Id="rId18" Type="http://schemas.openxmlformats.org/officeDocument/2006/relationships/slideLayout" Target="../slideLayouts/slideLayout7.xml"/><Relationship Id="rId3" Type="http://schemas.openxmlformats.org/officeDocument/2006/relationships/tags" Target="../tags/tag93.xml"/><Relationship Id="rId7" Type="http://schemas.openxmlformats.org/officeDocument/2006/relationships/tags" Target="../tags/tag97.xml"/><Relationship Id="rId12" Type="http://schemas.openxmlformats.org/officeDocument/2006/relationships/tags" Target="../tags/tag102.xml"/><Relationship Id="rId17" Type="http://schemas.openxmlformats.org/officeDocument/2006/relationships/tags" Target="../tags/tag107.xml"/><Relationship Id="rId2" Type="http://schemas.openxmlformats.org/officeDocument/2006/relationships/tags" Target="../tags/tag92.xml"/><Relationship Id="rId16" Type="http://schemas.openxmlformats.org/officeDocument/2006/relationships/tags" Target="../tags/tag106.xml"/><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tags" Target="../tags/tag101.xml"/><Relationship Id="rId5" Type="http://schemas.openxmlformats.org/officeDocument/2006/relationships/tags" Target="../tags/tag95.xml"/><Relationship Id="rId15" Type="http://schemas.openxmlformats.org/officeDocument/2006/relationships/tags" Target="../tags/tag105.xml"/><Relationship Id="rId10" Type="http://schemas.openxmlformats.org/officeDocument/2006/relationships/tags" Target="../tags/tag100.xml"/><Relationship Id="rId19" Type="http://schemas.openxmlformats.org/officeDocument/2006/relationships/image" Target="../media/image4.png"/><Relationship Id="rId4" Type="http://schemas.openxmlformats.org/officeDocument/2006/relationships/tags" Target="../tags/tag94.xml"/><Relationship Id="rId9" Type="http://schemas.openxmlformats.org/officeDocument/2006/relationships/tags" Target="../tags/tag99.xml"/><Relationship Id="rId14" Type="http://schemas.openxmlformats.org/officeDocument/2006/relationships/tags" Target="../tags/tag10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image" Target="../media/image9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image" Target="../media/image98.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image" Target="../media/image10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image" Target="../media/image106.jpeg"/><Relationship Id="rId3" Type="http://schemas.openxmlformats.org/officeDocument/2006/relationships/image" Target="../media/image105.jpeg"/><Relationship Id="rId7" Type="http://schemas.openxmlformats.org/officeDocument/2006/relationships/image" Target="../media/image104.png"/><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oleObject" Target="../embeddings/oleObject63.bin"/><Relationship Id="rId5" Type="http://schemas.openxmlformats.org/officeDocument/2006/relationships/image" Target="../media/image103.png"/><Relationship Id="rId4" Type="http://schemas.openxmlformats.org/officeDocument/2006/relationships/oleObject" Target="../embeddings/oleObject62.bin"/></Relationships>
</file>

<file path=ppt/slides/_rels/slide72.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NULL" TargetMode="External"/><Relationship Id="rId2" Type="http://schemas.openxmlformats.org/officeDocument/2006/relationships/image" Target="../media/image108.jpeg"/><Relationship Id="rId1" Type="http://schemas.openxmlformats.org/officeDocument/2006/relationships/slideLayout" Target="../slideLayouts/slideLayout2.xml"/><Relationship Id="rId4" Type="http://schemas.openxmlformats.org/officeDocument/2006/relationships/image" Target="../media/image109.jpeg"/></Relationships>
</file>

<file path=ppt/slides/_rels/slide74.xml.rels><?xml version="1.0" encoding="UTF-8" standalone="yes"?>
<Relationships xmlns="http://schemas.openxmlformats.org/package/2006/relationships"><Relationship Id="rId3" Type="http://schemas.openxmlformats.org/officeDocument/2006/relationships/image" Target="NULL" TargetMode="External"/><Relationship Id="rId2" Type="http://schemas.openxmlformats.org/officeDocument/2006/relationships/image" Target="../media/image110.jpeg"/><Relationship Id="rId1" Type="http://schemas.openxmlformats.org/officeDocument/2006/relationships/slideLayout" Target="../slideLayouts/slideLayout2.xml"/><Relationship Id="rId4" Type="http://schemas.openxmlformats.org/officeDocument/2006/relationships/image" Target="../media/image111.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400640" y="1794748"/>
            <a:ext cx="7447553" cy="2807335"/>
          </a:xfrm>
          <a:prstGeom prst="rect">
            <a:avLst/>
          </a:prstGeom>
          <a:noFill/>
        </p:spPr>
        <p:txBody>
          <a:bodyPr wrap="square">
            <a:spAutoFit/>
          </a:bodyPr>
          <a:lstStyle/>
          <a:p>
            <a:pPr algn="ctr"/>
            <a:r>
              <a:rPr lang="en-US" altLang="zh-CN" sz="2800" dirty="0">
                <a:solidFill>
                  <a:srgbClr val="0070C0"/>
                </a:solidFill>
                <a:highlight>
                  <a:srgbClr val="FFFF00"/>
                </a:highlight>
                <a:latin typeface="微软雅黑" panose="020B0503020204020204" pitchFamily="34" charset="-122"/>
                <a:ea typeface="微软雅黑" panose="020B0503020204020204" pitchFamily="34" charset="-122"/>
              </a:rPr>
              <a:t>58</a:t>
            </a:r>
            <a:r>
              <a:rPr lang="zh-CN" altLang="en-US" sz="2800" dirty="0">
                <a:solidFill>
                  <a:srgbClr val="0070C0"/>
                </a:solidFill>
                <a:highlight>
                  <a:srgbClr val="FFFF00"/>
                </a:highlight>
                <a:latin typeface="微软雅黑" panose="020B0503020204020204" pitchFamily="34" charset="-122"/>
                <a:ea typeface="微软雅黑" panose="020B0503020204020204" pitchFamily="34" charset="-122"/>
              </a:rPr>
              <a:t>单元 雕出思想 刻出未来 </a:t>
            </a:r>
          </a:p>
          <a:p>
            <a:pPr algn="ctr">
              <a:lnSpc>
                <a:spcPct val="150000"/>
              </a:lnSpc>
            </a:pPr>
            <a:r>
              <a:rPr lang="zh-CN" altLang="en-US" sz="3300" b="1" dirty="0">
                <a:gradFill>
                  <a:gsLst>
                    <a:gs pos="0">
                      <a:srgbClr val="639EF4"/>
                    </a:gs>
                    <a:gs pos="100000">
                      <a:srgbClr val="00B050">
                        <a:lumMod val="99000"/>
                      </a:srgbClr>
                    </a:gs>
                  </a:gsLst>
                  <a:lin ang="7200000" scaled="0"/>
                </a:gradFill>
                <a:latin typeface="微软雅黑" panose="020B0503020204020204" pitchFamily="34" charset="-122"/>
                <a:ea typeface="微软雅黑" panose="020B0503020204020204" pitchFamily="34" charset="-122"/>
              </a:rPr>
              <a:t>腾讯会议</a:t>
            </a:r>
            <a:r>
              <a:rPr lang="en-US" altLang="zh-CN" sz="3300" b="1" dirty="0">
                <a:gradFill>
                  <a:gsLst>
                    <a:gs pos="0">
                      <a:srgbClr val="639EF4"/>
                    </a:gs>
                    <a:gs pos="100000">
                      <a:srgbClr val="00B050">
                        <a:lumMod val="99000"/>
                      </a:srgbClr>
                    </a:gs>
                  </a:gsLst>
                  <a:lin ang="7200000" scaled="0"/>
                </a:gradFill>
                <a:latin typeface="微软雅黑" panose="020B0503020204020204" pitchFamily="34" charset="-122"/>
                <a:ea typeface="微软雅黑" panose="020B0503020204020204" pitchFamily="34" charset="-122"/>
              </a:rPr>
              <a:t>+</a:t>
            </a:r>
            <a:r>
              <a:rPr lang="zh-CN" altLang="en-US" sz="3300" b="1" dirty="0">
                <a:gradFill>
                  <a:gsLst>
                    <a:gs pos="0">
                      <a:srgbClr val="639EF4"/>
                    </a:gs>
                    <a:gs pos="100000">
                      <a:srgbClr val="00B050">
                        <a:lumMod val="99000"/>
                      </a:srgbClr>
                    </a:gs>
                  </a:gsLst>
                  <a:lin ang="7200000" scaled="0"/>
                </a:gradFill>
                <a:latin typeface="微软雅黑" panose="020B0503020204020204" pitchFamily="34" charset="-122"/>
                <a:ea typeface="微软雅黑" panose="020B0503020204020204" pitchFamily="34" charset="-122"/>
              </a:rPr>
              <a:t>雨课堂语音直播</a:t>
            </a:r>
            <a:endParaRPr lang="en-US" altLang="zh-CN" sz="3300" b="1" dirty="0">
              <a:gradFill>
                <a:gsLst>
                  <a:gs pos="0">
                    <a:srgbClr val="639EF4"/>
                  </a:gs>
                  <a:gs pos="100000">
                    <a:srgbClr val="00B050">
                      <a:lumMod val="99000"/>
                    </a:srgbClr>
                  </a:gs>
                </a:gsLst>
                <a:lin ang="7200000" scaled="0"/>
              </a:gradFill>
              <a:latin typeface="微软雅黑" panose="020B0503020204020204" pitchFamily="34" charset="-122"/>
              <a:ea typeface="微软雅黑" panose="020B0503020204020204" pitchFamily="34" charset="-122"/>
            </a:endParaRPr>
          </a:p>
          <a:p>
            <a:pPr algn="ctr">
              <a:lnSpc>
                <a:spcPct val="150000"/>
              </a:lnSpc>
            </a:pPr>
            <a:r>
              <a:rPr lang="zh-CN" altLang="en-US" sz="3300" b="1" dirty="0">
                <a:gradFill>
                  <a:gsLst>
                    <a:gs pos="0">
                      <a:srgbClr val="639EF4"/>
                    </a:gs>
                    <a:gs pos="100000">
                      <a:srgbClr val="00B050">
                        <a:lumMod val="99000"/>
                      </a:srgbClr>
                    </a:gs>
                  </a:gsLst>
                  <a:lin ang="7200000" scaled="0"/>
                </a:gradFill>
                <a:latin typeface="微软雅黑" panose="020B0503020204020204" pitchFamily="34" charset="-122"/>
                <a:ea typeface="微软雅黑" panose="020B0503020204020204" pitchFamily="34" charset="-122"/>
              </a:rPr>
              <a:t> 建议保留一个声音</a:t>
            </a:r>
            <a:endParaRPr lang="en-US" altLang="zh-CN" sz="3300" b="1" dirty="0">
              <a:gradFill>
                <a:gsLst>
                  <a:gs pos="0">
                    <a:srgbClr val="639EF4"/>
                  </a:gs>
                  <a:gs pos="100000">
                    <a:srgbClr val="00B050">
                      <a:lumMod val="99000"/>
                    </a:srgbClr>
                  </a:gs>
                </a:gsLst>
                <a:lin ang="7200000" scaled="0"/>
              </a:gradFill>
              <a:latin typeface="微软雅黑" panose="020B0503020204020204" pitchFamily="34" charset="-122"/>
              <a:ea typeface="微软雅黑" panose="020B0503020204020204" pitchFamily="34" charset="-122"/>
            </a:endParaRPr>
          </a:p>
          <a:p>
            <a:pPr algn="ctr">
              <a:lnSpc>
                <a:spcPct val="150000"/>
              </a:lnSpc>
            </a:pPr>
            <a:r>
              <a:rPr lang="zh-CN" altLang="en-US" sz="3300" b="1" dirty="0">
                <a:gradFill>
                  <a:gsLst>
                    <a:gs pos="0">
                      <a:srgbClr val="639EF4"/>
                    </a:gs>
                    <a:gs pos="100000">
                      <a:srgbClr val="00B050">
                        <a:lumMod val="99000"/>
                      </a:srgbClr>
                    </a:gs>
                  </a:gsLst>
                  <a:lin ang="7200000" scaled="0"/>
                </a:gradFill>
                <a:latin typeface="微软雅黑" panose="020B0503020204020204" pitchFamily="34" charset="-122"/>
                <a:ea typeface="微软雅黑" panose="020B0503020204020204" pitchFamily="34" charset="-122"/>
              </a:rPr>
              <a:t>     </a:t>
            </a:r>
            <a:r>
              <a:rPr lang="zh-CN" altLang="en-US" sz="3300" b="1" dirty="0">
                <a:solidFill>
                  <a:srgbClr val="7030A0"/>
                </a:solidFill>
                <a:latin typeface="微软雅黑" panose="020B0503020204020204" pitchFamily="34" charset="-122"/>
                <a:ea typeface="微软雅黑" panose="020B0503020204020204" pitchFamily="34" charset="-122"/>
              </a:rPr>
              <a:t>答题</a:t>
            </a:r>
            <a:r>
              <a:rPr lang="zh-CN" altLang="en-US" sz="3300" b="1" dirty="0">
                <a:gradFill>
                  <a:gsLst>
                    <a:gs pos="0">
                      <a:srgbClr val="639EF4"/>
                    </a:gs>
                    <a:gs pos="100000">
                      <a:srgbClr val="00B050">
                        <a:lumMod val="99000"/>
                      </a:srgbClr>
                    </a:gs>
                  </a:gsLst>
                  <a:lin ang="7200000" scaled="0"/>
                </a:gradFill>
                <a:latin typeface="微软雅黑" panose="020B0503020204020204" pitchFamily="34" charset="-122"/>
                <a:ea typeface="微软雅黑" panose="020B0503020204020204" pitchFamily="34" charset="-122"/>
              </a:rPr>
              <a:t>在雨课堂进行</a:t>
            </a:r>
            <a:endParaRPr lang="en-US" altLang="zh-CN" sz="3300" b="1" dirty="0">
              <a:gradFill>
                <a:gsLst>
                  <a:gs pos="0">
                    <a:srgbClr val="639EF4"/>
                  </a:gs>
                  <a:gs pos="100000">
                    <a:srgbClr val="00B050">
                      <a:lumMod val="99000"/>
                    </a:srgbClr>
                  </a:gs>
                </a:gsLst>
                <a:lin ang="7200000" scaled="0"/>
              </a:gra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085" y="240028"/>
            <a:ext cx="1636461" cy="61130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advTm="17120"/>
    </mc:Choice>
    <mc:Fallback xmlns="">
      <p:transition spd="slow" advTm="1712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您现在接收雨课堂直播教学流畅情况？</a:t>
            </a:r>
          </a:p>
        </p:txBody>
      </p:sp>
      <p:sp>
        <p:nvSpPr>
          <p:cNvPr id="7" name="TextBox 6"/>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图像卡</a:t>
            </a:r>
          </a:p>
        </p:txBody>
      </p:sp>
      <p:sp>
        <p:nvSpPr>
          <p:cNvPr id="8" name="TextBox 7"/>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声音听不到</a:t>
            </a:r>
          </a:p>
        </p:txBody>
      </p:sp>
      <p:sp>
        <p:nvSpPr>
          <p:cNvPr id="9" name="TextBox 8"/>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600"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ppt</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播放有问题</a:t>
            </a:r>
          </a:p>
        </p:txBody>
      </p:sp>
      <p:sp>
        <p:nvSpPr>
          <p:cNvPr id="10" name="TextBox 9"/>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没问题，很好</a:t>
            </a:r>
          </a:p>
        </p:txBody>
      </p:sp>
      <p:sp>
        <p:nvSpPr>
          <p:cNvPr id="11" name="椭圆 10"/>
          <p:cNvSpPr>
            <a:spLocks noChangeAspect="1"/>
          </p:cNvSpPr>
          <p:nvPr>
            <p:custDataLst>
              <p:tags r:id="rId7"/>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8"/>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9"/>
            </p:custDataLst>
          </p:nvPr>
        </p:nvSpPr>
        <p:spPr>
          <a:xfrm>
            <a:off x="15716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10"/>
            </p:custDataLst>
          </p:nvPr>
        </p:nvSpPr>
        <p:spPr>
          <a:xfrm>
            <a:off x="15716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圆角矩形 14"/>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20" name="组合 19"/>
          <p:cNvGrpSpPr/>
          <p:nvPr>
            <p:custDataLst>
              <p:tags r:id="rId12"/>
            </p:custDataLst>
          </p:nvPr>
        </p:nvGrpSpPr>
        <p:grpSpPr>
          <a:xfrm>
            <a:off x="0" y="0"/>
            <a:ext cx="12192000" cy="635000"/>
            <a:chOff x="0" y="0"/>
            <a:chExt cx="12192000" cy="635000"/>
          </a:xfrm>
        </p:grpSpPr>
        <p:sp>
          <p:nvSpPr>
            <p:cNvPr id="16" name="TitleBackground"/>
            <p:cNvSpPr/>
            <p:nvPr>
              <p:custDataLst>
                <p:tags r:id="rId14"/>
              </p:custDataLst>
            </p:nvPr>
          </p:nvSpPr>
          <p:spPr>
            <a:xfrm>
              <a:off x="0" y="0"/>
              <a:ext cx="12192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9"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5" name="图片 4"/>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479917" y="1392747"/>
            <a:ext cx="9144000" cy="1153712"/>
          </a:xfrm>
        </p:spPr>
        <p:txBody>
          <a:bodyPr>
            <a:normAutofit/>
          </a:bodyPr>
          <a:lstStyle/>
          <a:p>
            <a:r>
              <a:rPr lang="zh-CN" altLang="en-US" sz="6600" dirty="0">
                <a:solidFill>
                  <a:srgbClr val="0070C0"/>
                </a:solidFill>
              </a:rPr>
              <a:t>实验室科研探究</a:t>
            </a:r>
            <a:endParaRPr lang="zh-CN" altLang="en-US" sz="5400" dirty="0">
              <a:solidFill>
                <a:srgbClr val="0070C0"/>
              </a:solidFill>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085" y="240028"/>
            <a:ext cx="1636461" cy="611309"/>
          </a:xfrm>
          <a:prstGeom prst="rect">
            <a:avLst/>
          </a:prstGeom>
        </p:spPr>
      </p:pic>
      <p:sp>
        <p:nvSpPr>
          <p:cNvPr id="19" name="矩形 18"/>
          <p:cNvSpPr/>
          <p:nvPr/>
        </p:nvSpPr>
        <p:spPr>
          <a:xfrm>
            <a:off x="3040806" y="3366921"/>
            <a:ext cx="6969468" cy="1323439"/>
          </a:xfrm>
          <a:prstGeom prst="rect">
            <a:avLst/>
          </a:prstGeom>
        </p:spPr>
        <p:txBody>
          <a:bodyPr wrap="square">
            <a:spAutoFit/>
          </a:bodyPr>
          <a:lstStyle/>
          <a:p>
            <a:r>
              <a:rPr lang="en-US" altLang="zh-CN" sz="4000" dirty="0">
                <a:solidFill>
                  <a:srgbClr val="0070C0"/>
                </a:solidFill>
                <a:highlight>
                  <a:srgbClr val="FFFF00"/>
                </a:highlight>
                <a:latin typeface="微软雅黑" panose="020B0503020204020204" pitchFamily="34" charset="-122"/>
                <a:ea typeface="微软雅黑" panose="020B0503020204020204" pitchFamily="34" charset="-122"/>
              </a:rPr>
              <a:t>58</a:t>
            </a:r>
            <a:r>
              <a:rPr lang="zh-CN" altLang="en-US" sz="4000" dirty="0">
                <a:solidFill>
                  <a:srgbClr val="0070C0"/>
                </a:solidFill>
                <a:highlight>
                  <a:srgbClr val="FFFF00"/>
                </a:highlight>
                <a:latin typeface="微软雅黑" panose="020B0503020204020204" pitchFamily="34" charset="-122"/>
                <a:ea typeface="微软雅黑" panose="020B0503020204020204" pitchFamily="34" charset="-122"/>
              </a:rPr>
              <a:t>单元 雕出思想 刻出未来</a:t>
            </a:r>
            <a:endParaRPr lang="en-US" altLang="zh-CN" sz="4000" dirty="0">
              <a:solidFill>
                <a:srgbClr val="0070C0"/>
              </a:solidFill>
              <a:highlight>
                <a:srgbClr val="FFFF00"/>
              </a:highlight>
              <a:latin typeface="微软雅黑" panose="020B0503020204020204" pitchFamily="34" charset="-122"/>
              <a:ea typeface="微软雅黑" panose="020B0503020204020204" pitchFamily="34" charset="-122"/>
            </a:endParaRPr>
          </a:p>
          <a:p>
            <a:r>
              <a:rPr lang="en-US" altLang="zh-CN" sz="4000" dirty="0">
                <a:solidFill>
                  <a:srgbClr val="0070C0"/>
                </a:solidFill>
                <a:latin typeface="微软雅黑" panose="020B0503020204020204" pitchFamily="34" charset="-122"/>
                <a:ea typeface="微软雅黑" panose="020B0503020204020204" pitchFamily="34" charset="-122"/>
              </a:rPr>
              <a:t>           -- </a:t>
            </a:r>
            <a:r>
              <a:rPr lang="zh-CN" altLang="en-US" sz="3200" dirty="0">
                <a:solidFill>
                  <a:srgbClr val="0070C0"/>
                </a:solidFill>
                <a:latin typeface="微软雅黑" panose="020B0503020204020204" pitchFamily="34" charset="-122"/>
                <a:ea typeface="微软雅黑" panose="020B0503020204020204" pitchFamily="34" charset="-122"/>
              </a:rPr>
              <a:t>激光原理与应用</a:t>
            </a:r>
            <a:r>
              <a:rPr lang="zh-CN" altLang="en-US" sz="4000" dirty="0">
                <a:solidFill>
                  <a:srgbClr val="0070C0"/>
                </a:solidFill>
                <a:latin typeface="微软雅黑" panose="020B0503020204020204" pitchFamily="34" charset="-122"/>
                <a:ea typeface="微软雅黑" panose="020B0503020204020204" pitchFamily="34" charset="-122"/>
              </a:rPr>
              <a:t> </a:t>
            </a:r>
          </a:p>
        </p:txBody>
      </p:sp>
      <p:sp>
        <p:nvSpPr>
          <p:cNvPr id="22" name="日期占位符 5"/>
          <p:cNvSpPr>
            <a:spLocks noGrp="1"/>
          </p:cNvSpPr>
          <p:nvPr>
            <p:ph type="dt" sz="half" idx="4294967295"/>
          </p:nvPr>
        </p:nvSpPr>
        <p:spPr>
          <a:xfrm>
            <a:off x="5273981" y="6033485"/>
            <a:ext cx="1685932" cy="496975"/>
          </a:xfrm>
          <a:prstGeom prst="rect">
            <a:avLst/>
          </a:prstGeom>
        </p:spPr>
        <p:txBody>
          <a:bodyPr/>
          <a:lstStyle/>
          <a:p>
            <a:fld id="{A2F2278B-D77D-40C7-A609-CA19FC97FEA7}" type="datetime1">
              <a:rPr lang="zh-CN" altLang="en-US" sz="2000" smtClean="0">
                <a:latin typeface="微软雅黑" panose="020B0503020204020204" pitchFamily="34" charset="-122"/>
                <a:ea typeface="微软雅黑" panose="020B0503020204020204" pitchFamily="34" charset="-122"/>
              </a:rPr>
              <a:t>2020/4/15</a:t>
            </a:fld>
            <a:endParaRPr lang="zh-CN" altLang="en-US" sz="2000" dirty="0">
              <a:latin typeface="微软雅黑" panose="020B0503020204020204" pitchFamily="34" charset="-122"/>
              <a:ea typeface="微软雅黑" panose="020B0503020204020204" pitchFamily="34" charset="-122"/>
            </a:endParaRPr>
          </a:p>
        </p:txBody>
      </p:sp>
      <p:sp>
        <p:nvSpPr>
          <p:cNvPr id="21" name="副标题 2"/>
          <p:cNvSpPr>
            <a:spLocks noGrp="1"/>
          </p:cNvSpPr>
          <p:nvPr>
            <p:ph type="subTitle" idx="1"/>
          </p:nvPr>
        </p:nvSpPr>
        <p:spPr>
          <a:xfrm>
            <a:off x="4392363" y="4585000"/>
            <a:ext cx="3319107" cy="1073191"/>
          </a:xfrm>
        </p:spPr>
        <p:txBody>
          <a:bodyPr>
            <a:normAutofit/>
          </a:bodyPr>
          <a:lstStyle/>
          <a:p>
            <a:pPr>
              <a:lnSpc>
                <a:spcPct val="150000"/>
              </a:lnSpc>
            </a:pPr>
            <a:r>
              <a:rPr lang="zh-CN" altLang="en-US" sz="4000" dirty="0">
                <a:solidFill>
                  <a:srgbClr val="0070C0"/>
                </a:solidFill>
              </a:rPr>
              <a:t>初晓 徐江波 </a:t>
            </a:r>
            <a:endParaRPr lang="en-US" altLang="zh-CN" sz="4000" dirty="0">
              <a:solidFill>
                <a:srgbClr val="0070C0"/>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9122" y="146251"/>
            <a:ext cx="6201285" cy="786346"/>
          </a:xfrm>
        </p:spPr>
        <p:txBody>
          <a:bodyPr>
            <a:normAutofit/>
          </a:bodyPr>
          <a:lstStyle/>
          <a:p>
            <a:r>
              <a:rPr lang="zh-CN" altLang="en-US" dirty="0"/>
              <a:t>主要内容</a:t>
            </a:r>
          </a:p>
        </p:txBody>
      </p:sp>
      <p:sp>
        <p:nvSpPr>
          <p:cNvPr id="3" name="文本占位符 2"/>
          <p:cNvSpPr>
            <a:spLocks noGrp="1"/>
          </p:cNvSpPr>
          <p:nvPr>
            <p:ph type="body" sz="quarter" idx="13"/>
          </p:nvPr>
        </p:nvSpPr>
        <p:spPr>
          <a:xfrm>
            <a:off x="1473835" y="760730"/>
            <a:ext cx="4851400" cy="5760720"/>
          </a:xfrm>
        </p:spPr>
        <p:txBody>
          <a:bodyPr>
            <a:noAutofit/>
            <a:scene3d>
              <a:camera prst="orthographicFront"/>
              <a:lightRig rig="threePt" dir="t"/>
            </a:scene3d>
          </a:bodyPr>
          <a:lstStyle/>
          <a:p>
            <a:endParaRPr lang="en-US" altLang="zh-CN" sz="3200" dirty="0">
              <a:solidFill>
                <a:schemeClr val="tx1"/>
              </a:solidFill>
              <a:effectLst>
                <a:outerShdw blurRad="38100" dist="19050" dir="2700000" algn="tl" rotWithShape="0">
                  <a:schemeClr val="dk1">
                    <a:alpha val="40000"/>
                  </a:schemeClr>
                </a:outerShdw>
              </a:effectLst>
            </a:endParaRPr>
          </a:p>
          <a:p>
            <a:r>
              <a:rPr lang="zh-CN" altLang="en-US" sz="3200" dirty="0">
                <a:solidFill>
                  <a:schemeClr val="tx1"/>
                </a:solidFill>
                <a:effectLst>
                  <a:outerShdw blurRad="38100" dist="19050" dir="2700000" algn="tl" rotWithShape="0">
                    <a:schemeClr val="dk1">
                      <a:alpha val="40000"/>
                    </a:schemeClr>
                  </a:outerShdw>
                </a:effectLst>
              </a:rPr>
              <a:t>激光原理</a:t>
            </a:r>
            <a:endParaRPr lang="en-US" altLang="zh-CN" sz="3200" dirty="0">
              <a:solidFill>
                <a:schemeClr val="tx1"/>
              </a:solidFill>
              <a:effectLst>
                <a:outerShdw blurRad="38100" dist="19050" dir="2700000" algn="tl" rotWithShape="0">
                  <a:schemeClr val="dk1">
                    <a:alpha val="40000"/>
                  </a:schemeClr>
                </a:outerShdw>
              </a:effectLst>
            </a:endParaRPr>
          </a:p>
          <a:p>
            <a:pPr marL="0" indent="0">
              <a:buNone/>
            </a:pPr>
            <a:endParaRPr lang="en-US" altLang="zh-CN" sz="3200" dirty="0">
              <a:solidFill>
                <a:schemeClr val="tx1"/>
              </a:solidFill>
              <a:effectLst>
                <a:outerShdw blurRad="38100" dist="19050" dir="2700000" algn="tl" rotWithShape="0">
                  <a:schemeClr val="dk1">
                    <a:alpha val="40000"/>
                  </a:schemeClr>
                </a:outerShdw>
              </a:effectLst>
            </a:endParaRPr>
          </a:p>
          <a:p>
            <a:r>
              <a:rPr lang="zh-CN" altLang="en-US" sz="3200" dirty="0">
                <a:solidFill>
                  <a:schemeClr val="tx1"/>
                </a:solidFill>
                <a:effectLst>
                  <a:outerShdw blurRad="38100" dist="19050" dir="2700000" algn="tl" rotWithShape="0">
                    <a:schemeClr val="dk1">
                      <a:alpha val="40000"/>
                    </a:schemeClr>
                  </a:outerShdw>
                </a:effectLst>
              </a:rPr>
              <a:t>激光特性</a:t>
            </a:r>
          </a:p>
          <a:p>
            <a:endParaRPr lang="zh-CN" altLang="en-US" sz="3200" dirty="0">
              <a:solidFill>
                <a:schemeClr val="tx1"/>
              </a:solidFill>
              <a:effectLst>
                <a:outerShdw blurRad="38100" dist="19050" dir="2700000" algn="tl" rotWithShape="0">
                  <a:schemeClr val="dk1">
                    <a:alpha val="40000"/>
                  </a:schemeClr>
                </a:outerShdw>
              </a:effectLst>
            </a:endParaRPr>
          </a:p>
          <a:p>
            <a:r>
              <a:rPr lang="zh-CN" altLang="en-US" sz="3200" dirty="0">
                <a:solidFill>
                  <a:schemeClr val="tx1"/>
                </a:solidFill>
                <a:effectLst>
                  <a:outerShdw blurRad="38100" dist="19050" dir="2700000" algn="tl" rotWithShape="0">
                    <a:schemeClr val="dk1">
                      <a:alpha val="40000"/>
                    </a:schemeClr>
                  </a:outerShdw>
                </a:effectLst>
              </a:rPr>
              <a:t>典型激光系统</a:t>
            </a:r>
            <a:endParaRPr lang="en-US" altLang="zh-CN" sz="3200" dirty="0">
              <a:solidFill>
                <a:schemeClr val="tx1"/>
              </a:solidFill>
              <a:effectLst>
                <a:outerShdw blurRad="38100" dist="19050" dir="2700000" algn="tl" rotWithShape="0">
                  <a:schemeClr val="dk1">
                    <a:alpha val="40000"/>
                  </a:schemeClr>
                </a:outerShdw>
              </a:effectLst>
            </a:endParaRPr>
          </a:p>
          <a:p>
            <a:pPr marL="0" indent="0">
              <a:buNone/>
            </a:pPr>
            <a:endParaRPr lang="en-US" altLang="zh-CN" sz="3200" dirty="0">
              <a:solidFill>
                <a:schemeClr val="tx1"/>
              </a:solidFill>
              <a:effectLst>
                <a:outerShdw blurRad="38100" dist="19050" dir="2700000" algn="tl" rotWithShape="0">
                  <a:schemeClr val="dk1">
                    <a:alpha val="40000"/>
                  </a:schemeClr>
                </a:outerShdw>
              </a:effectLst>
            </a:endParaRPr>
          </a:p>
          <a:p>
            <a:r>
              <a:rPr lang="zh-CN" altLang="en-US" sz="3200">
                <a:solidFill>
                  <a:schemeClr val="tx1"/>
                </a:solidFill>
                <a:effectLst>
                  <a:outerShdw blurRad="38100" dist="19050" dir="2700000" algn="tl" rotWithShape="0">
                    <a:schemeClr val="dk1">
                      <a:alpha val="40000"/>
                    </a:schemeClr>
                  </a:outerShdw>
                </a:effectLst>
              </a:rPr>
              <a:t>激光加工的应用</a:t>
            </a:r>
            <a:endParaRPr lang="en-US" altLang="zh-CN" sz="3200" dirty="0">
              <a:solidFill>
                <a:schemeClr val="tx1"/>
              </a:solidFill>
              <a:effectLst>
                <a:outerShdw blurRad="38100" dist="19050" dir="2700000" algn="tl" rotWithShape="0">
                  <a:schemeClr val="dk1">
                    <a:alpha val="40000"/>
                  </a:schemeClr>
                </a:outerShdw>
              </a:effectLst>
            </a:endParaRPr>
          </a:p>
          <a:p>
            <a:pPr marL="0" indent="0">
              <a:buNone/>
            </a:pPr>
            <a:endParaRPr lang="en-US" altLang="zh-CN" sz="3200" dirty="0">
              <a:solidFill>
                <a:schemeClr val="tx1"/>
              </a:solidFill>
              <a:effectLst>
                <a:outerShdw blurRad="38100" dist="19050" dir="2700000" algn="tl" rotWithShape="0">
                  <a:schemeClr val="dk1">
                    <a:alpha val="40000"/>
                  </a:schemeClr>
                </a:outerShdw>
              </a:effectLst>
            </a:endParaRPr>
          </a:p>
          <a:p>
            <a:r>
              <a:rPr lang="zh-CN" altLang="en-US" sz="3200" dirty="0">
                <a:solidFill>
                  <a:schemeClr val="tx1"/>
                </a:solidFill>
                <a:effectLst>
                  <a:outerShdw blurRad="38100" dist="19050" dir="2700000" algn="tl" rotWithShape="0">
                    <a:schemeClr val="dk1">
                      <a:alpha val="40000"/>
                    </a:schemeClr>
                  </a:outerShdw>
                </a:effectLst>
                <a:sym typeface="+mn-ea"/>
              </a:rPr>
              <a:t>激光发展简史</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E854A89-82CD-4595-BB5F-AE837B824447}" type="datetime1">
              <a:rPr lang="zh-CN" altLang="en-US" smtClean="0"/>
              <a:t>2020/4/15</a:t>
            </a:fld>
            <a:endParaRPr lang="zh-CN" altLang="en-US" dirty="0"/>
          </a:p>
        </p:txBody>
      </p:sp>
      <p:sp>
        <p:nvSpPr>
          <p:cNvPr id="5" name="灯片编号占位符 4"/>
          <p:cNvSpPr>
            <a:spLocks noGrp="1"/>
          </p:cNvSpPr>
          <p:nvPr>
            <p:ph type="sldNum" sz="quarter" idx="12"/>
          </p:nvPr>
        </p:nvSpPr>
        <p:spPr/>
        <p:txBody>
          <a:bodyPr/>
          <a:lstStyle/>
          <a:p>
            <a:fld id="{D0886717-A803-428B-8F33-9087F29D0613}" type="slidenum">
              <a:rPr lang="zh-CN" altLang="en-US" smtClean="0"/>
              <a:t>5</a:t>
            </a:fld>
            <a:endParaRPr lang="zh-CN" altLang="en-US" dirty="0"/>
          </a:p>
        </p:txBody>
      </p:sp>
      <p:sp>
        <p:nvSpPr>
          <p:cNvPr id="7" name="文本框 6"/>
          <p:cNvSpPr txBox="1"/>
          <p:nvPr>
            <p:custDataLst>
              <p:tags r:id="rId2"/>
            </p:custDataLst>
          </p:nvPr>
        </p:nvSpPr>
        <p:spPr>
          <a:xfrm>
            <a:off x="1219200" y="635000"/>
            <a:ext cx="9753600" cy="214312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激光英文是？</a:t>
            </a:r>
          </a:p>
        </p:txBody>
      </p:sp>
      <p:sp>
        <p:nvSpPr>
          <p:cNvPr id="8" name="文本框 7"/>
          <p:cNvSpPr txBox="1"/>
          <p:nvPr>
            <p:custDataLst>
              <p:tags r:id="rId3"/>
            </p:custDataLst>
          </p:nvPr>
        </p:nvSpPr>
        <p:spPr>
          <a:xfrm>
            <a:off x="2438400" y="2785745"/>
            <a:ext cx="8534400" cy="642620"/>
          </a:xfrm>
          <a:prstGeom prst="rect">
            <a:avLst/>
          </a:prstGeom>
          <a:noFill/>
        </p:spPr>
        <p:txBody>
          <a:bodyPr wrap="square" rtlCol="0" anchor="ctr" anchorCtr="0">
            <a:noAutofit/>
          </a:bodyPr>
          <a:lstStyle/>
          <a:p>
            <a:pPr lvl="0" algn="l">
              <a:buNone/>
            </a:pPr>
            <a:r>
              <a:rPr lang="en-US" altLang="zh-CN" sz="2600">
                <a:solidFill>
                  <a:srgbClr val="000000"/>
                </a:solidFill>
                <a:latin typeface="微软雅黑" panose="020B0503020204020204" pitchFamily="34" charset="-122"/>
                <a:ea typeface="微软雅黑" panose="020B0503020204020204" pitchFamily="34" charset="-122"/>
              </a:rPr>
              <a:t>Laser</a:t>
            </a:r>
          </a:p>
        </p:txBody>
      </p:sp>
      <p:sp>
        <p:nvSpPr>
          <p:cNvPr id="9" name="文本框 8"/>
          <p:cNvSpPr txBox="1"/>
          <p:nvPr>
            <p:custDataLst>
              <p:tags r:id="rId4"/>
            </p:custDataLst>
          </p:nvPr>
        </p:nvSpPr>
        <p:spPr>
          <a:xfrm>
            <a:off x="2438400" y="3642995"/>
            <a:ext cx="8534400" cy="642620"/>
          </a:xfrm>
          <a:prstGeom prst="rect">
            <a:avLst/>
          </a:prstGeom>
          <a:noFill/>
        </p:spPr>
        <p:txBody>
          <a:bodyPr wrap="square" rtlCol="0" anchor="ctr" anchorCtr="0">
            <a:noAutofit/>
          </a:bodyPr>
          <a:lstStyle/>
          <a:p>
            <a:pPr lvl="0" algn="l">
              <a:buNone/>
            </a:pPr>
            <a:r>
              <a:rPr lang="en-US" altLang="zh-CN" sz="2600">
                <a:solidFill>
                  <a:srgbClr val="000000"/>
                </a:solidFill>
                <a:latin typeface="微软雅黑" panose="020B0503020204020204" pitchFamily="34" charset="-122"/>
                <a:ea typeface="微软雅黑" panose="020B0503020204020204" pitchFamily="34" charset="-122"/>
              </a:rPr>
              <a:t>Maser</a:t>
            </a:r>
          </a:p>
        </p:txBody>
      </p:sp>
      <p:sp>
        <p:nvSpPr>
          <p:cNvPr id="10" name="文本框 9"/>
          <p:cNvSpPr txBox="1"/>
          <p:nvPr>
            <p:custDataLst>
              <p:tags r:id="rId5"/>
            </p:custDataLst>
          </p:nvPr>
        </p:nvSpPr>
        <p:spPr>
          <a:xfrm>
            <a:off x="2438400" y="450024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eraser</a:t>
            </a:r>
          </a:p>
        </p:txBody>
      </p:sp>
      <p:sp>
        <p:nvSpPr>
          <p:cNvPr id="11" name="文本框 10"/>
          <p:cNvSpPr txBox="1"/>
          <p:nvPr>
            <p:custDataLst>
              <p:tags r:id="rId6"/>
            </p:custDataLst>
          </p:nvPr>
        </p:nvSpPr>
        <p:spPr>
          <a:xfrm>
            <a:off x="2438400" y="535749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graser</a:t>
            </a:r>
          </a:p>
        </p:txBody>
      </p:sp>
      <p:sp>
        <p:nvSpPr>
          <p:cNvPr id="12" name="椭圆 11"/>
          <p:cNvSpPr>
            <a:spLocks noChangeAspect="1"/>
          </p:cNvSpPr>
          <p:nvPr>
            <p:custDataLst>
              <p:tags r:id="rId7"/>
            </p:custDataLst>
          </p:nvPr>
        </p:nvSpPr>
        <p:spPr>
          <a:xfrm>
            <a:off x="1571625" y="284988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p>
        </p:txBody>
      </p:sp>
      <p:sp>
        <p:nvSpPr>
          <p:cNvPr id="13" name="椭圆 12"/>
          <p:cNvSpPr>
            <a:spLocks noChangeAspect="1"/>
          </p:cNvSpPr>
          <p:nvPr>
            <p:custDataLst>
              <p:tags r:id="rId8"/>
            </p:custDataLst>
          </p:nvPr>
        </p:nvSpPr>
        <p:spPr>
          <a:xfrm>
            <a:off x="1571625" y="37071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p>
        </p:txBody>
      </p:sp>
      <p:sp>
        <p:nvSpPr>
          <p:cNvPr id="14" name="椭圆 13"/>
          <p:cNvSpPr>
            <a:spLocks noChangeAspect="1"/>
          </p:cNvSpPr>
          <p:nvPr>
            <p:custDataLst>
              <p:tags r:id="rId9"/>
            </p:custDataLst>
          </p:nvPr>
        </p:nvSpPr>
        <p:spPr>
          <a:xfrm>
            <a:off x="1571625" y="45643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p>
        </p:txBody>
      </p:sp>
      <p:sp>
        <p:nvSpPr>
          <p:cNvPr id="15" name="椭圆 14"/>
          <p:cNvSpPr>
            <a:spLocks noChangeAspect="1"/>
          </p:cNvSpPr>
          <p:nvPr>
            <p:custDataLst>
              <p:tags r:id="rId10"/>
            </p:custDataLst>
          </p:nvPr>
        </p:nvSpPr>
        <p:spPr>
          <a:xfrm>
            <a:off x="1571625" y="54216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p>
        </p:txBody>
      </p:sp>
      <p:sp>
        <p:nvSpPr>
          <p:cNvPr id="16" name="圆角矩形 15"/>
          <p:cNvSpPr/>
          <p:nvPr>
            <p:custDataLst>
              <p:tags r:id="rId11"/>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p>
        </p:txBody>
      </p:sp>
      <p:grpSp>
        <p:nvGrpSpPr>
          <p:cNvPr id="21" name="组合 20"/>
          <p:cNvGrpSpPr/>
          <p:nvPr>
            <p:custDataLst>
              <p:tags r:id="rId12"/>
            </p:custDataLst>
          </p:nvPr>
        </p:nvGrpSpPr>
        <p:grpSpPr>
          <a:xfrm>
            <a:off x="0" y="0"/>
            <a:ext cx="12192000" cy="635000"/>
            <a:chOff x="0" y="0"/>
            <a:chExt cx="19200" cy="1000"/>
          </a:xfrm>
        </p:grpSpPr>
        <p:sp>
          <p:nvSpPr>
            <p:cNvPr id="17" name="TitleBackground"/>
            <p:cNvSpPr/>
            <p:nvPr>
              <p:custDataLst>
                <p:tags r:id="rId14"/>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1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6"/>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单选题</a:t>
              </a:r>
            </a:p>
          </p:txBody>
        </p:sp>
        <p:sp>
          <p:nvSpPr>
            <p:cNvPr id="20" name="TipText"/>
            <p:cNvSpPr txBox="1"/>
            <p:nvPr>
              <p:custDataLst>
                <p:tags r:id="rId17"/>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p>
          </p:txBody>
        </p:sp>
      </p:grpSp>
      <p:pic>
        <p:nvPicPr>
          <p:cNvPr id="6" name="图片 5" descr="tmp7F34"/>
          <p:cNvPicPr>
            <a:picLocks noChangeAspect="1"/>
          </p:cNvPicPr>
          <p:nvPr>
            <p:custDataLst>
              <p:tags r:id="rId13"/>
            </p:custDataLst>
          </p:nvPr>
        </p:nvPicPr>
        <p:blipFill>
          <a:blip r:embed="rId19"/>
          <a:stretch>
            <a:fillRect/>
          </a:stretch>
        </p:blipFill>
        <p:spPr>
          <a:xfrm>
            <a:off x="10642600" y="63500"/>
            <a:ext cx="1422400" cy="508000"/>
          </a:xfrm>
          <a:prstGeom prst="rect">
            <a:avLst/>
          </a:prstGeom>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838200" y="365125"/>
            <a:ext cx="10515600" cy="1325563"/>
          </a:xfrm>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 </a:t>
            </a: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激光定义</a:t>
            </a:r>
          </a:p>
        </p:txBody>
      </p:sp>
      <p:sp>
        <p:nvSpPr>
          <p:cNvPr id="13315" name="Rectangle 3"/>
          <p:cNvSpPr>
            <a:spLocks noGrp="1" noChangeArrowheads="1"/>
          </p:cNvSpPr>
          <p:nvPr>
            <p:ph idx="1"/>
          </p:nvPr>
        </p:nvSpPr>
        <p:spPr>
          <a:xfrm>
            <a:off x="668655" y="1690947"/>
            <a:ext cx="10515600" cy="435133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什么是激光？</a:t>
            </a: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32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LASER</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8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L</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ight </a:t>
            </a:r>
            <a:r>
              <a:rPr kumimoji="0" lang="en-US" altLang="zh-CN" sz="28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A</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mplification by </a:t>
            </a:r>
            <a:r>
              <a:rPr kumimoji="0" lang="en-US" altLang="zh-CN" sz="28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S</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timulated </a:t>
            </a:r>
            <a:r>
              <a:rPr kumimoji="0" lang="en-US" altLang="zh-CN" sz="28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E</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mission of </a:t>
            </a:r>
            <a:r>
              <a:rPr kumimoji="0" lang="en-US" altLang="zh-CN" sz="28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R</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adiation</a:t>
            </a: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32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激光：</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受</a:t>
            </a: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激</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辐射</a:t>
            </a: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光</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放大</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文本框 144385"/>
          <p:cNvSpPr txBox="1"/>
          <p:nvPr/>
        </p:nvSpPr>
        <p:spPr>
          <a:xfrm>
            <a:off x="1838325" y="2467293"/>
            <a:ext cx="8515350" cy="2306955"/>
          </a:xfrm>
          <a:prstGeom prst="rect">
            <a:avLst/>
          </a:prstGeom>
          <a:noFill/>
          <a:ln w="9525">
            <a:noFill/>
          </a:ln>
        </p:spPr>
        <p:txBody>
          <a:bodyPr>
            <a:spAutoFit/>
          </a:bodyPr>
          <a:lstStyle/>
          <a:p>
            <a:r>
              <a:rPr lang="zh-CN" altLang="en-US" sz="4800" b="1" dirty="0">
                <a:latin typeface="Times New Roman" panose="02020603050405020304" pitchFamily="18" charset="0"/>
              </a:rPr>
              <a:t>      激光是受激辐射的光放大，那么什么是</a:t>
            </a:r>
            <a:r>
              <a:rPr lang="zh-CN" altLang="en-US" sz="4800" b="1" dirty="0">
                <a:solidFill>
                  <a:srgbClr val="FF0000"/>
                </a:solidFill>
                <a:latin typeface="Times New Roman" panose="02020603050405020304" pitchFamily="18" charset="0"/>
              </a:rPr>
              <a:t>受激辐射</a:t>
            </a:r>
            <a:r>
              <a:rPr lang="zh-CN" altLang="en-US" sz="4800" b="1" dirty="0">
                <a:solidFill>
                  <a:schemeClr val="tx1"/>
                </a:solidFill>
                <a:latin typeface="Times New Roman" panose="02020603050405020304" pitchFamily="18" charset="0"/>
              </a:rPr>
              <a:t>？</a:t>
            </a:r>
            <a:r>
              <a:rPr lang="zh-CN" altLang="en-US" sz="4800" b="1" dirty="0">
                <a:latin typeface="Times New Roman" panose="02020603050405020304" pitchFamily="18" charset="0"/>
              </a:rPr>
              <a:t>什么是</a:t>
            </a:r>
            <a:r>
              <a:rPr lang="zh-CN" altLang="en-US" sz="4800" b="1" dirty="0">
                <a:solidFill>
                  <a:srgbClr val="FF0000"/>
                </a:solidFill>
                <a:latin typeface="Times New Roman" panose="02020603050405020304" pitchFamily="18" charset="0"/>
              </a:rPr>
              <a:t>光放大</a:t>
            </a:r>
            <a:r>
              <a:rPr lang="zh-CN" altLang="en-US" sz="4800" b="1" dirty="0">
                <a:latin typeface="Times New Roman" panose="02020603050405020304" pitchFamily="18"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文本框 130049"/>
          <p:cNvSpPr txBox="1"/>
          <p:nvPr/>
        </p:nvSpPr>
        <p:spPr>
          <a:xfrm>
            <a:off x="838835" y="1238250"/>
            <a:ext cx="9676765" cy="2158365"/>
          </a:xfrm>
          <a:prstGeom prst="rect">
            <a:avLst/>
          </a:prstGeom>
          <a:noFill/>
          <a:ln w="9525">
            <a:noFill/>
          </a:ln>
        </p:spPr>
        <p:txBody>
          <a:bodyPr wrap="square">
            <a:spAutoFit/>
          </a:bodyPr>
          <a:lstStyle/>
          <a:p>
            <a:pPr algn="l">
              <a:lnSpc>
                <a:spcPct val="120000"/>
              </a:lnSpc>
              <a:spcBef>
                <a:spcPct val="50000"/>
              </a:spcBef>
            </a:pPr>
            <a:r>
              <a:rPr lang="en-US" altLang="zh-CN" sz="2800" b="1" dirty="0">
                <a:solidFill>
                  <a:schemeClr val="tx1"/>
                </a:solidFill>
                <a:latin typeface="等线" panose="02010600030101010101" charset="-122"/>
                <a:ea typeface="等线" panose="02010600030101010101" charset="-122"/>
                <a:cs typeface="等线" panose="02010600030101010101" charset="-122"/>
              </a:rPr>
              <a:t>    </a:t>
            </a:r>
            <a:r>
              <a:rPr lang="zh-CN" altLang="en-US" sz="2800" b="1" dirty="0">
                <a:solidFill>
                  <a:schemeClr val="tx1"/>
                </a:solidFill>
                <a:latin typeface="等线" panose="02010600030101010101" charset="-122"/>
                <a:ea typeface="等线" panose="02010600030101010101" charset="-122"/>
                <a:cs typeface="等线" panose="02010600030101010101" charset="-122"/>
              </a:rPr>
              <a:t>按量子力学原理，原子只能稳定地存在于一系列能量不连续的定态中，这些定态称为原子的“</a:t>
            </a:r>
            <a:r>
              <a:rPr lang="zh-CN" altLang="en-US" sz="2800" b="1" dirty="0">
                <a:solidFill>
                  <a:srgbClr val="FF0066"/>
                </a:solidFill>
                <a:latin typeface="等线" panose="02010600030101010101" charset="-122"/>
                <a:ea typeface="等线" panose="02010600030101010101" charset="-122"/>
                <a:cs typeface="等线" panose="02010600030101010101" charset="-122"/>
              </a:rPr>
              <a:t>能级</a:t>
            </a:r>
            <a:r>
              <a:rPr lang="zh-CN" altLang="en-US" sz="2800" b="1" dirty="0">
                <a:solidFill>
                  <a:schemeClr val="tx1"/>
                </a:solidFill>
                <a:latin typeface="等线" panose="02010600030101010101" charset="-122"/>
                <a:ea typeface="等线" panose="02010600030101010101" charset="-122"/>
                <a:cs typeface="等线" panose="02010600030101010101" charset="-122"/>
              </a:rPr>
              <a:t>”；原子能量的任何变化（吸收或辐射）都只能在某两个定态之间进行。我们把原子的这种能量的变化过程称之为</a:t>
            </a:r>
            <a:r>
              <a:rPr lang="zh-CN" altLang="en-US" sz="2800" b="1" dirty="0">
                <a:solidFill>
                  <a:srgbClr val="FF0066"/>
                </a:solidFill>
                <a:latin typeface="等线" panose="02010600030101010101" charset="-122"/>
                <a:ea typeface="等线" panose="02010600030101010101" charset="-122"/>
                <a:cs typeface="等线" panose="02010600030101010101" charset="-122"/>
              </a:rPr>
              <a:t>跃迁</a:t>
            </a:r>
            <a:r>
              <a:rPr lang="zh-CN" altLang="en-US" sz="2800" b="1" dirty="0">
                <a:solidFill>
                  <a:schemeClr val="tx1"/>
                </a:solidFill>
                <a:latin typeface="等线" panose="02010600030101010101" charset="-122"/>
                <a:ea typeface="等线" panose="02010600030101010101" charset="-122"/>
                <a:cs typeface="等线" panose="02010600030101010101" charset="-122"/>
              </a:rPr>
              <a:t>。</a:t>
            </a:r>
            <a:endParaRPr lang="zh-CN" altLang="en-US" sz="2800" b="1" dirty="0">
              <a:solidFill>
                <a:schemeClr val="tx2"/>
              </a:solidFill>
              <a:latin typeface="等线" panose="02010600030101010101" charset="-122"/>
              <a:ea typeface="等线" panose="02010600030101010101" charset="-122"/>
              <a:cs typeface="等线" panose="02010600030101010101" charset="-122"/>
            </a:endParaRPr>
          </a:p>
        </p:txBody>
      </p:sp>
      <p:grpSp>
        <p:nvGrpSpPr>
          <p:cNvPr id="130051" name="组合 130050"/>
          <p:cNvGrpSpPr/>
          <p:nvPr/>
        </p:nvGrpSpPr>
        <p:grpSpPr>
          <a:xfrm>
            <a:off x="2927350" y="4076700"/>
            <a:ext cx="3457575" cy="2097088"/>
            <a:chOff x="1292" y="2795"/>
            <a:chExt cx="2178" cy="1321"/>
          </a:xfrm>
        </p:grpSpPr>
        <p:sp>
          <p:nvSpPr>
            <p:cNvPr id="130052" name="椭圆 130051"/>
            <p:cNvSpPr/>
            <p:nvPr/>
          </p:nvSpPr>
          <p:spPr>
            <a:xfrm>
              <a:off x="2304" y="3936"/>
              <a:ext cx="96" cy="96"/>
            </a:xfrm>
            <a:prstGeom prst="ellipse">
              <a:avLst/>
            </a:prstGeom>
            <a:solidFill>
              <a:schemeClr val="tx1"/>
            </a:solidFill>
            <a:ln w="9525">
              <a:noFill/>
            </a:ln>
          </p:spPr>
          <p:txBody>
            <a:bodyPr/>
            <a:lstStyle/>
            <a:p>
              <a:endParaRPr lang="zh-CN" altLang="en-US"/>
            </a:p>
          </p:txBody>
        </p:sp>
        <p:sp>
          <p:nvSpPr>
            <p:cNvPr id="130053" name="椭圆 130052"/>
            <p:cNvSpPr/>
            <p:nvPr/>
          </p:nvSpPr>
          <p:spPr>
            <a:xfrm>
              <a:off x="2440" y="3929"/>
              <a:ext cx="96" cy="96"/>
            </a:xfrm>
            <a:prstGeom prst="ellipse">
              <a:avLst/>
            </a:prstGeom>
            <a:solidFill>
              <a:schemeClr val="tx1"/>
            </a:solidFill>
            <a:ln w="9525">
              <a:noFill/>
            </a:ln>
          </p:spPr>
          <p:txBody>
            <a:bodyPr/>
            <a:lstStyle/>
            <a:p>
              <a:endParaRPr lang="zh-CN" altLang="en-US"/>
            </a:p>
          </p:txBody>
        </p:sp>
        <p:sp>
          <p:nvSpPr>
            <p:cNvPr id="130054" name="椭圆 130053"/>
            <p:cNvSpPr/>
            <p:nvPr/>
          </p:nvSpPr>
          <p:spPr>
            <a:xfrm>
              <a:off x="2576" y="3929"/>
              <a:ext cx="96" cy="96"/>
            </a:xfrm>
            <a:prstGeom prst="ellipse">
              <a:avLst/>
            </a:prstGeom>
            <a:solidFill>
              <a:schemeClr val="tx1"/>
            </a:solidFill>
            <a:ln w="9525">
              <a:noFill/>
            </a:ln>
          </p:spPr>
          <p:txBody>
            <a:bodyPr/>
            <a:lstStyle/>
            <a:p>
              <a:endParaRPr lang="zh-CN" altLang="en-US"/>
            </a:p>
          </p:txBody>
        </p:sp>
        <p:sp>
          <p:nvSpPr>
            <p:cNvPr id="130055" name="直接连接符 130054"/>
            <p:cNvSpPr/>
            <p:nvPr/>
          </p:nvSpPr>
          <p:spPr>
            <a:xfrm>
              <a:off x="1746" y="4020"/>
              <a:ext cx="1723" cy="0"/>
            </a:xfrm>
            <a:prstGeom prst="line">
              <a:avLst/>
            </a:prstGeom>
            <a:ln w="9525" cap="flat" cmpd="sng">
              <a:solidFill>
                <a:schemeClr val="tx1"/>
              </a:solidFill>
              <a:prstDash val="solid"/>
              <a:headEnd type="none" w="med" len="med"/>
              <a:tailEnd type="none" w="med" len="med"/>
            </a:ln>
          </p:spPr>
        </p:sp>
        <p:sp>
          <p:nvSpPr>
            <p:cNvPr id="130056" name="直接连接符 130055"/>
            <p:cNvSpPr/>
            <p:nvPr/>
          </p:nvSpPr>
          <p:spPr>
            <a:xfrm>
              <a:off x="1746" y="3158"/>
              <a:ext cx="1723" cy="0"/>
            </a:xfrm>
            <a:prstGeom prst="line">
              <a:avLst/>
            </a:prstGeom>
            <a:ln w="9525" cap="flat" cmpd="sng">
              <a:solidFill>
                <a:schemeClr val="tx1"/>
              </a:solidFill>
              <a:prstDash val="solid"/>
              <a:headEnd type="none" w="med" len="med"/>
              <a:tailEnd type="none" w="med" len="med"/>
            </a:ln>
          </p:spPr>
        </p:sp>
        <p:sp>
          <p:nvSpPr>
            <p:cNvPr id="130057" name="直接连接符 130056"/>
            <p:cNvSpPr/>
            <p:nvPr/>
          </p:nvSpPr>
          <p:spPr>
            <a:xfrm>
              <a:off x="1746" y="3022"/>
              <a:ext cx="1723" cy="0"/>
            </a:xfrm>
            <a:prstGeom prst="line">
              <a:avLst/>
            </a:prstGeom>
            <a:ln w="9525" cap="flat" cmpd="sng">
              <a:solidFill>
                <a:schemeClr val="tx1"/>
              </a:solidFill>
              <a:prstDash val="solid"/>
              <a:headEnd type="none" w="med" len="med"/>
              <a:tailEnd type="none" w="med" len="med"/>
            </a:ln>
          </p:spPr>
        </p:sp>
        <p:sp>
          <p:nvSpPr>
            <p:cNvPr id="130058" name="直接连接符 130057"/>
            <p:cNvSpPr/>
            <p:nvPr/>
          </p:nvSpPr>
          <p:spPr>
            <a:xfrm>
              <a:off x="1747" y="2795"/>
              <a:ext cx="1723" cy="0"/>
            </a:xfrm>
            <a:prstGeom prst="line">
              <a:avLst/>
            </a:prstGeom>
            <a:ln w="9525" cap="flat" cmpd="sng">
              <a:solidFill>
                <a:schemeClr val="tx1"/>
              </a:solidFill>
              <a:prstDash val="solid"/>
              <a:headEnd type="none" w="med" len="med"/>
              <a:tailEnd type="none" w="med" len="med"/>
            </a:ln>
          </p:spPr>
        </p:sp>
        <p:sp>
          <p:nvSpPr>
            <p:cNvPr id="130059" name="直接连接符 130058"/>
            <p:cNvSpPr/>
            <p:nvPr/>
          </p:nvSpPr>
          <p:spPr>
            <a:xfrm>
              <a:off x="1746" y="2886"/>
              <a:ext cx="1723" cy="0"/>
            </a:xfrm>
            <a:prstGeom prst="line">
              <a:avLst/>
            </a:prstGeom>
            <a:ln w="9525" cap="flat" cmpd="sng">
              <a:solidFill>
                <a:schemeClr val="tx1"/>
              </a:solidFill>
              <a:prstDash val="solid"/>
              <a:headEnd type="none" w="med" len="med"/>
              <a:tailEnd type="none" w="med" len="med"/>
            </a:ln>
          </p:spPr>
        </p:sp>
        <p:sp>
          <p:nvSpPr>
            <p:cNvPr id="130060" name="直接连接符 130059"/>
            <p:cNvSpPr/>
            <p:nvPr/>
          </p:nvSpPr>
          <p:spPr>
            <a:xfrm>
              <a:off x="1746" y="3385"/>
              <a:ext cx="1723" cy="0"/>
            </a:xfrm>
            <a:prstGeom prst="line">
              <a:avLst/>
            </a:prstGeom>
            <a:ln w="9525" cap="flat" cmpd="sng">
              <a:solidFill>
                <a:schemeClr val="tx1"/>
              </a:solidFill>
              <a:prstDash val="solid"/>
              <a:headEnd type="none" w="med" len="med"/>
              <a:tailEnd type="none" w="med" len="med"/>
            </a:ln>
          </p:spPr>
        </p:sp>
        <p:sp>
          <p:nvSpPr>
            <p:cNvPr id="130061" name="椭圆 130060"/>
            <p:cNvSpPr/>
            <p:nvPr/>
          </p:nvSpPr>
          <p:spPr>
            <a:xfrm>
              <a:off x="2421" y="3067"/>
              <a:ext cx="96" cy="96"/>
            </a:xfrm>
            <a:prstGeom prst="ellipse">
              <a:avLst/>
            </a:prstGeom>
            <a:solidFill>
              <a:schemeClr val="tx1"/>
            </a:solidFill>
            <a:ln w="9525">
              <a:noFill/>
            </a:ln>
          </p:spPr>
          <p:txBody>
            <a:bodyPr/>
            <a:lstStyle/>
            <a:p>
              <a:endParaRPr lang="zh-CN" altLang="en-US"/>
            </a:p>
          </p:txBody>
        </p:sp>
        <p:sp>
          <p:nvSpPr>
            <p:cNvPr id="130062" name="椭圆 130061"/>
            <p:cNvSpPr/>
            <p:nvPr/>
          </p:nvSpPr>
          <p:spPr>
            <a:xfrm>
              <a:off x="2421" y="3294"/>
              <a:ext cx="96" cy="96"/>
            </a:xfrm>
            <a:prstGeom prst="ellipse">
              <a:avLst/>
            </a:prstGeom>
            <a:solidFill>
              <a:schemeClr val="tx1"/>
            </a:solidFill>
            <a:ln w="9525">
              <a:noFill/>
            </a:ln>
          </p:spPr>
          <p:txBody>
            <a:bodyPr/>
            <a:lstStyle/>
            <a:p>
              <a:endParaRPr lang="zh-CN" altLang="en-US"/>
            </a:p>
          </p:txBody>
        </p:sp>
        <p:sp>
          <p:nvSpPr>
            <p:cNvPr id="130063" name="文本框 130062"/>
            <p:cNvSpPr txBox="1"/>
            <p:nvPr/>
          </p:nvSpPr>
          <p:spPr>
            <a:xfrm>
              <a:off x="1292" y="3884"/>
              <a:ext cx="363" cy="232"/>
            </a:xfrm>
            <a:prstGeom prst="rect">
              <a:avLst/>
            </a:prstGeom>
            <a:noFill/>
            <a:ln w="9525">
              <a:noFill/>
            </a:ln>
          </p:spPr>
          <p:txBody>
            <a:bodyPr>
              <a:spAutoFit/>
            </a:bodyPr>
            <a:lstStyle/>
            <a:p>
              <a:pPr algn="l">
                <a:spcBef>
                  <a:spcPct val="50000"/>
                </a:spcBef>
              </a:pPr>
              <a:r>
                <a:rPr lang="en-US" altLang="zh-CN">
                  <a:solidFill>
                    <a:schemeClr val="tx1"/>
                  </a:solidFill>
                  <a:latin typeface="Times New Roman" panose="02020603050405020304" pitchFamily="18" charset="0"/>
                </a:rPr>
                <a:t>E</a:t>
              </a:r>
              <a:r>
                <a:rPr lang="en-US" altLang="zh-CN" baseline="-25000">
                  <a:solidFill>
                    <a:schemeClr val="tx1"/>
                  </a:solidFill>
                  <a:latin typeface="Times New Roman" panose="02020603050405020304" pitchFamily="18" charset="0"/>
                </a:rPr>
                <a:t>1</a:t>
              </a:r>
              <a:endParaRPr lang="en-US" altLang="zh-CN">
                <a:solidFill>
                  <a:schemeClr val="tx1"/>
                </a:solidFill>
                <a:latin typeface="Times New Roman" panose="02020603050405020304" pitchFamily="18" charset="0"/>
              </a:endParaRPr>
            </a:p>
          </p:txBody>
        </p:sp>
        <p:sp>
          <p:nvSpPr>
            <p:cNvPr id="130064" name="文本框 130063"/>
            <p:cNvSpPr txBox="1"/>
            <p:nvPr/>
          </p:nvSpPr>
          <p:spPr>
            <a:xfrm>
              <a:off x="1292" y="3022"/>
              <a:ext cx="363" cy="232"/>
            </a:xfrm>
            <a:prstGeom prst="rect">
              <a:avLst/>
            </a:prstGeom>
            <a:noFill/>
            <a:ln w="9525">
              <a:noFill/>
            </a:ln>
          </p:spPr>
          <p:txBody>
            <a:bodyPr>
              <a:spAutoFit/>
            </a:bodyPr>
            <a:lstStyle/>
            <a:p>
              <a:pPr algn="l">
                <a:spcBef>
                  <a:spcPct val="50000"/>
                </a:spcBef>
              </a:pPr>
              <a:r>
                <a:rPr lang="en-US" altLang="zh-CN">
                  <a:solidFill>
                    <a:schemeClr val="tx1"/>
                  </a:solidFill>
                  <a:latin typeface="Times New Roman" panose="02020603050405020304" pitchFamily="18" charset="0"/>
                </a:rPr>
                <a:t>E</a:t>
              </a:r>
              <a:r>
                <a:rPr lang="en-US" altLang="zh-CN" baseline="-25000">
                  <a:solidFill>
                    <a:schemeClr val="tx1"/>
                  </a:solidFill>
                  <a:latin typeface="Times New Roman" panose="02020603050405020304" pitchFamily="18" charset="0"/>
                </a:rPr>
                <a:t>3</a:t>
              </a:r>
              <a:endParaRPr lang="en-US" altLang="zh-CN">
                <a:solidFill>
                  <a:schemeClr val="tx1"/>
                </a:solidFill>
                <a:latin typeface="Times New Roman" panose="02020603050405020304" pitchFamily="18" charset="0"/>
              </a:endParaRPr>
            </a:p>
          </p:txBody>
        </p:sp>
        <p:sp>
          <p:nvSpPr>
            <p:cNvPr id="130065" name="文本框 130064"/>
            <p:cNvSpPr txBox="1"/>
            <p:nvPr/>
          </p:nvSpPr>
          <p:spPr>
            <a:xfrm>
              <a:off x="1292" y="3290"/>
              <a:ext cx="363" cy="232"/>
            </a:xfrm>
            <a:prstGeom prst="rect">
              <a:avLst/>
            </a:prstGeom>
            <a:noFill/>
            <a:ln w="9525">
              <a:noFill/>
            </a:ln>
          </p:spPr>
          <p:txBody>
            <a:bodyPr>
              <a:spAutoFit/>
            </a:bodyPr>
            <a:lstStyle/>
            <a:p>
              <a:pPr algn="l">
                <a:spcBef>
                  <a:spcPct val="50000"/>
                </a:spcBef>
              </a:pPr>
              <a:r>
                <a:rPr lang="en-US" altLang="zh-CN">
                  <a:solidFill>
                    <a:schemeClr val="tx1"/>
                  </a:solidFill>
                  <a:latin typeface="Times New Roman" panose="02020603050405020304" pitchFamily="18" charset="0"/>
                </a:rPr>
                <a:t>E</a:t>
              </a:r>
              <a:r>
                <a:rPr lang="en-US" altLang="zh-CN" baseline="-25000">
                  <a:solidFill>
                    <a:schemeClr val="tx1"/>
                  </a:solidFill>
                  <a:latin typeface="Times New Roman" panose="02020603050405020304" pitchFamily="18" charset="0"/>
                </a:rPr>
                <a:t>2</a:t>
              </a:r>
              <a:endParaRPr lang="en-US" altLang="zh-CN">
                <a:solidFill>
                  <a:schemeClr val="tx1"/>
                </a:solidFill>
                <a:latin typeface="Times New Roman" panose="02020603050405020304" pitchFamily="18" charset="0"/>
              </a:endParaRPr>
            </a:p>
          </p:txBody>
        </p:sp>
      </p:grpSp>
      <p:pic>
        <p:nvPicPr>
          <p:cNvPr id="130066" name="ener0.avi">
            <a:hlinkClick r:id="" action="ppaction://media"/>
          </p:cNvPr>
          <p:cNvPicPr>
            <a:picLocks noRot="1" noChangeAspect="1"/>
          </p:cNvPicPr>
          <p:nvPr>
            <a:videoFile r:link="rId2"/>
            <p:extLst>
              <p:ext uri="{DAA4B4D4-6D71-4841-9C94-3DE7FCFB9230}">
                <p14:media xmlns:p14="http://schemas.microsoft.com/office/powerpoint/2010/main" r:link="rId1"/>
              </p:ext>
            </p:extLst>
          </p:nvPr>
        </p:nvPicPr>
        <p:blipFill>
          <a:blip r:embed="rId4"/>
          <a:stretch>
            <a:fillRect/>
          </a:stretch>
        </p:blipFill>
        <p:spPr>
          <a:xfrm>
            <a:off x="6816725" y="3789363"/>
            <a:ext cx="3241675" cy="2432050"/>
          </a:xfrm>
          <a:prstGeom prst="rect">
            <a:avLst/>
          </a:prstGeom>
          <a:noFill/>
          <a:ln w="9525">
            <a:noFill/>
          </a:ln>
        </p:spPr>
      </p:pic>
      <p:sp>
        <p:nvSpPr>
          <p:cNvPr id="12290" name="Rectangle 2"/>
          <p:cNvSpPr>
            <a:spLocks noGrp="1" noChangeArrowheads="1"/>
          </p:cNvSpPr>
          <p:nvPr/>
        </p:nvSpPr>
        <p:spPr>
          <a:xfrm>
            <a:off x="838200" y="365125"/>
            <a:ext cx="10515600" cy="1325563"/>
          </a:xfrm>
          <a:prstGeom prst="rect">
            <a:avLst/>
          </a:prstGeom>
        </p:spPr>
        <p:txBody>
          <a:bodyPr vert="horz" wrap="square" lIns="91440" tIns="45720" rIns="91440" bIns="45720" numCol="1" rtlCol="0" anchor="ctr" anchorCtr="0" compatLnSpc="1">
            <a:normAutofit/>
            <a:scene3d>
              <a:camera prst="orthographicFront"/>
              <a:lightRig rig="threePt" dir="t"/>
            </a:scene3d>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006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3006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30066"/>
                                        </p:tgtEl>
                                      </p:cBhvr>
                                    </p:cmd>
                                  </p:childTnLst>
                                </p:cTn>
                              </p:par>
                            </p:childTnLst>
                          </p:cTn>
                        </p:par>
                      </p:childTnLst>
                    </p:cTn>
                  </p:par>
                </p:childTnLst>
              </p:cTn>
              <p:nextCondLst>
                <p:cond evt="onClick" delay="0">
                  <p:tgtEl>
                    <p:spTgt spid="130066"/>
                  </p:tgtEl>
                </p:cond>
              </p:nextCondLst>
            </p:seq>
            <p:video>
              <p:cMediaNode>
                <p:cTn id="12" fill="hold" display="0">
                  <p:stCondLst>
                    <p:cond delay="indefinite"/>
                  </p:stCondLst>
                  <p:endCondLst>
                    <p:cond evt="onNext" delay="0">
                      <p:tgtEl>
                        <p:sldTgt/>
                      </p:tgtEl>
                    </p:cond>
                    <p:cond evt="onPrev" delay="0">
                      <p:tgtEl>
                        <p:sldTgt/>
                      </p:tgtEl>
                    </p:cond>
                  </p:endCondLst>
                </p:cTn>
                <p:tgtEl>
                  <p:spTgt spid="130066"/>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文本框 70657"/>
          <p:cNvSpPr txBox="1"/>
          <p:nvPr/>
        </p:nvSpPr>
        <p:spPr>
          <a:xfrm>
            <a:off x="1405890" y="1828800"/>
            <a:ext cx="6538595" cy="584835"/>
          </a:xfrm>
          <a:prstGeom prst="rect">
            <a:avLst/>
          </a:prstGeom>
          <a:solidFill>
            <a:srgbClr val="993366"/>
          </a:solidFill>
          <a:ln w="9525">
            <a:noFill/>
          </a:ln>
        </p:spPr>
        <p:txBody>
          <a:bodyPr wrap="square" lIns="90000" tIns="46800" rIns="90000" bIns="46800">
            <a:spAutoFit/>
          </a:bodyPr>
          <a:lstStyle/>
          <a:p>
            <a:pPr algn="l">
              <a:spcBef>
                <a:spcPct val="50000"/>
              </a:spcBef>
            </a:pPr>
            <a:r>
              <a:rPr lang="zh-CN" altLang="en-US" sz="3200" b="1" dirty="0">
                <a:solidFill>
                  <a:srgbClr val="FFCC66"/>
                </a:solidFill>
                <a:latin typeface="Times New Roman" panose="02020603050405020304" pitchFamily="18" charset="0"/>
                <a:ea typeface="楷体_GB2312" pitchFamily="49" charset="-122"/>
              </a:rPr>
              <a:t>光与物质相互作用的三种过程</a:t>
            </a:r>
          </a:p>
        </p:txBody>
      </p:sp>
      <p:sp>
        <p:nvSpPr>
          <p:cNvPr id="70659" name="文本框 70658"/>
          <p:cNvSpPr txBox="1"/>
          <p:nvPr/>
        </p:nvSpPr>
        <p:spPr>
          <a:xfrm>
            <a:off x="1405890" y="2639060"/>
            <a:ext cx="9526905" cy="3293110"/>
          </a:xfrm>
          <a:prstGeom prst="rect">
            <a:avLst/>
          </a:prstGeom>
          <a:noFill/>
          <a:ln w="9525">
            <a:noFill/>
          </a:ln>
        </p:spPr>
        <p:txBody>
          <a:bodyPr wrap="square" lIns="90000" tIns="46800" rIns="90000" bIns="46800">
            <a:spAutoFit/>
          </a:bodyPr>
          <a:lstStyle/>
          <a:p>
            <a:pPr>
              <a:spcBef>
                <a:spcPct val="50000"/>
              </a:spcBef>
            </a:pPr>
            <a:r>
              <a:rPr lang="zh-CN" altLang="en-US" sz="3200" dirty="0">
                <a:latin typeface="Times New Roman" panose="02020603050405020304" pitchFamily="18" charset="0"/>
              </a:rPr>
              <a:t>爱因斯坦为了解释黑体辐射的规律，从量子论观点出发提出辐射与原子相互作用应该包括三种过程：</a:t>
            </a:r>
          </a:p>
          <a:p>
            <a:pPr algn="l">
              <a:spcBef>
                <a:spcPct val="50000"/>
              </a:spcBef>
              <a:buFont typeface="Wingdings" panose="05000000000000000000" pitchFamily="2" charset="2"/>
              <a:buChar char="q"/>
            </a:pPr>
            <a:r>
              <a:rPr lang="zh-CN" altLang="en-US" sz="3200" dirty="0">
                <a:latin typeface="Times New Roman" panose="02020603050405020304" pitchFamily="18" charset="0"/>
              </a:rPr>
              <a:t>自发辐射</a:t>
            </a:r>
          </a:p>
          <a:p>
            <a:pPr algn="l">
              <a:spcBef>
                <a:spcPct val="50000"/>
              </a:spcBef>
              <a:buFont typeface="Wingdings" panose="05000000000000000000" pitchFamily="2" charset="2"/>
              <a:buChar char="q"/>
            </a:pPr>
            <a:r>
              <a:rPr lang="zh-CN" altLang="en-US" sz="3200" dirty="0">
                <a:latin typeface="Times New Roman" panose="02020603050405020304" pitchFamily="18" charset="0"/>
                <a:sym typeface="+mn-ea"/>
              </a:rPr>
              <a:t>受激吸收</a:t>
            </a:r>
          </a:p>
          <a:p>
            <a:pPr algn="l">
              <a:spcBef>
                <a:spcPct val="50000"/>
              </a:spcBef>
              <a:buFont typeface="Wingdings" panose="05000000000000000000" pitchFamily="2" charset="2"/>
              <a:buChar char="q"/>
            </a:pPr>
            <a:r>
              <a:rPr lang="zh-CN" altLang="en-US" sz="3200" dirty="0">
                <a:latin typeface="Times New Roman" panose="02020603050405020304" pitchFamily="18" charset="0"/>
                <a:sym typeface="+mn-ea"/>
              </a:rPr>
              <a:t>受激辐射</a:t>
            </a:r>
            <a:endParaRPr lang="zh-CN" altLang="en-US" sz="3200" dirty="0">
              <a:latin typeface="Times New Roman" panose="02020603050405020304" pitchFamily="18" charset="0"/>
            </a:endParaRPr>
          </a:p>
        </p:txBody>
      </p:sp>
      <p:sp>
        <p:nvSpPr>
          <p:cNvPr id="2" name="Rectangle 2"/>
          <p:cNvSpPr>
            <a:spLocks noGrp="1" noChangeArrowheads="1"/>
          </p:cNvSpPr>
          <p:nvPr/>
        </p:nvSpPr>
        <p:spPr>
          <a:xfrm>
            <a:off x="838200" y="365125"/>
            <a:ext cx="10515600" cy="1325563"/>
          </a:xfrm>
          <a:prstGeom prst="rect">
            <a:avLst/>
          </a:prstGeom>
        </p:spPr>
        <p:txBody>
          <a:bodyPr vert="horz" wrap="square" lIns="91440" tIns="45720" rIns="91440" bIns="45720" numCol="1" rtlCol="0" anchor="ctr" anchorCtr="0" compatLnSpc="1">
            <a:normAutofit/>
            <a:scene3d>
              <a:camera prst="orthographicFront"/>
              <a:lightRig rig="threePt" dir="t"/>
            </a:scene3d>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文本框 9220"/>
          <p:cNvSpPr txBox="1"/>
          <p:nvPr/>
        </p:nvSpPr>
        <p:spPr>
          <a:xfrm>
            <a:off x="434340" y="2226310"/>
            <a:ext cx="7772400" cy="460375"/>
          </a:xfrm>
          <a:prstGeom prst="rect">
            <a:avLst/>
          </a:prstGeom>
          <a:noFill/>
          <a:ln w="9525">
            <a:noFill/>
          </a:ln>
        </p:spPr>
        <p:txBody>
          <a:bodyPr>
            <a:spAutoFit/>
          </a:bodyPr>
          <a:lstStyle/>
          <a:p>
            <a:pPr algn="l"/>
            <a:r>
              <a:rPr lang="en-US" altLang="zh-CN" sz="2400" b="1" dirty="0">
                <a:solidFill>
                  <a:schemeClr val="tx1"/>
                </a:solidFill>
                <a:latin typeface="Times New Roman" panose="02020603050405020304" pitchFamily="18" charset="0"/>
              </a:rPr>
              <a:t> </a:t>
            </a:r>
            <a:r>
              <a:rPr lang="zh-CN" altLang="en-US" sz="2400" b="1" dirty="0">
                <a:solidFill>
                  <a:schemeClr val="tx1"/>
                </a:solidFill>
                <a:latin typeface="Times New Roman" panose="02020603050405020304" pitchFamily="18" charset="0"/>
              </a:rPr>
              <a:t>设 </a:t>
            </a:r>
            <a:r>
              <a:rPr lang="en-US" altLang="zh-CN" sz="2400" b="1" i="1">
                <a:solidFill>
                  <a:schemeClr val="tx1"/>
                </a:solidFill>
                <a:latin typeface="Times New Roman" panose="02020603050405020304" pitchFamily="18" charset="0"/>
              </a:rPr>
              <a:t>N</a:t>
            </a:r>
            <a:r>
              <a:rPr lang="en-US" altLang="zh-CN" sz="2400" b="1" baseline="-25000">
                <a:solidFill>
                  <a:schemeClr val="tx1"/>
                </a:solidFill>
                <a:latin typeface="Times New Roman" panose="02020603050405020304" pitchFamily="18" charset="0"/>
              </a:rPr>
              <a:t>1</a:t>
            </a:r>
            <a:r>
              <a:rPr lang="en-US" altLang="zh-CN" sz="2400" b="1">
                <a:solidFill>
                  <a:schemeClr val="tx1"/>
                </a:solidFill>
                <a:latin typeface="Times New Roman" panose="02020603050405020304" pitchFamily="18" charset="0"/>
              </a:rPr>
              <a:t> </a:t>
            </a:r>
            <a:r>
              <a:rPr lang="zh-CN" altLang="en-US" sz="2400" b="1" baseline="-25000">
                <a:solidFill>
                  <a:schemeClr val="tx1"/>
                </a:solidFill>
                <a:latin typeface="Times New Roman" panose="02020603050405020304" pitchFamily="18" charset="0"/>
              </a:rPr>
              <a:t>、</a:t>
            </a:r>
            <a:r>
              <a:rPr lang="en-US" altLang="zh-CN" sz="2400" b="1" i="1">
                <a:solidFill>
                  <a:schemeClr val="tx1"/>
                </a:solidFill>
                <a:latin typeface="Times New Roman" panose="02020603050405020304" pitchFamily="18" charset="0"/>
              </a:rPr>
              <a:t>N</a:t>
            </a:r>
            <a:r>
              <a:rPr lang="en-US" altLang="zh-CN" sz="2400" b="1" baseline="-25000">
                <a:solidFill>
                  <a:schemeClr val="tx1"/>
                </a:solidFill>
                <a:latin typeface="Times New Roman" panose="02020603050405020304" pitchFamily="18" charset="0"/>
              </a:rPr>
              <a:t>2  </a:t>
            </a:r>
            <a:r>
              <a:rPr lang="en-US" altLang="zh-CN" sz="2400" b="1">
                <a:solidFill>
                  <a:schemeClr val="tx1"/>
                </a:solidFill>
                <a:latin typeface="Times New Roman" panose="02020603050405020304" pitchFamily="18" charset="0"/>
              </a:rPr>
              <a:t>—</a:t>
            </a:r>
            <a:r>
              <a:rPr lang="en-US" altLang="zh-CN" sz="2400" b="1" dirty="0">
                <a:solidFill>
                  <a:schemeClr val="tx1"/>
                </a:solidFill>
                <a:latin typeface="Times New Roman" panose="02020603050405020304" pitchFamily="18" charset="0"/>
              </a:rPr>
              <a:t> </a:t>
            </a:r>
            <a:r>
              <a:rPr lang="zh-CN" altLang="en-US" sz="2400" b="1" dirty="0">
                <a:solidFill>
                  <a:schemeClr val="tx1"/>
                </a:solidFill>
                <a:latin typeface="Times New Roman" panose="02020603050405020304" pitchFamily="18" charset="0"/>
              </a:rPr>
              <a:t>单位体积中处于</a:t>
            </a:r>
            <a:r>
              <a:rPr lang="en-US" altLang="zh-CN" sz="2400" b="1" i="1">
                <a:solidFill>
                  <a:schemeClr val="tx1"/>
                </a:solidFill>
                <a:latin typeface="Times New Roman" panose="02020603050405020304" pitchFamily="18" charset="0"/>
              </a:rPr>
              <a:t>E</a:t>
            </a:r>
            <a:r>
              <a:rPr lang="en-US" altLang="zh-CN" sz="2400" b="1" baseline="-25000">
                <a:solidFill>
                  <a:schemeClr val="tx1"/>
                </a:solidFill>
                <a:latin typeface="Times New Roman" panose="02020603050405020304" pitchFamily="18" charset="0"/>
              </a:rPr>
              <a:t>1</a:t>
            </a:r>
            <a:r>
              <a:rPr lang="en-US" altLang="zh-CN" sz="2400" b="1">
                <a:solidFill>
                  <a:schemeClr val="tx1"/>
                </a:solidFill>
                <a:latin typeface="Times New Roman" panose="02020603050405020304" pitchFamily="18" charset="0"/>
              </a:rPr>
              <a:t> </a:t>
            </a:r>
            <a:r>
              <a:rPr lang="zh-CN" altLang="en-US" sz="2400" b="1" baseline="-25000">
                <a:solidFill>
                  <a:schemeClr val="tx1"/>
                </a:solidFill>
                <a:latin typeface="Times New Roman" panose="02020603050405020304" pitchFamily="18" charset="0"/>
              </a:rPr>
              <a:t>、</a:t>
            </a:r>
            <a:r>
              <a:rPr lang="en-US" altLang="zh-CN" sz="2400" b="1" i="1">
                <a:solidFill>
                  <a:schemeClr val="tx1"/>
                </a:solidFill>
                <a:latin typeface="Times New Roman" panose="02020603050405020304" pitchFamily="18" charset="0"/>
              </a:rPr>
              <a:t>E</a:t>
            </a:r>
            <a:r>
              <a:rPr lang="en-US" altLang="zh-CN" sz="2400" b="1" baseline="-25000">
                <a:solidFill>
                  <a:schemeClr val="tx1"/>
                </a:solidFill>
                <a:latin typeface="Times New Roman" panose="02020603050405020304" pitchFamily="18" charset="0"/>
              </a:rPr>
              <a:t>2</a:t>
            </a:r>
            <a:r>
              <a:rPr lang="en-US" altLang="zh-CN" sz="2400" b="1" dirty="0">
                <a:solidFill>
                  <a:schemeClr val="tx1"/>
                </a:solidFill>
                <a:latin typeface="Times New Roman" panose="02020603050405020304" pitchFamily="18" charset="0"/>
              </a:rPr>
              <a:t>  </a:t>
            </a:r>
            <a:r>
              <a:rPr lang="zh-CN" altLang="en-US" sz="2400" b="1" dirty="0">
                <a:solidFill>
                  <a:schemeClr val="tx1"/>
                </a:solidFill>
                <a:latin typeface="Times New Roman" panose="02020603050405020304" pitchFamily="18" charset="0"/>
              </a:rPr>
              <a:t>能级的原子数。</a:t>
            </a:r>
          </a:p>
        </p:txBody>
      </p:sp>
      <p:sp>
        <p:nvSpPr>
          <p:cNvPr id="9222" name="文本框 9221"/>
          <p:cNvSpPr txBox="1"/>
          <p:nvPr/>
        </p:nvSpPr>
        <p:spPr>
          <a:xfrm>
            <a:off x="386715" y="2614930"/>
            <a:ext cx="8305800" cy="706755"/>
          </a:xfrm>
          <a:prstGeom prst="rect">
            <a:avLst/>
          </a:prstGeom>
          <a:noFill/>
          <a:ln w="9525">
            <a:noFill/>
          </a:ln>
        </p:spPr>
        <p:txBody>
          <a:bodyPr>
            <a:spAutoFit/>
          </a:bodyPr>
          <a:lstStyle/>
          <a:p>
            <a:pPr algn="l"/>
            <a:r>
              <a:rPr lang="en-US" altLang="zh-CN" sz="4000" b="1" dirty="0">
                <a:solidFill>
                  <a:schemeClr val="tx1"/>
                </a:solidFill>
                <a:latin typeface="Times New Roman" panose="02020603050405020304" pitchFamily="18" charset="0"/>
              </a:rPr>
              <a:t> </a:t>
            </a:r>
            <a:r>
              <a:rPr lang="zh-CN" altLang="en-US" sz="2400" b="1" dirty="0">
                <a:solidFill>
                  <a:srgbClr val="0000FF"/>
                </a:solidFill>
                <a:latin typeface="Times New Roman" panose="02020603050405020304" pitchFamily="18" charset="0"/>
              </a:rPr>
              <a:t>单位体积中单位时间内， 从</a:t>
            </a:r>
            <a:r>
              <a:rPr lang="en-US" altLang="zh-CN" sz="2400" b="1" i="1">
                <a:solidFill>
                  <a:srgbClr val="0000FF"/>
                </a:solidFill>
                <a:latin typeface="Times New Roman" panose="02020603050405020304" pitchFamily="18" charset="0"/>
              </a:rPr>
              <a:t>E</a:t>
            </a:r>
            <a:r>
              <a:rPr lang="en-US" altLang="zh-CN" sz="2400" b="1" baseline="-25000">
                <a:solidFill>
                  <a:srgbClr val="0000FF"/>
                </a:solidFill>
                <a:latin typeface="Times New Roman" panose="02020603050405020304" pitchFamily="18" charset="0"/>
              </a:rPr>
              <a:t>2</a:t>
            </a:r>
            <a:r>
              <a:rPr lang="en-US" altLang="zh-CN" sz="2400" b="1">
                <a:solidFill>
                  <a:srgbClr val="0000FF"/>
                </a:solidFill>
                <a:latin typeface="Times New Roman" panose="02020603050405020304" pitchFamily="18" charset="0"/>
              </a:rPr>
              <a:t> </a:t>
            </a:r>
            <a:r>
              <a:rPr lang="en-US" altLang="zh-CN" sz="2400" b="1">
                <a:solidFill>
                  <a:srgbClr val="0000FF"/>
                </a:solidFill>
                <a:latin typeface="Times New Roman" panose="02020603050405020304" pitchFamily="18" charset="0"/>
                <a:sym typeface="Symbol" panose="05050102010706020507" pitchFamily="18" charset="2"/>
              </a:rPr>
              <a:t></a:t>
            </a:r>
            <a:r>
              <a:rPr lang="en-US" altLang="zh-CN" sz="2400" b="1">
                <a:solidFill>
                  <a:srgbClr val="0000FF"/>
                </a:solidFill>
                <a:latin typeface="Times New Roman" panose="02020603050405020304" pitchFamily="18" charset="0"/>
              </a:rPr>
              <a:t> </a:t>
            </a:r>
            <a:r>
              <a:rPr lang="en-US" altLang="zh-CN" sz="2400" b="1" i="1">
                <a:solidFill>
                  <a:srgbClr val="0000FF"/>
                </a:solidFill>
                <a:latin typeface="Times New Roman" panose="02020603050405020304" pitchFamily="18" charset="0"/>
              </a:rPr>
              <a:t>E</a:t>
            </a:r>
            <a:r>
              <a:rPr lang="en-US" altLang="zh-CN" sz="2400" b="1" baseline="-25000">
                <a:solidFill>
                  <a:srgbClr val="0000FF"/>
                </a:solidFill>
                <a:latin typeface="Times New Roman" panose="02020603050405020304" pitchFamily="18" charset="0"/>
              </a:rPr>
              <a:t>1</a:t>
            </a:r>
            <a:r>
              <a:rPr lang="zh-CN" altLang="en-US" sz="2400" b="1" dirty="0">
                <a:solidFill>
                  <a:srgbClr val="0000FF"/>
                </a:solidFill>
                <a:latin typeface="Times New Roman" panose="02020603050405020304" pitchFamily="18" charset="0"/>
              </a:rPr>
              <a:t>自发辐射 的原子数：   </a:t>
            </a:r>
          </a:p>
        </p:txBody>
      </p:sp>
      <p:sp>
        <p:nvSpPr>
          <p:cNvPr id="9268" name="文本框 9267"/>
          <p:cNvSpPr txBox="1"/>
          <p:nvPr/>
        </p:nvSpPr>
        <p:spPr>
          <a:xfrm>
            <a:off x="434340" y="283845"/>
            <a:ext cx="6981825" cy="523240"/>
          </a:xfrm>
          <a:prstGeom prst="rect">
            <a:avLst/>
          </a:prstGeom>
          <a:solidFill>
            <a:srgbClr val="993366"/>
          </a:solidFill>
          <a:ln w="9525">
            <a:noFill/>
          </a:ln>
        </p:spPr>
        <p:txBody>
          <a:bodyPr wrap="square" lIns="90000" tIns="46800" rIns="90000" bIns="46800">
            <a:spAutoFit/>
          </a:bodyPr>
          <a:lstStyle/>
          <a:p>
            <a:pPr algn="l">
              <a:spcBef>
                <a:spcPct val="50000"/>
              </a:spcBef>
            </a:pPr>
            <a:r>
              <a:rPr lang="zh-CN" altLang="en-US" sz="2800" b="1" dirty="0">
                <a:solidFill>
                  <a:srgbClr val="FFCC66"/>
                </a:solidFill>
                <a:latin typeface="Times New Roman" panose="02020603050405020304" pitchFamily="18" charset="0"/>
                <a:ea typeface="楷体_GB2312" pitchFamily="49" charset="-122"/>
              </a:rPr>
              <a:t>自发辐射</a:t>
            </a:r>
            <a:r>
              <a:rPr lang="en-US" altLang="zh-CN" sz="2800" b="1">
                <a:solidFill>
                  <a:srgbClr val="FFCC00"/>
                </a:solidFill>
                <a:latin typeface="Times New Roman" panose="02020603050405020304" pitchFamily="18" charset="0"/>
              </a:rPr>
              <a:t>(spontaneous radiation)</a:t>
            </a:r>
          </a:p>
        </p:txBody>
      </p:sp>
      <p:grpSp>
        <p:nvGrpSpPr>
          <p:cNvPr id="9271" name="组合 9270"/>
          <p:cNvGrpSpPr/>
          <p:nvPr/>
        </p:nvGrpSpPr>
        <p:grpSpPr>
          <a:xfrm>
            <a:off x="8206740" y="1416685"/>
            <a:ext cx="3505200" cy="1919288"/>
            <a:chOff x="1632" y="1104"/>
            <a:chExt cx="2208" cy="1209"/>
          </a:xfrm>
        </p:grpSpPr>
        <p:grpSp>
          <p:nvGrpSpPr>
            <p:cNvPr id="9266" name="组合 9265"/>
            <p:cNvGrpSpPr/>
            <p:nvPr/>
          </p:nvGrpSpPr>
          <p:grpSpPr>
            <a:xfrm>
              <a:off x="1632" y="1104"/>
              <a:ext cx="1872" cy="1209"/>
              <a:chOff x="3072" y="1167"/>
              <a:chExt cx="1872" cy="1209"/>
            </a:xfrm>
          </p:grpSpPr>
          <p:sp>
            <p:nvSpPr>
              <p:cNvPr id="9224" name="直接连接符 9223"/>
              <p:cNvSpPr/>
              <p:nvPr/>
            </p:nvSpPr>
            <p:spPr>
              <a:xfrm>
                <a:off x="3456" y="2304"/>
                <a:ext cx="1488" cy="0"/>
              </a:xfrm>
              <a:prstGeom prst="line">
                <a:avLst/>
              </a:prstGeom>
              <a:ln w="28575" cap="flat" cmpd="sng">
                <a:solidFill>
                  <a:schemeClr val="tx1"/>
                </a:solidFill>
                <a:prstDash val="solid"/>
                <a:headEnd type="none" w="med" len="med"/>
                <a:tailEnd type="none" w="med" len="med"/>
              </a:ln>
            </p:spPr>
          </p:sp>
          <p:sp>
            <p:nvSpPr>
              <p:cNvPr id="9225" name="直接连接符 9224"/>
              <p:cNvSpPr/>
              <p:nvPr/>
            </p:nvSpPr>
            <p:spPr>
              <a:xfrm>
                <a:off x="3456" y="1440"/>
                <a:ext cx="1488" cy="0"/>
              </a:xfrm>
              <a:prstGeom prst="line">
                <a:avLst/>
              </a:prstGeom>
              <a:ln w="28575" cap="flat" cmpd="sng">
                <a:solidFill>
                  <a:schemeClr val="tx1"/>
                </a:solidFill>
                <a:prstDash val="solid"/>
                <a:headEnd type="none" w="med" len="med"/>
                <a:tailEnd type="none" w="med" len="med"/>
              </a:ln>
            </p:spPr>
          </p:sp>
          <p:sp>
            <p:nvSpPr>
              <p:cNvPr id="9226" name="文本框 9225"/>
              <p:cNvSpPr txBox="1"/>
              <p:nvPr/>
            </p:nvSpPr>
            <p:spPr>
              <a:xfrm>
                <a:off x="3072" y="1280"/>
                <a:ext cx="258" cy="232"/>
              </a:xfrm>
              <a:prstGeom prst="rect">
                <a:avLst/>
              </a:prstGeom>
              <a:noFill/>
              <a:ln w="9525">
                <a:noFill/>
              </a:ln>
            </p:spPr>
            <p:txBody>
              <a:bodyPr wrap="none" anchor="t">
                <a:spAutoFit/>
              </a:bodyPr>
              <a:lstStyle/>
              <a:p>
                <a:pPr algn="l"/>
                <a:r>
                  <a:rPr lang="en-US" altLang="zh-CN" b="1" i="1">
                    <a:solidFill>
                      <a:srgbClr val="FF3300"/>
                    </a:solidFill>
                    <a:latin typeface="Times New Roman" panose="02020603050405020304" pitchFamily="18" charset="0"/>
                  </a:rPr>
                  <a:t>E</a:t>
                </a:r>
                <a:r>
                  <a:rPr lang="en-US" altLang="zh-CN" b="1" baseline="-25000">
                    <a:solidFill>
                      <a:srgbClr val="FF3300"/>
                    </a:solidFill>
                    <a:latin typeface="Times New Roman" panose="02020603050405020304" pitchFamily="18" charset="0"/>
                  </a:rPr>
                  <a:t>2</a:t>
                </a:r>
                <a:endParaRPr lang="en-US" altLang="zh-CN">
                  <a:solidFill>
                    <a:schemeClr val="tx1"/>
                  </a:solidFill>
                  <a:latin typeface="Times New Roman" panose="02020603050405020304" pitchFamily="18" charset="0"/>
                </a:endParaRPr>
              </a:p>
            </p:txBody>
          </p:sp>
          <p:sp>
            <p:nvSpPr>
              <p:cNvPr id="9227" name="文本框 9226"/>
              <p:cNvSpPr txBox="1"/>
              <p:nvPr/>
            </p:nvSpPr>
            <p:spPr>
              <a:xfrm>
                <a:off x="3120" y="2144"/>
                <a:ext cx="258" cy="232"/>
              </a:xfrm>
              <a:prstGeom prst="rect">
                <a:avLst/>
              </a:prstGeom>
              <a:noFill/>
              <a:ln w="9525">
                <a:noFill/>
              </a:ln>
            </p:spPr>
            <p:txBody>
              <a:bodyPr wrap="none" anchor="t">
                <a:spAutoFit/>
              </a:bodyPr>
              <a:lstStyle/>
              <a:p>
                <a:pPr algn="l"/>
                <a:r>
                  <a:rPr lang="en-US" altLang="zh-CN" b="1" i="1">
                    <a:solidFill>
                      <a:srgbClr val="FF3300"/>
                    </a:solidFill>
                    <a:latin typeface="Times New Roman" panose="02020603050405020304" pitchFamily="18" charset="0"/>
                  </a:rPr>
                  <a:t>E</a:t>
                </a:r>
                <a:r>
                  <a:rPr lang="en-US" altLang="zh-CN" b="1" baseline="-25000">
                    <a:solidFill>
                      <a:srgbClr val="FF3300"/>
                    </a:solidFill>
                    <a:latin typeface="Times New Roman" panose="02020603050405020304" pitchFamily="18" charset="0"/>
                  </a:rPr>
                  <a:t>1</a:t>
                </a:r>
                <a:endParaRPr lang="en-US" altLang="zh-CN">
                  <a:solidFill>
                    <a:schemeClr val="tx1"/>
                  </a:solidFill>
                  <a:latin typeface="Times New Roman" panose="02020603050405020304" pitchFamily="18" charset="0"/>
                </a:endParaRPr>
              </a:p>
            </p:txBody>
          </p:sp>
          <p:sp>
            <p:nvSpPr>
              <p:cNvPr id="9228" name="文本框 9227"/>
              <p:cNvSpPr txBox="1"/>
              <p:nvPr/>
            </p:nvSpPr>
            <p:spPr>
              <a:xfrm>
                <a:off x="3504" y="1167"/>
                <a:ext cx="283" cy="251"/>
              </a:xfrm>
              <a:prstGeom prst="rect">
                <a:avLst/>
              </a:prstGeom>
              <a:noFill/>
              <a:ln w="9525">
                <a:noFill/>
              </a:ln>
            </p:spPr>
            <p:txBody>
              <a:bodyPr wrap="none" anchor="t">
                <a:spAutoFit/>
              </a:bodyPr>
              <a:lstStyle/>
              <a:p>
                <a:pPr algn="l"/>
                <a:r>
                  <a:rPr lang="en-US" altLang="zh-CN" sz="2000" b="1" i="1">
                    <a:solidFill>
                      <a:schemeClr val="tx1"/>
                    </a:solidFill>
                    <a:latin typeface="Times New Roman" panose="02020603050405020304" pitchFamily="18" charset="0"/>
                  </a:rPr>
                  <a:t>N</a:t>
                </a:r>
                <a:r>
                  <a:rPr lang="en-US" altLang="zh-CN" sz="2000" b="1" baseline="-25000">
                    <a:solidFill>
                      <a:schemeClr val="tx1"/>
                    </a:solidFill>
                    <a:latin typeface="Times New Roman" panose="02020603050405020304" pitchFamily="18" charset="0"/>
                  </a:rPr>
                  <a:t>2</a:t>
                </a:r>
                <a:endParaRPr lang="en-US" altLang="zh-CN" sz="2000" b="1">
                  <a:solidFill>
                    <a:schemeClr val="tx1"/>
                  </a:solidFill>
                  <a:latin typeface="Times New Roman" panose="02020603050405020304" pitchFamily="18" charset="0"/>
                </a:endParaRPr>
              </a:p>
            </p:txBody>
          </p:sp>
          <p:sp>
            <p:nvSpPr>
              <p:cNvPr id="9229" name="文本框 9228"/>
              <p:cNvSpPr txBox="1"/>
              <p:nvPr/>
            </p:nvSpPr>
            <p:spPr>
              <a:xfrm>
                <a:off x="3504" y="2031"/>
                <a:ext cx="283" cy="251"/>
              </a:xfrm>
              <a:prstGeom prst="rect">
                <a:avLst/>
              </a:prstGeom>
              <a:noFill/>
              <a:ln w="9525">
                <a:noFill/>
              </a:ln>
            </p:spPr>
            <p:txBody>
              <a:bodyPr wrap="none" anchor="t">
                <a:spAutoFit/>
              </a:bodyPr>
              <a:lstStyle/>
              <a:p>
                <a:pPr algn="l"/>
                <a:r>
                  <a:rPr lang="en-US" altLang="zh-CN" sz="2000" b="1" i="1">
                    <a:solidFill>
                      <a:schemeClr val="tx1"/>
                    </a:solidFill>
                    <a:latin typeface="Times New Roman" panose="02020603050405020304" pitchFamily="18" charset="0"/>
                  </a:rPr>
                  <a:t>N</a:t>
                </a:r>
                <a:r>
                  <a:rPr lang="en-US" altLang="zh-CN" sz="2000" b="1" baseline="-25000">
                    <a:solidFill>
                      <a:schemeClr val="tx1"/>
                    </a:solidFill>
                    <a:latin typeface="Times New Roman" panose="02020603050405020304" pitchFamily="18" charset="0"/>
                  </a:rPr>
                  <a:t>1</a:t>
                </a:r>
                <a:endParaRPr lang="en-US" altLang="zh-CN" sz="2000" b="1">
                  <a:solidFill>
                    <a:schemeClr val="tx1"/>
                  </a:solidFill>
                  <a:latin typeface="Times New Roman" panose="02020603050405020304" pitchFamily="18" charset="0"/>
                </a:endParaRPr>
              </a:p>
            </p:txBody>
          </p:sp>
        </p:grpSp>
        <p:sp>
          <p:nvSpPr>
            <p:cNvPr id="9231" name="直接连接符 9230"/>
            <p:cNvSpPr/>
            <p:nvPr/>
          </p:nvSpPr>
          <p:spPr>
            <a:xfrm>
              <a:off x="2688" y="1392"/>
              <a:ext cx="0" cy="864"/>
            </a:xfrm>
            <a:prstGeom prst="line">
              <a:avLst/>
            </a:prstGeom>
            <a:ln w="38100" cap="flat" cmpd="sng">
              <a:solidFill>
                <a:srgbClr val="FF3300"/>
              </a:solidFill>
              <a:prstDash val="solid"/>
              <a:headEnd type="none" w="med" len="med"/>
              <a:tailEnd type="triangle" w="med" len="med"/>
            </a:ln>
          </p:spPr>
        </p:sp>
        <p:grpSp>
          <p:nvGrpSpPr>
            <p:cNvPr id="9265" name="组合 9264"/>
            <p:cNvGrpSpPr/>
            <p:nvPr/>
          </p:nvGrpSpPr>
          <p:grpSpPr>
            <a:xfrm>
              <a:off x="2928" y="1824"/>
              <a:ext cx="912" cy="144"/>
              <a:chOff x="4032" y="1008"/>
              <a:chExt cx="1392" cy="192"/>
            </a:xfrm>
          </p:grpSpPr>
          <p:grpSp>
            <p:nvGrpSpPr>
              <p:cNvPr id="9247" name="组合 9246"/>
              <p:cNvGrpSpPr/>
              <p:nvPr/>
            </p:nvGrpSpPr>
            <p:grpSpPr>
              <a:xfrm>
                <a:off x="4032" y="1008"/>
                <a:ext cx="528" cy="192"/>
                <a:chOff x="4032" y="1008"/>
                <a:chExt cx="1440" cy="432"/>
              </a:xfrm>
            </p:grpSpPr>
            <p:grpSp>
              <p:nvGrpSpPr>
                <p:cNvPr id="9239" name="组合 9238"/>
                <p:cNvGrpSpPr/>
                <p:nvPr/>
              </p:nvGrpSpPr>
              <p:grpSpPr>
                <a:xfrm>
                  <a:off x="4032" y="1008"/>
                  <a:ext cx="720" cy="432"/>
                  <a:chOff x="5040" y="864"/>
                  <a:chExt cx="720" cy="432"/>
                </a:xfrm>
              </p:grpSpPr>
              <p:grpSp>
                <p:nvGrpSpPr>
                  <p:cNvPr id="9235" name="组合 9234"/>
                  <p:cNvGrpSpPr/>
                  <p:nvPr/>
                </p:nvGrpSpPr>
                <p:grpSpPr>
                  <a:xfrm flipH="1" flipV="1">
                    <a:off x="5040" y="864"/>
                    <a:ext cx="384" cy="432"/>
                    <a:chOff x="4416" y="816"/>
                    <a:chExt cx="384" cy="432"/>
                  </a:xfrm>
                </p:grpSpPr>
                <p:sp>
                  <p:nvSpPr>
                    <p:cNvPr id="9233" name="任意多边形 9232"/>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9234" name="任意多边形 9233"/>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9236" name="组合 9235"/>
                  <p:cNvGrpSpPr/>
                  <p:nvPr/>
                </p:nvGrpSpPr>
                <p:grpSpPr>
                  <a:xfrm flipV="1">
                    <a:off x="5376" y="864"/>
                    <a:ext cx="384" cy="432"/>
                    <a:chOff x="4416" y="816"/>
                    <a:chExt cx="384" cy="432"/>
                  </a:xfrm>
                </p:grpSpPr>
                <p:sp>
                  <p:nvSpPr>
                    <p:cNvPr id="9237" name="任意多边形 9236"/>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9238" name="任意多边形 9237"/>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9240" name="组合 9239"/>
                <p:cNvGrpSpPr/>
                <p:nvPr/>
              </p:nvGrpSpPr>
              <p:grpSpPr>
                <a:xfrm>
                  <a:off x="4752" y="1008"/>
                  <a:ext cx="720" cy="432"/>
                  <a:chOff x="5040" y="864"/>
                  <a:chExt cx="720" cy="432"/>
                </a:xfrm>
              </p:grpSpPr>
              <p:grpSp>
                <p:nvGrpSpPr>
                  <p:cNvPr id="9241" name="组合 9240"/>
                  <p:cNvGrpSpPr/>
                  <p:nvPr/>
                </p:nvGrpSpPr>
                <p:grpSpPr>
                  <a:xfrm flipH="1" flipV="1">
                    <a:off x="5040" y="864"/>
                    <a:ext cx="384" cy="432"/>
                    <a:chOff x="4416" y="816"/>
                    <a:chExt cx="384" cy="432"/>
                  </a:xfrm>
                </p:grpSpPr>
                <p:sp>
                  <p:nvSpPr>
                    <p:cNvPr id="9242" name="任意多边形 9241"/>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9243" name="任意多边形 9242"/>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9244" name="组合 9243"/>
                  <p:cNvGrpSpPr/>
                  <p:nvPr/>
                </p:nvGrpSpPr>
                <p:grpSpPr>
                  <a:xfrm flipV="1">
                    <a:off x="5376" y="864"/>
                    <a:ext cx="384" cy="432"/>
                    <a:chOff x="4416" y="816"/>
                    <a:chExt cx="384" cy="432"/>
                  </a:xfrm>
                </p:grpSpPr>
                <p:sp>
                  <p:nvSpPr>
                    <p:cNvPr id="9245" name="任意多边形 9244"/>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9246" name="任意多边形 9245"/>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grpSp>
            <p:nvGrpSpPr>
              <p:cNvPr id="9248" name="组合 9247"/>
              <p:cNvGrpSpPr/>
              <p:nvPr/>
            </p:nvGrpSpPr>
            <p:grpSpPr>
              <a:xfrm>
                <a:off x="4560" y="1008"/>
                <a:ext cx="528" cy="192"/>
                <a:chOff x="4032" y="1008"/>
                <a:chExt cx="1440" cy="432"/>
              </a:xfrm>
            </p:grpSpPr>
            <p:grpSp>
              <p:nvGrpSpPr>
                <p:cNvPr id="9249" name="组合 9248"/>
                <p:cNvGrpSpPr/>
                <p:nvPr/>
              </p:nvGrpSpPr>
              <p:grpSpPr>
                <a:xfrm>
                  <a:off x="4032" y="1008"/>
                  <a:ext cx="720" cy="432"/>
                  <a:chOff x="5040" y="864"/>
                  <a:chExt cx="720" cy="432"/>
                </a:xfrm>
              </p:grpSpPr>
              <p:grpSp>
                <p:nvGrpSpPr>
                  <p:cNvPr id="9250" name="组合 9249"/>
                  <p:cNvGrpSpPr/>
                  <p:nvPr/>
                </p:nvGrpSpPr>
                <p:grpSpPr>
                  <a:xfrm flipH="1" flipV="1">
                    <a:off x="5040" y="864"/>
                    <a:ext cx="384" cy="432"/>
                    <a:chOff x="4416" y="816"/>
                    <a:chExt cx="384" cy="432"/>
                  </a:xfrm>
                </p:grpSpPr>
                <p:sp>
                  <p:nvSpPr>
                    <p:cNvPr id="9251" name="任意多边形 9250"/>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9252" name="任意多边形 9251"/>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9253" name="组合 9252"/>
                  <p:cNvGrpSpPr/>
                  <p:nvPr/>
                </p:nvGrpSpPr>
                <p:grpSpPr>
                  <a:xfrm flipV="1">
                    <a:off x="5376" y="864"/>
                    <a:ext cx="384" cy="432"/>
                    <a:chOff x="4416" y="816"/>
                    <a:chExt cx="384" cy="432"/>
                  </a:xfrm>
                </p:grpSpPr>
                <p:sp>
                  <p:nvSpPr>
                    <p:cNvPr id="9254" name="任意多边形 9253"/>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9255" name="任意多边形 9254"/>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9256" name="组合 9255"/>
                <p:cNvGrpSpPr/>
                <p:nvPr/>
              </p:nvGrpSpPr>
              <p:grpSpPr>
                <a:xfrm>
                  <a:off x="4752" y="1008"/>
                  <a:ext cx="720" cy="432"/>
                  <a:chOff x="5040" y="864"/>
                  <a:chExt cx="720" cy="432"/>
                </a:xfrm>
              </p:grpSpPr>
              <p:grpSp>
                <p:nvGrpSpPr>
                  <p:cNvPr id="9257" name="组合 9256"/>
                  <p:cNvGrpSpPr/>
                  <p:nvPr/>
                </p:nvGrpSpPr>
                <p:grpSpPr>
                  <a:xfrm flipH="1" flipV="1">
                    <a:off x="5040" y="864"/>
                    <a:ext cx="384" cy="432"/>
                    <a:chOff x="4416" y="816"/>
                    <a:chExt cx="384" cy="432"/>
                  </a:xfrm>
                </p:grpSpPr>
                <p:sp>
                  <p:nvSpPr>
                    <p:cNvPr id="9258" name="任意多边形 9257"/>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9259" name="任意多边形 9258"/>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9260" name="组合 9259"/>
                  <p:cNvGrpSpPr/>
                  <p:nvPr/>
                </p:nvGrpSpPr>
                <p:grpSpPr>
                  <a:xfrm flipV="1">
                    <a:off x="5376" y="864"/>
                    <a:ext cx="384" cy="432"/>
                    <a:chOff x="4416" y="816"/>
                    <a:chExt cx="384" cy="432"/>
                  </a:xfrm>
                </p:grpSpPr>
                <p:sp>
                  <p:nvSpPr>
                    <p:cNvPr id="9261" name="任意多边形 9260"/>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9262" name="任意多边形 9261"/>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sp>
            <p:nvSpPr>
              <p:cNvPr id="9263" name="任意多边形 9262"/>
              <p:cNvSpPr/>
              <p:nvPr/>
            </p:nvSpPr>
            <p:spPr>
              <a:xfrm flipV="1">
                <a:off x="5088" y="1104"/>
                <a:ext cx="96" cy="96"/>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9264" name="直接连接符 9263"/>
              <p:cNvSpPr/>
              <p:nvPr/>
            </p:nvSpPr>
            <p:spPr>
              <a:xfrm>
                <a:off x="5184" y="1104"/>
                <a:ext cx="240" cy="0"/>
              </a:xfrm>
              <a:prstGeom prst="line">
                <a:avLst/>
              </a:prstGeom>
              <a:ln w="28575" cap="flat" cmpd="sng">
                <a:solidFill>
                  <a:srgbClr val="FF3300"/>
                </a:solidFill>
                <a:prstDash val="solid"/>
                <a:headEnd type="none" w="med" len="med"/>
                <a:tailEnd type="triangle" w="med" len="med"/>
              </a:ln>
            </p:spPr>
          </p:sp>
        </p:grpSp>
        <p:sp>
          <p:nvSpPr>
            <p:cNvPr id="9267" name="文本框 9266"/>
            <p:cNvSpPr txBox="1"/>
            <p:nvPr/>
          </p:nvSpPr>
          <p:spPr>
            <a:xfrm>
              <a:off x="2928" y="1582"/>
              <a:ext cx="288" cy="251"/>
            </a:xfrm>
            <a:prstGeom prst="rect">
              <a:avLst/>
            </a:prstGeom>
            <a:noFill/>
            <a:ln w="9525">
              <a:noFill/>
            </a:ln>
          </p:spPr>
          <p:txBody>
            <a:bodyPr wrap="none" anchor="t">
              <a:spAutoFit/>
            </a:bodyPr>
            <a:lstStyle/>
            <a:p>
              <a:pPr algn="l"/>
              <a:r>
                <a:rPr lang="en-US" altLang="zh-CN" sz="2000" b="1" i="1">
                  <a:solidFill>
                    <a:srgbClr val="FF3300"/>
                  </a:solidFill>
                  <a:latin typeface="Times New Roman" panose="02020603050405020304" pitchFamily="18" charset="0"/>
                </a:rPr>
                <a:t>h</a:t>
              </a:r>
              <a:r>
                <a:rPr lang="en-US" altLang="zh-CN" sz="2000" b="1" i="1">
                  <a:solidFill>
                    <a:srgbClr val="FF3300"/>
                  </a:solidFill>
                  <a:latin typeface="Times New Roman" panose="02020603050405020304" pitchFamily="18" charset="0"/>
                  <a:sym typeface="Symbol" panose="05050102010706020507" pitchFamily="18" charset="2"/>
                </a:rPr>
                <a:t></a:t>
              </a:r>
              <a:endParaRPr lang="en-US" altLang="zh-CN" sz="2000" b="1">
                <a:solidFill>
                  <a:schemeClr val="tx1"/>
                </a:solidFill>
                <a:latin typeface="Times New Roman" panose="02020603050405020304" pitchFamily="18" charset="0"/>
              </a:endParaRPr>
            </a:p>
          </p:txBody>
        </p:sp>
        <p:sp>
          <p:nvSpPr>
            <p:cNvPr id="9269" name="椭圆 9268"/>
            <p:cNvSpPr/>
            <p:nvPr/>
          </p:nvSpPr>
          <p:spPr>
            <a:xfrm>
              <a:off x="2640" y="1296"/>
              <a:ext cx="96" cy="96"/>
            </a:xfrm>
            <a:prstGeom prst="ellipse">
              <a:avLst/>
            </a:prstGeom>
            <a:solidFill>
              <a:srgbClr val="CCECFF"/>
            </a:solidFill>
            <a:ln w="9525" cap="flat" cmpd="sng">
              <a:solidFill>
                <a:srgbClr val="3366FF"/>
              </a:solidFill>
              <a:prstDash val="solid"/>
              <a:headEnd type="none" w="med" len="med"/>
              <a:tailEnd type="none" w="med" len="med"/>
            </a:ln>
          </p:spPr>
          <p:txBody>
            <a:bodyPr/>
            <a:lstStyle/>
            <a:p>
              <a:endParaRPr lang="zh-CN" altLang="en-US"/>
            </a:p>
          </p:txBody>
        </p:sp>
        <p:sp>
          <p:nvSpPr>
            <p:cNvPr id="9270" name="椭圆 9269"/>
            <p:cNvSpPr/>
            <p:nvPr/>
          </p:nvSpPr>
          <p:spPr>
            <a:xfrm>
              <a:off x="2640" y="2208"/>
              <a:ext cx="96" cy="96"/>
            </a:xfrm>
            <a:prstGeom prst="ellipse">
              <a:avLst/>
            </a:prstGeom>
            <a:solidFill>
              <a:srgbClr val="FF0000"/>
            </a:solidFill>
            <a:ln w="9525" cap="flat" cmpd="sng">
              <a:solidFill>
                <a:srgbClr val="3366FF"/>
              </a:solidFill>
              <a:prstDash val="solid"/>
              <a:headEnd type="none" w="med" len="med"/>
              <a:tailEnd type="none" w="med" len="med"/>
            </a:ln>
          </p:spPr>
          <p:txBody>
            <a:bodyPr/>
            <a:lstStyle/>
            <a:p>
              <a:endParaRPr lang="zh-CN" altLang="en-US"/>
            </a:p>
          </p:txBody>
        </p:sp>
      </p:grpSp>
      <p:graphicFrame>
        <p:nvGraphicFramePr>
          <p:cNvPr id="3" name="对象 2"/>
          <p:cNvGraphicFramePr/>
          <p:nvPr>
            <p:custDataLst>
              <p:tags r:id="rId2"/>
            </p:custDataLst>
          </p:nvPr>
        </p:nvGraphicFramePr>
        <p:xfrm>
          <a:off x="3187700" y="3336290"/>
          <a:ext cx="2265680" cy="1064260"/>
        </p:xfrm>
        <a:graphic>
          <a:graphicData uri="http://schemas.openxmlformats.org/presentationml/2006/ole">
            <mc:AlternateContent xmlns:mc="http://schemas.openxmlformats.org/markup-compatibility/2006">
              <mc:Choice xmlns:v="urn:schemas-microsoft-com:vml" Requires="v">
                <p:oleObj spid="_x0000_s3128" r:id="rId4" imgW="1193800" imgH="444500" progId="Equation.3">
                  <p:embed/>
                </p:oleObj>
              </mc:Choice>
              <mc:Fallback>
                <p:oleObj r:id="rId4" imgW="1193800" imgH="444500" progId="Equation.3">
                  <p:embed/>
                  <p:pic>
                    <p:nvPicPr>
                      <p:cNvPr id="0" name="图片 3085"/>
                      <p:cNvPicPr/>
                      <p:nvPr/>
                    </p:nvPicPr>
                    <p:blipFill>
                      <a:blip r:embed="rId5"/>
                      <a:srcRect/>
                      <a:stretch>
                        <a:fillRect/>
                      </a:stretch>
                    </p:blipFill>
                    <p:spPr>
                      <a:xfrm>
                        <a:off x="3187700" y="3336290"/>
                        <a:ext cx="2265680" cy="1064260"/>
                      </a:xfrm>
                      <a:prstGeom prst="rect">
                        <a:avLst/>
                      </a:prstGeom>
                      <a:noFill/>
                      <a:ln w="38100" cap="flat" cmpd="sng">
                        <a:noFill/>
                        <a:prstDash val="solid"/>
                        <a:miter/>
                        <a:headEnd type="none" w="med" len="med"/>
                        <a:tailEnd type="none" w="med" len="med"/>
                      </a:ln>
                    </p:spPr>
                  </p:pic>
                </p:oleObj>
              </mc:Fallback>
            </mc:AlternateContent>
          </a:graphicData>
        </a:graphic>
      </p:graphicFrame>
      <p:sp>
        <p:nvSpPr>
          <p:cNvPr id="5" name="文本框 4"/>
          <p:cNvSpPr txBox="1"/>
          <p:nvPr/>
        </p:nvSpPr>
        <p:spPr>
          <a:xfrm>
            <a:off x="644525" y="4400550"/>
            <a:ext cx="10571480" cy="1076325"/>
          </a:xfrm>
          <a:prstGeom prst="rect">
            <a:avLst/>
          </a:prstGeom>
          <a:noFill/>
          <a:ln w="9525">
            <a:noFill/>
          </a:ln>
        </p:spPr>
        <p:txBody>
          <a:bodyPr wrap="square">
            <a:spAutoFit/>
          </a:bodyPr>
          <a:lstStyle/>
          <a:p>
            <a:pPr algn="l"/>
            <a:r>
              <a:rPr lang="en-US" altLang="zh-CN" sz="2400" b="1" dirty="0">
                <a:solidFill>
                  <a:schemeClr val="tx1"/>
                </a:solidFill>
                <a:latin typeface="Times New Roman" panose="02020603050405020304" pitchFamily="18" charset="0"/>
              </a:rPr>
              <a:t> </a:t>
            </a:r>
            <a:r>
              <a:rPr lang="zh-CN" altLang="en-US" sz="2400" b="1" i="1" dirty="0">
                <a:solidFill>
                  <a:srgbClr val="0000FF"/>
                </a:solidFill>
                <a:latin typeface="Times New Roman" panose="02020603050405020304" pitchFamily="18" charset="0"/>
              </a:rPr>
              <a:t>Ａ</a:t>
            </a:r>
            <a:r>
              <a:rPr lang="en-US" altLang="zh-CN" sz="2400" b="1" baseline="-25000">
                <a:solidFill>
                  <a:srgbClr val="0000FF"/>
                </a:solidFill>
                <a:latin typeface="Times New Roman" panose="02020603050405020304" pitchFamily="18" charset="0"/>
              </a:rPr>
              <a:t>21 </a:t>
            </a:r>
            <a:r>
              <a:rPr lang="en-US" altLang="zh-CN" sz="2400" b="1">
                <a:solidFill>
                  <a:srgbClr val="0000FF"/>
                </a:solidFill>
                <a:latin typeface="Times New Roman" panose="02020603050405020304" pitchFamily="18" charset="0"/>
                <a:sym typeface="Symbol" panose="05050102010706020507" pitchFamily="18" charset="2"/>
              </a:rPr>
              <a:t></a:t>
            </a:r>
            <a:r>
              <a:rPr lang="zh-CN" altLang="en-US" sz="2400" b="1" dirty="0">
                <a:solidFill>
                  <a:srgbClr val="0000FF"/>
                </a:solidFill>
                <a:latin typeface="Times New Roman" panose="02020603050405020304" pitchFamily="18" charset="0"/>
              </a:rPr>
              <a:t>自发辐射系数，单个原子在单位时间内发生自发辐射过程的概率。</a:t>
            </a:r>
            <a:r>
              <a:rPr lang="zh-CN" altLang="en-US" sz="2400" kern="0" noProof="0">
                <a:ln>
                  <a:noFill/>
                </a:ln>
                <a:solidFill>
                  <a:srgbClr val="FF0000"/>
                </a:solidFill>
                <a:effectLst>
                  <a:outerShdw blurRad="38100" dist="38100" dir="2700000" algn="tl">
                    <a:srgbClr val="C0C0C0"/>
                  </a:outerShdw>
                </a:effectLst>
                <a:uLnTx/>
                <a:uFillTx/>
                <a:cs typeface="黑体" panose="02010609060101010101" pitchFamily="49" charset="-122"/>
                <a:sym typeface="+mn-ea"/>
              </a:rPr>
              <a:t>由原子本身的性质决定的，不受外部辐射场的影响。</a:t>
            </a:r>
            <a:r>
              <a:rPr lang="zh-CN" altLang="en-US" sz="4000" b="1" dirty="0">
                <a:solidFill>
                  <a:schemeClr val="accent2"/>
                </a:solidFill>
                <a:latin typeface="Times New Roman" panose="02020603050405020304" pitchFamily="18" charset="0"/>
              </a:rPr>
              <a:t> </a:t>
            </a:r>
          </a:p>
        </p:txBody>
      </p:sp>
      <p:sp>
        <p:nvSpPr>
          <p:cNvPr id="6" name="文本框 5"/>
          <p:cNvSpPr txBox="1"/>
          <p:nvPr/>
        </p:nvSpPr>
        <p:spPr>
          <a:xfrm>
            <a:off x="662940" y="5537200"/>
            <a:ext cx="10626090" cy="1014730"/>
          </a:xfrm>
          <a:prstGeom prst="rect">
            <a:avLst/>
          </a:prstGeom>
          <a:solidFill>
            <a:schemeClr val="bg1"/>
          </a:solidFill>
          <a:ln w="9525" cap="flat" cmpd="sng">
            <a:solidFill>
              <a:srgbClr val="0000FF"/>
            </a:solidFill>
            <a:prstDash val="solid"/>
            <a:miter/>
            <a:headEnd type="none" w="med" len="med"/>
            <a:tailEnd type="none" w="med" len="med"/>
          </a:ln>
        </p:spPr>
        <p:txBody>
          <a:bodyPr wrap="square">
            <a:spAutoFit/>
          </a:bodyPr>
          <a:lstStyle/>
          <a:p>
            <a:pPr marL="0" lvl="2" algn="l"/>
            <a:r>
              <a:rPr lang="en-US" altLang="zh-CN" sz="3200" b="1" dirty="0">
                <a:solidFill>
                  <a:schemeClr val="tx1"/>
                </a:solidFill>
                <a:latin typeface="Times New Roman" panose="02020603050405020304" pitchFamily="18" charset="0"/>
              </a:rPr>
              <a:t>    </a:t>
            </a:r>
            <a:r>
              <a:rPr lang="zh-CN" altLang="en-US" sz="2800" b="1" dirty="0">
                <a:solidFill>
                  <a:schemeClr val="tx1"/>
                </a:solidFill>
                <a:latin typeface="Times New Roman" panose="02020603050405020304" pitchFamily="18" charset="0"/>
              </a:rPr>
              <a:t>各原子自发辐射的光</a:t>
            </a:r>
            <a:r>
              <a:rPr lang="zh-CN" altLang="en-US" sz="2800" b="1" dirty="0">
                <a:latin typeface="Times New Roman" panose="02020603050405020304" pitchFamily="18" charset="0"/>
                <a:sym typeface="+mn-ea"/>
              </a:rPr>
              <a:t>向空间各个方向传播，</a:t>
            </a:r>
            <a:r>
              <a:rPr lang="zh-CN" altLang="en-US" sz="2800" b="1" dirty="0">
                <a:solidFill>
                  <a:schemeClr val="tx1"/>
                </a:solidFill>
                <a:latin typeface="Times New Roman" panose="02020603050405020304" pitchFamily="18" charset="0"/>
              </a:rPr>
              <a:t>是独立的、 无关的 </a:t>
            </a:r>
            <a:r>
              <a:rPr lang="zh-CN" altLang="en-US" sz="2800" b="1" dirty="0">
                <a:solidFill>
                  <a:srgbClr val="FF0000"/>
                </a:solidFill>
                <a:latin typeface="Times New Roman" panose="02020603050405020304" pitchFamily="18" charset="0"/>
              </a:rPr>
              <a:t>非相干光</a:t>
            </a:r>
            <a:r>
              <a:rPr lang="zh-CN" altLang="en-US" sz="2800" b="1" dirty="0">
                <a:solidFill>
                  <a:schemeClr val="tx1"/>
                </a:solidFill>
                <a:latin typeface="Times New Roman" panose="02020603050405020304" pitchFamily="18" charset="0"/>
              </a:rPr>
              <a:t> 。</a:t>
            </a:r>
            <a:endParaRPr lang="zh-CN" altLang="en-US" sz="2800" b="1">
              <a:solidFill>
                <a:schemeClr val="tx1"/>
              </a:solidFill>
              <a:latin typeface="Times New Roman" panose="02020603050405020304" pitchFamily="18" charset="0"/>
            </a:endParaRPr>
          </a:p>
        </p:txBody>
      </p:sp>
      <p:sp>
        <p:nvSpPr>
          <p:cNvPr id="7" name="文本框 6"/>
          <p:cNvSpPr txBox="1"/>
          <p:nvPr/>
        </p:nvSpPr>
        <p:spPr>
          <a:xfrm>
            <a:off x="434340" y="1020445"/>
            <a:ext cx="11028045" cy="829945"/>
          </a:xfrm>
          <a:prstGeom prst="rect">
            <a:avLst/>
          </a:prstGeom>
          <a:noFill/>
          <a:ln w="9525">
            <a:noFill/>
          </a:ln>
        </p:spPr>
        <p:txBody>
          <a:bodyPr wrap="square" rtlCol="0" anchor="t">
            <a:spAutoFit/>
          </a:bodyPr>
          <a:lstStyle/>
          <a:p>
            <a:pPr lvl="0" algn="l"/>
            <a:r>
              <a:rPr sz="2400" b="1">
                <a:sym typeface="+mn-ea"/>
              </a:rPr>
              <a:t>处于高能级E2的原子自发的向较低能级E1跃迁，并发射一个能</a:t>
            </a:r>
          </a:p>
          <a:p>
            <a:pPr lvl="0" algn="l"/>
            <a:r>
              <a:rPr sz="2400" b="1">
                <a:sym typeface="+mn-ea"/>
              </a:rPr>
              <a:t>量为                      的光子，这种过程称为</a:t>
            </a:r>
            <a:r>
              <a:rPr sz="2400" b="1">
                <a:solidFill>
                  <a:srgbClr val="FF0000"/>
                </a:solidFill>
                <a:sym typeface="+mn-ea"/>
              </a:rPr>
              <a:t>自发辐射</a:t>
            </a:r>
            <a:r>
              <a:rPr sz="2400" b="1">
                <a:sym typeface="+mn-ea"/>
              </a:rPr>
              <a:t>。</a:t>
            </a:r>
          </a:p>
        </p:txBody>
      </p:sp>
      <p:graphicFrame>
        <p:nvGraphicFramePr>
          <p:cNvPr id="8197" name="Object 5"/>
          <p:cNvGraphicFramePr>
            <a:graphicFrameLocks noChangeAspect="1"/>
          </p:cNvGraphicFramePr>
          <p:nvPr/>
        </p:nvGraphicFramePr>
        <p:xfrm>
          <a:off x="1457960" y="1450023"/>
          <a:ext cx="1368425" cy="331787"/>
        </p:xfrm>
        <a:graphic>
          <a:graphicData uri="http://schemas.openxmlformats.org/presentationml/2006/ole">
            <mc:AlternateContent xmlns:mc="http://schemas.openxmlformats.org/markup-compatibility/2006">
              <mc:Choice xmlns:v="urn:schemas-microsoft-com:vml" Requires="v">
                <p:oleObj spid="_x0000_s3129" r:id="rId6" imgW="787400" imgH="190500" progId="Equation.DSMT4">
                  <p:embed/>
                </p:oleObj>
              </mc:Choice>
              <mc:Fallback>
                <p:oleObj r:id="rId6" imgW="787400" imgH="190500" progId="Equation.DSMT4">
                  <p:embed/>
                  <p:pic>
                    <p:nvPicPr>
                      <p:cNvPr id="0" name="图片 3091"/>
                      <p:cNvPicPr/>
                      <p:nvPr/>
                    </p:nvPicPr>
                    <p:blipFill>
                      <a:blip r:embed="rId7"/>
                      <a:stretch>
                        <a:fillRect/>
                      </a:stretch>
                    </p:blipFill>
                    <p:spPr>
                      <a:xfrm>
                        <a:off x="1457960" y="1450023"/>
                        <a:ext cx="1368425" cy="33178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21"/>
                                        </p:tgtEl>
                                        <p:attrNameLst>
                                          <p:attrName>style.visibility</p:attrName>
                                        </p:attrNameLst>
                                      </p:cBhvr>
                                      <p:to>
                                        <p:strVal val="visible"/>
                                      </p:to>
                                    </p:set>
                                    <p:animEffect transition="in" filter="wipe(left)">
                                      <p:cBhvr>
                                        <p:cTn id="7" dur="500"/>
                                        <p:tgtEl>
                                          <p:spTgt spid="92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22"/>
                                        </p:tgtEl>
                                        <p:attrNameLst>
                                          <p:attrName>style.visibility</p:attrName>
                                        </p:attrNameLst>
                                      </p:cBhvr>
                                      <p:to>
                                        <p:strVal val="visible"/>
                                      </p:to>
                                    </p:set>
                                    <p:animEffect transition="in" filter="wipe(left)">
                                      <p:cBhvr>
                                        <p:cTn id="12" dur="500"/>
                                        <p:tgtEl>
                                          <p:spTgt spid="92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p:bldP spid="9222" grpId="0"/>
      <p:bldP spid="5" grpId="0"/>
      <p:bldP spid="6"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72" name="组合 12371"/>
          <p:cNvGrpSpPr/>
          <p:nvPr/>
        </p:nvGrpSpPr>
        <p:grpSpPr>
          <a:xfrm>
            <a:off x="8050213" y="1904683"/>
            <a:ext cx="3733800" cy="2071687"/>
            <a:chOff x="1680" y="1008"/>
            <a:chExt cx="2352" cy="1305"/>
          </a:xfrm>
        </p:grpSpPr>
        <p:grpSp>
          <p:nvGrpSpPr>
            <p:cNvPr id="12293" name="组合 12292"/>
            <p:cNvGrpSpPr/>
            <p:nvPr/>
          </p:nvGrpSpPr>
          <p:grpSpPr>
            <a:xfrm>
              <a:off x="2160" y="1008"/>
              <a:ext cx="1872" cy="1305"/>
              <a:chOff x="3072" y="1136"/>
              <a:chExt cx="1872" cy="1305"/>
            </a:xfrm>
          </p:grpSpPr>
          <p:sp>
            <p:nvSpPr>
              <p:cNvPr id="12294" name="直接连接符 12293"/>
              <p:cNvSpPr/>
              <p:nvPr/>
            </p:nvSpPr>
            <p:spPr>
              <a:xfrm>
                <a:off x="3456" y="2304"/>
                <a:ext cx="1488" cy="0"/>
              </a:xfrm>
              <a:prstGeom prst="line">
                <a:avLst/>
              </a:prstGeom>
              <a:ln w="28575" cap="flat" cmpd="sng">
                <a:solidFill>
                  <a:schemeClr val="tx1"/>
                </a:solidFill>
                <a:prstDash val="solid"/>
                <a:headEnd type="none" w="med" len="med"/>
                <a:tailEnd type="none" w="med" len="med"/>
              </a:ln>
            </p:spPr>
          </p:sp>
          <p:sp>
            <p:nvSpPr>
              <p:cNvPr id="12295" name="直接连接符 12294"/>
              <p:cNvSpPr/>
              <p:nvPr/>
            </p:nvSpPr>
            <p:spPr>
              <a:xfrm>
                <a:off x="3456" y="1440"/>
                <a:ext cx="1488" cy="0"/>
              </a:xfrm>
              <a:prstGeom prst="line">
                <a:avLst/>
              </a:prstGeom>
              <a:ln w="28575" cap="flat" cmpd="sng">
                <a:solidFill>
                  <a:schemeClr val="tx1"/>
                </a:solidFill>
                <a:prstDash val="solid"/>
                <a:headEnd type="none" w="med" len="med"/>
                <a:tailEnd type="none" w="med" len="med"/>
              </a:ln>
            </p:spPr>
          </p:sp>
          <p:sp>
            <p:nvSpPr>
              <p:cNvPr id="12296" name="文本框 12295"/>
              <p:cNvSpPr txBox="1"/>
              <p:nvPr/>
            </p:nvSpPr>
            <p:spPr>
              <a:xfrm>
                <a:off x="3072" y="1248"/>
                <a:ext cx="338" cy="329"/>
              </a:xfrm>
              <a:prstGeom prst="rect">
                <a:avLst/>
              </a:prstGeom>
              <a:noFill/>
              <a:ln w="9525">
                <a:noFill/>
              </a:ln>
            </p:spPr>
            <p:txBody>
              <a:bodyPr wrap="none" anchor="t">
                <a:spAutoFit/>
              </a:bodyPr>
              <a:lstStyle/>
              <a:p>
                <a:pPr algn="l"/>
                <a:r>
                  <a:rPr lang="en-US" altLang="zh-CN" sz="2800" b="1" i="1">
                    <a:solidFill>
                      <a:srgbClr val="FF3300"/>
                    </a:solidFill>
                    <a:latin typeface="Times New Roman" panose="02020603050405020304" pitchFamily="18" charset="0"/>
                  </a:rPr>
                  <a:t>E</a:t>
                </a:r>
                <a:r>
                  <a:rPr lang="en-US" altLang="zh-CN" sz="2800" b="1" baseline="-25000">
                    <a:solidFill>
                      <a:srgbClr val="FF3300"/>
                    </a:solidFill>
                    <a:latin typeface="Times New Roman" panose="02020603050405020304" pitchFamily="18" charset="0"/>
                  </a:rPr>
                  <a:t>2</a:t>
                </a:r>
                <a:endParaRPr lang="en-US" altLang="zh-CN" sz="2800">
                  <a:solidFill>
                    <a:schemeClr val="tx1"/>
                  </a:solidFill>
                  <a:latin typeface="Times New Roman" panose="02020603050405020304" pitchFamily="18" charset="0"/>
                </a:endParaRPr>
              </a:p>
            </p:txBody>
          </p:sp>
          <p:sp>
            <p:nvSpPr>
              <p:cNvPr id="12297" name="文本框 12296"/>
              <p:cNvSpPr txBox="1"/>
              <p:nvPr/>
            </p:nvSpPr>
            <p:spPr>
              <a:xfrm>
                <a:off x="3120" y="2112"/>
                <a:ext cx="338" cy="329"/>
              </a:xfrm>
              <a:prstGeom prst="rect">
                <a:avLst/>
              </a:prstGeom>
              <a:noFill/>
              <a:ln w="9525">
                <a:noFill/>
              </a:ln>
            </p:spPr>
            <p:txBody>
              <a:bodyPr wrap="none" anchor="t">
                <a:spAutoFit/>
              </a:bodyPr>
              <a:lstStyle/>
              <a:p>
                <a:pPr algn="l"/>
                <a:r>
                  <a:rPr lang="en-US" altLang="zh-CN" sz="2800" b="1" i="1">
                    <a:solidFill>
                      <a:srgbClr val="FF3300"/>
                    </a:solidFill>
                    <a:latin typeface="Times New Roman" panose="02020603050405020304" pitchFamily="18" charset="0"/>
                  </a:rPr>
                  <a:t>E</a:t>
                </a:r>
                <a:r>
                  <a:rPr lang="en-US" altLang="zh-CN" sz="2800" b="1" baseline="-25000">
                    <a:solidFill>
                      <a:srgbClr val="FF3300"/>
                    </a:solidFill>
                    <a:latin typeface="Times New Roman" panose="02020603050405020304" pitchFamily="18" charset="0"/>
                  </a:rPr>
                  <a:t>1</a:t>
                </a:r>
                <a:endParaRPr lang="en-US" altLang="zh-CN" sz="2800">
                  <a:solidFill>
                    <a:schemeClr val="tx1"/>
                  </a:solidFill>
                  <a:latin typeface="Times New Roman" panose="02020603050405020304" pitchFamily="18" charset="0"/>
                </a:endParaRPr>
              </a:p>
            </p:txBody>
          </p:sp>
          <p:sp>
            <p:nvSpPr>
              <p:cNvPr id="12298" name="文本框 12297"/>
              <p:cNvSpPr txBox="1"/>
              <p:nvPr/>
            </p:nvSpPr>
            <p:spPr>
              <a:xfrm>
                <a:off x="3504" y="1136"/>
                <a:ext cx="266" cy="232"/>
              </a:xfrm>
              <a:prstGeom prst="rect">
                <a:avLst/>
              </a:prstGeom>
              <a:noFill/>
              <a:ln w="9525">
                <a:noFill/>
              </a:ln>
            </p:spPr>
            <p:txBody>
              <a:bodyPr wrap="none" anchor="t">
                <a:spAutoFit/>
              </a:bodyPr>
              <a:lstStyle/>
              <a:p>
                <a:pPr algn="l"/>
                <a:r>
                  <a:rPr lang="en-US" altLang="zh-CN" b="1" i="1">
                    <a:solidFill>
                      <a:schemeClr val="tx1"/>
                    </a:solidFill>
                    <a:latin typeface="Times New Roman" panose="02020603050405020304" pitchFamily="18" charset="0"/>
                  </a:rPr>
                  <a:t>N</a:t>
                </a:r>
                <a:r>
                  <a:rPr lang="en-US" altLang="zh-CN" b="1" baseline="-25000">
                    <a:solidFill>
                      <a:schemeClr val="tx1"/>
                    </a:solidFill>
                    <a:latin typeface="Times New Roman" panose="02020603050405020304" pitchFamily="18" charset="0"/>
                  </a:rPr>
                  <a:t>2</a:t>
                </a:r>
                <a:endParaRPr lang="en-US" altLang="zh-CN" b="1">
                  <a:solidFill>
                    <a:schemeClr val="tx1"/>
                  </a:solidFill>
                  <a:latin typeface="Times New Roman" panose="02020603050405020304" pitchFamily="18" charset="0"/>
                </a:endParaRPr>
              </a:p>
            </p:txBody>
          </p:sp>
          <p:sp>
            <p:nvSpPr>
              <p:cNvPr id="12299" name="文本框 12298"/>
              <p:cNvSpPr txBox="1"/>
              <p:nvPr/>
            </p:nvSpPr>
            <p:spPr>
              <a:xfrm>
                <a:off x="3504" y="2000"/>
                <a:ext cx="266" cy="232"/>
              </a:xfrm>
              <a:prstGeom prst="rect">
                <a:avLst/>
              </a:prstGeom>
              <a:noFill/>
              <a:ln w="9525">
                <a:noFill/>
              </a:ln>
            </p:spPr>
            <p:txBody>
              <a:bodyPr wrap="none" anchor="t">
                <a:spAutoFit/>
              </a:bodyPr>
              <a:lstStyle/>
              <a:p>
                <a:pPr algn="l"/>
                <a:r>
                  <a:rPr lang="en-US" altLang="zh-CN" b="1" i="1">
                    <a:solidFill>
                      <a:schemeClr val="tx1"/>
                    </a:solidFill>
                    <a:latin typeface="Times New Roman" panose="02020603050405020304" pitchFamily="18" charset="0"/>
                  </a:rPr>
                  <a:t>N</a:t>
                </a:r>
                <a:r>
                  <a:rPr lang="en-US" altLang="zh-CN" b="1" baseline="-25000">
                    <a:solidFill>
                      <a:schemeClr val="tx1"/>
                    </a:solidFill>
                    <a:latin typeface="Times New Roman" panose="02020603050405020304" pitchFamily="18" charset="0"/>
                  </a:rPr>
                  <a:t>1</a:t>
                </a:r>
                <a:endParaRPr lang="en-US" altLang="zh-CN" b="1">
                  <a:solidFill>
                    <a:schemeClr val="tx1"/>
                  </a:solidFill>
                  <a:latin typeface="Times New Roman" panose="02020603050405020304" pitchFamily="18" charset="0"/>
                </a:endParaRPr>
              </a:p>
            </p:txBody>
          </p:sp>
        </p:grpSp>
        <p:grpSp>
          <p:nvGrpSpPr>
            <p:cNvPr id="12300" name="组合 12299"/>
            <p:cNvGrpSpPr/>
            <p:nvPr/>
          </p:nvGrpSpPr>
          <p:grpSpPr>
            <a:xfrm>
              <a:off x="1680" y="1632"/>
              <a:ext cx="864" cy="192"/>
              <a:chOff x="4032" y="1008"/>
              <a:chExt cx="1392" cy="192"/>
            </a:xfrm>
          </p:grpSpPr>
          <p:grpSp>
            <p:nvGrpSpPr>
              <p:cNvPr id="12301" name="组合 12300"/>
              <p:cNvGrpSpPr/>
              <p:nvPr/>
            </p:nvGrpSpPr>
            <p:grpSpPr>
              <a:xfrm>
                <a:off x="4032" y="1008"/>
                <a:ext cx="528" cy="192"/>
                <a:chOff x="4032" y="1008"/>
                <a:chExt cx="1440" cy="432"/>
              </a:xfrm>
            </p:grpSpPr>
            <p:grpSp>
              <p:nvGrpSpPr>
                <p:cNvPr id="12302" name="组合 12301"/>
                <p:cNvGrpSpPr/>
                <p:nvPr/>
              </p:nvGrpSpPr>
              <p:grpSpPr>
                <a:xfrm>
                  <a:off x="4032" y="1008"/>
                  <a:ext cx="720" cy="432"/>
                  <a:chOff x="5040" y="864"/>
                  <a:chExt cx="720" cy="432"/>
                </a:xfrm>
              </p:grpSpPr>
              <p:grpSp>
                <p:nvGrpSpPr>
                  <p:cNvPr id="12303" name="组合 12302"/>
                  <p:cNvGrpSpPr/>
                  <p:nvPr/>
                </p:nvGrpSpPr>
                <p:grpSpPr>
                  <a:xfrm flipH="1" flipV="1">
                    <a:off x="5040" y="864"/>
                    <a:ext cx="384" cy="432"/>
                    <a:chOff x="4416" y="816"/>
                    <a:chExt cx="384" cy="432"/>
                  </a:xfrm>
                </p:grpSpPr>
                <p:sp>
                  <p:nvSpPr>
                    <p:cNvPr id="12304" name="任意多边形 12303"/>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2305" name="任意多边形 12304"/>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2306" name="组合 12305"/>
                  <p:cNvGrpSpPr/>
                  <p:nvPr/>
                </p:nvGrpSpPr>
                <p:grpSpPr>
                  <a:xfrm flipV="1">
                    <a:off x="5376" y="864"/>
                    <a:ext cx="384" cy="432"/>
                    <a:chOff x="4416" y="816"/>
                    <a:chExt cx="384" cy="432"/>
                  </a:xfrm>
                </p:grpSpPr>
                <p:sp>
                  <p:nvSpPr>
                    <p:cNvPr id="12307" name="任意多边形 12306"/>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2308" name="任意多边形 12307"/>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12309" name="组合 12308"/>
                <p:cNvGrpSpPr/>
                <p:nvPr/>
              </p:nvGrpSpPr>
              <p:grpSpPr>
                <a:xfrm>
                  <a:off x="4752" y="1008"/>
                  <a:ext cx="720" cy="432"/>
                  <a:chOff x="5040" y="864"/>
                  <a:chExt cx="720" cy="432"/>
                </a:xfrm>
              </p:grpSpPr>
              <p:grpSp>
                <p:nvGrpSpPr>
                  <p:cNvPr id="12310" name="组合 12309"/>
                  <p:cNvGrpSpPr/>
                  <p:nvPr/>
                </p:nvGrpSpPr>
                <p:grpSpPr>
                  <a:xfrm flipH="1" flipV="1">
                    <a:off x="5040" y="864"/>
                    <a:ext cx="384" cy="432"/>
                    <a:chOff x="4416" y="816"/>
                    <a:chExt cx="384" cy="432"/>
                  </a:xfrm>
                </p:grpSpPr>
                <p:sp>
                  <p:nvSpPr>
                    <p:cNvPr id="12311" name="任意多边形 12310"/>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2312" name="任意多边形 12311"/>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2313" name="组合 12312"/>
                  <p:cNvGrpSpPr/>
                  <p:nvPr/>
                </p:nvGrpSpPr>
                <p:grpSpPr>
                  <a:xfrm flipV="1">
                    <a:off x="5376" y="864"/>
                    <a:ext cx="384" cy="432"/>
                    <a:chOff x="4416" y="816"/>
                    <a:chExt cx="384" cy="432"/>
                  </a:xfrm>
                </p:grpSpPr>
                <p:sp>
                  <p:nvSpPr>
                    <p:cNvPr id="12314" name="任意多边形 12313"/>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2315" name="任意多边形 12314"/>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grpSp>
            <p:nvGrpSpPr>
              <p:cNvPr id="12316" name="组合 12315"/>
              <p:cNvGrpSpPr/>
              <p:nvPr/>
            </p:nvGrpSpPr>
            <p:grpSpPr>
              <a:xfrm>
                <a:off x="4560" y="1008"/>
                <a:ext cx="528" cy="192"/>
                <a:chOff x="4032" y="1008"/>
                <a:chExt cx="1440" cy="432"/>
              </a:xfrm>
            </p:grpSpPr>
            <p:grpSp>
              <p:nvGrpSpPr>
                <p:cNvPr id="12317" name="组合 12316"/>
                <p:cNvGrpSpPr/>
                <p:nvPr/>
              </p:nvGrpSpPr>
              <p:grpSpPr>
                <a:xfrm>
                  <a:off x="4032" y="1008"/>
                  <a:ext cx="720" cy="432"/>
                  <a:chOff x="5040" y="864"/>
                  <a:chExt cx="720" cy="432"/>
                </a:xfrm>
              </p:grpSpPr>
              <p:grpSp>
                <p:nvGrpSpPr>
                  <p:cNvPr id="12318" name="组合 12317"/>
                  <p:cNvGrpSpPr/>
                  <p:nvPr/>
                </p:nvGrpSpPr>
                <p:grpSpPr>
                  <a:xfrm flipH="1" flipV="1">
                    <a:off x="5040" y="864"/>
                    <a:ext cx="384" cy="432"/>
                    <a:chOff x="4416" y="816"/>
                    <a:chExt cx="384" cy="432"/>
                  </a:xfrm>
                </p:grpSpPr>
                <p:sp>
                  <p:nvSpPr>
                    <p:cNvPr id="12319" name="任意多边形 12318"/>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2320" name="任意多边形 12319"/>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2321" name="组合 12320"/>
                  <p:cNvGrpSpPr/>
                  <p:nvPr/>
                </p:nvGrpSpPr>
                <p:grpSpPr>
                  <a:xfrm flipV="1">
                    <a:off x="5376" y="864"/>
                    <a:ext cx="384" cy="432"/>
                    <a:chOff x="4416" y="816"/>
                    <a:chExt cx="384" cy="432"/>
                  </a:xfrm>
                </p:grpSpPr>
                <p:sp>
                  <p:nvSpPr>
                    <p:cNvPr id="12322" name="任意多边形 12321"/>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2323" name="任意多边形 12322"/>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12324" name="组合 12323"/>
                <p:cNvGrpSpPr/>
                <p:nvPr/>
              </p:nvGrpSpPr>
              <p:grpSpPr>
                <a:xfrm>
                  <a:off x="4752" y="1008"/>
                  <a:ext cx="720" cy="432"/>
                  <a:chOff x="5040" y="864"/>
                  <a:chExt cx="720" cy="432"/>
                </a:xfrm>
              </p:grpSpPr>
              <p:grpSp>
                <p:nvGrpSpPr>
                  <p:cNvPr id="12325" name="组合 12324"/>
                  <p:cNvGrpSpPr/>
                  <p:nvPr/>
                </p:nvGrpSpPr>
                <p:grpSpPr>
                  <a:xfrm flipH="1" flipV="1">
                    <a:off x="5040" y="864"/>
                    <a:ext cx="384" cy="432"/>
                    <a:chOff x="4416" y="816"/>
                    <a:chExt cx="384" cy="432"/>
                  </a:xfrm>
                </p:grpSpPr>
                <p:sp>
                  <p:nvSpPr>
                    <p:cNvPr id="12326" name="任意多边形 12325"/>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2327" name="任意多边形 12326"/>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2328" name="组合 12327"/>
                  <p:cNvGrpSpPr/>
                  <p:nvPr/>
                </p:nvGrpSpPr>
                <p:grpSpPr>
                  <a:xfrm flipV="1">
                    <a:off x="5376" y="864"/>
                    <a:ext cx="384" cy="432"/>
                    <a:chOff x="4416" y="816"/>
                    <a:chExt cx="384" cy="432"/>
                  </a:xfrm>
                </p:grpSpPr>
                <p:sp>
                  <p:nvSpPr>
                    <p:cNvPr id="12329" name="任意多边形 12328"/>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2330" name="任意多边形 12329"/>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sp>
            <p:nvSpPr>
              <p:cNvPr id="12331" name="任意多边形 12330"/>
              <p:cNvSpPr/>
              <p:nvPr/>
            </p:nvSpPr>
            <p:spPr>
              <a:xfrm flipV="1">
                <a:off x="5088" y="1104"/>
                <a:ext cx="96" cy="96"/>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2332" name="直接连接符 12331"/>
              <p:cNvSpPr/>
              <p:nvPr/>
            </p:nvSpPr>
            <p:spPr>
              <a:xfrm>
                <a:off x="5184" y="1104"/>
                <a:ext cx="240" cy="0"/>
              </a:xfrm>
              <a:prstGeom prst="line">
                <a:avLst/>
              </a:prstGeom>
              <a:ln w="28575" cap="flat" cmpd="sng">
                <a:solidFill>
                  <a:srgbClr val="FF3300"/>
                </a:solidFill>
                <a:prstDash val="solid"/>
                <a:headEnd type="none" w="med" len="med"/>
                <a:tailEnd type="triangle" w="med" len="med"/>
              </a:ln>
            </p:spPr>
          </p:sp>
        </p:grpSp>
        <p:sp>
          <p:nvSpPr>
            <p:cNvPr id="12366" name="直接连接符 12365"/>
            <p:cNvSpPr/>
            <p:nvPr/>
          </p:nvSpPr>
          <p:spPr>
            <a:xfrm flipV="1">
              <a:off x="3216" y="1296"/>
              <a:ext cx="0" cy="864"/>
            </a:xfrm>
            <a:prstGeom prst="line">
              <a:avLst/>
            </a:prstGeom>
            <a:ln w="38100" cap="flat" cmpd="sng">
              <a:solidFill>
                <a:srgbClr val="FF3300"/>
              </a:solidFill>
              <a:prstDash val="solid"/>
              <a:headEnd type="none" w="med" len="med"/>
              <a:tailEnd type="triangle" w="med" len="med"/>
            </a:ln>
          </p:spPr>
        </p:sp>
        <p:sp>
          <p:nvSpPr>
            <p:cNvPr id="12367" name="矩形 12366"/>
            <p:cNvSpPr/>
            <p:nvPr/>
          </p:nvSpPr>
          <p:spPr>
            <a:xfrm>
              <a:off x="1920" y="1344"/>
              <a:ext cx="323" cy="232"/>
            </a:xfrm>
            <a:prstGeom prst="rect">
              <a:avLst/>
            </a:prstGeom>
            <a:noFill/>
            <a:ln w="9525">
              <a:noFill/>
            </a:ln>
          </p:spPr>
          <p:txBody>
            <a:bodyPr>
              <a:spAutoFit/>
            </a:bodyPr>
            <a:lstStyle/>
            <a:p>
              <a:pPr algn="l"/>
              <a:r>
                <a:rPr lang="en-US" altLang="zh-CN" b="1" i="1">
                  <a:solidFill>
                    <a:srgbClr val="FF3300"/>
                  </a:solidFill>
                  <a:latin typeface="Times New Roman" panose="02020603050405020304" pitchFamily="18" charset="0"/>
                </a:rPr>
                <a:t>h</a:t>
              </a:r>
              <a:r>
                <a:rPr lang="en-US" altLang="zh-CN" b="1" i="1">
                  <a:solidFill>
                    <a:srgbClr val="FF3300"/>
                  </a:solidFill>
                  <a:latin typeface="Times New Roman" panose="02020603050405020304" pitchFamily="18" charset="0"/>
                  <a:sym typeface="Symbol" panose="05050102010706020507" pitchFamily="18" charset="2"/>
                </a:rPr>
                <a:t></a:t>
              </a:r>
              <a:endParaRPr lang="en-US" altLang="zh-CN" b="1">
                <a:solidFill>
                  <a:srgbClr val="FF3300"/>
                </a:solidFill>
                <a:latin typeface="Times New Roman" panose="02020603050405020304" pitchFamily="18" charset="0"/>
                <a:sym typeface="Symbol" panose="05050102010706020507" pitchFamily="18" charset="2"/>
              </a:endParaRPr>
            </a:p>
          </p:txBody>
        </p:sp>
      </p:grpSp>
      <p:sp>
        <p:nvSpPr>
          <p:cNvPr id="12368" name="文本框 12367"/>
          <p:cNvSpPr txBox="1"/>
          <p:nvPr/>
        </p:nvSpPr>
        <p:spPr>
          <a:xfrm>
            <a:off x="477520" y="1165225"/>
            <a:ext cx="11306810" cy="1568450"/>
          </a:xfrm>
          <a:prstGeom prst="rect">
            <a:avLst/>
          </a:prstGeom>
          <a:noFill/>
          <a:ln w="9525">
            <a:noFill/>
          </a:ln>
        </p:spPr>
        <p:txBody>
          <a:bodyPr wrap="square">
            <a:spAutoFit/>
          </a:bodyPr>
          <a:lstStyle/>
          <a:p>
            <a:pPr algn="l"/>
            <a:r>
              <a:rPr lang="zh-CN" altLang="en-US" sz="2400" b="1" dirty="0">
                <a:latin typeface="等线" panose="02010600030101010101" charset="-122"/>
                <a:ea typeface="等线" panose="02010600030101010101" charset="-122"/>
                <a:cs typeface="等线" panose="02010600030101010101" charset="-122"/>
                <a:sym typeface="+mn-ea"/>
              </a:rPr>
              <a:t>处在低能级</a:t>
            </a:r>
            <a:r>
              <a:rPr lang="en-US" altLang="zh-CN" sz="2400" b="1">
                <a:latin typeface="等线" panose="02010600030101010101" charset="-122"/>
                <a:ea typeface="等线" panose="02010600030101010101" charset="-122"/>
                <a:cs typeface="等线" panose="02010600030101010101" charset="-122"/>
                <a:sym typeface="+mn-ea"/>
              </a:rPr>
              <a:t>E</a:t>
            </a:r>
            <a:r>
              <a:rPr lang="en-US" altLang="zh-CN" sz="2400" b="1" baseline="-25000">
                <a:latin typeface="等线" panose="02010600030101010101" charset="-122"/>
                <a:ea typeface="等线" panose="02010600030101010101" charset="-122"/>
                <a:cs typeface="等线" panose="02010600030101010101" charset="-122"/>
                <a:sym typeface="+mn-ea"/>
              </a:rPr>
              <a:t>1</a:t>
            </a:r>
            <a:r>
              <a:rPr lang="zh-CN" altLang="en-US" sz="2400" b="1" dirty="0">
                <a:latin typeface="等线" panose="02010600030101010101" charset="-122"/>
                <a:ea typeface="等线" panose="02010600030101010101" charset="-122"/>
                <a:cs typeface="等线" panose="02010600030101010101" charset="-122"/>
                <a:sym typeface="+mn-ea"/>
              </a:rPr>
              <a:t>的原子受到能量等于</a:t>
            </a:r>
            <a:r>
              <a:rPr lang="en-US" altLang="zh-CN" sz="2400" b="1">
                <a:latin typeface="等线" panose="02010600030101010101" charset="-122"/>
                <a:ea typeface="等线" panose="02010600030101010101" charset="-122"/>
                <a:cs typeface="等线" panose="02010600030101010101" charset="-122"/>
                <a:sym typeface="+mn-ea"/>
              </a:rPr>
              <a:t>h</a:t>
            </a:r>
            <a:r>
              <a:rPr lang="en-US" altLang="zh-CN" sz="2400" b="1">
                <a:latin typeface="等线" panose="02010600030101010101" charset="-122"/>
                <a:ea typeface="等线" panose="02010600030101010101" charset="-122"/>
                <a:cs typeface="等线" panose="02010600030101010101" charset="-122"/>
                <a:sym typeface="Symbol" panose="05050102010706020507" pitchFamily="18" charset="2"/>
              </a:rPr>
              <a:t>=E</a:t>
            </a:r>
            <a:r>
              <a:rPr lang="en-US" altLang="zh-CN" sz="2400" b="1" baseline="-25000">
                <a:latin typeface="等线" panose="02010600030101010101" charset="-122"/>
                <a:ea typeface="等线" panose="02010600030101010101" charset="-122"/>
                <a:cs typeface="等线" panose="02010600030101010101" charset="-122"/>
                <a:sym typeface="Symbol" panose="05050102010706020507" pitchFamily="18" charset="2"/>
              </a:rPr>
              <a:t>2</a:t>
            </a:r>
            <a:r>
              <a:rPr lang="en-US" altLang="zh-CN" sz="2400" b="1">
                <a:latin typeface="等线" panose="02010600030101010101" charset="-122"/>
                <a:ea typeface="等线" panose="02010600030101010101" charset="-122"/>
                <a:cs typeface="等线" panose="02010600030101010101" charset="-122"/>
                <a:sym typeface="Symbol" panose="05050102010706020507" pitchFamily="18" charset="2"/>
              </a:rPr>
              <a:t>-E</a:t>
            </a:r>
            <a:r>
              <a:rPr lang="en-US" altLang="zh-CN" sz="2400" b="1" baseline="-25000">
                <a:latin typeface="等线" panose="02010600030101010101" charset="-122"/>
                <a:ea typeface="等线" panose="02010600030101010101" charset="-122"/>
                <a:cs typeface="等线" panose="02010600030101010101" charset="-122"/>
                <a:sym typeface="Symbol" panose="05050102010706020507" pitchFamily="18" charset="2"/>
              </a:rPr>
              <a:t>1</a:t>
            </a:r>
            <a:r>
              <a:rPr lang="zh-CN" altLang="en-US" sz="2400" b="1" dirty="0">
                <a:latin typeface="等线" panose="02010600030101010101" charset="-122"/>
                <a:ea typeface="等线" panose="02010600030101010101" charset="-122"/>
                <a:cs typeface="等线" panose="02010600030101010101" charset="-122"/>
                <a:sym typeface="Symbol" panose="05050102010706020507" pitchFamily="18" charset="2"/>
              </a:rPr>
              <a:t>的光子的照射时，会吸收这一光子而跃迁到高能级</a:t>
            </a:r>
            <a:r>
              <a:rPr lang="en-US" altLang="zh-CN" sz="2400" b="1">
                <a:latin typeface="等线" panose="02010600030101010101" charset="-122"/>
                <a:ea typeface="等线" panose="02010600030101010101" charset="-122"/>
                <a:cs typeface="等线" panose="02010600030101010101" charset="-122"/>
                <a:sym typeface="Symbol" panose="05050102010706020507" pitchFamily="18" charset="2"/>
              </a:rPr>
              <a:t>E</a:t>
            </a:r>
            <a:r>
              <a:rPr lang="en-US" altLang="zh-CN" sz="2400" b="1" baseline="-25000">
                <a:latin typeface="等线" panose="02010600030101010101" charset="-122"/>
                <a:ea typeface="等线" panose="02010600030101010101" charset="-122"/>
                <a:cs typeface="等线" panose="02010600030101010101" charset="-122"/>
                <a:sym typeface="Symbol" panose="05050102010706020507" pitchFamily="18" charset="2"/>
              </a:rPr>
              <a:t>2</a:t>
            </a:r>
            <a:r>
              <a:rPr lang="zh-CN" altLang="en-US" sz="2400" b="1" dirty="0">
                <a:latin typeface="等线" panose="02010600030101010101" charset="-122"/>
                <a:ea typeface="等线" panose="02010600030101010101" charset="-122"/>
                <a:cs typeface="等线" panose="02010600030101010101" charset="-122"/>
                <a:sym typeface="Symbol" panose="05050102010706020507" pitchFamily="18" charset="2"/>
              </a:rPr>
              <a:t>的过程叫</a:t>
            </a:r>
            <a:r>
              <a:rPr lang="zh-CN" altLang="en-US" sz="2400" b="1" dirty="0">
                <a:solidFill>
                  <a:srgbClr val="FF0000"/>
                </a:solidFill>
                <a:latin typeface="等线" panose="02010600030101010101" charset="-122"/>
                <a:ea typeface="等线" panose="02010600030101010101" charset="-122"/>
                <a:cs typeface="等线" panose="02010600030101010101" charset="-122"/>
                <a:sym typeface="Symbol" panose="05050102010706020507" pitchFamily="18" charset="2"/>
              </a:rPr>
              <a:t>受激吸收</a:t>
            </a:r>
            <a:r>
              <a:rPr lang="zh-CN" altLang="en-US" sz="2400" b="1" dirty="0">
                <a:latin typeface="等线" panose="02010600030101010101" charset="-122"/>
                <a:ea typeface="等线" panose="02010600030101010101" charset="-122"/>
                <a:cs typeface="等线" panose="02010600030101010101" charset="-122"/>
                <a:sym typeface="Symbol" panose="05050102010706020507" pitchFamily="18" charset="2"/>
              </a:rPr>
              <a:t>。</a:t>
            </a:r>
          </a:p>
          <a:p>
            <a:pPr algn="l"/>
            <a:endParaRPr lang="zh-CN" altLang="en-US" sz="2400" b="1" dirty="0">
              <a:solidFill>
                <a:schemeClr val="tx1"/>
              </a:solidFill>
              <a:latin typeface="等线" panose="02010600030101010101" charset="-122"/>
              <a:ea typeface="等线" panose="02010600030101010101" charset="-122"/>
              <a:cs typeface="等线" panose="02010600030101010101" charset="-122"/>
              <a:sym typeface="Symbol" panose="05050102010706020507" pitchFamily="18" charset="2"/>
            </a:endParaRPr>
          </a:p>
          <a:p>
            <a:pPr algn="l"/>
            <a:endParaRPr lang="zh-CN" altLang="en-US" sz="2400" b="1">
              <a:solidFill>
                <a:srgbClr val="0000FF"/>
              </a:solidFill>
              <a:latin typeface="Times New Roman" panose="02020603050405020304" pitchFamily="18" charset="0"/>
            </a:endParaRPr>
          </a:p>
        </p:txBody>
      </p:sp>
      <p:sp>
        <p:nvSpPr>
          <p:cNvPr id="12369" name="文本框 12368"/>
          <p:cNvSpPr txBox="1"/>
          <p:nvPr/>
        </p:nvSpPr>
        <p:spPr>
          <a:xfrm>
            <a:off x="472440" y="2273300"/>
            <a:ext cx="8375650" cy="460375"/>
          </a:xfrm>
          <a:prstGeom prst="rect">
            <a:avLst/>
          </a:prstGeom>
          <a:noFill/>
          <a:ln w="9525">
            <a:noFill/>
          </a:ln>
        </p:spPr>
        <p:txBody>
          <a:bodyPr>
            <a:spAutoFit/>
          </a:bodyPr>
          <a:lstStyle/>
          <a:p>
            <a:pPr algn="l"/>
            <a:r>
              <a:rPr lang="zh-CN" altLang="en-US" sz="2400" b="1" dirty="0">
                <a:solidFill>
                  <a:schemeClr val="tx1"/>
                </a:solidFill>
                <a:latin typeface="Times New Roman" panose="02020603050405020304" pitchFamily="18" charset="0"/>
              </a:rPr>
              <a:t>单位体积中单位时间内因吸收外来光而从</a:t>
            </a:r>
            <a:r>
              <a:rPr lang="en-US" altLang="zh-CN" sz="2400" b="1" i="1">
                <a:solidFill>
                  <a:schemeClr val="tx1"/>
                </a:solidFill>
                <a:latin typeface="Times New Roman" panose="02020603050405020304" pitchFamily="18" charset="0"/>
              </a:rPr>
              <a:t>E</a:t>
            </a:r>
            <a:r>
              <a:rPr lang="en-US" altLang="zh-CN" sz="2400" b="1" baseline="-25000">
                <a:solidFill>
                  <a:schemeClr val="tx1"/>
                </a:solidFill>
                <a:latin typeface="Times New Roman" panose="02020603050405020304" pitchFamily="18" charset="0"/>
              </a:rPr>
              <a:t>1</a:t>
            </a:r>
            <a:r>
              <a:rPr lang="en-US" altLang="zh-CN" sz="2400" b="1">
                <a:solidFill>
                  <a:schemeClr val="tx1"/>
                </a:solidFill>
                <a:latin typeface="Times New Roman" panose="02020603050405020304" pitchFamily="18" charset="0"/>
                <a:sym typeface="Symbol" panose="05050102010706020507" pitchFamily="18" charset="2"/>
              </a:rPr>
              <a:t></a:t>
            </a:r>
            <a:r>
              <a:rPr lang="en-US" altLang="zh-CN" sz="2400" b="1" i="1">
                <a:solidFill>
                  <a:schemeClr val="tx1"/>
                </a:solidFill>
                <a:latin typeface="Times New Roman" panose="02020603050405020304" pitchFamily="18" charset="0"/>
              </a:rPr>
              <a:t>E</a:t>
            </a:r>
            <a:r>
              <a:rPr lang="en-US" altLang="zh-CN" sz="2400" b="1" baseline="-25000">
                <a:solidFill>
                  <a:schemeClr val="tx1"/>
                </a:solidFill>
                <a:latin typeface="Times New Roman" panose="02020603050405020304" pitchFamily="18" charset="0"/>
              </a:rPr>
              <a:t>2   </a:t>
            </a:r>
            <a:r>
              <a:rPr lang="zh-CN" altLang="en-US" sz="2400" b="1" dirty="0">
                <a:solidFill>
                  <a:schemeClr val="tx1"/>
                </a:solidFill>
                <a:latin typeface="Times New Roman" panose="02020603050405020304" pitchFamily="18" charset="0"/>
              </a:rPr>
              <a:t>的原子数：</a:t>
            </a:r>
          </a:p>
        </p:txBody>
      </p:sp>
      <p:sp>
        <p:nvSpPr>
          <p:cNvPr id="12371" name="文本框 12370"/>
          <p:cNvSpPr txBox="1"/>
          <p:nvPr/>
        </p:nvSpPr>
        <p:spPr>
          <a:xfrm>
            <a:off x="477203" y="280988"/>
            <a:ext cx="6553200" cy="523240"/>
          </a:xfrm>
          <a:prstGeom prst="rect">
            <a:avLst/>
          </a:prstGeom>
          <a:solidFill>
            <a:srgbClr val="993366"/>
          </a:solidFill>
          <a:ln w="9525">
            <a:noFill/>
          </a:ln>
        </p:spPr>
        <p:txBody>
          <a:bodyPr lIns="90000" tIns="46800" rIns="90000" bIns="46800">
            <a:spAutoFit/>
          </a:bodyPr>
          <a:lstStyle/>
          <a:p>
            <a:pPr algn="l">
              <a:spcBef>
                <a:spcPct val="50000"/>
              </a:spcBef>
            </a:pPr>
            <a:r>
              <a:rPr lang="zh-CN" altLang="en-US" sz="2800" b="1" dirty="0">
                <a:solidFill>
                  <a:srgbClr val="FFCC66"/>
                </a:solidFill>
                <a:latin typeface="Times New Roman" panose="02020603050405020304" pitchFamily="18" charset="0"/>
                <a:ea typeface="楷体_GB2312" pitchFamily="49" charset="-122"/>
              </a:rPr>
              <a:t>受激吸收（</a:t>
            </a:r>
            <a:r>
              <a:rPr lang="en-US" altLang="zh-CN" sz="2800" b="1">
                <a:solidFill>
                  <a:srgbClr val="FFCC00"/>
                </a:solidFill>
                <a:latin typeface="Times New Roman" panose="02020603050405020304" pitchFamily="18" charset="0"/>
              </a:rPr>
              <a:t>stimulated absorption</a:t>
            </a:r>
            <a:r>
              <a:rPr lang="en-US" altLang="zh-CN" sz="2800" b="1">
                <a:solidFill>
                  <a:srgbClr val="FFCC66"/>
                </a:solidFill>
                <a:latin typeface="Times New Roman" panose="02020603050405020304" pitchFamily="18" charset="0"/>
                <a:ea typeface="楷体_GB2312" pitchFamily="49" charset="-122"/>
              </a:rPr>
              <a:t> </a:t>
            </a:r>
            <a:r>
              <a:rPr lang="zh-CN" altLang="en-US" sz="2800" b="1">
                <a:solidFill>
                  <a:srgbClr val="FFCC66"/>
                </a:solidFill>
                <a:latin typeface="Times New Roman" panose="02020603050405020304" pitchFamily="18" charset="0"/>
                <a:ea typeface="楷体_GB2312" pitchFamily="49" charset="-122"/>
              </a:rPr>
              <a:t>）</a:t>
            </a:r>
          </a:p>
        </p:txBody>
      </p:sp>
      <p:graphicFrame>
        <p:nvGraphicFramePr>
          <p:cNvPr id="13323" name="对象 13322"/>
          <p:cNvGraphicFramePr/>
          <p:nvPr/>
        </p:nvGraphicFramePr>
        <p:xfrm>
          <a:off x="1941830" y="2954020"/>
          <a:ext cx="4273550" cy="1012825"/>
        </p:xfrm>
        <a:graphic>
          <a:graphicData uri="http://schemas.openxmlformats.org/presentationml/2006/ole">
            <mc:AlternateContent xmlns:mc="http://schemas.openxmlformats.org/markup-compatibility/2006">
              <mc:Choice xmlns:v="urn:schemas-microsoft-com:vml" Requires="v">
                <p:oleObj spid="_x0000_s4131" r:id="rId3" imgW="1981200" imgH="469900" progId="Equation.3">
                  <p:embed/>
                </p:oleObj>
              </mc:Choice>
              <mc:Fallback>
                <p:oleObj r:id="rId3" imgW="1981200" imgH="469900" progId="Equation.3">
                  <p:embed/>
                  <p:pic>
                    <p:nvPicPr>
                      <p:cNvPr id="0" name="图片 3081"/>
                      <p:cNvPicPr/>
                      <p:nvPr/>
                    </p:nvPicPr>
                    <p:blipFill>
                      <a:blip r:embed="rId4"/>
                      <a:stretch>
                        <a:fillRect/>
                      </a:stretch>
                    </p:blipFill>
                    <p:spPr>
                      <a:xfrm>
                        <a:off x="1941830" y="2954020"/>
                        <a:ext cx="4273550" cy="1012825"/>
                      </a:xfrm>
                      <a:prstGeom prst="rect">
                        <a:avLst/>
                      </a:prstGeom>
                      <a:noFill/>
                      <a:ln w="38100">
                        <a:noFill/>
                        <a:miter/>
                      </a:ln>
                    </p:spPr>
                  </p:pic>
                </p:oleObj>
              </mc:Fallback>
            </mc:AlternateContent>
          </a:graphicData>
        </a:graphic>
      </p:graphicFrame>
      <p:graphicFrame>
        <p:nvGraphicFramePr>
          <p:cNvPr id="13315" name="对象 13314"/>
          <p:cNvGraphicFramePr/>
          <p:nvPr/>
        </p:nvGraphicFramePr>
        <p:xfrm>
          <a:off x="4619308" y="4807585"/>
          <a:ext cx="3690937" cy="1147763"/>
        </p:xfrm>
        <a:graphic>
          <a:graphicData uri="http://schemas.openxmlformats.org/presentationml/2006/ole">
            <mc:AlternateContent xmlns:mc="http://schemas.openxmlformats.org/markup-compatibility/2006">
              <mc:Choice xmlns:v="urn:schemas-microsoft-com:vml" Requires="v">
                <p:oleObj spid="_x0000_s4132" r:id="rId5" imgW="1511300" imgH="469900" progId="Equation.3">
                  <p:embed/>
                </p:oleObj>
              </mc:Choice>
              <mc:Fallback>
                <p:oleObj r:id="rId5" imgW="1511300" imgH="469900" progId="Equation.3">
                  <p:embed/>
                  <p:pic>
                    <p:nvPicPr>
                      <p:cNvPr id="0" name="图片 3080"/>
                      <p:cNvPicPr/>
                      <p:nvPr/>
                    </p:nvPicPr>
                    <p:blipFill>
                      <a:blip r:embed="rId6"/>
                      <a:stretch>
                        <a:fillRect/>
                      </a:stretch>
                    </p:blipFill>
                    <p:spPr>
                      <a:xfrm>
                        <a:off x="4619308" y="4807585"/>
                        <a:ext cx="3690937" cy="1147763"/>
                      </a:xfrm>
                      <a:prstGeom prst="rect">
                        <a:avLst/>
                      </a:prstGeom>
                      <a:noFill/>
                      <a:ln w="38100" cap="flat" cmpd="sng">
                        <a:noFill/>
                        <a:prstDash val="solid"/>
                        <a:miter/>
                        <a:headEnd type="none" w="med" len="med"/>
                        <a:tailEnd type="none" w="med" len="med"/>
                      </a:ln>
                    </p:spPr>
                  </p:pic>
                </p:oleObj>
              </mc:Fallback>
            </mc:AlternateContent>
          </a:graphicData>
        </a:graphic>
      </p:graphicFrame>
      <p:sp>
        <p:nvSpPr>
          <p:cNvPr id="13316" name="文本框 13315"/>
          <p:cNvSpPr txBox="1"/>
          <p:nvPr/>
        </p:nvSpPr>
        <p:spPr>
          <a:xfrm>
            <a:off x="2056130" y="4162425"/>
            <a:ext cx="3395663" cy="645160"/>
          </a:xfrm>
          <a:prstGeom prst="rect">
            <a:avLst/>
          </a:prstGeom>
          <a:noFill/>
          <a:ln w="9525">
            <a:noFill/>
          </a:ln>
        </p:spPr>
        <p:txBody>
          <a:bodyPr>
            <a:spAutoFit/>
          </a:bodyPr>
          <a:lstStyle/>
          <a:p>
            <a:pPr algn="l"/>
            <a:r>
              <a:rPr lang="en-US" altLang="zh-CN" sz="3600" b="1">
                <a:solidFill>
                  <a:schemeClr val="tx1"/>
                </a:solidFill>
                <a:latin typeface="Times New Roman" panose="02020603050405020304" pitchFamily="18" charset="0"/>
              </a:rPr>
              <a:t> </a:t>
            </a:r>
            <a:r>
              <a:rPr lang="en-US" altLang="zh-CN" sz="2000" b="1" i="1">
                <a:solidFill>
                  <a:srgbClr val="0000FF"/>
                </a:solidFill>
                <a:latin typeface="Times New Roman" panose="02020603050405020304" pitchFamily="18" charset="0"/>
              </a:rPr>
              <a:t>B</a:t>
            </a:r>
            <a:r>
              <a:rPr lang="en-US" altLang="zh-CN" sz="2000" b="1" baseline="-25000">
                <a:solidFill>
                  <a:srgbClr val="0000FF"/>
                </a:solidFill>
                <a:latin typeface="Times New Roman" panose="02020603050405020304" pitchFamily="18" charset="0"/>
              </a:rPr>
              <a:t>12</a:t>
            </a:r>
            <a:r>
              <a:rPr lang="en-US" altLang="zh-CN" sz="2000" b="1">
                <a:solidFill>
                  <a:srgbClr val="0000FF"/>
                </a:solidFill>
                <a:latin typeface="Times New Roman" panose="02020603050405020304" pitchFamily="18" charset="0"/>
                <a:sym typeface="Symbol" panose="05050102010706020507" pitchFamily="18" charset="2"/>
              </a:rPr>
              <a:t></a:t>
            </a:r>
            <a:r>
              <a:rPr lang="en-US" altLang="zh-CN" sz="2000" b="1" dirty="0">
                <a:solidFill>
                  <a:srgbClr val="0000FF"/>
                </a:solidFill>
                <a:latin typeface="Times New Roman" panose="02020603050405020304" pitchFamily="18" charset="0"/>
              </a:rPr>
              <a:t> </a:t>
            </a:r>
            <a:r>
              <a:rPr lang="zh-CN" altLang="en-US" sz="2000" b="1" dirty="0">
                <a:solidFill>
                  <a:srgbClr val="0000FF"/>
                </a:solidFill>
                <a:latin typeface="Times New Roman" panose="02020603050405020304" pitchFamily="18" charset="0"/>
              </a:rPr>
              <a:t>受激吸收系数</a:t>
            </a:r>
          </a:p>
        </p:txBody>
      </p:sp>
      <p:sp>
        <p:nvSpPr>
          <p:cNvPr id="13317" name="文本框 13316"/>
          <p:cNvSpPr txBox="1"/>
          <p:nvPr/>
        </p:nvSpPr>
        <p:spPr>
          <a:xfrm>
            <a:off x="1008380" y="4643438"/>
            <a:ext cx="2642870" cy="645160"/>
          </a:xfrm>
          <a:prstGeom prst="rect">
            <a:avLst/>
          </a:prstGeom>
          <a:noFill/>
          <a:ln w="9525">
            <a:noFill/>
          </a:ln>
        </p:spPr>
        <p:txBody>
          <a:bodyPr wrap="none" anchor="t">
            <a:spAutoFit/>
          </a:bodyPr>
          <a:lstStyle/>
          <a:p>
            <a:pPr algn="l"/>
            <a:r>
              <a:rPr lang="zh-CN" altLang="en-US" sz="2000" b="1" dirty="0">
                <a:solidFill>
                  <a:schemeClr val="tx1"/>
                </a:solidFill>
                <a:latin typeface="Times New Roman" panose="02020603050405020304" pitchFamily="18" charset="0"/>
              </a:rPr>
              <a:t>令    </a:t>
            </a:r>
            <a:r>
              <a:rPr lang="en-US" altLang="zh-CN" sz="2000" b="1" i="1">
                <a:solidFill>
                  <a:schemeClr val="tx1"/>
                </a:solidFill>
                <a:latin typeface="Times New Roman" panose="02020603050405020304" pitchFamily="18" charset="0"/>
              </a:rPr>
              <a:t>W</a:t>
            </a:r>
            <a:r>
              <a:rPr lang="en-US" altLang="zh-CN" sz="2000" b="1" baseline="-25000">
                <a:solidFill>
                  <a:schemeClr val="tx1"/>
                </a:solidFill>
                <a:latin typeface="Times New Roman" panose="02020603050405020304" pitchFamily="18" charset="0"/>
              </a:rPr>
              <a:t>12</a:t>
            </a:r>
            <a:r>
              <a:rPr lang="en-US" altLang="zh-CN" sz="2000" b="1">
                <a:solidFill>
                  <a:schemeClr val="tx1"/>
                </a:solidFill>
                <a:latin typeface="Times New Roman" panose="02020603050405020304" pitchFamily="18" charset="0"/>
              </a:rPr>
              <a:t>=</a:t>
            </a:r>
            <a:r>
              <a:rPr lang="zh-CN" altLang="en-US" sz="2000" b="1" i="1" dirty="0">
                <a:solidFill>
                  <a:schemeClr val="tx1"/>
                </a:solidFill>
                <a:latin typeface="Times New Roman" panose="02020603050405020304" pitchFamily="18" charset="0"/>
              </a:rPr>
              <a:t>Ｂ</a:t>
            </a:r>
            <a:r>
              <a:rPr lang="en-US" altLang="zh-CN" sz="2000" b="1" baseline="-25000">
                <a:solidFill>
                  <a:schemeClr val="tx1"/>
                </a:solidFill>
                <a:latin typeface="Times New Roman" panose="02020603050405020304" pitchFamily="18" charset="0"/>
              </a:rPr>
              <a:t>12  </a:t>
            </a:r>
            <a:r>
              <a:rPr lang="en-US" altLang="zh-CN" sz="2000" b="1" i="1">
                <a:solidFill>
                  <a:schemeClr val="tx1"/>
                </a:solidFill>
                <a:latin typeface="Times New Roman" panose="02020603050405020304" pitchFamily="18" charset="0"/>
                <a:sym typeface="Symbol" panose="05050102010706020507" pitchFamily="18" charset="2"/>
              </a:rPr>
              <a:t></a:t>
            </a:r>
            <a:r>
              <a:rPr lang="en-US" altLang="zh-CN" sz="2000" b="1">
                <a:solidFill>
                  <a:schemeClr val="tx1"/>
                </a:solidFill>
                <a:latin typeface="Times New Roman" panose="02020603050405020304" pitchFamily="18" charset="0"/>
              </a:rPr>
              <a:t>(</a:t>
            </a:r>
            <a:r>
              <a:rPr lang="en-US" altLang="zh-CN" sz="2000" b="1" i="1">
                <a:solidFill>
                  <a:schemeClr val="tx1"/>
                </a:solidFill>
                <a:latin typeface="Times New Roman" panose="02020603050405020304" pitchFamily="18" charset="0"/>
                <a:sym typeface="Symbol" panose="05050102010706020507" pitchFamily="18" charset="2"/>
              </a:rPr>
              <a:t></a:t>
            </a:r>
            <a:r>
              <a:rPr lang="en-US" altLang="zh-CN" sz="2000" b="1" dirty="0">
                <a:solidFill>
                  <a:schemeClr val="tx1"/>
                </a:solidFill>
                <a:latin typeface="Times New Roman" panose="02020603050405020304" pitchFamily="18" charset="0"/>
              </a:rPr>
              <a:t> </a:t>
            </a:r>
            <a:r>
              <a:rPr lang="zh-CN" altLang="en-US" sz="2000" b="1" dirty="0">
                <a:solidFill>
                  <a:schemeClr val="tx1"/>
                </a:solidFill>
                <a:latin typeface="Times New Roman" panose="02020603050405020304" pitchFamily="18" charset="0"/>
              </a:rPr>
              <a:t>、</a:t>
            </a:r>
            <a:r>
              <a:rPr lang="en-US" altLang="zh-CN" sz="2000" b="1" i="1">
                <a:solidFill>
                  <a:schemeClr val="tx1"/>
                </a:solidFill>
                <a:latin typeface="Times New Roman" panose="02020603050405020304" pitchFamily="18" charset="0"/>
              </a:rPr>
              <a:t>T</a:t>
            </a:r>
            <a:r>
              <a:rPr lang="en-US" altLang="zh-CN" sz="2000" b="1">
                <a:solidFill>
                  <a:schemeClr val="tx1"/>
                </a:solidFill>
                <a:latin typeface="Times New Roman" panose="02020603050405020304" pitchFamily="18" charset="0"/>
              </a:rPr>
              <a:t>)</a:t>
            </a:r>
            <a:r>
              <a:rPr lang="en-US" altLang="zh-CN" sz="3600" b="1">
                <a:solidFill>
                  <a:schemeClr val="tx1"/>
                </a:solidFill>
                <a:latin typeface="Times New Roman" panose="02020603050405020304" pitchFamily="18" charset="0"/>
              </a:rPr>
              <a:t> </a:t>
            </a:r>
          </a:p>
        </p:txBody>
      </p:sp>
      <p:sp>
        <p:nvSpPr>
          <p:cNvPr id="13322" name="文本框 13321"/>
          <p:cNvSpPr txBox="1"/>
          <p:nvPr/>
        </p:nvSpPr>
        <p:spPr>
          <a:xfrm>
            <a:off x="819150" y="5955665"/>
            <a:ext cx="7681913" cy="398780"/>
          </a:xfrm>
          <a:prstGeom prst="rect">
            <a:avLst/>
          </a:prstGeom>
          <a:noFill/>
          <a:ln w="9525">
            <a:noFill/>
          </a:ln>
        </p:spPr>
        <p:txBody>
          <a:bodyPr>
            <a:spAutoFit/>
          </a:bodyPr>
          <a:lstStyle/>
          <a:p>
            <a:pPr algn="l"/>
            <a:r>
              <a:rPr lang="en-US" altLang="zh-CN" sz="2000" b="1" i="1">
                <a:solidFill>
                  <a:srgbClr val="0000FF"/>
                </a:solidFill>
                <a:latin typeface="Times New Roman" panose="02020603050405020304" pitchFamily="18" charset="0"/>
              </a:rPr>
              <a:t>W</a:t>
            </a:r>
            <a:r>
              <a:rPr lang="en-US" altLang="zh-CN" sz="2000" b="1" baseline="-25000">
                <a:solidFill>
                  <a:srgbClr val="0000FF"/>
                </a:solidFill>
                <a:latin typeface="Times New Roman" panose="02020603050405020304" pitchFamily="18" charset="0"/>
              </a:rPr>
              <a:t>12 </a:t>
            </a:r>
            <a:r>
              <a:rPr lang="en-US" altLang="zh-CN" sz="2000" b="1">
                <a:solidFill>
                  <a:srgbClr val="0000FF"/>
                </a:solidFill>
                <a:latin typeface="Times New Roman" panose="02020603050405020304" pitchFamily="18" charset="0"/>
                <a:sym typeface="Symbol" panose="05050102010706020507" pitchFamily="18" charset="2"/>
              </a:rPr>
              <a:t></a:t>
            </a:r>
            <a:r>
              <a:rPr lang="en-US" altLang="zh-CN" sz="2000" b="1" baseline="-25000">
                <a:solidFill>
                  <a:srgbClr val="0000FF"/>
                </a:solidFill>
                <a:latin typeface="Times New Roman" panose="02020603050405020304" pitchFamily="18" charset="0"/>
              </a:rPr>
              <a:t> </a:t>
            </a:r>
            <a:r>
              <a:rPr lang="zh-CN" altLang="en-US" sz="2000" b="1" dirty="0">
                <a:solidFill>
                  <a:srgbClr val="0000FF"/>
                </a:solidFill>
                <a:latin typeface="Times New Roman" panose="02020603050405020304" pitchFamily="18" charset="0"/>
              </a:rPr>
              <a:t>单个原子在单位时间内发生受激吸收过程的概率。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68"/>
                                        </p:tgtEl>
                                        <p:attrNameLst>
                                          <p:attrName>style.visibility</p:attrName>
                                        </p:attrNameLst>
                                      </p:cBhvr>
                                      <p:to>
                                        <p:strVal val="visible"/>
                                      </p:to>
                                    </p:set>
                                    <p:animEffect transition="in" filter="wipe(left)">
                                      <p:cBhvr>
                                        <p:cTn id="7" dur="500"/>
                                        <p:tgtEl>
                                          <p:spTgt spid="123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369"/>
                                        </p:tgtEl>
                                        <p:attrNameLst>
                                          <p:attrName>style.visibility</p:attrName>
                                        </p:attrNameLst>
                                      </p:cBhvr>
                                      <p:to>
                                        <p:strVal val="visible"/>
                                      </p:to>
                                    </p:set>
                                    <p:animEffect transition="in" filter="wipe(left)">
                                      <p:cBhvr>
                                        <p:cTn id="12" dur="500"/>
                                        <p:tgtEl>
                                          <p:spTgt spid="123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323"/>
                                        </p:tgtEl>
                                        <p:attrNameLst>
                                          <p:attrName>style.visibility</p:attrName>
                                        </p:attrNameLst>
                                      </p:cBhvr>
                                      <p:to>
                                        <p:strVal val="visible"/>
                                      </p:to>
                                    </p:set>
                                    <p:animEffect transition="in" filter="wipe(left)">
                                      <p:cBhvr>
                                        <p:cTn id="17" dur="500"/>
                                        <p:tgtEl>
                                          <p:spTgt spid="133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316"/>
                                        </p:tgtEl>
                                        <p:attrNameLst>
                                          <p:attrName>style.visibility</p:attrName>
                                        </p:attrNameLst>
                                      </p:cBhvr>
                                      <p:to>
                                        <p:strVal val="visible"/>
                                      </p:to>
                                    </p:set>
                                    <p:animEffect transition="in" filter="wipe(left)">
                                      <p:cBhvr>
                                        <p:cTn id="22" dur="500"/>
                                        <p:tgtEl>
                                          <p:spTgt spid="133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317"/>
                                        </p:tgtEl>
                                        <p:attrNameLst>
                                          <p:attrName>style.visibility</p:attrName>
                                        </p:attrNameLst>
                                      </p:cBhvr>
                                      <p:to>
                                        <p:strVal val="visible"/>
                                      </p:to>
                                    </p:set>
                                    <p:animEffect transition="in" filter="wipe(left)">
                                      <p:cBhvr>
                                        <p:cTn id="27" dur="500"/>
                                        <p:tgtEl>
                                          <p:spTgt spid="133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3315"/>
                                        </p:tgtEl>
                                        <p:attrNameLst>
                                          <p:attrName>style.visibility</p:attrName>
                                        </p:attrNameLst>
                                      </p:cBhvr>
                                      <p:to>
                                        <p:strVal val="visible"/>
                                      </p:to>
                                    </p:set>
                                    <p:animEffect transition="in" filter="wipe(left)">
                                      <p:cBhvr>
                                        <p:cTn id="32" dur="500"/>
                                        <p:tgtEl>
                                          <p:spTgt spid="133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322"/>
                                        </p:tgtEl>
                                        <p:attrNameLst>
                                          <p:attrName>style.visibility</p:attrName>
                                        </p:attrNameLst>
                                      </p:cBhvr>
                                      <p:to>
                                        <p:strVal val="visible"/>
                                      </p:to>
                                    </p:set>
                                    <p:animEffect transition="in" filter="wipe(left)">
                                      <p:cBhvr>
                                        <p:cTn id="37" dur="500"/>
                                        <p:tgtEl>
                                          <p:spTgt spid="13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68" grpId="0"/>
      <p:bldP spid="12369" grpId="0"/>
      <p:bldP spid="13316" grpId="0"/>
      <p:bldP spid="13317" grpId="0"/>
      <p:bldP spid="133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451" name="组合 104450"/>
          <p:cNvGrpSpPr/>
          <p:nvPr/>
        </p:nvGrpSpPr>
        <p:grpSpPr>
          <a:xfrm>
            <a:off x="241618" y="3576003"/>
            <a:ext cx="4343400" cy="3009900"/>
            <a:chOff x="131" y="1200"/>
            <a:chExt cx="2736" cy="1896"/>
          </a:xfrm>
        </p:grpSpPr>
        <p:sp>
          <p:nvSpPr>
            <p:cNvPr id="104452" name="文本框 104451"/>
            <p:cNvSpPr txBox="1"/>
            <p:nvPr/>
          </p:nvSpPr>
          <p:spPr>
            <a:xfrm>
              <a:off x="131" y="2767"/>
              <a:ext cx="2736" cy="329"/>
            </a:xfrm>
            <a:prstGeom prst="rect">
              <a:avLst/>
            </a:prstGeom>
            <a:noFill/>
            <a:ln w="9525">
              <a:noFill/>
            </a:ln>
          </p:spPr>
          <p:txBody>
            <a:bodyPr>
              <a:spAutoFit/>
            </a:bodyPr>
            <a:lstStyle/>
            <a:p>
              <a:r>
                <a:rPr lang="zh-CN" altLang="en-US" sz="2800" b="1" dirty="0">
                  <a:solidFill>
                    <a:schemeClr val="tx1"/>
                  </a:solidFill>
                  <a:effectLst>
                    <a:outerShdw blurRad="38100" dist="38100" dir="2700000">
                      <a:srgbClr val="FFFFFF"/>
                    </a:outerShdw>
                  </a:effectLst>
                  <a:latin typeface="宋体" panose="02010600030101010101" pitchFamily="2" charset="-122"/>
                </a:rPr>
                <a:t>趋近高能级</a:t>
              </a:r>
              <a:r>
                <a:rPr lang="en-US" altLang="zh-CN" sz="2800" b="1" i="1">
                  <a:solidFill>
                    <a:schemeClr val="tx1"/>
                  </a:solidFill>
                  <a:effectLst>
                    <a:outerShdw blurRad="38100" dist="38100" dir="2700000">
                      <a:srgbClr val="FFFFFF"/>
                    </a:outerShdw>
                  </a:effectLst>
                  <a:latin typeface="Times New Roman" panose="02020603050405020304" pitchFamily="18" charset="0"/>
                </a:rPr>
                <a:t>E</a:t>
              </a:r>
              <a:r>
                <a:rPr lang="en-US" altLang="zh-CN" sz="2800" b="1" baseline="-25000">
                  <a:solidFill>
                    <a:schemeClr val="tx1"/>
                  </a:solidFill>
                  <a:effectLst>
                    <a:outerShdw blurRad="38100" dist="38100" dir="2700000">
                      <a:srgbClr val="FFFFFF"/>
                    </a:outerShdw>
                  </a:effectLst>
                  <a:latin typeface="Times New Roman" panose="02020603050405020304" pitchFamily="18" charset="0"/>
                </a:rPr>
                <a:t>2</a:t>
              </a:r>
              <a:r>
                <a:rPr lang="zh-CN" altLang="en-US" sz="2800" b="1" dirty="0">
                  <a:solidFill>
                    <a:schemeClr val="tx1"/>
                  </a:solidFill>
                  <a:effectLst>
                    <a:outerShdw blurRad="38100" dist="38100" dir="2700000">
                      <a:srgbClr val="FFFFFF"/>
                    </a:outerShdw>
                  </a:effectLst>
                  <a:latin typeface="宋体" panose="02010600030101010101" pitchFamily="2" charset="-122"/>
                </a:rPr>
                <a:t>上的粒子时</a:t>
              </a:r>
              <a:endParaRPr lang="zh-CN" altLang="en-US" sz="2800" b="1">
                <a:solidFill>
                  <a:schemeClr val="tx1"/>
                </a:solidFill>
                <a:effectLst>
                  <a:outerShdw blurRad="38100" dist="38100" dir="2700000">
                    <a:srgbClr val="FFFFFF"/>
                  </a:outerShdw>
                </a:effectLst>
                <a:latin typeface="宋体" panose="02010600030101010101" pitchFamily="2" charset="-122"/>
              </a:endParaRPr>
            </a:p>
          </p:txBody>
        </p:sp>
        <p:sp>
          <p:nvSpPr>
            <p:cNvPr id="104453" name="文本框 104452"/>
            <p:cNvSpPr txBox="1"/>
            <p:nvPr/>
          </p:nvSpPr>
          <p:spPr>
            <a:xfrm>
              <a:off x="131" y="1200"/>
              <a:ext cx="2468" cy="329"/>
            </a:xfrm>
            <a:prstGeom prst="rect">
              <a:avLst/>
            </a:prstGeom>
            <a:noFill/>
            <a:ln w="9525">
              <a:noFill/>
            </a:ln>
          </p:spPr>
          <p:txBody>
            <a:bodyPr wrap="none" anchor="t">
              <a:spAutoFit/>
            </a:bodyPr>
            <a:lstStyle/>
            <a:p>
              <a:r>
                <a:rPr lang="zh-CN" altLang="en-US" sz="2800" b="1" dirty="0">
                  <a:solidFill>
                    <a:srgbClr val="FF0000"/>
                  </a:solidFill>
                  <a:effectLst>
                    <a:outerShdw blurRad="38100" dist="38100" dir="2700000">
                      <a:srgbClr val="FFFFFF"/>
                    </a:outerShdw>
                  </a:effectLst>
                  <a:latin typeface="宋体" panose="02010600030101010101" pitchFamily="2" charset="-122"/>
                </a:rPr>
                <a:t>外来光子满足频率条件</a:t>
              </a:r>
              <a:r>
                <a:rPr lang="en-US" altLang="zh-CN" sz="2800" b="1">
                  <a:solidFill>
                    <a:srgbClr val="FF0000"/>
                  </a:solidFill>
                  <a:effectLst>
                    <a:outerShdw blurRad="38100" dist="38100" dir="2700000">
                      <a:srgbClr val="FFFFFF"/>
                    </a:outerShdw>
                  </a:effectLst>
                  <a:latin typeface="宋体" panose="02010600030101010101" pitchFamily="2" charset="-122"/>
                </a:rPr>
                <a:t>:</a:t>
              </a:r>
            </a:p>
          </p:txBody>
        </p:sp>
        <p:graphicFrame>
          <p:nvGraphicFramePr>
            <p:cNvPr id="104454" name="对象 104453"/>
            <p:cNvGraphicFramePr/>
            <p:nvPr/>
          </p:nvGraphicFramePr>
          <p:xfrm>
            <a:off x="624" y="1536"/>
            <a:ext cx="1512" cy="327"/>
          </p:xfrm>
          <a:graphic>
            <a:graphicData uri="http://schemas.openxmlformats.org/presentationml/2006/ole">
              <mc:AlternateContent xmlns:mc="http://schemas.openxmlformats.org/markup-compatibility/2006">
                <mc:Choice xmlns:v="urn:schemas-microsoft-com:vml" Requires="v">
                  <p:oleObj spid="_x0000_s5171" r:id="rId3" imgW="989330" imgH="215900" progId="Equation.3">
                    <p:embed/>
                  </p:oleObj>
                </mc:Choice>
                <mc:Fallback>
                  <p:oleObj r:id="rId3" imgW="989330" imgH="215900" progId="Equation.3">
                    <p:embed/>
                    <p:pic>
                      <p:nvPicPr>
                        <p:cNvPr id="0" name="图片 3077"/>
                        <p:cNvPicPr/>
                        <p:nvPr/>
                      </p:nvPicPr>
                      <p:blipFill>
                        <a:blip r:embed="rId4"/>
                        <a:stretch>
                          <a:fillRect/>
                        </a:stretch>
                      </p:blipFill>
                      <p:spPr>
                        <a:xfrm>
                          <a:off x="624" y="1536"/>
                          <a:ext cx="1512" cy="327"/>
                        </a:xfrm>
                        <a:prstGeom prst="rect">
                          <a:avLst/>
                        </a:prstGeom>
                        <a:noFill/>
                        <a:ln w="38100">
                          <a:noFill/>
                          <a:miter/>
                        </a:ln>
                      </p:spPr>
                    </p:pic>
                  </p:oleObj>
                </mc:Fallback>
              </mc:AlternateContent>
            </a:graphicData>
          </a:graphic>
        </p:graphicFrame>
      </p:grpSp>
      <p:sp>
        <p:nvSpPr>
          <p:cNvPr id="104456" name="文本框 104455"/>
          <p:cNvSpPr txBox="1"/>
          <p:nvPr/>
        </p:nvSpPr>
        <p:spPr>
          <a:xfrm>
            <a:off x="5880735" y="6063615"/>
            <a:ext cx="2669540" cy="521970"/>
          </a:xfrm>
          <a:prstGeom prst="rect">
            <a:avLst/>
          </a:prstGeom>
          <a:noFill/>
          <a:ln w="9525">
            <a:noFill/>
          </a:ln>
        </p:spPr>
        <p:txBody>
          <a:bodyPr wrap="none" anchor="t">
            <a:spAutoFit/>
          </a:bodyPr>
          <a:lstStyle/>
          <a:p>
            <a:r>
              <a:rPr lang="zh-CN" altLang="en-US" sz="2800" b="1" dirty="0">
                <a:solidFill>
                  <a:schemeClr val="tx1"/>
                </a:solidFill>
                <a:effectLst>
                  <a:outerShdw blurRad="38100" dist="38100" dir="2700000">
                    <a:srgbClr val="FFFFFF"/>
                  </a:outerShdw>
                </a:effectLst>
                <a:latin typeface="宋体" panose="02010600030101010101" pitchFamily="2" charset="-122"/>
              </a:rPr>
              <a:t>跃迁至低能级</a:t>
            </a:r>
            <a:r>
              <a:rPr lang="en-US" altLang="zh-CN" sz="2800" b="1" i="1">
                <a:solidFill>
                  <a:schemeClr val="tx1"/>
                </a:solidFill>
                <a:effectLst>
                  <a:outerShdw blurRad="38100" dist="38100" dir="2700000">
                    <a:srgbClr val="FFFFFF"/>
                  </a:outerShdw>
                </a:effectLst>
                <a:latin typeface="Times New Roman" panose="02020603050405020304" pitchFamily="18" charset="0"/>
              </a:rPr>
              <a:t>E</a:t>
            </a:r>
            <a:r>
              <a:rPr lang="en-US" altLang="zh-CN" sz="2800" b="1" baseline="-25000">
                <a:solidFill>
                  <a:schemeClr val="tx1"/>
                </a:solidFill>
                <a:effectLst>
                  <a:outerShdw blurRad="38100" dist="38100" dir="2700000">
                    <a:srgbClr val="FFFFFF"/>
                  </a:outerShdw>
                </a:effectLst>
                <a:latin typeface="Times New Roman" panose="02020603050405020304" pitchFamily="18" charset="0"/>
              </a:rPr>
              <a:t>1</a:t>
            </a:r>
          </a:p>
        </p:txBody>
      </p:sp>
      <p:sp>
        <p:nvSpPr>
          <p:cNvPr id="104459" name="文本框 104458"/>
          <p:cNvSpPr txBox="1"/>
          <p:nvPr/>
        </p:nvSpPr>
        <p:spPr>
          <a:xfrm>
            <a:off x="5996305" y="2940685"/>
            <a:ext cx="2621280" cy="460375"/>
          </a:xfrm>
          <a:prstGeom prst="rect">
            <a:avLst/>
          </a:prstGeom>
          <a:noFill/>
          <a:ln w="9525">
            <a:noFill/>
          </a:ln>
        </p:spPr>
        <p:txBody>
          <a:bodyPr wrap="none" anchor="t">
            <a:spAutoFit/>
          </a:bodyPr>
          <a:lstStyle/>
          <a:p>
            <a:r>
              <a:rPr lang="zh-CN" altLang="en-US" sz="2400" b="1" dirty="0">
                <a:solidFill>
                  <a:srgbClr val="990000"/>
                </a:solidFill>
                <a:effectLst>
                  <a:outerShdw blurRad="38100" dist="38100" dir="2700000">
                    <a:srgbClr val="000000"/>
                  </a:outerShdw>
                </a:effectLst>
                <a:latin typeface="Times New Roman" panose="02020603050405020304" pitchFamily="18" charset="0"/>
              </a:rPr>
              <a:t>发射一个全同光子</a:t>
            </a:r>
          </a:p>
        </p:txBody>
      </p:sp>
      <p:grpSp>
        <p:nvGrpSpPr>
          <p:cNvPr id="104461" name="组合 104460"/>
          <p:cNvGrpSpPr/>
          <p:nvPr/>
        </p:nvGrpSpPr>
        <p:grpSpPr>
          <a:xfrm>
            <a:off x="10073933" y="3414395"/>
            <a:ext cx="1947252" cy="2184247"/>
            <a:chOff x="2414" y="3437"/>
            <a:chExt cx="1971" cy="1750"/>
          </a:xfrm>
        </p:grpSpPr>
        <p:sp>
          <p:nvSpPr>
            <p:cNvPr id="104462" name="文本框 104461"/>
            <p:cNvSpPr txBox="1"/>
            <p:nvPr/>
          </p:nvSpPr>
          <p:spPr>
            <a:xfrm>
              <a:off x="3129" y="3437"/>
              <a:ext cx="1256" cy="1750"/>
            </a:xfrm>
            <a:prstGeom prst="rect">
              <a:avLst/>
            </a:prstGeom>
            <a:noFill/>
            <a:ln w="9525">
              <a:noFill/>
            </a:ln>
          </p:spPr>
          <p:txBody>
            <a:bodyPr wrap="square" anchor="t">
              <a:spAutoFit/>
            </a:bodyPr>
            <a:lstStyle/>
            <a:p>
              <a:r>
                <a:rPr lang="zh-CN" altLang="en-US" sz="4400" b="1" dirty="0">
                  <a:solidFill>
                    <a:srgbClr val="990000"/>
                  </a:solidFill>
                  <a:latin typeface="Times New Roman" panose="02020603050405020304" pitchFamily="18" charset="0"/>
                  <a:ea typeface="楷体_GB2312" pitchFamily="49" charset="-122"/>
                </a:rPr>
                <a:t>光放</a:t>
              </a:r>
              <a:r>
                <a:rPr lang="zh-CN" altLang="en-US" sz="4800" b="1" dirty="0">
                  <a:solidFill>
                    <a:srgbClr val="990000"/>
                  </a:solidFill>
                  <a:latin typeface="Times New Roman" panose="02020603050405020304" pitchFamily="18" charset="0"/>
                  <a:ea typeface="楷体_GB2312" pitchFamily="49" charset="-122"/>
                </a:rPr>
                <a:t>大</a:t>
              </a:r>
            </a:p>
          </p:txBody>
        </p:sp>
        <p:sp>
          <p:nvSpPr>
            <p:cNvPr id="104463" name="右箭头 104462"/>
            <p:cNvSpPr/>
            <p:nvPr/>
          </p:nvSpPr>
          <p:spPr>
            <a:xfrm>
              <a:off x="2414" y="4190"/>
              <a:ext cx="624" cy="192"/>
            </a:xfrm>
            <a:prstGeom prst="rightArrow">
              <a:avLst>
                <a:gd name="adj1" fmla="val 50000"/>
                <a:gd name="adj2" fmla="val 81250"/>
              </a:avLst>
            </a:prstGeom>
            <a:solidFill>
              <a:srgbClr val="FF9900"/>
            </a:solidFill>
            <a:ln w="28575" cap="flat" cmpd="sng">
              <a:solidFill>
                <a:srgbClr val="008000"/>
              </a:solidFill>
              <a:prstDash val="solid"/>
              <a:miter/>
              <a:headEnd type="none" w="med" len="med"/>
              <a:tailEnd type="none" w="med" len="med"/>
            </a:ln>
          </p:spPr>
          <p:txBody>
            <a:bodyPr/>
            <a:lstStyle/>
            <a:p>
              <a:endParaRPr lang="zh-CN" altLang="en-US"/>
            </a:p>
          </p:txBody>
        </p:sp>
      </p:grpSp>
      <p:sp>
        <p:nvSpPr>
          <p:cNvPr id="34818" name="文本框 34817"/>
          <p:cNvSpPr txBox="1"/>
          <p:nvPr/>
        </p:nvSpPr>
        <p:spPr>
          <a:xfrm>
            <a:off x="547370" y="262255"/>
            <a:ext cx="5021580" cy="521970"/>
          </a:xfrm>
          <a:prstGeom prst="rect">
            <a:avLst/>
          </a:prstGeom>
          <a:solidFill>
            <a:srgbClr val="993366"/>
          </a:solidFill>
          <a:ln w="9525">
            <a:noFill/>
          </a:ln>
        </p:spPr>
        <p:txBody>
          <a:bodyPr wrap="none" anchor="t">
            <a:spAutoFit/>
          </a:bodyPr>
          <a:lstStyle/>
          <a:p>
            <a:pPr algn="l"/>
            <a:r>
              <a:rPr lang="zh-CN" altLang="en-US" sz="2800" b="1" dirty="0">
                <a:solidFill>
                  <a:srgbClr val="FFCC00"/>
                </a:solidFill>
                <a:latin typeface="Times New Roman" panose="02020603050405020304" pitchFamily="18" charset="0"/>
              </a:rPr>
              <a:t>受激辐射 </a:t>
            </a:r>
            <a:r>
              <a:rPr lang="en-US" altLang="zh-CN" sz="2800" b="1">
                <a:solidFill>
                  <a:srgbClr val="FFCC00"/>
                </a:solidFill>
                <a:latin typeface="Times New Roman" panose="02020603050405020304" pitchFamily="18" charset="0"/>
              </a:rPr>
              <a:t>(stimulated radiation)</a:t>
            </a:r>
          </a:p>
        </p:txBody>
      </p:sp>
      <p:sp>
        <p:nvSpPr>
          <p:cNvPr id="2" name="文本框 1"/>
          <p:cNvSpPr txBox="1"/>
          <p:nvPr/>
        </p:nvSpPr>
        <p:spPr>
          <a:xfrm>
            <a:off x="241935" y="1488440"/>
            <a:ext cx="7879715" cy="1383665"/>
          </a:xfrm>
          <a:prstGeom prst="rect">
            <a:avLst/>
          </a:prstGeom>
          <a:noFill/>
        </p:spPr>
        <p:txBody>
          <a:bodyPr wrap="square" rtlCol="0" anchor="t">
            <a:spAutoFit/>
          </a:bodyPr>
          <a:lstStyle/>
          <a:p>
            <a:pPr marL="228600" marR="0" lvl="0" indent="-228600" algn="l" defTabSz="914400" rtl="0" eaLnBrk="1" fontAlgn="base" latinLnBrk="0" hangingPunct="1">
              <a:lnSpc>
                <a:spcPct val="100000"/>
              </a:lnSpc>
              <a:spcBef>
                <a:spcPct val="20000"/>
              </a:spcBef>
              <a:spcAft>
                <a:spcPct val="0"/>
              </a:spcAft>
              <a:buClrTx/>
              <a:buSzTx/>
              <a:buFontTx/>
              <a:buNone/>
              <a:defRPr/>
            </a:pPr>
            <a:r>
              <a:rPr lang="en-US" altLang="zh-CN" sz="2800" b="1" kern="0" noProof="0">
                <a:ln>
                  <a:noFill/>
                </a:ln>
                <a:effectLst>
                  <a:outerShdw blurRad="38100" dist="38100" dir="2700000" algn="tl">
                    <a:srgbClr val="C0C0C0"/>
                  </a:outerShdw>
                </a:effectLst>
                <a:uLnTx/>
                <a:uFillTx/>
                <a:cs typeface="黑体" panose="02010609060101010101" pitchFamily="49" charset="-122"/>
                <a:sym typeface="+mn-ea"/>
              </a:rPr>
              <a:t>  </a:t>
            </a:r>
            <a:r>
              <a:rPr lang="zh-CN" altLang="en-US" sz="2800" b="1" kern="0" noProof="0">
                <a:ln>
                  <a:noFill/>
                </a:ln>
                <a:effectLst>
                  <a:outerShdw blurRad="38100" dist="38100" dir="2700000" algn="tl">
                    <a:srgbClr val="C0C0C0"/>
                  </a:outerShdw>
                </a:effectLst>
                <a:uLnTx/>
                <a:uFillTx/>
                <a:cs typeface="黑体" panose="02010609060101010101" pitchFamily="49" charset="-122"/>
                <a:sym typeface="+mn-ea"/>
              </a:rPr>
              <a:t>一个处于高能级</a:t>
            </a:r>
            <a:r>
              <a:rPr lang="en-US" altLang="zh-CN" sz="2800" b="1" kern="0" noProof="0">
                <a:ln>
                  <a:noFill/>
                </a:ln>
                <a:effectLst>
                  <a:outerShdw blurRad="38100" dist="38100" dir="2700000" algn="tl">
                    <a:srgbClr val="C0C0C0"/>
                  </a:outerShdw>
                </a:effectLst>
                <a:uLnTx/>
                <a:uFillTx/>
                <a:cs typeface="黑体" panose="02010609060101010101" pitchFamily="49" charset="-122"/>
                <a:sym typeface="+mn-ea"/>
              </a:rPr>
              <a:t>E</a:t>
            </a:r>
            <a:r>
              <a:rPr lang="en-US" altLang="zh-CN" sz="2800" b="1" kern="0" baseline="-25000" noProof="0">
                <a:ln>
                  <a:noFill/>
                </a:ln>
                <a:effectLst>
                  <a:outerShdw blurRad="38100" dist="38100" dir="2700000" algn="tl">
                    <a:srgbClr val="C0C0C0"/>
                  </a:outerShdw>
                </a:effectLst>
                <a:uLnTx/>
                <a:uFillTx/>
                <a:cs typeface="黑体" panose="02010609060101010101" pitchFamily="49" charset="-122"/>
                <a:sym typeface="+mn-ea"/>
              </a:rPr>
              <a:t>2</a:t>
            </a:r>
            <a:r>
              <a:rPr lang="zh-CN" altLang="en-US" sz="2800" b="1" kern="0" noProof="0">
                <a:ln>
                  <a:noFill/>
                </a:ln>
                <a:effectLst>
                  <a:outerShdw blurRad="38100" dist="38100" dir="2700000" algn="tl">
                    <a:srgbClr val="C0C0C0"/>
                  </a:outerShdw>
                </a:effectLst>
                <a:uLnTx/>
                <a:uFillTx/>
                <a:cs typeface="黑体" panose="02010609060101010101" pitchFamily="49" charset="-122"/>
                <a:sym typeface="+mn-ea"/>
              </a:rPr>
              <a:t>的原子在频率为     的电磁场作用下，受激地跃迁到</a:t>
            </a:r>
            <a:r>
              <a:rPr lang="en-US" altLang="zh-CN" sz="2800" b="1" kern="0" noProof="0">
                <a:ln>
                  <a:noFill/>
                </a:ln>
                <a:effectLst>
                  <a:outerShdw blurRad="38100" dist="38100" dir="2700000" algn="tl">
                    <a:srgbClr val="C0C0C0"/>
                  </a:outerShdw>
                </a:effectLst>
                <a:uLnTx/>
                <a:uFillTx/>
                <a:cs typeface="黑体" panose="02010609060101010101" pitchFamily="49" charset="-122"/>
                <a:sym typeface="+mn-ea"/>
              </a:rPr>
              <a:t>E1</a:t>
            </a:r>
            <a:r>
              <a:rPr lang="zh-CN" altLang="en-US" sz="2800" b="1" kern="0" noProof="0">
                <a:ln>
                  <a:noFill/>
                </a:ln>
                <a:effectLst>
                  <a:outerShdw blurRad="38100" dist="38100" dir="2700000" algn="tl">
                    <a:srgbClr val="C0C0C0"/>
                  </a:outerShdw>
                </a:effectLst>
                <a:uLnTx/>
                <a:uFillTx/>
                <a:cs typeface="黑体" panose="02010609060101010101" pitchFamily="49" charset="-122"/>
                <a:sym typeface="+mn-ea"/>
              </a:rPr>
              <a:t>能级，并放出一个能量为        的光子，该过程被称为</a:t>
            </a:r>
            <a:r>
              <a:rPr lang="zh-CN" altLang="en-US" sz="2800" b="1" kern="0" noProof="0">
                <a:ln>
                  <a:noFill/>
                </a:ln>
                <a:solidFill>
                  <a:srgbClr val="FF0000"/>
                </a:solidFill>
                <a:effectLst>
                  <a:outerShdw blurRad="38100" dist="38100" dir="2700000" algn="tl">
                    <a:srgbClr val="C0C0C0"/>
                  </a:outerShdw>
                </a:effectLst>
                <a:uLnTx/>
                <a:uFillTx/>
                <a:cs typeface="黑体" panose="02010609060101010101" pitchFamily="49" charset="-122"/>
                <a:sym typeface="+mn-ea"/>
              </a:rPr>
              <a:t>受激辐射</a:t>
            </a:r>
            <a:r>
              <a:rPr lang="zh-CN" altLang="en-US" sz="2800" b="1" kern="0" noProof="0">
                <a:ln>
                  <a:noFill/>
                </a:ln>
                <a:effectLst>
                  <a:outerShdw blurRad="38100" dist="38100" dir="2700000" algn="tl">
                    <a:srgbClr val="C0C0C0"/>
                  </a:outerShdw>
                </a:effectLst>
                <a:uLnTx/>
                <a:uFillTx/>
                <a:cs typeface="黑体" panose="02010609060101010101" pitchFamily="49" charset="-122"/>
                <a:sym typeface="+mn-ea"/>
              </a:rPr>
              <a:t>。</a:t>
            </a:r>
          </a:p>
        </p:txBody>
      </p:sp>
      <p:sp>
        <p:nvSpPr>
          <p:cNvPr id="3" name="右箭头 2"/>
          <p:cNvSpPr/>
          <p:nvPr/>
        </p:nvSpPr>
        <p:spPr>
          <a:xfrm>
            <a:off x="4453255" y="4353878"/>
            <a:ext cx="990600" cy="304800"/>
          </a:xfrm>
          <a:prstGeom prst="rightArrow">
            <a:avLst>
              <a:gd name="adj1" fmla="val 50000"/>
              <a:gd name="adj2" fmla="val 81250"/>
            </a:avLst>
          </a:prstGeom>
          <a:solidFill>
            <a:srgbClr val="FF9900"/>
          </a:solidFill>
          <a:ln w="28575" cap="flat" cmpd="sng">
            <a:solidFill>
              <a:srgbClr val="008000"/>
            </a:solidFill>
            <a:prstDash val="solid"/>
            <a:miter/>
            <a:headEnd type="none" w="med" len="med"/>
            <a:tailEnd type="none" w="med" len="med"/>
          </a:ln>
        </p:spPr>
        <p:txBody>
          <a:bodyPr/>
          <a:lstStyle/>
          <a:p>
            <a:endParaRPr lang="zh-CN" altLang="en-US"/>
          </a:p>
        </p:txBody>
      </p:sp>
      <p:graphicFrame>
        <p:nvGraphicFramePr>
          <p:cNvPr id="12293" name="Object 5"/>
          <p:cNvGraphicFramePr>
            <a:graphicFrameLocks noChangeAspect="1"/>
          </p:cNvGraphicFramePr>
          <p:nvPr/>
        </p:nvGraphicFramePr>
        <p:xfrm>
          <a:off x="5880735" y="1578928"/>
          <a:ext cx="327025" cy="358775"/>
        </p:xfrm>
        <a:graphic>
          <a:graphicData uri="http://schemas.openxmlformats.org/presentationml/2006/ole">
            <mc:AlternateContent xmlns:mc="http://schemas.openxmlformats.org/markup-compatibility/2006">
              <mc:Choice xmlns:v="urn:schemas-microsoft-com:vml" Requires="v">
                <p:oleObj spid="_x0000_s5172" r:id="rId5" imgW="127000" imgH="139700" progId="Equation.DSMT4">
                  <p:embed/>
                </p:oleObj>
              </mc:Choice>
              <mc:Fallback>
                <p:oleObj r:id="rId5" imgW="127000" imgH="139700" progId="Equation.DSMT4">
                  <p:embed/>
                  <p:pic>
                    <p:nvPicPr>
                      <p:cNvPr id="0" name="图片 3079"/>
                      <p:cNvPicPr/>
                      <p:nvPr/>
                    </p:nvPicPr>
                    <p:blipFill>
                      <a:blip r:embed="rId6"/>
                      <a:stretch>
                        <a:fillRect/>
                      </a:stretch>
                    </p:blipFill>
                    <p:spPr>
                      <a:xfrm>
                        <a:off x="5880735" y="1578928"/>
                        <a:ext cx="327025" cy="358775"/>
                      </a:xfrm>
                      <a:prstGeom prst="rect">
                        <a:avLst/>
                      </a:prstGeom>
                      <a:noFill/>
                      <a:ln w="38100">
                        <a:noFill/>
                        <a:miter/>
                      </a:ln>
                    </p:spPr>
                  </p:pic>
                </p:oleObj>
              </mc:Fallback>
            </mc:AlternateContent>
          </a:graphicData>
        </a:graphic>
      </p:graphicFrame>
      <p:graphicFrame>
        <p:nvGraphicFramePr>
          <p:cNvPr id="12294" name="Object 6"/>
          <p:cNvGraphicFramePr>
            <a:graphicFrameLocks noChangeAspect="1"/>
          </p:cNvGraphicFramePr>
          <p:nvPr/>
        </p:nvGraphicFramePr>
        <p:xfrm>
          <a:off x="1450975" y="2306320"/>
          <a:ext cx="799465" cy="475615"/>
        </p:xfrm>
        <a:graphic>
          <a:graphicData uri="http://schemas.openxmlformats.org/presentationml/2006/ole">
            <mc:AlternateContent xmlns:mc="http://schemas.openxmlformats.org/markup-compatibility/2006">
              <mc:Choice xmlns:v="urn:schemas-microsoft-com:vml" Requires="v">
                <p:oleObj spid="_x0000_s5173" r:id="rId7" imgW="203200" imgH="177800" progId="Equation.DSMT4">
                  <p:embed/>
                </p:oleObj>
              </mc:Choice>
              <mc:Fallback>
                <p:oleObj r:id="rId7" imgW="203200" imgH="177800" progId="Equation.DSMT4">
                  <p:embed/>
                  <p:pic>
                    <p:nvPicPr>
                      <p:cNvPr id="0" name="图片 3075"/>
                      <p:cNvPicPr/>
                      <p:nvPr/>
                    </p:nvPicPr>
                    <p:blipFill>
                      <a:blip r:embed="rId8"/>
                      <a:stretch>
                        <a:fillRect/>
                      </a:stretch>
                    </p:blipFill>
                    <p:spPr>
                      <a:xfrm>
                        <a:off x="1450975" y="2306320"/>
                        <a:ext cx="799465" cy="475615"/>
                      </a:xfrm>
                      <a:prstGeom prst="rect">
                        <a:avLst/>
                      </a:prstGeom>
                      <a:noFill/>
                      <a:ln w="38100">
                        <a:noFill/>
                        <a:miter/>
                      </a:ln>
                    </p:spPr>
                  </p:pic>
                </p:oleObj>
              </mc:Fallback>
            </mc:AlternateContent>
          </a:graphicData>
        </a:graphic>
      </p:graphicFrame>
      <p:grpSp>
        <p:nvGrpSpPr>
          <p:cNvPr id="56" name="组合 55"/>
          <p:cNvGrpSpPr/>
          <p:nvPr/>
        </p:nvGrpSpPr>
        <p:grpSpPr>
          <a:xfrm>
            <a:off x="8226425" y="868680"/>
            <a:ext cx="2971800" cy="2071688"/>
            <a:chOff x="3072" y="1136"/>
            <a:chExt cx="1872" cy="1305"/>
          </a:xfrm>
        </p:grpSpPr>
        <p:sp>
          <p:nvSpPr>
            <p:cNvPr id="57" name="直接连接符 56"/>
            <p:cNvSpPr/>
            <p:nvPr/>
          </p:nvSpPr>
          <p:spPr>
            <a:xfrm>
              <a:off x="3456" y="2304"/>
              <a:ext cx="1488" cy="0"/>
            </a:xfrm>
            <a:prstGeom prst="line">
              <a:avLst/>
            </a:prstGeom>
            <a:ln w="28575" cap="flat" cmpd="sng">
              <a:solidFill>
                <a:schemeClr val="tx1"/>
              </a:solidFill>
              <a:prstDash val="solid"/>
              <a:headEnd type="none" w="med" len="med"/>
              <a:tailEnd type="none" w="med" len="med"/>
            </a:ln>
          </p:spPr>
        </p:sp>
        <p:sp>
          <p:nvSpPr>
            <p:cNvPr id="58" name="直接连接符 57"/>
            <p:cNvSpPr/>
            <p:nvPr/>
          </p:nvSpPr>
          <p:spPr>
            <a:xfrm>
              <a:off x="3456" y="1440"/>
              <a:ext cx="1488" cy="0"/>
            </a:xfrm>
            <a:prstGeom prst="line">
              <a:avLst/>
            </a:prstGeom>
            <a:ln w="28575" cap="flat" cmpd="sng">
              <a:solidFill>
                <a:schemeClr val="tx1"/>
              </a:solidFill>
              <a:prstDash val="solid"/>
              <a:headEnd type="none" w="med" len="med"/>
              <a:tailEnd type="none" w="med" len="med"/>
            </a:ln>
          </p:spPr>
        </p:sp>
        <p:sp>
          <p:nvSpPr>
            <p:cNvPr id="59" name="文本框 58"/>
            <p:cNvSpPr txBox="1"/>
            <p:nvPr/>
          </p:nvSpPr>
          <p:spPr>
            <a:xfrm>
              <a:off x="3072" y="1248"/>
              <a:ext cx="338" cy="329"/>
            </a:xfrm>
            <a:prstGeom prst="rect">
              <a:avLst/>
            </a:prstGeom>
            <a:noFill/>
            <a:ln w="9525">
              <a:noFill/>
            </a:ln>
          </p:spPr>
          <p:txBody>
            <a:bodyPr wrap="none" anchor="t">
              <a:spAutoFit/>
            </a:bodyPr>
            <a:lstStyle/>
            <a:p>
              <a:pPr algn="l"/>
              <a:r>
                <a:rPr lang="en-US" altLang="zh-CN" sz="2800" b="1" i="1">
                  <a:solidFill>
                    <a:srgbClr val="FF3300"/>
                  </a:solidFill>
                  <a:latin typeface="Times New Roman" panose="02020603050405020304" pitchFamily="18" charset="0"/>
                </a:rPr>
                <a:t>E</a:t>
              </a:r>
              <a:r>
                <a:rPr lang="en-US" altLang="zh-CN" sz="2800" b="1" baseline="-25000">
                  <a:solidFill>
                    <a:srgbClr val="FF3300"/>
                  </a:solidFill>
                  <a:latin typeface="Times New Roman" panose="02020603050405020304" pitchFamily="18" charset="0"/>
                </a:rPr>
                <a:t>2</a:t>
              </a:r>
              <a:endParaRPr lang="en-US" altLang="zh-CN" sz="2800">
                <a:solidFill>
                  <a:schemeClr val="tx1"/>
                </a:solidFill>
                <a:latin typeface="Times New Roman" panose="02020603050405020304" pitchFamily="18" charset="0"/>
              </a:endParaRPr>
            </a:p>
          </p:txBody>
        </p:sp>
        <p:sp>
          <p:nvSpPr>
            <p:cNvPr id="60" name="文本框 59"/>
            <p:cNvSpPr txBox="1"/>
            <p:nvPr/>
          </p:nvSpPr>
          <p:spPr>
            <a:xfrm>
              <a:off x="3120" y="2112"/>
              <a:ext cx="338" cy="329"/>
            </a:xfrm>
            <a:prstGeom prst="rect">
              <a:avLst/>
            </a:prstGeom>
            <a:noFill/>
            <a:ln w="9525">
              <a:noFill/>
            </a:ln>
          </p:spPr>
          <p:txBody>
            <a:bodyPr wrap="none" anchor="t">
              <a:spAutoFit/>
            </a:bodyPr>
            <a:lstStyle/>
            <a:p>
              <a:pPr algn="l"/>
              <a:r>
                <a:rPr lang="en-US" altLang="zh-CN" sz="2800" b="1" i="1">
                  <a:solidFill>
                    <a:srgbClr val="FF3300"/>
                  </a:solidFill>
                  <a:latin typeface="Times New Roman" panose="02020603050405020304" pitchFamily="18" charset="0"/>
                </a:rPr>
                <a:t>E</a:t>
              </a:r>
              <a:r>
                <a:rPr lang="en-US" altLang="zh-CN" sz="2800" b="1" baseline="-25000">
                  <a:solidFill>
                    <a:srgbClr val="FF3300"/>
                  </a:solidFill>
                  <a:latin typeface="Times New Roman" panose="02020603050405020304" pitchFamily="18" charset="0"/>
                </a:rPr>
                <a:t>1</a:t>
              </a:r>
              <a:endParaRPr lang="en-US" altLang="zh-CN" sz="2800">
                <a:solidFill>
                  <a:schemeClr val="tx1"/>
                </a:solidFill>
                <a:latin typeface="Times New Roman" panose="02020603050405020304" pitchFamily="18" charset="0"/>
              </a:endParaRPr>
            </a:p>
          </p:txBody>
        </p:sp>
        <p:sp>
          <p:nvSpPr>
            <p:cNvPr id="61" name="文本框 60"/>
            <p:cNvSpPr txBox="1"/>
            <p:nvPr/>
          </p:nvSpPr>
          <p:spPr>
            <a:xfrm>
              <a:off x="3504" y="1136"/>
              <a:ext cx="266" cy="232"/>
            </a:xfrm>
            <a:prstGeom prst="rect">
              <a:avLst/>
            </a:prstGeom>
            <a:noFill/>
            <a:ln w="9525">
              <a:noFill/>
            </a:ln>
          </p:spPr>
          <p:txBody>
            <a:bodyPr wrap="none" anchor="t">
              <a:spAutoFit/>
            </a:bodyPr>
            <a:lstStyle/>
            <a:p>
              <a:pPr algn="l"/>
              <a:r>
                <a:rPr lang="en-US" altLang="zh-CN" b="1" i="1">
                  <a:solidFill>
                    <a:schemeClr val="tx1"/>
                  </a:solidFill>
                  <a:latin typeface="Times New Roman" panose="02020603050405020304" pitchFamily="18" charset="0"/>
                </a:rPr>
                <a:t>N</a:t>
              </a:r>
              <a:r>
                <a:rPr lang="en-US" altLang="zh-CN" b="1" baseline="-25000">
                  <a:solidFill>
                    <a:schemeClr val="tx1"/>
                  </a:solidFill>
                  <a:latin typeface="Times New Roman" panose="02020603050405020304" pitchFamily="18" charset="0"/>
                </a:rPr>
                <a:t>2</a:t>
              </a:r>
              <a:endParaRPr lang="en-US" altLang="zh-CN" b="1">
                <a:solidFill>
                  <a:schemeClr val="tx1"/>
                </a:solidFill>
                <a:latin typeface="Times New Roman" panose="02020603050405020304" pitchFamily="18" charset="0"/>
              </a:endParaRPr>
            </a:p>
          </p:txBody>
        </p:sp>
        <p:sp>
          <p:nvSpPr>
            <p:cNvPr id="62" name="文本框 61"/>
            <p:cNvSpPr txBox="1"/>
            <p:nvPr/>
          </p:nvSpPr>
          <p:spPr>
            <a:xfrm>
              <a:off x="3504" y="2000"/>
              <a:ext cx="266" cy="232"/>
            </a:xfrm>
            <a:prstGeom prst="rect">
              <a:avLst/>
            </a:prstGeom>
            <a:noFill/>
            <a:ln w="9525">
              <a:noFill/>
            </a:ln>
          </p:spPr>
          <p:txBody>
            <a:bodyPr wrap="none" anchor="t">
              <a:spAutoFit/>
            </a:bodyPr>
            <a:lstStyle/>
            <a:p>
              <a:pPr algn="l"/>
              <a:r>
                <a:rPr lang="en-US" altLang="zh-CN" b="1" i="1">
                  <a:solidFill>
                    <a:schemeClr val="tx1"/>
                  </a:solidFill>
                  <a:latin typeface="Times New Roman" panose="02020603050405020304" pitchFamily="18" charset="0"/>
                </a:rPr>
                <a:t>N</a:t>
              </a:r>
              <a:r>
                <a:rPr lang="en-US" altLang="zh-CN" b="1" baseline="-25000">
                  <a:solidFill>
                    <a:schemeClr val="tx1"/>
                  </a:solidFill>
                  <a:latin typeface="Times New Roman" panose="02020603050405020304" pitchFamily="18" charset="0"/>
                </a:rPr>
                <a:t>1</a:t>
              </a:r>
              <a:endParaRPr lang="en-US" altLang="zh-CN" b="1">
                <a:solidFill>
                  <a:schemeClr val="tx1"/>
                </a:solidFill>
                <a:latin typeface="Times New Roman" panose="02020603050405020304" pitchFamily="18" charset="0"/>
              </a:endParaRPr>
            </a:p>
          </p:txBody>
        </p:sp>
      </p:grpSp>
      <p:sp>
        <p:nvSpPr>
          <p:cNvPr id="34826" name="直接连接符 34825"/>
          <p:cNvSpPr/>
          <p:nvPr/>
        </p:nvSpPr>
        <p:spPr>
          <a:xfrm>
            <a:off x="9902825" y="1351280"/>
            <a:ext cx="0" cy="1371600"/>
          </a:xfrm>
          <a:prstGeom prst="line">
            <a:avLst/>
          </a:prstGeom>
          <a:ln w="38100" cap="flat" cmpd="sng">
            <a:solidFill>
              <a:srgbClr val="FF3300"/>
            </a:solidFill>
            <a:prstDash val="solid"/>
            <a:headEnd type="none" w="med" len="med"/>
            <a:tailEnd type="triangle" w="med" len="med"/>
          </a:ln>
        </p:spPr>
      </p:sp>
      <p:grpSp>
        <p:nvGrpSpPr>
          <p:cNvPr id="34827" name="组合 34826"/>
          <p:cNvGrpSpPr/>
          <p:nvPr/>
        </p:nvGrpSpPr>
        <p:grpSpPr>
          <a:xfrm>
            <a:off x="8172450" y="1878965"/>
            <a:ext cx="1600200" cy="333375"/>
            <a:chOff x="4032" y="1008"/>
            <a:chExt cx="1392" cy="192"/>
          </a:xfrm>
        </p:grpSpPr>
        <p:grpSp>
          <p:nvGrpSpPr>
            <p:cNvPr id="34828" name="组合 34827"/>
            <p:cNvGrpSpPr/>
            <p:nvPr/>
          </p:nvGrpSpPr>
          <p:grpSpPr>
            <a:xfrm>
              <a:off x="4032" y="1008"/>
              <a:ext cx="528" cy="192"/>
              <a:chOff x="4032" y="1008"/>
              <a:chExt cx="1440" cy="432"/>
            </a:xfrm>
          </p:grpSpPr>
          <p:grpSp>
            <p:nvGrpSpPr>
              <p:cNvPr id="34829" name="组合 34828"/>
              <p:cNvGrpSpPr/>
              <p:nvPr/>
            </p:nvGrpSpPr>
            <p:grpSpPr>
              <a:xfrm>
                <a:off x="4032" y="1008"/>
                <a:ext cx="720" cy="432"/>
                <a:chOff x="5040" y="864"/>
                <a:chExt cx="720" cy="432"/>
              </a:xfrm>
            </p:grpSpPr>
            <p:grpSp>
              <p:nvGrpSpPr>
                <p:cNvPr id="34830" name="组合 34829"/>
                <p:cNvGrpSpPr/>
                <p:nvPr/>
              </p:nvGrpSpPr>
              <p:grpSpPr>
                <a:xfrm flipH="1" flipV="1">
                  <a:off x="5040" y="864"/>
                  <a:ext cx="384" cy="432"/>
                  <a:chOff x="4416" y="816"/>
                  <a:chExt cx="384" cy="432"/>
                </a:xfrm>
              </p:grpSpPr>
              <p:sp>
                <p:nvSpPr>
                  <p:cNvPr id="34831" name="任意多边形 34830"/>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32" name="任意多边形 34831"/>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34833" name="组合 34832"/>
                <p:cNvGrpSpPr/>
                <p:nvPr/>
              </p:nvGrpSpPr>
              <p:grpSpPr>
                <a:xfrm flipV="1">
                  <a:off x="5376" y="864"/>
                  <a:ext cx="384" cy="432"/>
                  <a:chOff x="4416" y="816"/>
                  <a:chExt cx="384" cy="432"/>
                </a:xfrm>
              </p:grpSpPr>
              <p:sp>
                <p:nvSpPr>
                  <p:cNvPr id="34834" name="任意多边形 34833"/>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35" name="任意多边形 34834"/>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34836" name="组合 34835"/>
              <p:cNvGrpSpPr/>
              <p:nvPr/>
            </p:nvGrpSpPr>
            <p:grpSpPr>
              <a:xfrm>
                <a:off x="4752" y="1008"/>
                <a:ext cx="720" cy="432"/>
                <a:chOff x="5040" y="864"/>
                <a:chExt cx="720" cy="432"/>
              </a:xfrm>
            </p:grpSpPr>
            <p:grpSp>
              <p:nvGrpSpPr>
                <p:cNvPr id="34837" name="组合 34836"/>
                <p:cNvGrpSpPr/>
                <p:nvPr/>
              </p:nvGrpSpPr>
              <p:grpSpPr>
                <a:xfrm flipH="1" flipV="1">
                  <a:off x="5040" y="864"/>
                  <a:ext cx="384" cy="432"/>
                  <a:chOff x="4416" y="816"/>
                  <a:chExt cx="384" cy="432"/>
                </a:xfrm>
              </p:grpSpPr>
              <p:sp>
                <p:nvSpPr>
                  <p:cNvPr id="34838" name="任意多边形 34837"/>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39" name="任意多边形 34838"/>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34840" name="组合 34839"/>
                <p:cNvGrpSpPr/>
                <p:nvPr/>
              </p:nvGrpSpPr>
              <p:grpSpPr>
                <a:xfrm flipV="1">
                  <a:off x="5376" y="864"/>
                  <a:ext cx="384" cy="432"/>
                  <a:chOff x="4416" y="816"/>
                  <a:chExt cx="384" cy="432"/>
                </a:xfrm>
              </p:grpSpPr>
              <p:sp>
                <p:nvSpPr>
                  <p:cNvPr id="34841" name="任意多边形 34840"/>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42" name="任意多边形 34841"/>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grpSp>
          <p:nvGrpSpPr>
            <p:cNvPr id="34843" name="组合 34842"/>
            <p:cNvGrpSpPr/>
            <p:nvPr/>
          </p:nvGrpSpPr>
          <p:grpSpPr>
            <a:xfrm>
              <a:off x="4560" y="1008"/>
              <a:ext cx="528" cy="192"/>
              <a:chOff x="4032" y="1008"/>
              <a:chExt cx="1440" cy="432"/>
            </a:xfrm>
          </p:grpSpPr>
          <p:grpSp>
            <p:nvGrpSpPr>
              <p:cNvPr id="34844" name="组合 34843"/>
              <p:cNvGrpSpPr/>
              <p:nvPr/>
            </p:nvGrpSpPr>
            <p:grpSpPr>
              <a:xfrm>
                <a:off x="4032" y="1008"/>
                <a:ext cx="720" cy="432"/>
                <a:chOff x="5040" y="864"/>
                <a:chExt cx="720" cy="432"/>
              </a:xfrm>
            </p:grpSpPr>
            <p:grpSp>
              <p:nvGrpSpPr>
                <p:cNvPr id="34845" name="组合 34844"/>
                <p:cNvGrpSpPr/>
                <p:nvPr/>
              </p:nvGrpSpPr>
              <p:grpSpPr>
                <a:xfrm flipH="1" flipV="1">
                  <a:off x="5040" y="864"/>
                  <a:ext cx="384" cy="432"/>
                  <a:chOff x="4416" y="816"/>
                  <a:chExt cx="384" cy="432"/>
                </a:xfrm>
              </p:grpSpPr>
              <p:sp>
                <p:nvSpPr>
                  <p:cNvPr id="34846" name="任意多边形 34845"/>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47" name="任意多边形 34846"/>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34848" name="组合 34847"/>
                <p:cNvGrpSpPr/>
                <p:nvPr/>
              </p:nvGrpSpPr>
              <p:grpSpPr>
                <a:xfrm flipV="1">
                  <a:off x="5376" y="864"/>
                  <a:ext cx="384" cy="432"/>
                  <a:chOff x="4416" y="816"/>
                  <a:chExt cx="384" cy="432"/>
                </a:xfrm>
              </p:grpSpPr>
              <p:sp>
                <p:nvSpPr>
                  <p:cNvPr id="34849" name="任意多边形 34848"/>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50" name="任意多边形 34849"/>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34851" name="组合 34850"/>
              <p:cNvGrpSpPr/>
              <p:nvPr/>
            </p:nvGrpSpPr>
            <p:grpSpPr>
              <a:xfrm>
                <a:off x="4752" y="1008"/>
                <a:ext cx="720" cy="432"/>
                <a:chOff x="5040" y="864"/>
                <a:chExt cx="720" cy="432"/>
              </a:xfrm>
            </p:grpSpPr>
            <p:grpSp>
              <p:nvGrpSpPr>
                <p:cNvPr id="34852" name="组合 34851"/>
                <p:cNvGrpSpPr/>
                <p:nvPr/>
              </p:nvGrpSpPr>
              <p:grpSpPr>
                <a:xfrm flipH="1" flipV="1">
                  <a:off x="5040" y="864"/>
                  <a:ext cx="384" cy="432"/>
                  <a:chOff x="4416" y="816"/>
                  <a:chExt cx="384" cy="432"/>
                </a:xfrm>
              </p:grpSpPr>
              <p:sp>
                <p:nvSpPr>
                  <p:cNvPr id="34853" name="任意多边形 34852"/>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54" name="任意多边形 34853"/>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34855" name="组合 34854"/>
                <p:cNvGrpSpPr/>
                <p:nvPr/>
              </p:nvGrpSpPr>
              <p:grpSpPr>
                <a:xfrm flipV="1">
                  <a:off x="5376" y="864"/>
                  <a:ext cx="384" cy="432"/>
                  <a:chOff x="4416" y="816"/>
                  <a:chExt cx="384" cy="432"/>
                </a:xfrm>
              </p:grpSpPr>
              <p:sp>
                <p:nvSpPr>
                  <p:cNvPr id="34856" name="任意多边形 34855"/>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57" name="任意多边形 34856"/>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sp>
          <p:nvSpPr>
            <p:cNvPr id="34858" name="任意多边形 34857"/>
            <p:cNvSpPr/>
            <p:nvPr/>
          </p:nvSpPr>
          <p:spPr>
            <a:xfrm flipV="1">
              <a:off x="5088" y="1104"/>
              <a:ext cx="96" cy="96"/>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59" name="直接连接符 34858"/>
            <p:cNvSpPr/>
            <p:nvPr/>
          </p:nvSpPr>
          <p:spPr>
            <a:xfrm>
              <a:off x="5184" y="1104"/>
              <a:ext cx="240" cy="0"/>
            </a:xfrm>
            <a:prstGeom prst="line">
              <a:avLst/>
            </a:prstGeom>
            <a:ln w="28575" cap="flat" cmpd="sng">
              <a:solidFill>
                <a:srgbClr val="FF3300"/>
              </a:solidFill>
              <a:prstDash val="solid"/>
              <a:headEnd type="none" w="med" len="med"/>
              <a:tailEnd type="triangle" w="med" len="med"/>
            </a:ln>
          </p:spPr>
        </p:sp>
      </p:grpSp>
      <p:grpSp>
        <p:nvGrpSpPr>
          <p:cNvPr id="34931" name="组合 34930"/>
          <p:cNvGrpSpPr/>
          <p:nvPr/>
        </p:nvGrpSpPr>
        <p:grpSpPr>
          <a:xfrm>
            <a:off x="10131425" y="1403668"/>
            <a:ext cx="1524000" cy="890587"/>
            <a:chOff x="2640" y="1311"/>
            <a:chExt cx="1392" cy="640"/>
          </a:xfrm>
        </p:grpSpPr>
        <p:sp>
          <p:nvSpPr>
            <p:cNvPr id="34861" name="矩形 34860"/>
            <p:cNvSpPr/>
            <p:nvPr/>
          </p:nvSpPr>
          <p:spPr>
            <a:xfrm>
              <a:off x="2831" y="1311"/>
              <a:ext cx="393" cy="265"/>
            </a:xfrm>
            <a:prstGeom prst="rect">
              <a:avLst/>
            </a:prstGeom>
            <a:noFill/>
            <a:ln w="9525">
              <a:noFill/>
            </a:ln>
          </p:spPr>
          <p:txBody>
            <a:bodyPr wrap="none" anchor="t">
              <a:spAutoFit/>
            </a:bodyPr>
            <a:lstStyle/>
            <a:p>
              <a:pPr algn="l"/>
              <a:r>
                <a:rPr lang="en-US" altLang="zh-CN" b="1" i="1">
                  <a:solidFill>
                    <a:srgbClr val="FF3300"/>
                  </a:solidFill>
                  <a:latin typeface="Times New Roman" panose="02020603050405020304" pitchFamily="18" charset="0"/>
                </a:rPr>
                <a:t>h</a:t>
              </a:r>
              <a:r>
                <a:rPr lang="en-US" altLang="zh-CN" b="1" i="1">
                  <a:solidFill>
                    <a:srgbClr val="FF3300"/>
                  </a:solidFill>
                  <a:latin typeface="Times New Roman" panose="02020603050405020304" pitchFamily="18" charset="0"/>
                  <a:sym typeface="Symbol" panose="05050102010706020507" pitchFamily="18" charset="2"/>
                </a:rPr>
                <a:t></a:t>
              </a:r>
              <a:endParaRPr lang="en-US" altLang="zh-CN" b="1">
                <a:solidFill>
                  <a:srgbClr val="FF3300"/>
                </a:solidFill>
                <a:latin typeface="Times New Roman" panose="02020603050405020304" pitchFamily="18" charset="0"/>
                <a:sym typeface="Symbol" panose="05050102010706020507" pitchFamily="18" charset="2"/>
              </a:endParaRPr>
            </a:p>
          </p:txBody>
        </p:sp>
        <p:grpSp>
          <p:nvGrpSpPr>
            <p:cNvPr id="34863" name="组合 34862"/>
            <p:cNvGrpSpPr/>
            <p:nvPr/>
          </p:nvGrpSpPr>
          <p:grpSpPr>
            <a:xfrm>
              <a:off x="2640" y="1615"/>
              <a:ext cx="1392" cy="192"/>
              <a:chOff x="4032" y="1008"/>
              <a:chExt cx="1392" cy="192"/>
            </a:xfrm>
          </p:grpSpPr>
          <p:grpSp>
            <p:nvGrpSpPr>
              <p:cNvPr id="34864" name="组合 34863"/>
              <p:cNvGrpSpPr/>
              <p:nvPr/>
            </p:nvGrpSpPr>
            <p:grpSpPr>
              <a:xfrm>
                <a:off x="4032" y="1008"/>
                <a:ext cx="528" cy="192"/>
                <a:chOff x="4032" y="1008"/>
                <a:chExt cx="1440" cy="432"/>
              </a:xfrm>
            </p:grpSpPr>
            <p:grpSp>
              <p:nvGrpSpPr>
                <p:cNvPr id="34865" name="组合 34864"/>
                <p:cNvGrpSpPr/>
                <p:nvPr/>
              </p:nvGrpSpPr>
              <p:grpSpPr>
                <a:xfrm>
                  <a:off x="4032" y="1008"/>
                  <a:ext cx="720" cy="432"/>
                  <a:chOff x="5040" y="864"/>
                  <a:chExt cx="720" cy="432"/>
                </a:xfrm>
              </p:grpSpPr>
              <p:grpSp>
                <p:nvGrpSpPr>
                  <p:cNvPr id="34866" name="组合 34865"/>
                  <p:cNvGrpSpPr/>
                  <p:nvPr/>
                </p:nvGrpSpPr>
                <p:grpSpPr>
                  <a:xfrm flipH="1" flipV="1">
                    <a:off x="5040" y="864"/>
                    <a:ext cx="384" cy="432"/>
                    <a:chOff x="4416" y="816"/>
                    <a:chExt cx="384" cy="432"/>
                  </a:xfrm>
                </p:grpSpPr>
                <p:sp>
                  <p:nvSpPr>
                    <p:cNvPr id="34867" name="任意多边形 34866"/>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68" name="任意多边形 34867"/>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34869" name="组合 34868"/>
                  <p:cNvGrpSpPr/>
                  <p:nvPr/>
                </p:nvGrpSpPr>
                <p:grpSpPr>
                  <a:xfrm flipV="1">
                    <a:off x="5376" y="864"/>
                    <a:ext cx="384" cy="432"/>
                    <a:chOff x="4416" y="816"/>
                    <a:chExt cx="384" cy="432"/>
                  </a:xfrm>
                </p:grpSpPr>
                <p:sp>
                  <p:nvSpPr>
                    <p:cNvPr id="34870" name="任意多边形 34869"/>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71" name="任意多边形 34870"/>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34872" name="组合 34871"/>
                <p:cNvGrpSpPr/>
                <p:nvPr/>
              </p:nvGrpSpPr>
              <p:grpSpPr>
                <a:xfrm>
                  <a:off x="4752" y="1008"/>
                  <a:ext cx="720" cy="432"/>
                  <a:chOff x="5040" y="864"/>
                  <a:chExt cx="720" cy="432"/>
                </a:xfrm>
              </p:grpSpPr>
              <p:grpSp>
                <p:nvGrpSpPr>
                  <p:cNvPr id="34873" name="组合 34872"/>
                  <p:cNvGrpSpPr/>
                  <p:nvPr/>
                </p:nvGrpSpPr>
                <p:grpSpPr>
                  <a:xfrm flipH="1" flipV="1">
                    <a:off x="5040" y="864"/>
                    <a:ext cx="384" cy="432"/>
                    <a:chOff x="4416" y="816"/>
                    <a:chExt cx="384" cy="432"/>
                  </a:xfrm>
                </p:grpSpPr>
                <p:sp>
                  <p:nvSpPr>
                    <p:cNvPr id="34874" name="任意多边形 34873"/>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75" name="任意多边形 34874"/>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34876" name="组合 34875"/>
                  <p:cNvGrpSpPr/>
                  <p:nvPr/>
                </p:nvGrpSpPr>
                <p:grpSpPr>
                  <a:xfrm flipV="1">
                    <a:off x="5376" y="864"/>
                    <a:ext cx="384" cy="432"/>
                    <a:chOff x="4416" y="816"/>
                    <a:chExt cx="384" cy="432"/>
                  </a:xfrm>
                </p:grpSpPr>
                <p:sp>
                  <p:nvSpPr>
                    <p:cNvPr id="34877" name="任意多边形 34876"/>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78" name="任意多边形 34877"/>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grpSp>
            <p:nvGrpSpPr>
              <p:cNvPr id="34879" name="组合 34878"/>
              <p:cNvGrpSpPr/>
              <p:nvPr/>
            </p:nvGrpSpPr>
            <p:grpSpPr>
              <a:xfrm>
                <a:off x="4560" y="1008"/>
                <a:ext cx="528" cy="192"/>
                <a:chOff x="4032" y="1008"/>
                <a:chExt cx="1440" cy="432"/>
              </a:xfrm>
            </p:grpSpPr>
            <p:grpSp>
              <p:nvGrpSpPr>
                <p:cNvPr id="34880" name="组合 34879"/>
                <p:cNvGrpSpPr/>
                <p:nvPr/>
              </p:nvGrpSpPr>
              <p:grpSpPr>
                <a:xfrm>
                  <a:off x="4032" y="1008"/>
                  <a:ext cx="720" cy="432"/>
                  <a:chOff x="5040" y="864"/>
                  <a:chExt cx="720" cy="432"/>
                </a:xfrm>
              </p:grpSpPr>
              <p:grpSp>
                <p:nvGrpSpPr>
                  <p:cNvPr id="34881" name="组合 34880"/>
                  <p:cNvGrpSpPr/>
                  <p:nvPr/>
                </p:nvGrpSpPr>
                <p:grpSpPr>
                  <a:xfrm flipH="1" flipV="1">
                    <a:off x="5040" y="864"/>
                    <a:ext cx="384" cy="432"/>
                    <a:chOff x="4416" y="816"/>
                    <a:chExt cx="384" cy="432"/>
                  </a:xfrm>
                </p:grpSpPr>
                <p:sp>
                  <p:nvSpPr>
                    <p:cNvPr id="34882" name="任意多边形 34881"/>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83" name="任意多边形 34882"/>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34884" name="组合 34883"/>
                  <p:cNvGrpSpPr/>
                  <p:nvPr/>
                </p:nvGrpSpPr>
                <p:grpSpPr>
                  <a:xfrm flipV="1">
                    <a:off x="5376" y="864"/>
                    <a:ext cx="384" cy="432"/>
                    <a:chOff x="4416" y="816"/>
                    <a:chExt cx="384" cy="432"/>
                  </a:xfrm>
                </p:grpSpPr>
                <p:sp>
                  <p:nvSpPr>
                    <p:cNvPr id="34885" name="任意多边形 34884"/>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86" name="任意多边形 34885"/>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34887" name="组合 34886"/>
                <p:cNvGrpSpPr/>
                <p:nvPr/>
              </p:nvGrpSpPr>
              <p:grpSpPr>
                <a:xfrm>
                  <a:off x="4752" y="1008"/>
                  <a:ext cx="720" cy="432"/>
                  <a:chOff x="5040" y="864"/>
                  <a:chExt cx="720" cy="432"/>
                </a:xfrm>
              </p:grpSpPr>
              <p:grpSp>
                <p:nvGrpSpPr>
                  <p:cNvPr id="34888" name="组合 34887"/>
                  <p:cNvGrpSpPr/>
                  <p:nvPr/>
                </p:nvGrpSpPr>
                <p:grpSpPr>
                  <a:xfrm flipH="1" flipV="1">
                    <a:off x="5040" y="864"/>
                    <a:ext cx="384" cy="432"/>
                    <a:chOff x="4416" y="816"/>
                    <a:chExt cx="384" cy="432"/>
                  </a:xfrm>
                </p:grpSpPr>
                <p:sp>
                  <p:nvSpPr>
                    <p:cNvPr id="34889" name="任意多边形 34888"/>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90" name="任意多边形 34889"/>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34891" name="组合 34890"/>
                  <p:cNvGrpSpPr/>
                  <p:nvPr/>
                </p:nvGrpSpPr>
                <p:grpSpPr>
                  <a:xfrm flipV="1">
                    <a:off x="5376" y="864"/>
                    <a:ext cx="384" cy="432"/>
                    <a:chOff x="4416" y="816"/>
                    <a:chExt cx="384" cy="432"/>
                  </a:xfrm>
                </p:grpSpPr>
                <p:sp>
                  <p:nvSpPr>
                    <p:cNvPr id="34892" name="任意多边形 34891"/>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93" name="任意多边形 34892"/>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sp>
            <p:nvSpPr>
              <p:cNvPr id="34894" name="任意多边形 34893"/>
              <p:cNvSpPr/>
              <p:nvPr/>
            </p:nvSpPr>
            <p:spPr>
              <a:xfrm flipV="1">
                <a:off x="5088" y="1104"/>
                <a:ext cx="96" cy="96"/>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895" name="直接连接符 34894"/>
              <p:cNvSpPr/>
              <p:nvPr/>
            </p:nvSpPr>
            <p:spPr>
              <a:xfrm>
                <a:off x="5184" y="1104"/>
                <a:ext cx="240" cy="0"/>
              </a:xfrm>
              <a:prstGeom prst="line">
                <a:avLst/>
              </a:prstGeom>
              <a:ln w="28575" cap="flat" cmpd="sng">
                <a:solidFill>
                  <a:srgbClr val="FF3300"/>
                </a:solidFill>
                <a:prstDash val="solid"/>
                <a:headEnd type="none" w="med" len="med"/>
                <a:tailEnd type="triangle" w="med" len="med"/>
              </a:ln>
            </p:spPr>
          </p:sp>
        </p:grpSp>
        <p:grpSp>
          <p:nvGrpSpPr>
            <p:cNvPr id="34896" name="组合 34895"/>
            <p:cNvGrpSpPr/>
            <p:nvPr/>
          </p:nvGrpSpPr>
          <p:grpSpPr>
            <a:xfrm>
              <a:off x="2640" y="1759"/>
              <a:ext cx="1392" cy="192"/>
              <a:chOff x="4032" y="1008"/>
              <a:chExt cx="1392" cy="192"/>
            </a:xfrm>
          </p:grpSpPr>
          <p:grpSp>
            <p:nvGrpSpPr>
              <p:cNvPr id="34897" name="组合 34896"/>
              <p:cNvGrpSpPr/>
              <p:nvPr/>
            </p:nvGrpSpPr>
            <p:grpSpPr>
              <a:xfrm>
                <a:off x="4032" y="1008"/>
                <a:ext cx="528" cy="192"/>
                <a:chOff x="4032" y="1008"/>
                <a:chExt cx="1440" cy="432"/>
              </a:xfrm>
            </p:grpSpPr>
            <p:grpSp>
              <p:nvGrpSpPr>
                <p:cNvPr id="34898" name="组合 34897"/>
                <p:cNvGrpSpPr/>
                <p:nvPr/>
              </p:nvGrpSpPr>
              <p:grpSpPr>
                <a:xfrm>
                  <a:off x="4032" y="1008"/>
                  <a:ext cx="720" cy="432"/>
                  <a:chOff x="5040" y="864"/>
                  <a:chExt cx="720" cy="432"/>
                </a:xfrm>
              </p:grpSpPr>
              <p:grpSp>
                <p:nvGrpSpPr>
                  <p:cNvPr id="34899" name="组合 34898"/>
                  <p:cNvGrpSpPr/>
                  <p:nvPr/>
                </p:nvGrpSpPr>
                <p:grpSpPr>
                  <a:xfrm flipH="1" flipV="1">
                    <a:off x="5040" y="864"/>
                    <a:ext cx="384" cy="432"/>
                    <a:chOff x="4416" y="816"/>
                    <a:chExt cx="384" cy="432"/>
                  </a:xfrm>
                </p:grpSpPr>
                <p:sp>
                  <p:nvSpPr>
                    <p:cNvPr id="34900" name="任意多边形 34899"/>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901" name="任意多边形 34900"/>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34902" name="组合 34901"/>
                  <p:cNvGrpSpPr/>
                  <p:nvPr/>
                </p:nvGrpSpPr>
                <p:grpSpPr>
                  <a:xfrm flipV="1">
                    <a:off x="5376" y="864"/>
                    <a:ext cx="384" cy="432"/>
                    <a:chOff x="4416" y="816"/>
                    <a:chExt cx="384" cy="432"/>
                  </a:xfrm>
                </p:grpSpPr>
                <p:sp>
                  <p:nvSpPr>
                    <p:cNvPr id="34903" name="任意多边形 34902"/>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904" name="任意多边形 34903"/>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34905" name="组合 34904"/>
                <p:cNvGrpSpPr/>
                <p:nvPr/>
              </p:nvGrpSpPr>
              <p:grpSpPr>
                <a:xfrm>
                  <a:off x="4752" y="1008"/>
                  <a:ext cx="720" cy="432"/>
                  <a:chOff x="5040" y="864"/>
                  <a:chExt cx="720" cy="432"/>
                </a:xfrm>
              </p:grpSpPr>
              <p:grpSp>
                <p:nvGrpSpPr>
                  <p:cNvPr id="34906" name="组合 34905"/>
                  <p:cNvGrpSpPr/>
                  <p:nvPr/>
                </p:nvGrpSpPr>
                <p:grpSpPr>
                  <a:xfrm flipH="1" flipV="1">
                    <a:off x="5040" y="864"/>
                    <a:ext cx="384" cy="432"/>
                    <a:chOff x="4416" y="816"/>
                    <a:chExt cx="384" cy="432"/>
                  </a:xfrm>
                </p:grpSpPr>
                <p:sp>
                  <p:nvSpPr>
                    <p:cNvPr id="34907" name="任意多边形 34906"/>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908" name="任意多边形 34907"/>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34909" name="组合 34908"/>
                  <p:cNvGrpSpPr/>
                  <p:nvPr/>
                </p:nvGrpSpPr>
                <p:grpSpPr>
                  <a:xfrm flipV="1">
                    <a:off x="5376" y="864"/>
                    <a:ext cx="384" cy="432"/>
                    <a:chOff x="4416" y="816"/>
                    <a:chExt cx="384" cy="432"/>
                  </a:xfrm>
                </p:grpSpPr>
                <p:sp>
                  <p:nvSpPr>
                    <p:cNvPr id="34910" name="任意多边形 34909"/>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911" name="任意多边形 34910"/>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grpSp>
            <p:nvGrpSpPr>
              <p:cNvPr id="34912" name="组合 34911"/>
              <p:cNvGrpSpPr/>
              <p:nvPr/>
            </p:nvGrpSpPr>
            <p:grpSpPr>
              <a:xfrm>
                <a:off x="4560" y="1008"/>
                <a:ext cx="528" cy="192"/>
                <a:chOff x="4032" y="1008"/>
                <a:chExt cx="1440" cy="432"/>
              </a:xfrm>
            </p:grpSpPr>
            <p:grpSp>
              <p:nvGrpSpPr>
                <p:cNvPr id="34913" name="组合 34912"/>
                <p:cNvGrpSpPr/>
                <p:nvPr/>
              </p:nvGrpSpPr>
              <p:grpSpPr>
                <a:xfrm>
                  <a:off x="4032" y="1008"/>
                  <a:ext cx="720" cy="432"/>
                  <a:chOff x="5040" y="864"/>
                  <a:chExt cx="720" cy="432"/>
                </a:xfrm>
              </p:grpSpPr>
              <p:grpSp>
                <p:nvGrpSpPr>
                  <p:cNvPr id="34914" name="组合 34913"/>
                  <p:cNvGrpSpPr/>
                  <p:nvPr/>
                </p:nvGrpSpPr>
                <p:grpSpPr>
                  <a:xfrm flipH="1" flipV="1">
                    <a:off x="5040" y="864"/>
                    <a:ext cx="384" cy="432"/>
                    <a:chOff x="4416" y="816"/>
                    <a:chExt cx="384" cy="432"/>
                  </a:xfrm>
                </p:grpSpPr>
                <p:sp>
                  <p:nvSpPr>
                    <p:cNvPr id="34915" name="任意多边形 34914"/>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916" name="任意多边形 34915"/>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34917" name="组合 34916"/>
                  <p:cNvGrpSpPr/>
                  <p:nvPr/>
                </p:nvGrpSpPr>
                <p:grpSpPr>
                  <a:xfrm flipV="1">
                    <a:off x="5376" y="864"/>
                    <a:ext cx="384" cy="432"/>
                    <a:chOff x="4416" y="816"/>
                    <a:chExt cx="384" cy="432"/>
                  </a:xfrm>
                </p:grpSpPr>
                <p:sp>
                  <p:nvSpPr>
                    <p:cNvPr id="34918" name="任意多边形 34917"/>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919" name="任意多边形 34918"/>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34920" name="组合 34919"/>
                <p:cNvGrpSpPr/>
                <p:nvPr/>
              </p:nvGrpSpPr>
              <p:grpSpPr>
                <a:xfrm>
                  <a:off x="4752" y="1008"/>
                  <a:ext cx="720" cy="432"/>
                  <a:chOff x="5040" y="864"/>
                  <a:chExt cx="720" cy="432"/>
                </a:xfrm>
              </p:grpSpPr>
              <p:grpSp>
                <p:nvGrpSpPr>
                  <p:cNvPr id="34921" name="组合 34920"/>
                  <p:cNvGrpSpPr/>
                  <p:nvPr/>
                </p:nvGrpSpPr>
                <p:grpSpPr>
                  <a:xfrm flipH="1" flipV="1">
                    <a:off x="5040" y="864"/>
                    <a:ext cx="384" cy="432"/>
                    <a:chOff x="4416" y="816"/>
                    <a:chExt cx="384" cy="432"/>
                  </a:xfrm>
                </p:grpSpPr>
                <p:sp>
                  <p:nvSpPr>
                    <p:cNvPr id="34922" name="任意多边形 34921"/>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923" name="任意多边形 34922"/>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34924" name="组合 34923"/>
                  <p:cNvGrpSpPr/>
                  <p:nvPr/>
                </p:nvGrpSpPr>
                <p:grpSpPr>
                  <a:xfrm flipV="1">
                    <a:off x="5376" y="864"/>
                    <a:ext cx="384" cy="432"/>
                    <a:chOff x="4416" y="816"/>
                    <a:chExt cx="384" cy="432"/>
                  </a:xfrm>
                </p:grpSpPr>
                <p:sp>
                  <p:nvSpPr>
                    <p:cNvPr id="34925" name="任意多边形 34924"/>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926" name="任意多边形 34925"/>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sp>
            <p:nvSpPr>
              <p:cNvPr id="34927" name="任意多边形 34926"/>
              <p:cNvSpPr/>
              <p:nvPr/>
            </p:nvSpPr>
            <p:spPr>
              <a:xfrm flipV="1">
                <a:off x="5088" y="1104"/>
                <a:ext cx="96" cy="96"/>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34928" name="直接连接符 34927"/>
              <p:cNvSpPr/>
              <p:nvPr/>
            </p:nvSpPr>
            <p:spPr>
              <a:xfrm>
                <a:off x="5184" y="1104"/>
                <a:ext cx="240" cy="0"/>
              </a:xfrm>
              <a:prstGeom prst="line">
                <a:avLst/>
              </a:prstGeom>
              <a:ln w="28575" cap="flat" cmpd="sng">
                <a:solidFill>
                  <a:srgbClr val="FF3300"/>
                </a:solidFill>
                <a:prstDash val="solid"/>
                <a:headEnd type="none" w="med" len="med"/>
                <a:tailEnd type="triangle" w="med" len="med"/>
              </a:ln>
            </p:spPr>
          </p:sp>
        </p:grpSp>
      </p:grpSp>
      <p:sp>
        <p:nvSpPr>
          <p:cNvPr id="34862" name="文本框 34861"/>
          <p:cNvSpPr txBox="1"/>
          <p:nvPr/>
        </p:nvSpPr>
        <p:spPr>
          <a:xfrm>
            <a:off x="10285095" y="2418080"/>
            <a:ext cx="1800225" cy="368300"/>
          </a:xfrm>
          <a:prstGeom prst="rect">
            <a:avLst/>
          </a:prstGeom>
          <a:noFill/>
          <a:ln w="9525">
            <a:noFill/>
          </a:ln>
        </p:spPr>
        <p:txBody>
          <a:bodyPr>
            <a:spAutoFit/>
          </a:bodyPr>
          <a:lstStyle/>
          <a:p>
            <a:pPr algn="l"/>
            <a:r>
              <a:rPr lang="zh-CN" altLang="en-US" b="1" dirty="0">
                <a:solidFill>
                  <a:srgbClr val="FF3300"/>
                </a:solidFill>
                <a:latin typeface="Times New Roman" panose="02020603050405020304" pitchFamily="18" charset="0"/>
              </a:rPr>
              <a:t>全同光子</a:t>
            </a:r>
            <a:endParaRPr lang="zh-CN" altLang="en-US" b="1">
              <a:solidFill>
                <a:schemeClr val="tx1"/>
              </a:solidFill>
              <a:latin typeface="Times New Roman" panose="02020603050405020304" pitchFamily="18" charset="0"/>
            </a:endParaRPr>
          </a:p>
        </p:txBody>
      </p:sp>
      <p:sp>
        <p:nvSpPr>
          <p:cNvPr id="148482" name="文本框 148481"/>
          <p:cNvSpPr txBox="1"/>
          <p:nvPr/>
        </p:nvSpPr>
        <p:spPr>
          <a:xfrm>
            <a:off x="5568950" y="3401060"/>
            <a:ext cx="4097655" cy="2526665"/>
          </a:xfrm>
          <a:prstGeom prst="rect">
            <a:avLst/>
          </a:prstGeom>
          <a:noFill/>
          <a:ln w="31750" cap="flat" cmpd="sng">
            <a:solidFill>
              <a:srgbClr val="FF0000"/>
            </a:solidFill>
            <a:prstDash val="solid"/>
            <a:miter/>
            <a:headEnd type="none" w="med" len="med"/>
            <a:tailEnd type="none" w="med" len="med"/>
          </a:ln>
        </p:spPr>
        <p:txBody>
          <a:bodyPr wrap="square">
            <a:spAutoFit/>
          </a:bodyPr>
          <a:lstStyle/>
          <a:p>
            <a:pPr algn="just">
              <a:lnSpc>
                <a:spcPct val="110000"/>
              </a:lnSpc>
              <a:spcBef>
                <a:spcPct val="50000"/>
              </a:spcBef>
            </a:pPr>
            <a:r>
              <a:rPr lang="zh-CN" altLang="en-US" sz="2400" b="1" dirty="0">
                <a:latin typeface="宋体" panose="02010600030101010101" pitchFamily="2" charset="-122"/>
              </a:rPr>
              <a:t>   一个光子可以产生两个频率、相位、偏振方向和传播方向完全相同的光子，如果这两个光子再引起其它原子产生受激辐射，就会得到更多特征完全相同的光子。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4451"/>
                                        </p:tgtEl>
                                        <p:attrNameLst>
                                          <p:attrName>style.visibility</p:attrName>
                                        </p:attrNameLst>
                                      </p:cBhvr>
                                      <p:to>
                                        <p:strVal val="visible"/>
                                      </p:to>
                                    </p:set>
                                    <p:animEffect transition="in" filter="wipe(up)">
                                      <p:cBhvr>
                                        <p:cTn id="7" dur="500"/>
                                        <p:tgtEl>
                                          <p:spTgt spid="1044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4461"/>
                                        </p:tgtEl>
                                        <p:attrNameLst>
                                          <p:attrName>style.visibility</p:attrName>
                                        </p:attrNameLst>
                                      </p:cBhvr>
                                      <p:to>
                                        <p:strVal val="visible"/>
                                      </p:to>
                                    </p:set>
                                    <p:animEffect transition="in" filter="wipe(left)">
                                      <p:cBhvr>
                                        <p:cTn id="12" dur="500"/>
                                        <p:tgtEl>
                                          <p:spTgt spid="1044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18"/>
                                        </p:tgtEl>
                                        <p:attrNameLst>
                                          <p:attrName>style.visibility</p:attrName>
                                        </p:attrNameLst>
                                      </p:cBhvr>
                                      <p:to>
                                        <p:strVal val="visible"/>
                                      </p:to>
                                    </p:set>
                                    <p:animEffect transition="in" filter="wipe(left)">
                                      <p:cBhvr>
                                        <p:cTn id="17" dur="500"/>
                                        <p:tgtEl>
                                          <p:spTgt spid="348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wipe(left)">
                                      <p:cBhvr>
                                        <p:cTn id="22" dur="500"/>
                                        <p:tgtEl>
                                          <p:spTgt spid="5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4827"/>
                                        </p:tgtEl>
                                        <p:attrNameLst>
                                          <p:attrName>style.visibility</p:attrName>
                                        </p:attrNameLst>
                                      </p:cBhvr>
                                      <p:to>
                                        <p:strVal val="visible"/>
                                      </p:to>
                                    </p:set>
                                    <p:animEffect transition="in" filter="wipe(left)">
                                      <p:cBhvr>
                                        <p:cTn id="27" dur="500"/>
                                        <p:tgtEl>
                                          <p:spTgt spid="3482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4826"/>
                                        </p:tgtEl>
                                        <p:attrNameLst>
                                          <p:attrName>style.visibility</p:attrName>
                                        </p:attrNameLst>
                                      </p:cBhvr>
                                      <p:to>
                                        <p:strVal val="visible"/>
                                      </p:to>
                                    </p:set>
                                    <p:animEffect transition="in" filter="wipe(left)">
                                      <p:cBhvr>
                                        <p:cTn id="32" dur="500"/>
                                        <p:tgtEl>
                                          <p:spTgt spid="348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4931"/>
                                        </p:tgtEl>
                                        <p:attrNameLst>
                                          <p:attrName>style.visibility</p:attrName>
                                        </p:attrNameLst>
                                      </p:cBhvr>
                                      <p:to>
                                        <p:strVal val="visible"/>
                                      </p:to>
                                    </p:set>
                                    <p:animEffect transition="in" filter="wipe(left)">
                                      <p:cBhvr>
                                        <p:cTn id="37" dur="500"/>
                                        <p:tgtEl>
                                          <p:spTgt spid="3493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4862"/>
                                        </p:tgtEl>
                                        <p:attrNameLst>
                                          <p:attrName>style.visibility</p:attrName>
                                        </p:attrNameLst>
                                      </p:cBhvr>
                                      <p:to>
                                        <p:strVal val="visible"/>
                                      </p:to>
                                    </p:set>
                                    <p:animEffect transition="in" filter="wipe(left)">
                                      <p:cBhvr>
                                        <p:cTn id="42" dur="500"/>
                                        <p:tgtEl>
                                          <p:spTgt spid="34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bldLvl="0" animBg="1"/>
      <p:bldP spid="3486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文本框 34817"/>
          <p:cNvSpPr txBox="1"/>
          <p:nvPr/>
        </p:nvSpPr>
        <p:spPr>
          <a:xfrm>
            <a:off x="547370" y="262255"/>
            <a:ext cx="5021580" cy="521970"/>
          </a:xfrm>
          <a:prstGeom prst="rect">
            <a:avLst/>
          </a:prstGeom>
          <a:solidFill>
            <a:srgbClr val="993366"/>
          </a:solidFill>
          <a:ln w="9525">
            <a:noFill/>
          </a:ln>
        </p:spPr>
        <p:txBody>
          <a:bodyPr wrap="none" anchor="t">
            <a:spAutoFit/>
          </a:bodyPr>
          <a:lstStyle/>
          <a:p>
            <a:pPr algn="l"/>
            <a:r>
              <a:rPr lang="zh-CN" altLang="en-US" sz="2800" b="1" dirty="0">
                <a:solidFill>
                  <a:srgbClr val="FFCC00"/>
                </a:solidFill>
                <a:latin typeface="Times New Roman" panose="02020603050405020304" pitchFamily="18" charset="0"/>
              </a:rPr>
              <a:t>受激辐射 </a:t>
            </a:r>
            <a:r>
              <a:rPr lang="en-US" altLang="zh-CN" sz="2800" b="1">
                <a:solidFill>
                  <a:srgbClr val="FFCC00"/>
                </a:solidFill>
                <a:latin typeface="Times New Roman" panose="02020603050405020304" pitchFamily="18" charset="0"/>
              </a:rPr>
              <a:t>(stimulated radiation)</a:t>
            </a:r>
          </a:p>
        </p:txBody>
      </p:sp>
      <p:sp>
        <p:nvSpPr>
          <p:cNvPr id="34930" name="文本框 34929"/>
          <p:cNvSpPr txBox="1"/>
          <p:nvPr/>
        </p:nvSpPr>
        <p:spPr>
          <a:xfrm>
            <a:off x="452755" y="1464310"/>
            <a:ext cx="11428730" cy="829945"/>
          </a:xfrm>
          <a:prstGeom prst="rect">
            <a:avLst/>
          </a:prstGeom>
          <a:noFill/>
          <a:ln w="9525">
            <a:noFill/>
          </a:ln>
        </p:spPr>
        <p:txBody>
          <a:bodyPr wrap="square">
            <a:spAutoFit/>
          </a:bodyPr>
          <a:lstStyle/>
          <a:p>
            <a:pPr algn="l"/>
            <a:r>
              <a:rPr lang="zh-CN" altLang="en-US" sz="2400" b="1" dirty="0">
                <a:solidFill>
                  <a:schemeClr val="tx1"/>
                </a:solidFill>
                <a:latin typeface="Times New Roman" panose="02020603050405020304" pitchFamily="18" charset="0"/>
              </a:rPr>
              <a:t>设 </a:t>
            </a:r>
            <a:r>
              <a:rPr lang="en-US" altLang="zh-CN" sz="2400" b="1" i="1" dirty="0">
                <a:solidFill>
                  <a:schemeClr val="tx1"/>
                </a:solidFill>
                <a:latin typeface="Times New Roman" panose="02020603050405020304" pitchFamily="18" charset="0"/>
                <a:sym typeface="Symbol" panose="05050102010706020507" pitchFamily="18" charset="2"/>
              </a:rPr>
              <a:t></a:t>
            </a:r>
            <a:r>
              <a:rPr lang="zh-CN" altLang="en-US" sz="2400" b="1" dirty="0">
                <a:solidFill>
                  <a:schemeClr val="tx1"/>
                </a:solidFill>
                <a:latin typeface="Times New Roman" panose="02020603050405020304" pitchFamily="18" charset="0"/>
              </a:rPr>
              <a:t>（</a:t>
            </a:r>
            <a:r>
              <a:rPr lang="en-US" altLang="zh-CN" sz="2400" b="1" i="1" dirty="0">
                <a:solidFill>
                  <a:schemeClr val="tx1"/>
                </a:solidFill>
                <a:latin typeface="Times New Roman" panose="02020603050405020304" pitchFamily="18" charset="0"/>
                <a:sym typeface="Symbol" panose="05050102010706020507" pitchFamily="18" charset="2"/>
              </a:rPr>
              <a:t></a:t>
            </a:r>
            <a:r>
              <a:rPr lang="zh-CN" altLang="en-US" sz="2400" b="1" i="1" dirty="0">
                <a:solidFill>
                  <a:schemeClr val="tx1"/>
                </a:solidFill>
                <a:latin typeface="Times New Roman" panose="02020603050405020304" pitchFamily="18" charset="0"/>
              </a:rPr>
              <a:t>、Ｔ</a:t>
            </a:r>
            <a:r>
              <a:rPr lang="zh-CN" altLang="en-US" sz="2400" b="1" dirty="0">
                <a:solidFill>
                  <a:schemeClr val="tx1"/>
                </a:solidFill>
                <a:latin typeface="Times New Roman" panose="02020603050405020304" pitchFamily="18" charset="0"/>
              </a:rPr>
              <a:t>）</a:t>
            </a:r>
            <a:r>
              <a:rPr lang="en-US" altLang="zh-CN" sz="2400" b="1">
                <a:solidFill>
                  <a:schemeClr val="tx1"/>
                </a:solidFill>
                <a:latin typeface="Times New Roman" panose="02020603050405020304" pitchFamily="18" charset="0"/>
                <a:ea typeface="黑体" panose="02010609060101010101" pitchFamily="49" charset="-122"/>
              </a:rPr>
              <a:t>—</a:t>
            </a:r>
            <a:r>
              <a:rPr lang="zh-CN" altLang="en-US" sz="2400" b="1" dirty="0">
                <a:solidFill>
                  <a:schemeClr val="tx1"/>
                </a:solidFill>
                <a:latin typeface="Times New Roman" panose="02020603050405020304" pitchFamily="18" charset="0"/>
              </a:rPr>
              <a:t>温度为</a:t>
            </a:r>
            <a:r>
              <a:rPr lang="zh-CN" altLang="en-US" sz="2400" b="1" i="1" dirty="0">
                <a:solidFill>
                  <a:schemeClr val="tx1"/>
                </a:solidFill>
                <a:latin typeface="Times New Roman" panose="02020603050405020304" pitchFamily="18" charset="0"/>
              </a:rPr>
              <a:t>Ｔ</a:t>
            </a:r>
            <a:r>
              <a:rPr lang="zh-CN" altLang="en-US" sz="2400" b="1" dirty="0">
                <a:solidFill>
                  <a:schemeClr val="tx1"/>
                </a:solidFill>
                <a:latin typeface="Times New Roman" panose="02020603050405020304" pitchFamily="18" charset="0"/>
              </a:rPr>
              <a:t>时</a:t>
            </a:r>
            <a:r>
              <a:rPr lang="en-US" altLang="zh-CN" sz="2400" b="1" dirty="0">
                <a:solidFill>
                  <a:schemeClr val="tx1"/>
                </a:solidFill>
                <a:latin typeface="Times New Roman" panose="02020603050405020304" pitchFamily="18" charset="0"/>
              </a:rPr>
              <a:t>, </a:t>
            </a:r>
            <a:r>
              <a:rPr lang="zh-CN" altLang="en-US" sz="2400" b="1" dirty="0">
                <a:solidFill>
                  <a:schemeClr val="tx1"/>
                </a:solidFill>
                <a:latin typeface="Times New Roman" panose="02020603050405020304" pitchFamily="18" charset="0"/>
              </a:rPr>
              <a:t>频率为  </a:t>
            </a:r>
            <a:r>
              <a:rPr lang="en-US" altLang="zh-CN" sz="2400" b="1" i="1" dirty="0">
                <a:solidFill>
                  <a:schemeClr val="tx1"/>
                </a:solidFill>
                <a:latin typeface="Times New Roman" panose="02020603050405020304" pitchFamily="18" charset="0"/>
                <a:sym typeface="Symbol" panose="05050102010706020507" pitchFamily="18" charset="2"/>
              </a:rPr>
              <a:t></a:t>
            </a:r>
            <a:r>
              <a:rPr lang="en-US" altLang="zh-CN" sz="2400" b="1" dirty="0">
                <a:solidFill>
                  <a:schemeClr val="tx1"/>
                </a:solidFill>
                <a:latin typeface="Times New Roman" panose="02020603050405020304" pitchFamily="18" charset="0"/>
              </a:rPr>
              <a:t> </a:t>
            </a:r>
            <a:r>
              <a:rPr lang="en-US" altLang="zh-CN" sz="2400" b="1">
                <a:solidFill>
                  <a:schemeClr val="tx1"/>
                </a:solidFill>
                <a:latin typeface="Times New Roman" panose="02020603050405020304" pitchFamily="18" charset="0"/>
              </a:rPr>
              <a:t>= (</a:t>
            </a:r>
            <a:r>
              <a:rPr lang="en-US" altLang="zh-CN" sz="2400" b="1" i="1">
                <a:solidFill>
                  <a:schemeClr val="tx1"/>
                </a:solidFill>
                <a:latin typeface="Times New Roman" panose="02020603050405020304" pitchFamily="18" charset="0"/>
              </a:rPr>
              <a:t>E</a:t>
            </a:r>
            <a:r>
              <a:rPr lang="en-US" altLang="zh-CN" sz="2400" b="1" baseline="-25000">
                <a:solidFill>
                  <a:schemeClr val="tx1"/>
                </a:solidFill>
                <a:latin typeface="Times New Roman" panose="02020603050405020304" pitchFamily="18" charset="0"/>
              </a:rPr>
              <a:t>2</a:t>
            </a:r>
            <a:r>
              <a:rPr lang="en-US" altLang="zh-CN" sz="2400" b="1">
                <a:solidFill>
                  <a:schemeClr val="tx1"/>
                </a:solidFill>
                <a:latin typeface="Times New Roman" panose="02020603050405020304" pitchFamily="18" charset="0"/>
              </a:rPr>
              <a:t> - </a:t>
            </a:r>
            <a:r>
              <a:rPr lang="en-US" altLang="zh-CN" sz="2400" b="1" i="1">
                <a:solidFill>
                  <a:schemeClr val="tx1"/>
                </a:solidFill>
                <a:latin typeface="Times New Roman" panose="02020603050405020304" pitchFamily="18" charset="0"/>
              </a:rPr>
              <a:t>E</a:t>
            </a:r>
            <a:r>
              <a:rPr lang="en-US" altLang="zh-CN" sz="2400" b="1" baseline="-25000">
                <a:solidFill>
                  <a:schemeClr val="tx1"/>
                </a:solidFill>
                <a:latin typeface="Times New Roman" panose="02020603050405020304" pitchFamily="18" charset="0"/>
              </a:rPr>
              <a:t>1</a:t>
            </a:r>
            <a:r>
              <a:rPr lang="en-US" altLang="zh-CN" sz="2400" b="1">
                <a:solidFill>
                  <a:schemeClr val="tx1"/>
                </a:solidFill>
                <a:latin typeface="Times New Roman" panose="02020603050405020304" pitchFamily="18" charset="0"/>
              </a:rPr>
              <a:t>) / </a:t>
            </a:r>
            <a:r>
              <a:rPr lang="en-US" altLang="zh-CN" sz="2400" b="1" i="1">
                <a:solidFill>
                  <a:schemeClr val="tx1"/>
                </a:solidFill>
                <a:latin typeface="Times New Roman" panose="02020603050405020304" pitchFamily="18" charset="0"/>
              </a:rPr>
              <a:t>h</a:t>
            </a:r>
            <a:r>
              <a:rPr lang="zh-CN" altLang="en-US" sz="2400" b="1" dirty="0">
                <a:solidFill>
                  <a:schemeClr val="tx1"/>
                </a:solidFill>
                <a:latin typeface="Times New Roman" panose="02020603050405020304" pitchFamily="18" charset="0"/>
              </a:rPr>
              <a:t>附近，单位频率间隔的外来光的能量密度。</a:t>
            </a:r>
          </a:p>
        </p:txBody>
      </p:sp>
      <p:sp>
        <p:nvSpPr>
          <p:cNvPr id="11267" name="文本框 11266"/>
          <p:cNvSpPr txBox="1"/>
          <p:nvPr/>
        </p:nvSpPr>
        <p:spPr>
          <a:xfrm>
            <a:off x="452755" y="2262505"/>
            <a:ext cx="8001000" cy="460375"/>
          </a:xfrm>
          <a:prstGeom prst="rect">
            <a:avLst/>
          </a:prstGeom>
          <a:noFill/>
          <a:ln w="9525">
            <a:noFill/>
          </a:ln>
        </p:spPr>
        <p:txBody>
          <a:bodyPr>
            <a:spAutoFit/>
          </a:bodyPr>
          <a:lstStyle/>
          <a:p>
            <a:pPr algn="l"/>
            <a:r>
              <a:rPr lang="en-US" altLang="zh-CN" sz="2400" b="1" dirty="0">
                <a:solidFill>
                  <a:schemeClr val="tx1"/>
                </a:solidFill>
                <a:latin typeface="Times New Roman" panose="02020603050405020304" pitchFamily="18" charset="0"/>
              </a:rPr>
              <a:t> </a:t>
            </a:r>
            <a:r>
              <a:rPr lang="zh-CN" altLang="en-US" sz="2400" b="1" dirty="0">
                <a:solidFill>
                  <a:schemeClr val="tx1"/>
                </a:solidFill>
                <a:latin typeface="Times New Roman" panose="02020603050405020304" pitchFamily="18" charset="0"/>
              </a:rPr>
              <a:t>则</a:t>
            </a:r>
            <a:r>
              <a:rPr lang="zh-CN" altLang="en-US" sz="2400" b="1" dirty="0">
                <a:solidFill>
                  <a:srgbClr val="0000FF"/>
                </a:solidFill>
                <a:latin typeface="Times New Roman" panose="02020603050405020304" pitchFamily="18" charset="0"/>
              </a:rPr>
              <a:t>单位体积中单位时间内，从</a:t>
            </a:r>
            <a:r>
              <a:rPr lang="en-US" altLang="zh-CN" sz="2400" b="1" i="1">
                <a:solidFill>
                  <a:srgbClr val="0000FF"/>
                </a:solidFill>
                <a:latin typeface="Times New Roman" panose="02020603050405020304" pitchFamily="18" charset="0"/>
              </a:rPr>
              <a:t>E</a:t>
            </a:r>
            <a:r>
              <a:rPr lang="zh-CN" altLang="en-US" sz="2400" b="1" baseline="-25000">
                <a:solidFill>
                  <a:srgbClr val="0000FF"/>
                </a:solidFill>
                <a:latin typeface="Times New Roman" panose="02020603050405020304" pitchFamily="18" charset="0"/>
              </a:rPr>
              <a:t>２</a:t>
            </a:r>
            <a:r>
              <a:rPr lang="en-US" altLang="zh-CN" sz="2400" b="1">
                <a:solidFill>
                  <a:srgbClr val="0000FF"/>
                </a:solidFill>
                <a:latin typeface="Times New Roman" panose="02020603050405020304" pitchFamily="18" charset="0"/>
                <a:sym typeface="Symbol" panose="05050102010706020507" pitchFamily="18" charset="2"/>
              </a:rPr>
              <a:t></a:t>
            </a:r>
            <a:r>
              <a:rPr lang="en-US" altLang="zh-CN" sz="2400" b="1">
                <a:solidFill>
                  <a:srgbClr val="0000FF"/>
                </a:solidFill>
                <a:latin typeface="Times New Roman" panose="02020603050405020304" pitchFamily="18" charset="0"/>
              </a:rPr>
              <a:t> </a:t>
            </a:r>
            <a:r>
              <a:rPr lang="en-US" altLang="zh-CN" sz="2400" b="1" i="1">
                <a:solidFill>
                  <a:srgbClr val="0000FF"/>
                </a:solidFill>
                <a:latin typeface="Times New Roman" panose="02020603050405020304" pitchFamily="18" charset="0"/>
              </a:rPr>
              <a:t>E</a:t>
            </a:r>
            <a:r>
              <a:rPr lang="zh-CN" altLang="en-US" sz="2400" b="1" baseline="-25000">
                <a:solidFill>
                  <a:srgbClr val="0000FF"/>
                </a:solidFill>
                <a:latin typeface="Times New Roman" panose="02020603050405020304" pitchFamily="18" charset="0"/>
              </a:rPr>
              <a:t>１</a:t>
            </a:r>
            <a:r>
              <a:rPr lang="zh-CN" altLang="en-US" sz="2400" b="1" dirty="0">
                <a:solidFill>
                  <a:srgbClr val="0000FF"/>
                </a:solidFill>
                <a:latin typeface="Times New Roman" panose="02020603050405020304" pitchFamily="18" charset="0"/>
              </a:rPr>
              <a:t> 受激辐射的原子数：</a:t>
            </a:r>
          </a:p>
        </p:txBody>
      </p:sp>
      <p:graphicFrame>
        <p:nvGraphicFramePr>
          <p:cNvPr id="11275" name="对象 11274"/>
          <p:cNvGraphicFramePr/>
          <p:nvPr/>
        </p:nvGraphicFramePr>
        <p:xfrm>
          <a:off x="2903855" y="2884805"/>
          <a:ext cx="4267200" cy="1089025"/>
        </p:xfrm>
        <a:graphic>
          <a:graphicData uri="http://schemas.openxmlformats.org/presentationml/2006/ole">
            <mc:AlternateContent xmlns:mc="http://schemas.openxmlformats.org/markup-compatibility/2006">
              <mc:Choice xmlns:v="urn:schemas-microsoft-com:vml" Requires="v">
                <p:oleObj spid="_x0000_s6179" r:id="rId3" imgW="1739265" imgH="444500" progId="Equation.3">
                  <p:embed/>
                </p:oleObj>
              </mc:Choice>
              <mc:Fallback>
                <p:oleObj r:id="rId3" imgW="1739265" imgH="444500" progId="Equation.3">
                  <p:embed/>
                  <p:pic>
                    <p:nvPicPr>
                      <p:cNvPr id="0" name="图片 3075"/>
                      <p:cNvPicPr/>
                      <p:nvPr/>
                    </p:nvPicPr>
                    <p:blipFill>
                      <a:blip r:embed="rId4"/>
                      <a:stretch>
                        <a:fillRect/>
                      </a:stretch>
                    </p:blipFill>
                    <p:spPr>
                      <a:xfrm>
                        <a:off x="2903855" y="2884805"/>
                        <a:ext cx="4267200" cy="1089025"/>
                      </a:xfrm>
                      <a:prstGeom prst="rect">
                        <a:avLst/>
                      </a:prstGeom>
                      <a:noFill/>
                      <a:ln w="38100">
                        <a:noFill/>
                        <a:miter/>
                      </a:ln>
                    </p:spPr>
                  </p:pic>
                </p:oleObj>
              </mc:Fallback>
            </mc:AlternateContent>
          </a:graphicData>
        </a:graphic>
      </p:graphicFrame>
      <p:sp>
        <p:nvSpPr>
          <p:cNvPr id="11272" name="文本框 11271"/>
          <p:cNvSpPr txBox="1"/>
          <p:nvPr/>
        </p:nvSpPr>
        <p:spPr>
          <a:xfrm>
            <a:off x="7755890" y="3106420"/>
            <a:ext cx="2410460" cy="645160"/>
          </a:xfrm>
          <a:prstGeom prst="rect">
            <a:avLst/>
          </a:prstGeom>
          <a:noFill/>
          <a:ln w="9525">
            <a:noFill/>
          </a:ln>
        </p:spPr>
        <p:txBody>
          <a:bodyPr wrap="none" anchor="t">
            <a:spAutoFit/>
          </a:bodyPr>
          <a:lstStyle/>
          <a:p>
            <a:pPr algn="l"/>
            <a:r>
              <a:rPr lang="en-US" altLang="zh-CN" sz="3600" b="1">
                <a:solidFill>
                  <a:schemeClr val="tx1"/>
                </a:solidFill>
                <a:latin typeface="Times New Roman" panose="02020603050405020304" pitchFamily="18" charset="0"/>
              </a:rPr>
              <a:t> </a:t>
            </a:r>
            <a:r>
              <a:rPr lang="en-US" altLang="zh-CN" sz="2000" b="1" i="1">
                <a:solidFill>
                  <a:srgbClr val="0000FF"/>
                </a:solidFill>
                <a:latin typeface="Times New Roman" panose="02020603050405020304" pitchFamily="18" charset="0"/>
              </a:rPr>
              <a:t>B</a:t>
            </a:r>
            <a:r>
              <a:rPr lang="en-US" altLang="zh-CN" sz="2000" b="1" baseline="-25000">
                <a:solidFill>
                  <a:srgbClr val="0000FF"/>
                </a:solidFill>
                <a:latin typeface="Times New Roman" panose="02020603050405020304" pitchFamily="18" charset="0"/>
              </a:rPr>
              <a:t>21</a:t>
            </a:r>
            <a:r>
              <a:rPr lang="en-US" altLang="zh-CN" sz="2000" b="1">
                <a:solidFill>
                  <a:srgbClr val="0000FF"/>
                </a:solidFill>
                <a:latin typeface="Times New Roman" panose="02020603050405020304" pitchFamily="18" charset="0"/>
                <a:sym typeface="Symbol" panose="05050102010706020507" pitchFamily="18" charset="2"/>
              </a:rPr>
              <a:t></a:t>
            </a:r>
            <a:r>
              <a:rPr lang="zh-CN" altLang="en-US" sz="2000" b="1" dirty="0">
                <a:solidFill>
                  <a:srgbClr val="0000FF"/>
                </a:solidFill>
                <a:latin typeface="Times New Roman" panose="02020603050405020304" pitchFamily="18" charset="0"/>
              </a:rPr>
              <a:t>受激辐射系数</a:t>
            </a:r>
          </a:p>
        </p:txBody>
      </p:sp>
      <p:grpSp>
        <p:nvGrpSpPr>
          <p:cNvPr id="26631" name="组合 26630"/>
          <p:cNvGrpSpPr/>
          <p:nvPr/>
        </p:nvGrpSpPr>
        <p:grpSpPr>
          <a:xfrm>
            <a:off x="733743" y="4093210"/>
            <a:ext cx="4648199" cy="1616075"/>
            <a:chOff x="912" y="720"/>
            <a:chExt cx="2928" cy="1018"/>
          </a:xfrm>
        </p:grpSpPr>
        <p:graphicFrame>
          <p:nvGraphicFramePr>
            <p:cNvPr id="26627" name="对象 26626"/>
            <p:cNvGraphicFramePr/>
            <p:nvPr/>
          </p:nvGraphicFramePr>
          <p:xfrm>
            <a:off x="1968" y="1144"/>
            <a:ext cx="1761" cy="594"/>
          </p:xfrm>
          <a:graphic>
            <a:graphicData uri="http://schemas.openxmlformats.org/presentationml/2006/ole">
              <mc:AlternateContent xmlns:mc="http://schemas.openxmlformats.org/markup-compatibility/2006">
                <mc:Choice xmlns:v="urn:schemas-microsoft-com:vml" Requires="v">
                  <p:oleObj spid="_x0000_s6180" r:id="rId5" imgW="1320165" imgH="444500" progId="Equation.3">
                    <p:embed/>
                  </p:oleObj>
                </mc:Choice>
                <mc:Fallback>
                  <p:oleObj r:id="rId5" imgW="1320165" imgH="444500" progId="Equation.3">
                    <p:embed/>
                    <p:pic>
                      <p:nvPicPr>
                        <p:cNvPr id="0" name="图片 3076"/>
                        <p:cNvPicPr/>
                        <p:nvPr/>
                      </p:nvPicPr>
                      <p:blipFill>
                        <a:blip r:embed="rId6"/>
                        <a:stretch>
                          <a:fillRect/>
                        </a:stretch>
                      </p:blipFill>
                      <p:spPr>
                        <a:xfrm>
                          <a:off x="1968" y="1144"/>
                          <a:ext cx="1761" cy="594"/>
                        </a:xfrm>
                        <a:prstGeom prst="rect">
                          <a:avLst/>
                        </a:prstGeom>
                        <a:noFill/>
                        <a:ln w="38100" cap="flat" cmpd="sng">
                          <a:noFill/>
                          <a:prstDash val="solid"/>
                          <a:miter/>
                          <a:headEnd type="none" w="med" len="med"/>
                          <a:tailEnd type="none" w="med" len="med"/>
                        </a:ln>
                      </p:spPr>
                    </p:pic>
                  </p:oleObj>
                </mc:Fallback>
              </mc:AlternateContent>
            </a:graphicData>
          </a:graphic>
        </p:graphicFrame>
        <p:sp>
          <p:nvSpPr>
            <p:cNvPr id="26628" name="文本框 26627"/>
            <p:cNvSpPr txBox="1"/>
            <p:nvPr/>
          </p:nvSpPr>
          <p:spPr>
            <a:xfrm>
              <a:off x="912" y="1296"/>
              <a:ext cx="307" cy="290"/>
            </a:xfrm>
            <a:prstGeom prst="rect">
              <a:avLst/>
            </a:prstGeom>
            <a:noFill/>
            <a:ln w="9525">
              <a:noFill/>
            </a:ln>
          </p:spPr>
          <p:txBody>
            <a:bodyPr wrap="none" anchor="t">
              <a:spAutoFit/>
            </a:bodyPr>
            <a:lstStyle/>
            <a:p>
              <a:pPr algn="l"/>
              <a:r>
                <a:rPr lang="zh-CN" altLang="en-US" sz="2400" b="1">
                  <a:solidFill>
                    <a:schemeClr val="tx1"/>
                  </a:solidFill>
                  <a:latin typeface="Times New Roman" panose="02020603050405020304" pitchFamily="18" charset="0"/>
                </a:rPr>
                <a:t>则</a:t>
              </a:r>
            </a:p>
          </p:txBody>
        </p:sp>
        <p:sp>
          <p:nvSpPr>
            <p:cNvPr id="26630" name="文本框 26629"/>
            <p:cNvSpPr txBox="1"/>
            <p:nvPr/>
          </p:nvSpPr>
          <p:spPr>
            <a:xfrm>
              <a:off x="912" y="720"/>
              <a:ext cx="2928" cy="290"/>
            </a:xfrm>
            <a:prstGeom prst="rect">
              <a:avLst/>
            </a:prstGeom>
            <a:noFill/>
            <a:ln w="9525">
              <a:noFill/>
            </a:ln>
          </p:spPr>
          <p:txBody>
            <a:bodyPr wrap="square" anchor="t">
              <a:spAutoFit/>
            </a:bodyPr>
            <a:lstStyle/>
            <a:p>
              <a:pPr algn="l"/>
              <a:r>
                <a:rPr lang="zh-CN" altLang="en-US" sz="2400" b="1" dirty="0">
                  <a:solidFill>
                    <a:schemeClr val="tx1"/>
                  </a:solidFill>
                  <a:latin typeface="Times New Roman" panose="02020603050405020304" pitchFamily="18" charset="0"/>
                </a:rPr>
                <a:t>令	         </a:t>
              </a:r>
              <a:r>
                <a:rPr lang="en-US" altLang="zh-CN" sz="2400" b="1" i="1">
                  <a:solidFill>
                    <a:schemeClr val="tx1"/>
                  </a:solidFill>
                  <a:latin typeface="Times New Roman" panose="02020603050405020304" pitchFamily="18" charset="0"/>
                </a:rPr>
                <a:t>W</a:t>
              </a:r>
              <a:r>
                <a:rPr lang="en-US" altLang="zh-CN" sz="2400" b="1" baseline="-25000">
                  <a:solidFill>
                    <a:schemeClr val="tx1"/>
                  </a:solidFill>
                  <a:latin typeface="Times New Roman" panose="02020603050405020304" pitchFamily="18" charset="0"/>
                </a:rPr>
                <a:t>21 = </a:t>
              </a:r>
              <a:r>
                <a:rPr lang="en-US" altLang="zh-CN" sz="2400" b="1" i="1">
                  <a:solidFill>
                    <a:schemeClr val="tx1"/>
                  </a:solidFill>
                  <a:latin typeface="Times New Roman" panose="02020603050405020304" pitchFamily="18" charset="0"/>
                </a:rPr>
                <a:t>B</a:t>
              </a:r>
              <a:r>
                <a:rPr lang="en-US" altLang="zh-CN" sz="2400" b="1" baseline="-25000">
                  <a:solidFill>
                    <a:schemeClr val="tx1"/>
                  </a:solidFill>
                  <a:latin typeface="Times New Roman" panose="02020603050405020304" pitchFamily="18" charset="0"/>
                </a:rPr>
                <a:t>21</a:t>
              </a:r>
              <a:r>
                <a:rPr lang="en-US" altLang="zh-CN" sz="2400" b="1" i="1">
                  <a:solidFill>
                    <a:schemeClr val="tx1"/>
                  </a:solidFill>
                  <a:latin typeface="Times New Roman" panose="02020603050405020304" pitchFamily="18" charset="0"/>
                </a:rPr>
                <a:t>·</a:t>
              </a:r>
              <a:r>
                <a:rPr lang="en-US" altLang="zh-CN" sz="2400" b="1" i="1" baseline="-25000">
                  <a:solidFill>
                    <a:schemeClr val="tx1"/>
                  </a:solidFill>
                  <a:latin typeface="Times New Roman" panose="02020603050405020304" pitchFamily="18" charset="0"/>
                </a:rPr>
                <a:t> </a:t>
              </a:r>
              <a:r>
                <a:rPr lang="en-US" altLang="zh-CN" sz="2400" b="1" i="1">
                  <a:solidFill>
                    <a:schemeClr val="tx1"/>
                  </a:solidFill>
                  <a:latin typeface="Times New Roman" panose="02020603050405020304" pitchFamily="18" charset="0"/>
                  <a:sym typeface="Symbol" panose="05050102010706020507" pitchFamily="18" charset="2"/>
                </a:rPr>
                <a:t></a:t>
              </a:r>
              <a:r>
                <a:rPr lang="zh-CN" altLang="en-US" sz="2400" b="1">
                  <a:solidFill>
                    <a:schemeClr val="tx1"/>
                  </a:solidFill>
                  <a:latin typeface="Times New Roman" panose="02020603050405020304" pitchFamily="18" charset="0"/>
                </a:rPr>
                <a:t>（</a:t>
              </a:r>
              <a:r>
                <a:rPr lang="en-US" altLang="zh-CN" sz="2400" b="1" i="1">
                  <a:solidFill>
                    <a:schemeClr val="tx1"/>
                  </a:solidFill>
                  <a:latin typeface="Times New Roman" panose="02020603050405020304" pitchFamily="18" charset="0"/>
                  <a:sym typeface="Symbol" panose="05050102010706020507" pitchFamily="18" charset="2"/>
                </a:rPr>
                <a:t></a:t>
              </a:r>
              <a:r>
                <a:rPr lang="zh-CN" altLang="en-US" sz="2400" b="1">
                  <a:solidFill>
                    <a:schemeClr val="tx1"/>
                  </a:solidFill>
                  <a:latin typeface="Times New Roman" panose="02020603050405020304" pitchFamily="18" charset="0"/>
                </a:rPr>
                <a:t>、</a:t>
              </a:r>
              <a:r>
                <a:rPr lang="en-US" altLang="zh-CN" sz="2400" b="1" i="1">
                  <a:solidFill>
                    <a:schemeClr val="tx1"/>
                  </a:solidFill>
                  <a:latin typeface="Times New Roman" panose="02020603050405020304" pitchFamily="18" charset="0"/>
                </a:rPr>
                <a:t>T</a:t>
              </a:r>
              <a:r>
                <a:rPr lang="zh-CN" altLang="en-US" sz="2400" b="1">
                  <a:solidFill>
                    <a:schemeClr val="tx1"/>
                  </a:solidFill>
                  <a:latin typeface="Times New Roman" panose="02020603050405020304" pitchFamily="18" charset="0"/>
                </a:rPr>
                <a:t>）</a:t>
              </a:r>
            </a:p>
          </p:txBody>
        </p:sp>
      </p:grpSp>
      <p:sp>
        <p:nvSpPr>
          <p:cNvPr id="26626" name="文本框 26625"/>
          <p:cNvSpPr txBox="1"/>
          <p:nvPr/>
        </p:nvSpPr>
        <p:spPr>
          <a:xfrm>
            <a:off x="734060" y="5709285"/>
            <a:ext cx="9168765" cy="829945"/>
          </a:xfrm>
          <a:prstGeom prst="rect">
            <a:avLst/>
          </a:prstGeom>
          <a:noFill/>
          <a:ln w="9525">
            <a:noFill/>
          </a:ln>
        </p:spPr>
        <p:txBody>
          <a:bodyPr wrap="square">
            <a:spAutoFit/>
          </a:bodyPr>
          <a:lstStyle/>
          <a:p>
            <a:pPr algn="l"/>
            <a:r>
              <a:rPr lang="en-US" altLang="zh-CN" sz="2400" b="1" i="1">
                <a:solidFill>
                  <a:srgbClr val="0000FF"/>
                </a:solidFill>
                <a:latin typeface="Times New Roman" panose="02020603050405020304" pitchFamily="18" charset="0"/>
              </a:rPr>
              <a:t>W</a:t>
            </a:r>
            <a:r>
              <a:rPr lang="en-US" altLang="zh-CN" sz="2400" b="1" baseline="-25000">
                <a:solidFill>
                  <a:srgbClr val="0000FF"/>
                </a:solidFill>
                <a:latin typeface="Times New Roman" panose="02020603050405020304" pitchFamily="18" charset="0"/>
              </a:rPr>
              <a:t>21 </a:t>
            </a:r>
            <a:r>
              <a:rPr lang="en-US" altLang="zh-CN" sz="2400" b="1">
                <a:solidFill>
                  <a:srgbClr val="0000FF"/>
                </a:solidFill>
                <a:latin typeface="Times New Roman" panose="02020603050405020304" pitchFamily="18" charset="0"/>
                <a:sym typeface="Symbol" panose="05050102010706020507" pitchFamily="18" charset="2"/>
              </a:rPr>
              <a:t></a:t>
            </a:r>
            <a:r>
              <a:rPr lang="zh-CN" altLang="en-US" sz="2400" b="1" dirty="0">
                <a:solidFill>
                  <a:srgbClr val="0000FF"/>
                </a:solidFill>
                <a:latin typeface="Times New Roman" panose="02020603050405020304" pitchFamily="18" charset="0"/>
              </a:rPr>
              <a:t>单个原子在单位时间内发生受激辐射过程的概率。   </a:t>
            </a:r>
          </a:p>
          <a:p>
            <a:pPr algn="l"/>
            <a:r>
              <a:rPr lang="zh-CN" altLang="en-US" sz="2400" b="1" dirty="0">
                <a:solidFill>
                  <a:srgbClr val="0000FF"/>
                </a:solidFill>
                <a:latin typeface="Times New Roman" panose="02020603050405020304" pitchFamily="18" charset="0"/>
              </a:rPr>
              <a:t>          </a:t>
            </a:r>
            <a:r>
              <a:rPr lang="zh-CN" altLang="en-US" sz="2400" b="1" dirty="0">
                <a:solidFill>
                  <a:srgbClr val="FF0000"/>
                </a:solidFill>
                <a:latin typeface="Times New Roman" panose="02020603050405020304" pitchFamily="18" charset="0"/>
                <a:sym typeface="+mn-ea"/>
              </a:rPr>
              <a:t>受激辐射跃迁机率同样与外加电磁场和原子特性相关。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wipe(left)">
                                      <p:cBhvr>
                                        <p:cTn id="7" dur="500"/>
                                        <p:tgtEl>
                                          <p:spTgt spid="348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930"/>
                                        </p:tgtEl>
                                        <p:attrNameLst>
                                          <p:attrName>style.visibility</p:attrName>
                                        </p:attrNameLst>
                                      </p:cBhvr>
                                      <p:to>
                                        <p:strVal val="visible"/>
                                      </p:to>
                                    </p:set>
                                    <p:animEffect transition="in" filter="wipe(left)">
                                      <p:cBhvr>
                                        <p:cTn id="12" dur="500"/>
                                        <p:tgtEl>
                                          <p:spTgt spid="349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67"/>
                                        </p:tgtEl>
                                        <p:attrNameLst>
                                          <p:attrName>style.visibility</p:attrName>
                                        </p:attrNameLst>
                                      </p:cBhvr>
                                      <p:to>
                                        <p:strVal val="visible"/>
                                      </p:to>
                                    </p:set>
                                    <p:animEffect transition="in" filter="wipe(left)">
                                      <p:cBhvr>
                                        <p:cTn id="17" dur="500"/>
                                        <p:tgtEl>
                                          <p:spTgt spid="1126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275"/>
                                        </p:tgtEl>
                                        <p:attrNameLst>
                                          <p:attrName>style.visibility</p:attrName>
                                        </p:attrNameLst>
                                      </p:cBhvr>
                                      <p:to>
                                        <p:strVal val="visible"/>
                                      </p:to>
                                    </p:set>
                                    <p:animEffect transition="in" filter="wipe(left)">
                                      <p:cBhvr>
                                        <p:cTn id="22" dur="500"/>
                                        <p:tgtEl>
                                          <p:spTgt spid="1127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272"/>
                                        </p:tgtEl>
                                        <p:attrNameLst>
                                          <p:attrName>style.visibility</p:attrName>
                                        </p:attrNameLst>
                                      </p:cBhvr>
                                      <p:to>
                                        <p:strVal val="visible"/>
                                      </p:to>
                                    </p:set>
                                    <p:animEffect transition="in" filter="wipe(left)">
                                      <p:cBhvr>
                                        <p:cTn id="27" dur="500"/>
                                        <p:tgtEl>
                                          <p:spTgt spid="1127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626"/>
                                        </p:tgtEl>
                                        <p:attrNameLst>
                                          <p:attrName>style.visibility</p:attrName>
                                        </p:attrNameLst>
                                      </p:cBhvr>
                                      <p:to>
                                        <p:strVal val="visible"/>
                                      </p:to>
                                    </p:set>
                                    <p:animEffect transition="in" filter="wipe(left)">
                                      <p:cBhvr>
                                        <p:cTn id="32" dur="500"/>
                                        <p:tgtEl>
                                          <p:spTgt spid="26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bldLvl="0" animBg="1"/>
      <p:bldP spid="34930" grpId="0"/>
      <p:bldP spid="11267" grpId="0"/>
      <p:bldP spid="11272" grpId="0"/>
      <p:bldP spid="266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FB036C6-A151-4980-A78F-2DD7836BEDA7}" type="datetime1">
              <a:rPr lang="zh-CN" altLang="en-US" smtClean="0"/>
              <a:t>2020/4/15</a:t>
            </a:fld>
            <a:endParaRPr lang="zh-CN" altLang="en-US"/>
          </a:p>
        </p:txBody>
      </p:sp>
      <p:sp>
        <p:nvSpPr>
          <p:cNvPr id="3" name="灯片编号占位符 2"/>
          <p:cNvSpPr>
            <a:spLocks noGrp="1"/>
          </p:cNvSpPr>
          <p:nvPr>
            <p:ph type="sldNum" sz="quarter" idx="12"/>
          </p:nvPr>
        </p:nvSpPr>
        <p:spPr/>
        <p:txBody>
          <a:bodyPr/>
          <a:lstStyle/>
          <a:p>
            <a:fld id="{D0886717-A803-428B-8F33-9087F29D0613}" type="slidenum">
              <a:rPr lang="zh-CN" altLang="en-US" smtClean="0"/>
              <a:t>14</a:t>
            </a:fld>
            <a:endParaRPr lang="zh-CN" altLang="en-US"/>
          </a:p>
        </p:txBody>
      </p:sp>
      <p:sp>
        <p:nvSpPr>
          <p:cNvPr id="5" name="文本框 4"/>
          <p:cNvSpPr txBox="1"/>
          <p:nvPr>
            <p:custDataLst>
              <p:tags r:id="rId2"/>
            </p:custDataLst>
          </p:nvPr>
        </p:nvSpPr>
        <p:spPr>
          <a:xfrm>
            <a:off x="1219200" y="635000"/>
            <a:ext cx="9753600" cy="2143125"/>
          </a:xfrm>
          <a:prstGeom prst="rect">
            <a:avLst/>
          </a:prstGeom>
          <a:noFill/>
        </p:spPr>
        <p:txBody>
          <a:bodyPr wrap="square" rtlCol="0" anchor="ctr" anchorCtr="0">
            <a:noAutofit/>
          </a:bodyPr>
          <a:lstStyle/>
          <a:p>
            <a:pPr lvl="0" algn="l">
              <a:buNone/>
            </a:pPr>
            <a:r>
              <a:rPr lang="zh-CN" altLang="en-US" sz="26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楷体_GB2312" pitchFamily="49" charset="-122"/>
                <a:sym typeface="+mn-ea"/>
              </a:rPr>
              <a:t>光与物质相互作用的三种过程包括？</a:t>
            </a:r>
          </a:p>
        </p:txBody>
      </p:sp>
      <p:sp>
        <p:nvSpPr>
          <p:cNvPr id="6" name="文本框 5"/>
          <p:cNvSpPr txBox="1"/>
          <p:nvPr>
            <p:custDataLst>
              <p:tags r:id="rId3"/>
            </p:custDataLst>
          </p:nvPr>
        </p:nvSpPr>
        <p:spPr>
          <a:xfrm>
            <a:off x="2438400" y="278574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自发辐射</a:t>
            </a:r>
          </a:p>
        </p:txBody>
      </p:sp>
      <p:sp>
        <p:nvSpPr>
          <p:cNvPr id="7" name="文本框 6"/>
          <p:cNvSpPr txBox="1"/>
          <p:nvPr>
            <p:custDataLst>
              <p:tags r:id="rId4"/>
            </p:custDataLst>
          </p:nvPr>
        </p:nvSpPr>
        <p:spPr>
          <a:xfrm>
            <a:off x="2438400" y="364299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受激辐射</a:t>
            </a:r>
          </a:p>
        </p:txBody>
      </p:sp>
      <p:sp>
        <p:nvSpPr>
          <p:cNvPr id="8" name="文本框 7"/>
          <p:cNvSpPr txBox="1"/>
          <p:nvPr>
            <p:custDataLst>
              <p:tags r:id="rId5"/>
            </p:custDataLst>
          </p:nvPr>
        </p:nvSpPr>
        <p:spPr>
          <a:xfrm>
            <a:off x="2438400" y="450024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洛伦兹力</a:t>
            </a:r>
          </a:p>
        </p:txBody>
      </p:sp>
      <p:sp>
        <p:nvSpPr>
          <p:cNvPr id="9" name="文本框 8"/>
          <p:cNvSpPr txBox="1"/>
          <p:nvPr>
            <p:custDataLst>
              <p:tags r:id="rId6"/>
            </p:custDataLst>
          </p:nvPr>
        </p:nvSpPr>
        <p:spPr>
          <a:xfrm>
            <a:off x="2438400" y="535749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受激吸收</a:t>
            </a:r>
          </a:p>
        </p:txBody>
      </p:sp>
      <p:sp>
        <p:nvSpPr>
          <p:cNvPr id="10" name="矩形 9"/>
          <p:cNvSpPr>
            <a:spLocks noChangeAspect="1"/>
          </p:cNvSpPr>
          <p:nvPr>
            <p:custDataLst>
              <p:tags r:id="rId7"/>
            </p:custDataLst>
          </p:nvPr>
        </p:nvSpPr>
        <p:spPr>
          <a:xfrm>
            <a:off x="1571625" y="284988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p>
        </p:txBody>
      </p:sp>
      <p:sp>
        <p:nvSpPr>
          <p:cNvPr id="11" name="矩形 10"/>
          <p:cNvSpPr>
            <a:spLocks noChangeAspect="1"/>
          </p:cNvSpPr>
          <p:nvPr>
            <p:custDataLst>
              <p:tags r:id="rId8"/>
            </p:custDataLst>
          </p:nvPr>
        </p:nvSpPr>
        <p:spPr>
          <a:xfrm>
            <a:off x="1571625" y="370713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p>
        </p:txBody>
      </p:sp>
      <p:sp>
        <p:nvSpPr>
          <p:cNvPr id="12" name="矩形 11"/>
          <p:cNvSpPr>
            <a:spLocks noChangeAspect="1"/>
          </p:cNvSpPr>
          <p:nvPr>
            <p:custDataLst>
              <p:tags r:id="rId9"/>
            </p:custDataLst>
          </p:nvPr>
        </p:nvSpPr>
        <p:spPr>
          <a:xfrm>
            <a:off x="1571625" y="4564380"/>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p>
        </p:txBody>
      </p:sp>
      <p:sp>
        <p:nvSpPr>
          <p:cNvPr id="13" name="矩形 12"/>
          <p:cNvSpPr>
            <a:spLocks noChangeAspect="1"/>
          </p:cNvSpPr>
          <p:nvPr>
            <p:custDataLst>
              <p:tags r:id="rId10"/>
            </p:custDataLst>
          </p:nvPr>
        </p:nvSpPr>
        <p:spPr>
          <a:xfrm>
            <a:off x="1571625" y="542163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p>
        </p:txBody>
      </p:sp>
      <p:sp>
        <p:nvSpPr>
          <p:cNvPr id="14" name="圆角矩形 13"/>
          <p:cNvSpPr/>
          <p:nvPr>
            <p:custDataLst>
              <p:tags r:id="rId11"/>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p>
        </p:txBody>
      </p:sp>
      <p:grpSp>
        <p:nvGrpSpPr>
          <p:cNvPr id="19" name="组合 18"/>
          <p:cNvGrpSpPr/>
          <p:nvPr>
            <p:custDataLst>
              <p:tags r:id="rId12"/>
            </p:custDataLst>
          </p:nvPr>
        </p:nvGrpSpPr>
        <p:grpSpPr>
          <a:xfrm>
            <a:off x="0" y="0"/>
            <a:ext cx="12192000" cy="635000"/>
            <a:chOff x="0" y="0"/>
            <a:chExt cx="19200" cy="1000"/>
          </a:xfrm>
        </p:grpSpPr>
        <p:sp>
          <p:nvSpPr>
            <p:cNvPr id="15" name="TitleBackground"/>
            <p:cNvSpPr/>
            <p:nvPr>
              <p:custDataLst>
                <p:tags r:id="rId14"/>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6"/>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多选题</a:t>
              </a:r>
            </a:p>
          </p:txBody>
        </p:sp>
        <p:sp>
          <p:nvSpPr>
            <p:cNvPr id="18" name="TipText"/>
            <p:cNvSpPr txBox="1"/>
            <p:nvPr>
              <p:custDataLst>
                <p:tags r:id="rId17"/>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p>
          </p:txBody>
        </p:sp>
      </p:grpSp>
      <p:pic>
        <p:nvPicPr>
          <p:cNvPr id="4" name="图片 3" descr="tmpE10E"/>
          <p:cNvPicPr>
            <a:picLocks noChangeAspect="1"/>
          </p:cNvPicPr>
          <p:nvPr>
            <p:custDataLst>
              <p:tags r:id="rId13"/>
            </p:custDataLst>
          </p:nvPr>
        </p:nvPicPr>
        <p:blipFill>
          <a:blip r:embed="rId19"/>
          <a:stretch>
            <a:fillRect/>
          </a:stretch>
        </p:blipFill>
        <p:spPr>
          <a:xfrm>
            <a:off x="10642600" y="63500"/>
            <a:ext cx="1422400" cy="508000"/>
          </a:xfrm>
          <a:prstGeom prst="rect">
            <a:avLst/>
          </a:prstGeom>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文本框 149505"/>
          <p:cNvSpPr txBox="1"/>
          <p:nvPr/>
        </p:nvSpPr>
        <p:spPr>
          <a:xfrm>
            <a:off x="838200" y="2791460"/>
            <a:ext cx="9286875" cy="922020"/>
          </a:xfrm>
          <a:prstGeom prst="rect">
            <a:avLst/>
          </a:prstGeom>
          <a:noFill/>
          <a:ln w="9525">
            <a:noFill/>
          </a:ln>
        </p:spPr>
        <p:txBody>
          <a:bodyPr wrap="square">
            <a:spAutoFit/>
          </a:bodyPr>
          <a:lstStyle/>
          <a:p>
            <a:pPr>
              <a:spcBef>
                <a:spcPct val="50000"/>
              </a:spcBef>
            </a:pPr>
            <a:r>
              <a:rPr lang="zh-CN" altLang="en-US" sz="5400" b="1" dirty="0">
                <a:solidFill>
                  <a:srgbClr val="FF0000"/>
                </a:solidFill>
                <a:latin typeface="Times New Roman" panose="02020603050405020304" pitchFamily="18" charset="0"/>
                <a:ea typeface="黑体" panose="02010609060101010101" pitchFamily="49" charset="-122"/>
              </a:rPr>
              <a:t>光放大是不是很容易发生呢？</a:t>
            </a:r>
          </a:p>
        </p:txBody>
      </p:sp>
      <p:sp>
        <p:nvSpPr>
          <p:cNvPr id="2" name="Rectangle 2"/>
          <p:cNvSpPr>
            <a:spLocks noGrp="1" noChangeArrowheads="1"/>
          </p:cNvSpPr>
          <p:nvPr/>
        </p:nvSpPr>
        <p:spPr>
          <a:xfrm>
            <a:off x="838200" y="365125"/>
            <a:ext cx="10515600" cy="1325563"/>
          </a:xfrm>
          <a:prstGeom prst="rect">
            <a:avLst/>
          </a:prstGeom>
        </p:spPr>
        <p:txBody>
          <a:bodyPr vert="horz" wrap="square" lIns="91440" tIns="45720" rIns="91440" bIns="45720" numCol="1" rtlCol="0" anchor="ctr" anchorCtr="0" compatLnSpc="1">
            <a:normAutofit/>
            <a:scene3d>
              <a:camera prst="orthographicFront"/>
              <a:lightRig rig="threePt" dir="t"/>
            </a:scene3d>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9506"/>
                                        </p:tgtEl>
                                        <p:attrNameLst>
                                          <p:attrName>style.visibility</p:attrName>
                                        </p:attrNameLst>
                                      </p:cBhvr>
                                      <p:to>
                                        <p:strVal val="visible"/>
                                      </p:to>
                                    </p:set>
                                    <p:animEffect transition="in" filter="wipe(left)">
                                      <p:cBhvr>
                                        <p:cTn id="7" dur="500"/>
                                        <p:tgtEl>
                                          <p:spTgt spid="149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文本框 14338"/>
          <p:cNvSpPr txBox="1"/>
          <p:nvPr/>
        </p:nvSpPr>
        <p:spPr>
          <a:xfrm>
            <a:off x="258445" y="266700"/>
            <a:ext cx="6113145" cy="521970"/>
          </a:xfrm>
          <a:prstGeom prst="rect">
            <a:avLst/>
          </a:prstGeom>
          <a:solidFill>
            <a:schemeClr val="bg1"/>
          </a:solidFill>
          <a:ln w="9525">
            <a:noFill/>
          </a:ln>
        </p:spPr>
        <p:txBody>
          <a:bodyPr wrap="square">
            <a:spAutoFit/>
          </a:bodyPr>
          <a:lstStyle/>
          <a:p>
            <a:pPr algn="l"/>
            <a:r>
              <a:rPr lang="zh-CN" altLang="en-US" sz="2800" b="1" dirty="0">
                <a:solidFill>
                  <a:schemeClr val="tx1"/>
                </a:solidFill>
                <a:effectLst>
                  <a:outerShdw blurRad="38100" dist="38100" dir="2700000">
                    <a:srgbClr val="FFFFFF"/>
                  </a:outerShdw>
                </a:effectLst>
                <a:latin typeface="宋体" panose="02010600030101010101" pitchFamily="2" charset="-122"/>
                <a:sym typeface="+mn-ea"/>
              </a:rPr>
              <a:t>玻尔兹曼分布律</a:t>
            </a:r>
          </a:p>
        </p:txBody>
      </p:sp>
      <p:sp>
        <p:nvSpPr>
          <p:cNvPr id="14340" name="文本框 14339"/>
          <p:cNvSpPr txBox="1"/>
          <p:nvPr/>
        </p:nvSpPr>
        <p:spPr>
          <a:xfrm>
            <a:off x="523240" y="1028065"/>
            <a:ext cx="11145520" cy="460375"/>
          </a:xfrm>
          <a:prstGeom prst="rect">
            <a:avLst/>
          </a:prstGeom>
          <a:noFill/>
          <a:ln w="9525">
            <a:noFill/>
          </a:ln>
        </p:spPr>
        <p:txBody>
          <a:bodyPr wrap="square">
            <a:spAutoFit/>
          </a:bodyPr>
          <a:lstStyle/>
          <a:p>
            <a:pPr algn="l"/>
            <a:r>
              <a:rPr lang="zh-CN" altLang="en-US" sz="2400" b="1" dirty="0">
                <a:solidFill>
                  <a:srgbClr val="FF0000"/>
                </a:solidFill>
                <a:latin typeface="Times New Roman" panose="02020603050405020304" pitchFamily="18" charset="0"/>
              </a:rPr>
              <a:t>从</a:t>
            </a:r>
            <a:r>
              <a:rPr lang="en-US" altLang="zh-CN" sz="2400" b="1">
                <a:solidFill>
                  <a:srgbClr val="FF0000"/>
                </a:solidFill>
                <a:latin typeface="Times New Roman" panose="02020603050405020304" pitchFamily="18" charset="0"/>
              </a:rPr>
              <a:t>E</a:t>
            </a:r>
            <a:r>
              <a:rPr lang="en-US" altLang="zh-CN" sz="2400" b="1" baseline="-25000">
                <a:solidFill>
                  <a:srgbClr val="FF0000"/>
                </a:solidFill>
                <a:latin typeface="Times New Roman" panose="02020603050405020304" pitchFamily="18" charset="0"/>
              </a:rPr>
              <a:t>2</a:t>
            </a:r>
            <a:r>
              <a:rPr lang="en-US" altLang="zh-CN" sz="2400" b="1">
                <a:solidFill>
                  <a:srgbClr val="FF0000"/>
                </a:solidFill>
                <a:latin typeface="Times New Roman" panose="02020603050405020304" pitchFamily="18" charset="0"/>
              </a:rPr>
              <a:t>→E</a:t>
            </a:r>
            <a:r>
              <a:rPr lang="en-US" altLang="zh-CN" sz="2400" b="1" baseline="-25000">
                <a:solidFill>
                  <a:srgbClr val="FF0000"/>
                </a:solidFill>
                <a:latin typeface="Times New Roman" panose="02020603050405020304" pitchFamily="18" charset="0"/>
              </a:rPr>
              <a:t>1</a:t>
            </a:r>
            <a:r>
              <a:rPr lang="zh-CN" altLang="en-US" sz="2400" b="1" dirty="0">
                <a:solidFill>
                  <a:srgbClr val="FF0000"/>
                </a:solidFill>
                <a:latin typeface="Times New Roman" panose="02020603050405020304" pitchFamily="18" charset="0"/>
              </a:rPr>
              <a:t>自发辐射的光，可能引起受激辐射过程，也可能引起吸收过程。</a:t>
            </a:r>
          </a:p>
        </p:txBody>
      </p:sp>
      <p:sp>
        <p:nvSpPr>
          <p:cNvPr id="131076" name="文本框 131075"/>
          <p:cNvSpPr txBox="1"/>
          <p:nvPr/>
        </p:nvSpPr>
        <p:spPr>
          <a:xfrm>
            <a:off x="522923" y="1850708"/>
            <a:ext cx="8497887" cy="460375"/>
          </a:xfrm>
          <a:prstGeom prst="rect">
            <a:avLst/>
          </a:prstGeom>
          <a:noFill/>
          <a:ln w="9525">
            <a:noFill/>
          </a:ln>
        </p:spPr>
        <p:txBody>
          <a:bodyPr>
            <a:spAutoFit/>
          </a:bodyPr>
          <a:lstStyle/>
          <a:p>
            <a:pPr algn="l">
              <a:spcBef>
                <a:spcPct val="10000"/>
              </a:spcBef>
            </a:pPr>
            <a:r>
              <a:rPr lang="zh-CN" altLang="en-US" sz="2400" b="1" dirty="0">
                <a:solidFill>
                  <a:schemeClr val="tx1"/>
                </a:solidFill>
                <a:effectLst>
                  <a:outerShdw blurRad="38100" dist="38100" dir="2700000">
                    <a:srgbClr val="FFFFFF"/>
                  </a:outerShdw>
                </a:effectLst>
                <a:latin typeface="宋体" panose="02010600030101010101" pitchFamily="2" charset="-122"/>
              </a:rPr>
              <a:t>热平衡时，单位体积内处于各个能级上的原子数分布符合</a:t>
            </a:r>
          </a:p>
        </p:txBody>
      </p:sp>
      <p:grpSp>
        <p:nvGrpSpPr>
          <p:cNvPr id="131077" name="组合 131076"/>
          <p:cNvGrpSpPr/>
          <p:nvPr/>
        </p:nvGrpSpPr>
        <p:grpSpPr>
          <a:xfrm>
            <a:off x="736600" y="2846070"/>
            <a:ext cx="2971800" cy="1855788"/>
            <a:chOff x="192" y="1152"/>
            <a:chExt cx="1872" cy="1169"/>
          </a:xfrm>
        </p:grpSpPr>
        <p:sp>
          <p:nvSpPr>
            <p:cNvPr id="131078" name="文本框 131077"/>
            <p:cNvSpPr txBox="1"/>
            <p:nvPr/>
          </p:nvSpPr>
          <p:spPr>
            <a:xfrm>
              <a:off x="192" y="1152"/>
              <a:ext cx="1796" cy="329"/>
            </a:xfrm>
            <a:prstGeom prst="rect">
              <a:avLst/>
            </a:prstGeom>
            <a:noFill/>
            <a:ln w="9525">
              <a:noFill/>
            </a:ln>
          </p:spPr>
          <p:txBody>
            <a:bodyPr wrap="none" anchor="t">
              <a:spAutoFit/>
            </a:bodyPr>
            <a:lstStyle/>
            <a:p>
              <a:pPr algn="l"/>
              <a:r>
                <a:rPr lang="zh-CN" altLang="en-US" sz="2800" b="1" dirty="0">
                  <a:solidFill>
                    <a:srgbClr val="FF0000"/>
                  </a:solidFill>
                  <a:effectLst>
                    <a:outerShdw blurRad="38100" dist="38100" dir="2700000">
                      <a:srgbClr val="FFFFFF"/>
                    </a:outerShdw>
                  </a:effectLst>
                  <a:latin typeface="宋体" panose="02010600030101010101" pitchFamily="2" charset="-122"/>
                </a:rPr>
                <a:t>玻尔兹曼分布律</a:t>
              </a:r>
              <a:r>
                <a:rPr lang="en-US" altLang="zh-CN" sz="2800" b="1">
                  <a:solidFill>
                    <a:srgbClr val="FF0000"/>
                  </a:solidFill>
                  <a:effectLst>
                    <a:outerShdw blurRad="38100" dist="38100" dir="2700000">
                      <a:srgbClr val="FFFFFF"/>
                    </a:outerShdw>
                  </a:effectLst>
                  <a:latin typeface="黑体" panose="02010609060101010101" pitchFamily="49" charset="-122"/>
                  <a:ea typeface="黑体" panose="02010609060101010101" pitchFamily="49" charset="-122"/>
                </a:rPr>
                <a:t>:</a:t>
              </a:r>
            </a:p>
          </p:txBody>
        </p:sp>
        <p:graphicFrame>
          <p:nvGraphicFramePr>
            <p:cNvPr id="131080" name="对象 131079"/>
            <p:cNvGraphicFramePr/>
            <p:nvPr/>
          </p:nvGraphicFramePr>
          <p:xfrm>
            <a:off x="192" y="1488"/>
            <a:ext cx="1872" cy="833"/>
          </p:xfrm>
          <a:graphic>
            <a:graphicData uri="http://schemas.openxmlformats.org/presentationml/2006/ole">
              <mc:AlternateContent xmlns:mc="http://schemas.openxmlformats.org/markup-compatibility/2006">
                <mc:Choice xmlns:v="urn:schemas-microsoft-com:vml" Requires="v">
                  <p:oleObj spid="_x0000_s7187" r:id="rId3" imgW="964565" imgH="431800" progId="Equation.3">
                    <p:embed/>
                  </p:oleObj>
                </mc:Choice>
                <mc:Fallback>
                  <p:oleObj r:id="rId3" imgW="964565" imgH="431800" progId="Equation.3">
                    <p:embed/>
                    <p:pic>
                      <p:nvPicPr>
                        <p:cNvPr id="0" name="图片 3080"/>
                        <p:cNvPicPr/>
                        <p:nvPr/>
                      </p:nvPicPr>
                      <p:blipFill>
                        <a:blip r:embed="rId4"/>
                        <a:stretch>
                          <a:fillRect/>
                        </a:stretch>
                      </p:blipFill>
                      <p:spPr>
                        <a:xfrm>
                          <a:off x="192" y="1488"/>
                          <a:ext cx="1872" cy="833"/>
                        </a:xfrm>
                        <a:prstGeom prst="rect">
                          <a:avLst/>
                        </a:prstGeom>
                        <a:noFill/>
                        <a:ln w="38100">
                          <a:noFill/>
                          <a:miter/>
                        </a:ln>
                      </p:spPr>
                    </p:pic>
                  </p:oleObj>
                </mc:Fallback>
              </mc:AlternateContent>
            </a:graphicData>
          </a:graphic>
        </p:graphicFrame>
      </p:grpSp>
      <p:sp>
        <p:nvSpPr>
          <p:cNvPr id="150533" name="文本框 150532"/>
          <p:cNvSpPr txBox="1"/>
          <p:nvPr/>
        </p:nvSpPr>
        <p:spPr>
          <a:xfrm>
            <a:off x="850900" y="5305425"/>
            <a:ext cx="2743200" cy="521970"/>
          </a:xfrm>
          <a:prstGeom prst="rect">
            <a:avLst/>
          </a:prstGeom>
          <a:noFill/>
          <a:ln w="9525">
            <a:noFill/>
          </a:ln>
        </p:spPr>
        <p:txBody>
          <a:bodyPr>
            <a:spAutoFit/>
          </a:bodyPr>
          <a:lstStyle/>
          <a:p>
            <a:pPr>
              <a:spcBef>
                <a:spcPct val="50000"/>
              </a:spcBef>
            </a:pPr>
            <a:r>
              <a:rPr lang="zh-CN" altLang="en-US" sz="2800" b="1" dirty="0">
                <a:solidFill>
                  <a:srgbClr val="FF0000"/>
                </a:solidFill>
                <a:latin typeface="Times New Roman" panose="02020603050405020304" pitchFamily="18" charset="0"/>
              </a:rPr>
              <a:t>即 </a:t>
            </a:r>
            <a:r>
              <a:rPr lang="en-US" altLang="zh-CN" sz="2800" b="1" i="1">
                <a:solidFill>
                  <a:srgbClr val="FF0000"/>
                </a:solidFill>
                <a:latin typeface="Times New Roman" panose="02020603050405020304" pitchFamily="18" charset="0"/>
              </a:rPr>
              <a:t>N</a:t>
            </a:r>
            <a:r>
              <a:rPr lang="en-US" altLang="zh-CN" sz="2800" b="1" baseline="-25000">
                <a:solidFill>
                  <a:srgbClr val="FF0000"/>
                </a:solidFill>
                <a:latin typeface="Times New Roman" panose="02020603050405020304" pitchFamily="18" charset="0"/>
              </a:rPr>
              <a:t>2 </a:t>
            </a:r>
            <a:r>
              <a:rPr lang="en-US" altLang="zh-CN" sz="2800" b="1">
                <a:solidFill>
                  <a:srgbClr val="FF0000"/>
                </a:solidFill>
                <a:latin typeface="Times New Roman" panose="02020603050405020304" pitchFamily="18" charset="0"/>
              </a:rPr>
              <a:t>&lt;&lt; </a:t>
            </a:r>
            <a:r>
              <a:rPr lang="en-US" altLang="zh-CN" sz="2800" b="1" i="1">
                <a:solidFill>
                  <a:srgbClr val="FF0000"/>
                </a:solidFill>
                <a:latin typeface="Times New Roman" panose="02020603050405020304" pitchFamily="18" charset="0"/>
              </a:rPr>
              <a:t>N</a:t>
            </a:r>
            <a:r>
              <a:rPr lang="en-US" altLang="zh-CN" sz="2800" b="1" baseline="-25000">
                <a:solidFill>
                  <a:srgbClr val="FF0000"/>
                </a:solidFill>
                <a:latin typeface="Times New Roman" panose="02020603050405020304" pitchFamily="18" charset="0"/>
              </a:rPr>
              <a:t>1</a:t>
            </a:r>
          </a:p>
        </p:txBody>
      </p:sp>
      <p:grpSp>
        <p:nvGrpSpPr>
          <p:cNvPr id="131081" name="组合 131080"/>
          <p:cNvGrpSpPr/>
          <p:nvPr/>
        </p:nvGrpSpPr>
        <p:grpSpPr>
          <a:xfrm>
            <a:off x="4688205" y="3068955"/>
            <a:ext cx="3176270" cy="2685414"/>
            <a:chOff x="3120" y="1104"/>
            <a:chExt cx="2430" cy="2758"/>
          </a:xfrm>
        </p:grpSpPr>
        <p:sp>
          <p:nvSpPr>
            <p:cNvPr id="131082" name="直接连接符 131081"/>
            <p:cNvSpPr/>
            <p:nvPr/>
          </p:nvSpPr>
          <p:spPr>
            <a:xfrm>
              <a:off x="3504" y="3216"/>
              <a:ext cx="1872" cy="0"/>
            </a:xfrm>
            <a:prstGeom prst="line">
              <a:avLst/>
            </a:prstGeom>
            <a:ln w="38100" cap="flat" cmpd="sng">
              <a:solidFill>
                <a:schemeClr val="tx1"/>
              </a:solidFill>
              <a:prstDash val="solid"/>
              <a:headEnd type="none" w="med" len="med"/>
              <a:tailEnd type="triangle" w="med" len="med"/>
            </a:ln>
          </p:spPr>
        </p:sp>
        <p:grpSp>
          <p:nvGrpSpPr>
            <p:cNvPr id="131083" name="组合 131082"/>
            <p:cNvGrpSpPr/>
            <p:nvPr/>
          </p:nvGrpSpPr>
          <p:grpSpPr>
            <a:xfrm>
              <a:off x="3504" y="1728"/>
              <a:ext cx="1152" cy="1488"/>
              <a:chOff x="3408" y="1728"/>
              <a:chExt cx="1152" cy="1488"/>
            </a:xfrm>
          </p:grpSpPr>
          <p:sp>
            <p:nvSpPr>
              <p:cNvPr id="131084" name="直接连接符 131083"/>
              <p:cNvSpPr/>
              <p:nvPr/>
            </p:nvSpPr>
            <p:spPr>
              <a:xfrm>
                <a:off x="4032" y="1728"/>
                <a:ext cx="0" cy="1488"/>
              </a:xfrm>
              <a:prstGeom prst="line">
                <a:avLst/>
              </a:prstGeom>
              <a:ln w="9525" cap="flat" cmpd="sng">
                <a:solidFill>
                  <a:schemeClr val="tx1"/>
                </a:solidFill>
                <a:prstDash val="dashDot"/>
                <a:headEnd type="none" w="med" len="med"/>
                <a:tailEnd type="none" w="med" len="med"/>
              </a:ln>
            </p:spPr>
          </p:sp>
          <p:sp>
            <p:nvSpPr>
              <p:cNvPr id="131085" name="直接连接符 131084"/>
              <p:cNvSpPr/>
              <p:nvPr/>
            </p:nvSpPr>
            <p:spPr>
              <a:xfrm>
                <a:off x="3408" y="2592"/>
                <a:ext cx="1152" cy="0"/>
              </a:xfrm>
              <a:prstGeom prst="line">
                <a:avLst/>
              </a:prstGeom>
              <a:ln w="9525" cap="flat" cmpd="sng">
                <a:solidFill>
                  <a:schemeClr val="tx1"/>
                </a:solidFill>
                <a:prstDash val="dashDot"/>
                <a:headEnd type="none" w="med" len="med"/>
                <a:tailEnd type="none" w="med" len="med"/>
              </a:ln>
            </p:spPr>
          </p:sp>
        </p:grpSp>
        <p:grpSp>
          <p:nvGrpSpPr>
            <p:cNvPr id="131086" name="组合 131085"/>
            <p:cNvGrpSpPr/>
            <p:nvPr/>
          </p:nvGrpSpPr>
          <p:grpSpPr>
            <a:xfrm>
              <a:off x="3120" y="1104"/>
              <a:ext cx="2430" cy="2758"/>
              <a:chOff x="3024" y="1104"/>
              <a:chExt cx="2430" cy="2758"/>
            </a:xfrm>
          </p:grpSpPr>
          <p:sp>
            <p:nvSpPr>
              <p:cNvPr id="131087" name="直接连接符 131086"/>
              <p:cNvSpPr/>
              <p:nvPr/>
            </p:nvSpPr>
            <p:spPr>
              <a:xfrm flipH="1" flipV="1">
                <a:off x="3408" y="1392"/>
                <a:ext cx="0" cy="1824"/>
              </a:xfrm>
              <a:prstGeom prst="line">
                <a:avLst/>
              </a:prstGeom>
              <a:ln w="38100" cap="flat" cmpd="sng">
                <a:solidFill>
                  <a:schemeClr val="tx1"/>
                </a:solidFill>
                <a:prstDash val="solid"/>
                <a:headEnd type="none" w="med" len="med"/>
                <a:tailEnd type="triangle" w="med" len="med"/>
              </a:ln>
            </p:spPr>
          </p:sp>
          <p:sp>
            <p:nvSpPr>
              <p:cNvPr id="131088" name="文本框 131087"/>
              <p:cNvSpPr txBox="1"/>
              <p:nvPr/>
            </p:nvSpPr>
            <p:spPr>
              <a:xfrm>
                <a:off x="3120" y="1104"/>
                <a:ext cx="214" cy="378"/>
              </a:xfrm>
              <a:prstGeom prst="rect">
                <a:avLst/>
              </a:prstGeom>
              <a:noFill/>
              <a:ln w="9525">
                <a:noFill/>
              </a:ln>
            </p:spPr>
            <p:txBody>
              <a:bodyPr wrap="square" anchor="t">
                <a:spAutoFit/>
              </a:bodyPr>
              <a:lstStyle/>
              <a:p>
                <a:pPr algn="l" eaLnBrk="0" hangingPunct="0"/>
                <a:r>
                  <a:rPr lang="en-US" altLang="zh-CN" b="1" i="1">
                    <a:solidFill>
                      <a:schemeClr val="tx1"/>
                    </a:solidFill>
                    <a:latin typeface="Times New Roman" panose="02020603050405020304" pitchFamily="18" charset="0"/>
                  </a:rPr>
                  <a:t>E</a:t>
                </a:r>
                <a:endParaRPr lang="en-US" altLang="zh-CN" i="1">
                  <a:solidFill>
                    <a:schemeClr val="tx1"/>
                  </a:solidFill>
                  <a:latin typeface="Times New Roman" panose="02020603050405020304" pitchFamily="18" charset="0"/>
                </a:endParaRPr>
              </a:p>
            </p:txBody>
          </p:sp>
          <p:sp>
            <p:nvSpPr>
              <p:cNvPr id="131089" name="文本框 131088"/>
              <p:cNvSpPr txBox="1"/>
              <p:nvPr/>
            </p:nvSpPr>
            <p:spPr>
              <a:xfrm>
                <a:off x="5232" y="3263"/>
                <a:ext cx="222" cy="378"/>
              </a:xfrm>
              <a:prstGeom prst="rect">
                <a:avLst/>
              </a:prstGeom>
              <a:noFill/>
              <a:ln w="9525">
                <a:noFill/>
              </a:ln>
            </p:spPr>
            <p:txBody>
              <a:bodyPr wrap="square" anchor="t">
                <a:spAutoFit/>
              </a:bodyPr>
              <a:lstStyle/>
              <a:p>
                <a:pPr algn="l" eaLnBrk="0" hangingPunct="0"/>
                <a:r>
                  <a:rPr lang="en-US" altLang="zh-CN" b="1" i="1">
                    <a:solidFill>
                      <a:schemeClr val="tx1"/>
                    </a:solidFill>
                    <a:latin typeface="Times New Roman" panose="02020603050405020304" pitchFamily="18" charset="0"/>
                  </a:rPr>
                  <a:t>N</a:t>
                </a:r>
                <a:endParaRPr lang="en-US" altLang="zh-CN" i="1">
                  <a:solidFill>
                    <a:schemeClr val="tx1"/>
                  </a:solidFill>
                  <a:latin typeface="Times New Roman" panose="02020603050405020304" pitchFamily="18" charset="0"/>
                </a:endParaRPr>
              </a:p>
            </p:txBody>
          </p:sp>
          <p:sp>
            <p:nvSpPr>
              <p:cNvPr id="131090" name="文本框 131089"/>
              <p:cNvSpPr txBox="1"/>
              <p:nvPr/>
            </p:nvSpPr>
            <p:spPr>
              <a:xfrm>
                <a:off x="3024" y="1529"/>
                <a:ext cx="271" cy="599"/>
              </a:xfrm>
              <a:prstGeom prst="rect">
                <a:avLst/>
              </a:prstGeom>
              <a:noFill/>
              <a:ln w="9525">
                <a:noFill/>
              </a:ln>
            </p:spPr>
            <p:txBody>
              <a:bodyPr wrap="square" anchor="t">
                <a:spAutoFit/>
              </a:bodyPr>
              <a:lstStyle/>
              <a:p>
                <a:pPr algn="l" eaLnBrk="0" hangingPunct="0"/>
                <a:r>
                  <a:rPr lang="en-US" altLang="zh-CN" b="1" i="1">
                    <a:solidFill>
                      <a:schemeClr val="tx1"/>
                    </a:solidFill>
                    <a:latin typeface="Times New Roman" panose="02020603050405020304" pitchFamily="18" charset="0"/>
                  </a:rPr>
                  <a:t>E</a:t>
                </a:r>
                <a:r>
                  <a:rPr lang="en-US" altLang="zh-CN" sz="1400" b="1">
                    <a:solidFill>
                      <a:schemeClr val="tx1"/>
                    </a:solidFill>
                    <a:latin typeface="Times New Roman" panose="02020603050405020304" pitchFamily="18" charset="0"/>
                  </a:rPr>
                  <a:t>2</a:t>
                </a:r>
                <a:endParaRPr lang="en-US" altLang="zh-CN">
                  <a:solidFill>
                    <a:schemeClr val="tx1"/>
                  </a:solidFill>
                  <a:latin typeface="Times New Roman" panose="02020603050405020304" pitchFamily="18" charset="0"/>
                </a:endParaRPr>
              </a:p>
            </p:txBody>
          </p:sp>
          <p:sp>
            <p:nvSpPr>
              <p:cNvPr id="131091" name="文本框 131090"/>
              <p:cNvSpPr txBox="1"/>
              <p:nvPr/>
            </p:nvSpPr>
            <p:spPr>
              <a:xfrm>
                <a:off x="3024" y="2448"/>
                <a:ext cx="271" cy="599"/>
              </a:xfrm>
              <a:prstGeom prst="rect">
                <a:avLst/>
              </a:prstGeom>
              <a:noFill/>
              <a:ln w="9525">
                <a:noFill/>
              </a:ln>
            </p:spPr>
            <p:txBody>
              <a:bodyPr wrap="square" anchor="t">
                <a:spAutoFit/>
              </a:bodyPr>
              <a:lstStyle/>
              <a:p>
                <a:pPr algn="l" eaLnBrk="0" hangingPunct="0"/>
                <a:r>
                  <a:rPr lang="en-US" altLang="zh-CN" b="1" i="1">
                    <a:solidFill>
                      <a:schemeClr val="tx1"/>
                    </a:solidFill>
                    <a:latin typeface="Times New Roman" panose="02020603050405020304" pitchFamily="18" charset="0"/>
                  </a:rPr>
                  <a:t>E</a:t>
                </a:r>
                <a:r>
                  <a:rPr lang="en-US" altLang="zh-CN" sz="1400" b="1">
                    <a:solidFill>
                      <a:schemeClr val="tx1"/>
                    </a:solidFill>
                    <a:latin typeface="Times New Roman" panose="02020603050405020304" pitchFamily="18" charset="0"/>
                  </a:rPr>
                  <a:t>1</a:t>
                </a:r>
                <a:endParaRPr lang="en-US" altLang="zh-CN" b="1">
                  <a:solidFill>
                    <a:schemeClr val="tx1"/>
                  </a:solidFill>
                  <a:latin typeface="Times New Roman" panose="02020603050405020304" pitchFamily="18" charset="0"/>
                </a:endParaRPr>
              </a:p>
            </p:txBody>
          </p:sp>
          <p:sp>
            <p:nvSpPr>
              <p:cNvPr id="131092" name="文本框 131091"/>
              <p:cNvSpPr txBox="1"/>
              <p:nvPr/>
            </p:nvSpPr>
            <p:spPr>
              <a:xfrm>
                <a:off x="4512" y="3263"/>
                <a:ext cx="279" cy="599"/>
              </a:xfrm>
              <a:prstGeom prst="rect">
                <a:avLst/>
              </a:prstGeom>
              <a:noFill/>
              <a:ln w="9525">
                <a:noFill/>
              </a:ln>
            </p:spPr>
            <p:txBody>
              <a:bodyPr wrap="square" anchor="t">
                <a:spAutoFit/>
              </a:bodyPr>
              <a:lstStyle/>
              <a:p>
                <a:pPr algn="l" eaLnBrk="0" hangingPunct="0"/>
                <a:r>
                  <a:rPr lang="en-US" altLang="zh-CN" b="1" i="1">
                    <a:solidFill>
                      <a:schemeClr val="tx1"/>
                    </a:solidFill>
                    <a:latin typeface="Times New Roman" panose="02020603050405020304" pitchFamily="18" charset="0"/>
                  </a:rPr>
                  <a:t>N</a:t>
                </a:r>
                <a:r>
                  <a:rPr lang="en-US" altLang="zh-CN" sz="1400" b="1">
                    <a:solidFill>
                      <a:schemeClr val="tx1"/>
                    </a:solidFill>
                    <a:latin typeface="Times New Roman" panose="02020603050405020304" pitchFamily="18" charset="0"/>
                  </a:rPr>
                  <a:t>1</a:t>
                </a:r>
                <a:endParaRPr lang="en-US" altLang="zh-CN" b="1">
                  <a:solidFill>
                    <a:schemeClr val="tx1"/>
                  </a:solidFill>
                  <a:latin typeface="Times New Roman" panose="02020603050405020304" pitchFamily="18" charset="0"/>
                </a:endParaRPr>
              </a:p>
            </p:txBody>
          </p:sp>
          <p:sp>
            <p:nvSpPr>
              <p:cNvPr id="131093" name="文本框 131092"/>
              <p:cNvSpPr txBox="1"/>
              <p:nvPr/>
            </p:nvSpPr>
            <p:spPr>
              <a:xfrm>
                <a:off x="3887" y="3263"/>
                <a:ext cx="279" cy="599"/>
              </a:xfrm>
              <a:prstGeom prst="rect">
                <a:avLst/>
              </a:prstGeom>
              <a:noFill/>
              <a:ln w="9525">
                <a:noFill/>
              </a:ln>
            </p:spPr>
            <p:txBody>
              <a:bodyPr wrap="square" anchor="t">
                <a:spAutoFit/>
              </a:bodyPr>
              <a:lstStyle/>
              <a:p>
                <a:pPr algn="l" eaLnBrk="0" hangingPunct="0"/>
                <a:r>
                  <a:rPr lang="en-US" altLang="zh-CN" b="1" i="1">
                    <a:solidFill>
                      <a:schemeClr val="tx1"/>
                    </a:solidFill>
                    <a:latin typeface="Times New Roman" panose="02020603050405020304" pitchFamily="18" charset="0"/>
                  </a:rPr>
                  <a:t>N</a:t>
                </a:r>
                <a:r>
                  <a:rPr lang="en-US" altLang="zh-CN" sz="1400" b="1">
                    <a:solidFill>
                      <a:schemeClr val="tx1"/>
                    </a:solidFill>
                    <a:latin typeface="Times New Roman" panose="02020603050405020304" pitchFamily="18" charset="0"/>
                  </a:rPr>
                  <a:t>2</a:t>
                </a:r>
                <a:endParaRPr lang="en-US" altLang="zh-CN" b="1">
                  <a:solidFill>
                    <a:schemeClr val="tx1"/>
                  </a:solidFill>
                  <a:latin typeface="Times New Roman" panose="02020603050405020304" pitchFamily="18" charset="0"/>
                </a:endParaRPr>
              </a:p>
            </p:txBody>
          </p:sp>
          <p:sp>
            <p:nvSpPr>
              <p:cNvPr id="131094" name="任意多边形 131093"/>
              <p:cNvSpPr/>
              <p:nvPr/>
            </p:nvSpPr>
            <p:spPr>
              <a:xfrm>
                <a:off x="4032" y="1440"/>
                <a:ext cx="912" cy="1344"/>
              </a:xfrm>
              <a:custGeom>
                <a:avLst/>
                <a:gdLst/>
                <a:ahLst/>
                <a:cxnLst/>
                <a:rect l="0" t="0" r="0" b="0"/>
                <a:pathLst>
                  <a:path w="912" h="1488">
                    <a:moveTo>
                      <a:pt x="0" y="0"/>
                    </a:moveTo>
                    <a:cubicBezTo>
                      <a:pt x="20" y="332"/>
                      <a:pt x="40" y="664"/>
                      <a:pt x="192" y="912"/>
                    </a:cubicBezTo>
                    <a:cubicBezTo>
                      <a:pt x="344" y="1160"/>
                      <a:pt x="628" y="1324"/>
                      <a:pt x="912" y="1488"/>
                    </a:cubicBezTo>
                  </a:path>
                </a:pathLst>
              </a:custGeom>
              <a:noFill/>
              <a:ln w="57150" cap="flat" cmpd="sng">
                <a:solidFill>
                  <a:srgbClr val="FF3300"/>
                </a:solidFill>
                <a:prstDash val="solid"/>
                <a:headEnd type="none" w="med" len="med"/>
                <a:tailEnd type="none" w="med" len="med"/>
              </a:ln>
            </p:spPr>
            <p:txBody>
              <a:bodyPr/>
              <a:lstStyle/>
              <a:p>
                <a:endParaRPr lang="zh-CN" altLang="en-US"/>
              </a:p>
            </p:txBody>
          </p:sp>
          <p:sp>
            <p:nvSpPr>
              <p:cNvPr id="131095" name="直接连接符 131094"/>
              <p:cNvSpPr/>
              <p:nvPr/>
            </p:nvSpPr>
            <p:spPr>
              <a:xfrm>
                <a:off x="3408" y="1680"/>
                <a:ext cx="624" cy="0"/>
              </a:xfrm>
              <a:prstGeom prst="line">
                <a:avLst/>
              </a:prstGeom>
              <a:ln w="9525" cap="flat" cmpd="sng">
                <a:solidFill>
                  <a:schemeClr val="tx1"/>
                </a:solidFill>
                <a:prstDash val="dashDot"/>
                <a:headEnd type="none" w="med" len="med"/>
                <a:tailEnd type="none" w="med" len="med"/>
              </a:ln>
            </p:spPr>
          </p:sp>
          <p:sp>
            <p:nvSpPr>
              <p:cNvPr id="131096" name="直接连接符 131095"/>
              <p:cNvSpPr/>
              <p:nvPr/>
            </p:nvSpPr>
            <p:spPr>
              <a:xfrm>
                <a:off x="4608" y="2592"/>
                <a:ext cx="0" cy="624"/>
              </a:xfrm>
              <a:prstGeom prst="line">
                <a:avLst/>
              </a:prstGeom>
              <a:ln w="9525" cap="flat" cmpd="sng">
                <a:solidFill>
                  <a:schemeClr val="tx1"/>
                </a:solidFill>
                <a:prstDash val="dashDot"/>
                <a:headEnd type="none" w="med" len="med"/>
                <a:tailEnd type="none" w="med" len="med"/>
              </a:ln>
            </p:spPr>
          </p:sp>
        </p:grpSp>
      </p:grpSp>
      <p:pic>
        <p:nvPicPr>
          <p:cNvPr id="13" name="图片 12"/>
          <p:cNvPicPr>
            <a:picLocks noChangeAspect="1"/>
          </p:cNvPicPr>
          <p:nvPr/>
        </p:nvPicPr>
        <p:blipFill>
          <a:blip r:embed="rId5"/>
          <a:stretch>
            <a:fillRect/>
          </a:stretch>
        </p:blipFill>
        <p:spPr>
          <a:xfrm>
            <a:off x="8084185" y="3060700"/>
            <a:ext cx="3584575" cy="26943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9"/>
                                        </p:tgtEl>
                                        <p:attrNameLst>
                                          <p:attrName>style.visibility</p:attrName>
                                        </p:attrNameLst>
                                      </p:cBhvr>
                                      <p:to>
                                        <p:strVal val="visible"/>
                                      </p:to>
                                    </p:set>
                                    <p:animEffect transition="in" filter="wipe(left)">
                                      <p:cBhvr>
                                        <p:cTn id="7" dur="500"/>
                                        <p:tgtEl>
                                          <p:spTgt spid="143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40"/>
                                        </p:tgtEl>
                                        <p:attrNameLst>
                                          <p:attrName>style.visibility</p:attrName>
                                        </p:attrNameLst>
                                      </p:cBhvr>
                                      <p:to>
                                        <p:strVal val="visible"/>
                                      </p:to>
                                    </p:set>
                                    <p:animEffect transition="in" filter="wipe(left)">
                                      <p:cBhvr>
                                        <p:cTn id="12" dur="500"/>
                                        <p:tgtEl>
                                          <p:spTgt spid="1434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13107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50533"/>
                                        </p:tgtEl>
                                        <p:attrNameLst>
                                          <p:attrName>style.visibility</p:attrName>
                                        </p:attrNameLst>
                                      </p:cBhvr>
                                      <p:to>
                                        <p:strVal val="visible"/>
                                      </p:to>
                                    </p:set>
                                    <p:animEffect transition="in" filter="wipe(left)">
                                      <p:cBhvr>
                                        <p:cTn id="21" dur="500"/>
                                        <p:tgtEl>
                                          <p:spTgt spid="15053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499"/>
                                          </p:stCondLst>
                                        </p:cTn>
                                        <p:tgtEl>
                                          <p:spTgt spid="1310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ldLvl="0" animBg="1"/>
      <p:bldP spid="14340" grpId="0"/>
      <p:bldP spid="15053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文本框 14338"/>
          <p:cNvSpPr txBox="1"/>
          <p:nvPr/>
        </p:nvSpPr>
        <p:spPr>
          <a:xfrm>
            <a:off x="258445" y="266700"/>
            <a:ext cx="6113145" cy="521970"/>
          </a:xfrm>
          <a:prstGeom prst="rect">
            <a:avLst/>
          </a:prstGeom>
          <a:solidFill>
            <a:schemeClr val="bg1"/>
          </a:solidFill>
          <a:ln w="9525">
            <a:noFill/>
          </a:ln>
        </p:spPr>
        <p:txBody>
          <a:bodyPr wrap="square">
            <a:spAutoFit/>
          </a:bodyPr>
          <a:lstStyle/>
          <a:p>
            <a:pPr algn="l"/>
            <a:r>
              <a:rPr lang="zh-CN" altLang="en-US" sz="2800" b="1" dirty="0">
                <a:solidFill>
                  <a:schemeClr val="tx1"/>
                </a:solidFill>
                <a:latin typeface="Times New Roman" panose="02020603050405020304" pitchFamily="18" charset="0"/>
              </a:rPr>
              <a:t>粒子数反转 </a:t>
            </a:r>
            <a:r>
              <a:rPr lang="en-US" altLang="zh-CN" sz="2800" b="1">
                <a:solidFill>
                  <a:schemeClr val="tx1"/>
                </a:solidFill>
                <a:latin typeface="Times New Roman" panose="02020603050405020304" pitchFamily="18" charset="0"/>
              </a:rPr>
              <a:t>(population inversion)</a:t>
            </a:r>
          </a:p>
        </p:txBody>
      </p:sp>
      <p:sp>
        <p:nvSpPr>
          <p:cNvPr id="29701" name="文本框 29700"/>
          <p:cNvSpPr txBox="1"/>
          <p:nvPr/>
        </p:nvSpPr>
        <p:spPr>
          <a:xfrm>
            <a:off x="448310" y="4411028"/>
            <a:ext cx="2733675" cy="1076325"/>
          </a:xfrm>
          <a:prstGeom prst="rect">
            <a:avLst/>
          </a:prstGeom>
          <a:noFill/>
          <a:ln w="9525">
            <a:noFill/>
          </a:ln>
        </p:spPr>
        <p:txBody>
          <a:bodyPr>
            <a:spAutoFit/>
          </a:bodyPr>
          <a:lstStyle/>
          <a:p>
            <a:pPr algn="l"/>
            <a:r>
              <a:rPr lang="zh-CN" altLang="en-US" sz="2400" b="1" dirty="0">
                <a:solidFill>
                  <a:srgbClr val="FF0000"/>
                </a:solidFill>
                <a:latin typeface="Times New Roman" panose="02020603050405020304" pitchFamily="18" charset="0"/>
              </a:rPr>
              <a:t>产生激光必须受激辐射占优势</a:t>
            </a:r>
            <a:r>
              <a:rPr lang="zh-CN" altLang="en-US" sz="4000" b="1" dirty="0">
                <a:solidFill>
                  <a:srgbClr val="FF0000"/>
                </a:solidFill>
                <a:latin typeface="Times New Roman" panose="02020603050405020304" pitchFamily="18" charset="0"/>
              </a:rPr>
              <a:t> </a:t>
            </a:r>
          </a:p>
        </p:txBody>
      </p:sp>
      <p:graphicFrame>
        <p:nvGraphicFramePr>
          <p:cNvPr id="29702" name="对象 29701"/>
          <p:cNvGraphicFramePr/>
          <p:nvPr/>
        </p:nvGraphicFramePr>
        <p:xfrm>
          <a:off x="3832861" y="4488815"/>
          <a:ext cx="2994025" cy="920750"/>
        </p:xfrm>
        <a:graphic>
          <a:graphicData uri="http://schemas.openxmlformats.org/presentationml/2006/ole">
            <mc:AlternateContent xmlns:mc="http://schemas.openxmlformats.org/markup-compatibility/2006">
              <mc:Choice xmlns:v="urn:schemas-microsoft-com:vml" Requires="v">
                <p:oleObj spid="_x0000_s8259" r:id="rId3" imgW="1485900" imgH="457200" progId="Equation.3">
                  <p:embed/>
                </p:oleObj>
              </mc:Choice>
              <mc:Fallback>
                <p:oleObj r:id="rId3" imgW="1485900" imgH="457200" progId="Equation.3">
                  <p:embed/>
                  <p:pic>
                    <p:nvPicPr>
                      <p:cNvPr id="0" name="图片 3087"/>
                      <p:cNvPicPr/>
                      <p:nvPr/>
                    </p:nvPicPr>
                    <p:blipFill>
                      <a:blip r:embed="rId4"/>
                      <a:stretch>
                        <a:fillRect/>
                      </a:stretch>
                    </p:blipFill>
                    <p:spPr>
                      <a:xfrm>
                        <a:off x="3832861" y="4488815"/>
                        <a:ext cx="2994025" cy="920750"/>
                      </a:xfrm>
                      <a:prstGeom prst="rect">
                        <a:avLst/>
                      </a:prstGeom>
                      <a:noFill/>
                      <a:ln w="38100">
                        <a:noFill/>
                        <a:miter/>
                      </a:ln>
                    </p:spPr>
                  </p:pic>
                </p:oleObj>
              </mc:Fallback>
            </mc:AlternateContent>
          </a:graphicData>
        </a:graphic>
      </p:graphicFrame>
      <p:sp>
        <p:nvSpPr>
          <p:cNvPr id="29699" name="文本框 29698"/>
          <p:cNvSpPr txBox="1"/>
          <p:nvPr/>
        </p:nvSpPr>
        <p:spPr>
          <a:xfrm>
            <a:off x="2292350" y="1990090"/>
            <a:ext cx="1540510" cy="460375"/>
          </a:xfrm>
          <a:prstGeom prst="rect">
            <a:avLst/>
          </a:prstGeom>
          <a:noFill/>
          <a:ln w="9525">
            <a:noFill/>
          </a:ln>
        </p:spPr>
        <p:txBody>
          <a:bodyPr wrap="none" anchor="t">
            <a:spAutoFit/>
          </a:bodyPr>
          <a:lstStyle/>
          <a:p>
            <a:pPr algn="l"/>
            <a:r>
              <a:rPr lang="zh-CN" altLang="en-US" sz="2400" b="1" dirty="0">
                <a:solidFill>
                  <a:schemeClr val="tx1"/>
                </a:solidFill>
                <a:latin typeface="Times New Roman" panose="02020603050405020304" pitchFamily="18" charset="0"/>
              </a:rPr>
              <a:t>因 </a:t>
            </a:r>
            <a:r>
              <a:rPr lang="en-US" altLang="zh-CN" sz="2400" b="1" i="1">
                <a:solidFill>
                  <a:schemeClr val="tx1"/>
                </a:solidFill>
                <a:latin typeface="Times New Roman" panose="02020603050405020304" pitchFamily="18" charset="0"/>
              </a:rPr>
              <a:t>B</a:t>
            </a:r>
            <a:r>
              <a:rPr lang="en-US" altLang="zh-CN" sz="2400" b="1" baseline="-25000">
                <a:solidFill>
                  <a:schemeClr val="tx1"/>
                </a:solidFill>
                <a:latin typeface="Times New Roman" panose="02020603050405020304" pitchFamily="18" charset="0"/>
              </a:rPr>
              <a:t>21</a:t>
            </a:r>
            <a:r>
              <a:rPr lang="en-US" altLang="zh-CN" sz="2400" b="1">
                <a:solidFill>
                  <a:schemeClr val="tx1"/>
                </a:solidFill>
                <a:latin typeface="Times New Roman" panose="02020603050405020304" pitchFamily="18" charset="0"/>
              </a:rPr>
              <a:t>=</a:t>
            </a:r>
            <a:r>
              <a:rPr lang="en-US" altLang="zh-CN" sz="2400" b="1" i="1">
                <a:solidFill>
                  <a:schemeClr val="tx1"/>
                </a:solidFill>
                <a:latin typeface="Times New Roman" panose="02020603050405020304" pitchFamily="18" charset="0"/>
              </a:rPr>
              <a:t>B</a:t>
            </a:r>
            <a:r>
              <a:rPr lang="en-US" altLang="zh-CN" sz="2400" b="1" baseline="-25000">
                <a:solidFill>
                  <a:schemeClr val="tx1"/>
                </a:solidFill>
                <a:latin typeface="Times New Roman" panose="02020603050405020304" pitchFamily="18" charset="0"/>
              </a:rPr>
              <a:t>12</a:t>
            </a:r>
          </a:p>
        </p:txBody>
      </p:sp>
      <p:sp>
        <p:nvSpPr>
          <p:cNvPr id="29700" name="文本框 29699"/>
          <p:cNvSpPr txBox="1"/>
          <p:nvPr/>
        </p:nvSpPr>
        <p:spPr>
          <a:xfrm>
            <a:off x="3832860" y="1743393"/>
            <a:ext cx="1924050" cy="706755"/>
          </a:xfrm>
          <a:prstGeom prst="rect">
            <a:avLst/>
          </a:prstGeom>
          <a:noFill/>
          <a:ln w="9525">
            <a:noFill/>
          </a:ln>
        </p:spPr>
        <p:txBody>
          <a:bodyPr wrap="none" anchor="t">
            <a:spAutoFit/>
          </a:bodyPr>
          <a:lstStyle/>
          <a:p>
            <a:pPr algn="l"/>
            <a:r>
              <a:rPr lang="en-US" altLang="zh-CN" sz="4000" b="1" dirty="0">
                <a:solidFill>
                  <a:schemeClr val="tx1"/>
                </a:solidFill>
                <a:latin typeface="Times New Roman" panose="02020603050405020304" pitchFamily="18" charset="0"/>
                <a:sym typeface="Symbol" panose="05050102010706020507" pitchFamily="18" charset="2"/>
              </a:rPr>
              <a:t></a:t>
            </a:r>
            <a:r>
              <a:rPr lang="en-US" altLang="zh-CN" sz="4000" b="1" dirty="0">
                <a:solidFill>
                  <a:schemeClr val="tx1"/>
                </a:solidFill>
                <a:latin typeface="Times New Roman" panose="02020603050405020304" pitchFamily="18" charset="0"/>
              </a:rPr>
              <a:t> </a:t>
            </a:r>
            <a:r>
              <a:rPr lang="en-US" altLang="zh-CN" sz="2400" b="1" i="1">
                <a:solidFill>
                  <a:schemeClr val="tx1"/>
                </a:solidFill>
                <a:latin typeface="Times New Roman" panose="02020603050405020304" pitchFamily="18" charset="0"/>
              </a:rPr>
              <a:t>W</a:t>
            </a:r>
            <a:r>
              <a:rPr lang="en-US" altLang="zh-CN" sz="2400" b="1" baseline="-25000">
                <a:solidFill>
                  <a:schemeClr val="tx1"/>
                </a:solidFill>
                <a:latin typeface="Times New Roman" panose="02020603050405020304" pitchFamily="18" charset="0"/>
              </a:rPr>
              <a:t>21</a:t>
            </a:r>
            <a:r>
              <a:rPr lang="en-US" altLang="zh-CN" sz="2400" b="1">
                <a:solidFill>
                  <a:schemeClr val="tx1"/>
                </a:solidFill>
                <a:latin typeface="Times New Roman" panose="02020603050405020304" pitchFamily="18" charset="0"/>
              </a:rPr>
              <a:t>=</a:t>
            </a:r>
            <a:r>
              <a:rPr lang="en-US" altLang="zh-CN" sz="2400" b="1" i="1">
                <a:solidFill>
                  <a:schemeClr val="tx1"/>
                </a:solidFill>
                <a:latin typeface="Times New Roman" panose="02020603050405020304" pitchFamily="18" charset="0"/>
              </a:rPr>
              <a:t>W</a:t>
            </a:r>
            <a:r>
              <a:rPr lang="en-US" altLang="zh-CN" sz="2400" b="1" baseline="-25000">
                <a:solidFill>
                  <a:schemeClr val="tx1"/>
                </a:solidFill>
                <a:latin typeface="Times New Roman" panose="02020603050405020304" pitchFamily="18" charset="0"/>
              </a:rPr>
              <a:t>12</a:t>
            </a:r>
          </a:p>
        </p:txBody>
      </p:sp>
      <p:sp>
        <p:nvSpPr>
          <p:cNvPr id="29698" name="文本框 29697"/>
          <p:cNvSpPr txBox="1"/>
          <p:nvPr/>
        </p:nvSpPr>
        <p:spPr>
          <a:xfrm>
            <a:off x="461963" y="5586413"/>
            <a:ext cx="7028180" cy="953135"/>
          </a:xfrm>
          <a:prstGeom prst="rect">
            <a:avLst/>
          </a:prstGeom>
          <a:noFill/>
          <a:ln w="9525">
            <a:noFill/>
          </a:ln>
        </p:spPr>
        <p:txBody>
          <a:bodyPr wrap="none" anchor="t">
            <a:spAutoFit/>
          </a:bodyPr>
          <a:lstStyle/>
          <a:p>
            <a:pPr algn="l">
              <a:buFont typeface="Symbol" panose="05050102010706020507" pitchFamily="18" charset="2"/>
              <a:buChar char="\"/>
            </a:pPr>
            <a:r>
              <a:rPr lang="zh-CN" altLang="en-US" sz="2800" b="1" dirty="0">
                <a:solidFill>
                  <a:srgbClr val="FF0000"/>
                </a:solidFill>
                <a:latin typeface="Times New Roman" panose="02020603050405020304" pitchFamily="18" charset="0"/>
              </a:rPr>
              <a:t>必须 </a:t>
            </a:r>
            <a:r>
              <a:rPr lang="en-US" altLang="zh-CN" sz="2800" b="1" i="1">
                <a:solidFill>
                  <a:srgbClr val="FF0000"/>
                </a:solidFill>
                <a:latin typeface="Times New Roman" panose="02020603050405020304" pitchFamily="18" charset="0"/>
              </a:rPr>
              <a:t>N</a:t>
            </a:r>
            <a:r>
              <a:rPr lang="en-US" altLang="zh-CN" sz="2800" b="1" baseline="-25000">
                <a:solidFill>
                  <a:srgbClr val="FF0000"/>
                </a:solidFill>
                <a:latin typeface="Times New Roman" panose="02020603050405020304" pitchFamily="18" charset="0"/>
              </a:rPr>
              <a:t>2</a:t>
            </a:r>
            <a:r>
              <a:rPr lang="en-US" altLang="zh-CN" sz="2800" b="1">
                <a:solidFill>
                  <a:srgbClr val="FF0000"/>
                </a:solidFill>
                <a:latin typeface="Times New Roman" panose="02020603050405020304" pitchFamily="18" charset="0"/>
              </a:rPr>
              <a:t>  &gt;</a:t>
            </a:r>
            <a:r>
              <a:rPr lang="en-US" altLang="zh-CN" sz="2800" b="1" i="1">
                <a:solidFill>
                  <a:srgbClr val="FF0000"/>
                </a:solidFill>
                <a:latin typeface="Times New Roman" panose="02020603050405020304" pitchFamily="18" charset="0"/>
              </a:rPr>
              <a:t>N</a:t>
            </a:r>
            <a:r>
              <a:rPr lang="en-US" altLang="zh-CN" sz="2800" b="1" baseline="-25000">
                <a:solidFill>
                  <a:srgbClr val="FF0000"/>
                </a:solidFill>
                <a:latin typeface="Times New Roman" panose="02020603050405020304" pitchFamily="18" charset="0"/>
              </a:rPr>
              <a:t>1</a:t>
            </a:r>
          </a:p>
          <a:p>
            <a:pPr algn="l">
              <a:buFont typeface="Symbol" panose="05050102010706020507" pitchFamily="18" charset="2"/>
            </a:pPr>
            <a:r>
              <a:rPr lang="zh-CN" altLang="en-US" sz="2800" b="1" dirty="0">
                <a:solidFill>
                  <a:srgbClr val="FF0000"/>
                </a:solidFill>
                <a:latin typeface="Times New Roman" panose="02020603050405020304" pitchFamily="18" charset="0"/>
              </a:rPr>
              <a:t>这种状态称为 粒子数反转或者集居数反转。</a:t>
            </a:r>
            <a:endParaRPr lang="zh-CN" altLang="en-US" sz="2800" b="1">
              <a:solidFill>
                <a:schemeClr val="tx1"/>
              </a:solidFill>
              <a:latin typeface="Times New Roman" panose="02020603050405020304" pitchFamily="18" charset="0"/>
            </a:endParaRPr>
          </a:p>
        </p:txBody>
      </p:sp>
      <p:pic>
        <p:nvPicPr>
          <p:cNvPr id="105489" name="图片 105488" descr="反转"/>
          <p:cNvPicPr>
            <a:picLocks noChangeAspect="1"/>
          </p:cNvPicPr>
          <p:nvPr/>
        </p:nvPicPr>
        <p:blipFill>
          <a:blip r:embed="rId5"/>
          <a:stretch>
            <a:fillRect/>
          </a:stretch>
        </p:blipFill>
        <p:spPr>
          <a:xfrm>
            <a:off x="8198485" y="2985135"/>
            <a:ext cx="3879850" cy="2910840"/>
          </a:xfrm>
          <a:prstGeom prst="rect">
            <a:avLst/>
          </a:prstGeom>
          <a:noFill/>
          <a:ln w="9525">
            <a:noFill/>
          </a:ln>
        </p:spPr>
      </p:pic>
      <p:grpSp>
        <p:nvGrpSpPr>
          <p:cNvPr id="2" name="组合 1"/>
          <p:cNvGrpSpPr/>
          <p:nvPr/>
        </p:nvGrpSpPr>
        <p:grpSpPr>
          <a:xfrm>
            <a:off x="352125" y="1944053"/>
            <a:ext cx="9255538" cy="1023938"/>
            <a:chOff x="184" y="883"/>
            <a:chExt cx="5103" cy="645"/>
          </a:xfrm>
        </p:grpSpPr>
        <p:sp>
          <p:nvSpPr>
            <p:cNvPr id="6" name="文本框 5"/>
            <p:cNvSpPr txBox="1"/>
            <p:nvPr/>
          </p:nvSpPr>
          <p:spPr>
            <a:xfrm>
              <a:off x="184" y="883"/>
              <a:ext cx="1319" cy="290"/>
            </a:xfrm>
            <a:prstGeom prst="rect">
              <a:avLst/>
            </a:prstGeom>
            <a:noFill/>
            <a:ln w="9525">
              <a:noFill/>
            </a:ln>
          </p:spPr>
          <p:txBody>
            <a:bodyPr wrap="square" anchor="t">
              <a:spAutoFit/>
            </a:bodyPr>
            <a:lstStyle/>
            <a:p>
              <a:r>
                <a:rPr lang="zh-CN" altLang="en-US" sz="2400" b="1" dirty="0">
                  <a:solidFill>
                    <a:schemeClr val="tx1"/>
                  </a:solidFill>
                  <a:effectLst>
                    <a:outerShdw blurRad="38100" dist="38100" dir="2700000">
                      <a:srgbClr val="FFFFFF"/>
                    </a:outerShdw>
                  </a:effectLst>
                  <a:latin typeface="宋体" panose="02010600030101010101" pitchFamily="2" charset="-122"/>
                </a:rPr>
                <a:t>通常情况下</a:t>
              </a:r>
              <a:r>
                <a:rPr lang="zh-CN" altLang="zh-CN" sz="2400" b="1">
                  <a:solidFill>
                    <a:schemeClr val="tx1"/>
                  </a:solidFill>
                  <a:effectLst>
                    <a:outerShdw blurRad="38100" dist="38100" dir="2700000">
                      <a:srgbClr val="FFFFFF"/>
                    </a:outerShdw>
                  </a:effectLst>
                  <a:latin typeface="宋体" panose="02010600030101010101" pitchFamily="2" charset="-122"/>
                </a:rPr>
                <a:t>：</a:t>
              </a:r>
            </a:p>
          </p:txBody>
        </p:sp>
        <p:sp>
          <p:nvSpPr>
            <p:cNvPr id="10" name="文本框 9"/>
            <p:cNvSpPr txBox="1"/>
            <p:nvPr/>
          </p:nvSpPr>
          <p:spPr>
            <a:xfrm>
              <a:off x="247" y="1322"/>
              <a:ext cx="5040" cy="206"/>
            </a:xfrm>
            <a:prstGeom prst="rect">
              <a:avLst/>
            </a:prstGeom>
            <a:noFill/>
            <a:ln w="9525">
              <a:noFill/>
            </a:ln>
          </p:spPr>
          <p:txBody>
            <a:bodyPr>
              <a:spAutoFit/>
            </a:bodyPr>
            <a:lstStyle/>
            <a:p>
              <a:pPr algn="l">
                <a:lnSpc>
                  <a:spcPct val="55000"/>
                </a:lnSpc>
                <a:spcBef>
                  <a:spcPct val="50000"/>
                </a:spcBef>
              </a:pPr>
              <a:r>
                <a:rPr lang="en-US" altLang="zh-CN" sz="2800" b="1" i="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rPr>
                <a:t>B</a:t>
              </a:r>
              <a:r>
                <a:rPr lang="en-US" altLang="zh-CN" sz="2800" b="1" baseline="-25000">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rPr>
                <a:t>21 </a:t>
              </a:r>
              <a:r>
                <a:rPr lang="en-US" altLang="zh-CN" sz="2800" b="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rPr>
                <a:t>· </a:t>
              </a:r>
              <a:r>
                <a:rPr lang="en-US" altLang="zh-CN" sz="2800" b="1" i="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sym typeface="Symbol" panose="05050102010706020507" pitchFamily="18" charset="2"/>
                </a:rPr>
                <a:t></a:t>
              </a:r>
              <a:r>
                <a:rPr lang="en-US" altLang="zh-CN" sz="2800" b="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sym typeface="Symbol" panose="05050102010706020507" pitchFamily="18" charset="2"/>
                </a:rPr>
                <a:t> (</a:t>
              </a:r>
              <a:r>
                <a:rPr lang="en-US" altLang="zh-CN" sz="2800" b="1" i="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sym typeface="Symbol" panose="05050102010706020507" pitchFamily="18" charset="2"/>
                </a:rPr>
                <a:t></a:t>
              </a:r>
              <a:r>
                <a:rPr lang="en-US" altLang="zh-CN" sz="2800" b="1" baseline="-25000">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sym typeface="Symbol" panose="05050102010706020507" pitchFamily="18" charset="2"/>
                </a:rPr>
                <a:t>21</a:t>
              </a:r>
              <a:r>
                <a:rPr lang="en-US" altLang="zh-CN" sz="2800" b="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sym typeface="Symbol" panose="05050102010706020507" pitchFamily="18" charset="2"/>
                </a:rPr>
                <a:t>) </a:t>
              </a:r>
              <a:r>
                <a:rPr lang="en-US" altLang="zh-CN" sz="2800" b="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rPr>
                <a:t>·</a:t>
              </a:r>
              <a:r>
                <a:rPr lang="en-US" altLang="zh-CN" sz="2800" b="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sym typeface="Symbol" panose="05050102010706020507" pitchFamily="18" charset="2"/>
                </a:rPr>
                <a:t> </a:t>
              </a:r>
              <a:r>
                <a:rPr lang="en-US" altLang="zh-CN" sz="2800" b="1" i="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rPr>
                <a:t>N</a:t>
              </a:r>
              <a:r>
                <a:rPr lang="en-US" altLang="zh-CN" sz="2800" b="1" baseline="-25000">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rPr>
                <a:t>1</a:t>
              </a:r>
              <a:r>
                <a:rPr lang="en-US" altLang="zh-CN" sz="2800" b="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sym typeface="Symbol" panose="05050102010706020507" pitchFamily="18" charset="2"/>
                </a:rPr>
                <a:t>  </a:t>
              </a:r>
              <a:r>
                <a:rPr lang="en-US" altLang="zh-CN" sz="2800" b="1" i="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rPr>
                <a:t>B</a:t>
              </a:r>
              <a:r>
                <a:rPr lang="en-US" altLang="zh-CN" sz="2800" b="1" baseline="-25000">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rPr>
                <a:t>12 </a:t>
              </a:r>
              <a:r>
                <a:rPr lang="en-US" altLang="zh-CN" sz="2800" b="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rPr>
                <a:t>· </a:t>
              </a:r>
              <a:r>
                <a:rPr lang="en-US" altLang="zh-CN" sz="2800" b="1" i="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sym typeface="Symbol" panose="05050102010706020507" pitchFamily="18" charset="2"/>
                </a:rPr>
                <a:t></a:t>
              </a:r>
              <a:r>
                <a:rPr lang="en-US" altLang="zh-CN" sz="2800" b="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sym typeface="Symbol" panose="05050102010706020507" pitchFamily="18" charset="2"/>
                </a:rPr>
                <a:t> (</a:t>
              </a:r>
              <a:r>
                <a:rPr lang="en-US" altLang="zh-CN" sz="2800" b="1" i="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sym typeface="Symbol" panose="05050102010706020507" pitchFamily="18" charset="2"/>
                </a:rPr>
                <a:t></a:t>
              </a:r>
              <a:r>
                <a:rPr lang="en-US" altLang="zh-CN" sz="2800" b="1" baseline="-25000">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sym typeface="Symbol" panose="05050102010706020507" pitchFamily="18" charset="2"/>
                </a:rPr>
                <a:t>21</a:t>
              </a:r>
              <a:r>
                <a:rPr lang="en-US" altLang="zh-CN" sz="2800" b="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sym typeface="Symbol" panose="05050102010706020507" pitchFamily="18" charset="2"/>
                </a:rPr>
                <a:t>) </a:t>
              </a:r>
              <a:r>
                <a:rPr lang="en-US" altLang="zh-CN" sz="2800" b="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rPr>
                <a:t>·</a:t>
              </a:r>
              <a:r>
                <a:rPr lang="en-US" altLang="zh-CN" sz="2800" b="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sym typeface="Symbol" panose="05050102010706020507" pitchFamily="18" charset="2"/>
                </a:rPr>
                <a:t> </a:t>
              </a:r>
              <a:r>
                <a:rPr lang="en-US" altLang="zh-CN" sz="2800" b="1" i="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rPr>
                <a:t>N</a:t>
              </a:r>
              <a:r>
                <a:rPr lang="en-US" altLang="zh-CN" sz="2800" b="1" baseline="-25000">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rPr>
                <a:t>2</a:t>
              </a:r>
              <a:r>
                <a:rPr lang="en-US" altLang="zh-CN" sz="2400" b="1">
                  <a:solidFill>
                    <a:schemeClr val="tx1"/>
                  </a:solidFill>
                  <a:effectLst>
                    <a:outerShdw blurRad="38100" dist="38100" dir="2700000">
                      <a:srgbClr val="FFFFFF"/>
                    </a:outerShdw>
                  </a:effectLst>
                  <a:latin typeface="Times New Roman" panose="02020603050405020304" pitchFamily="18" charset="0"/>
                  <a:sym typeface="Symbol" panose="05050102010706020507" pitchFamily="18" charset="2"/>
                </a:rPr>
                <a:t> </a:t>
              </a:r>
            </a:p>
          </p:txBody>
        </p:sp>
      </p:grpSp>
      <p:graphicFrame>
        <p:nvGraphicFramePr>
          <p:cNvPr id="14" name="对象 13"/>
          <p:cNvGraphicFramePr/>
          <p:nvPr/>
        </p:nvGraphicFramePr>
        <p:xfrm>
          <a:off x="3949701" y="3197860"/>
          <a:ext cx="3071495" cy="920750"/>
        </p:xfrm>
        <a:graphic>
          <a:graphicData uri="http://schemas.openxmlformats.org/presentationml/2006/ole">
            <mc:AlternateContent xmlns:mc="http://schemas.openxmlformats.org/markup-compatibility/2006">
              <mc:Choice xmlns:v="urn:schemas-microsoft-com:vml" Requires="v">
                <p:oleObj spid="_x0000_s8260" r:id="rId6" imgW="1524000" imgH="457200" progId="Equation.3">
                  <p:embed/>
                </p:oleObj>
              </mc:Choice>
              <mc:Fallback>
                <p:oleObj r:id="rId6" imgW="1524000" imgH="457200" progId="Equation.3">
                  <p:embed/>
                  <p:pic>
                    <p:nvPicPr>
                      <p:cNvPr id="0" name="图片 3087"/>
                      <p:cNvPicPr/>
                      <p:nvPr/>
                    </p:nvPicPr>
                    <p:blipFill>
                      <a:blip r:embed="rId7"/>
                      <a:stretch>
                        <a:fillRect/>
                      </a:stretch>
                    </p:blipFill>
                    <p:spPr>
                      <a:xfrm>
                        <a:off x="3949701" y="3197860"/>
                        <a:ext cx="3071495" cy="920750"/>
                      </a:xfrm>
                      <a:prstGeom prst="rect">
                        <a:avLst/>
                      </a:prstGeom>
                      <a:noFill/>
                      <a:ln w="38100">
                        <a:noFill/>
                        <a:miter/>
                      </a:ln>
                    </p:spPr>
                  </p:pic>
                </p:oleObj>
              </mc:Fallback>
            </mc:AlternateContent>
          </a:graphicData>
        </a:graphic>
      </p:graphicFrame>
      <p:sp>
        <p:nvSpPr>
          <p:cNvPr id="16" name="文本框 15"/>
          <p:cNvSpPr txBox="1"/>
          <p:nvPr/>
        </p:nvSpPr>
        <p:spPr>
          <a:xfrm>
            <a:off x="352342" y="3427730"/>
            <a:ext cx="3480576" cy="460375"/>
          </a:xfrm>
          <a:prstGeom prst="rect">
            <a:avLst/>
          </a:prstGeom>
          <a:noFill/>
          <a:ln w="9525">
            <a:noFill/>
          </a:ln>
        </p:spPr>
        <p:txBody>
          <a:bodyPr wrap="square" anchor="t">
            <a:spAutoFit/>
          </a:bodyPr>
          <a:lstStyle/>
          <a:p>
            <a:r>
              <a:rPr lang="zh-CN" altLang="en-US" sz="2400" b="1" dirty="0">
                <a:solidFill>
                  <a:srgbClr val="FF0000"/>
                </a:solidFill>
                <a:effectLst>
                  <a:outerShdw blurRad="38100" dist="38100" dir="2700000">
                    <a:srgbClr val="FFFFFF"/>
                  </a:outerShdw>
                </a:effectLst>
                <a:latin typeface="Times New Roman" panose="02020603050405020304" pitchFamily="18" charset="0"/>
              </a:rPr>
              <a:t>受激吸收总是占优势</a:t>
            </a:r>
          </a:p>
        </p:txBody>
      </p:sp>
      <p:sp>
        <p:nvSpPr>
          <p:cNvPr id="3" name="文本框 2"/>
          <p:cNvSpPr txBox="1"/>
          <p:nvPr/>
        </p:nvSpPr>
        <p:spPr>
          <a:xfrm>
            <a:off x="5974715" y="1944053"/>
            <a:ext cx="2209800" cy="460375"/>
          </a:xfrm>
          <a:prstGeom prst="rect">
            <a:avLst/>
          </a:prstGeom>
          <a:noFill/>
          <a:ln w="9525">
            <a:noFill/>
          </a:ln>
        </p:spPr>
        <p:txBody>
          <a:bodyPr wrap="none" anchor="t">
            <a:spAutoFit/>
          </a:bodyPr>
          <a:lstStyle/>
          <a:p>
            <a:pPr algn="l"/>
            <a:r>
              <a:rPr lang="zh-CN" altLang="en-US" sz="2400" b="1" dirty="0">
                <a:solidFill>
                  <a:schemeClr val="tx1"/>
                </a:solidFill>
                <a:latin typeface="Times New Roman" panose="02020603050405020304" pitchFamily="18" charset="0"/>
              </a:rPr>
              <a:t>又因为</a:t>
            </a:r>
            <a:r>
              <a:rPr lang="en-US" altLang="zh-CN" sz="2400" b="1" i="1">
                <a:solidFill>
                  <a:srgbClr val="FF0000"/>
                </a:solidFill>
                <a:latin typeface="Times New Roman" panose="02020603050405020304" pitchFamily="18" charset="0"/>
                <a:sym typeface="+mn-ea"/>
              </a:rPr>
              <a:t>N</a:t>
            </a:r>
            <a:r>
              <a:rPr lang="en-US" altLang="zh-CN" sz="2400" b="1" baseline="-25000">
                <a:solidFill>
                  <a:srgbClr val="FF0000"/>
                </a:solidFill>
                <a:latin typeface="Times New Roman" panose="02020603050405020304" pitchFamily="18" charset="0"/>
                <a:sym typeface="+mn-ea"/>
              </a:rPr>
              <a:t>2 </a:t>
            </a:r>
            <a:r>
              <a:rPr lang="en-US" altLang="zh-CN" sz="2400" b="1">
                <a:solidFill>
                  <a:srgbClr val="FF0000"/>
                </a:solidFill>
                <a:latin typeface="Times New Roman" panose="02020603050405020304" pitchFamily="18" charset="0"/>
                <a:sym typeface="+mn-ea"/>
              </a:rPr>
              <a:t>&lt;&lt; </a:t>
            </a:r>
            <a:r>
              <a:rPr lang="en-US" altLang="zh-CN" sz="2400" b="1" i="1">
                <a:solidFill>
                  <a:srgbClr val="FF0000"/>
                </a:solidFill>
                <a:latin typeface="Times New Roman" panose="02020603050405020304" pitchFamily="18" charset="0"/>
                <a:sym typeface="+mn-ea"/>
              </a:rPr>
              <a:t>N</a:t>
            </a:r>
            <a:r>
              <a:rPr lang="en-US" altLang="zh-CN" sz="2400" b="1" baseline="-25000">
                <a:solidFill>
                  <a:srgbClr val="FF0000"/>
                </a:solidFill>
                <a:latin typeface="Times New Roman" panose="02020603050405020304" pitchFamily="18" charset="0"/>
                <a:sym typeface="+mn-ea"/>
              </a:rPr>
              <a:t>1</a:t>
            </a:r>
            <a:endParaRPr lang="en-US" altLang="zh-CN" sz="2400" b="1" baseline="-25000">
              <a:solidFill>
                <a:schemeClr val="tx1"/>
              </a:solidFill>
              <a:latin typeface="Times New Roman" panose="02020603050405020304" pitchFamily="18" charset="0"/>
            </a:endParaRPr>
          </a:p>
        </p:txBody>
      </p:sp>
      <p:graphicFrame>
        <p:nvGraphicFramePr>
          <p:cNvPr id="14341" name="对象 14340"/>
          <p:cNvGraphicFramePr/>
          <p:nvPr/>
        </p:nvGraphicFramePr>
        <p:xfrm>
          <a:off x="561340" y="1009015"/>
          <a:ext cx="5003165" cy="734695"/>
        </p:xfrm>
        <a:graphic>
          <a:graphicData uri="http://schemas.openxmlformats.org/presentationml/2006/ole">
            <mc:AlternateContent xmlns:mc="http://schemas.openxmlformats.org/markup-compatibility/2006">
              <mc:Choice xmlns:v="urn:schemas-microsoft-com:vml" Requires="v">
                <p:oleObj spid="_x0000_s8261" r:id="rId8" imgW="2489200" imgH="469900" progId="Equation.3">
                  <p:embed/>
                </p:oleObj>
              </mc:Choice>
              <mc:Fallback>
                <p:oleObj r:id="rId8" imgW="2489200" imgH="469900" progId="Equation.3">
                  <p:embed/>
                  <p:pic>
                    <p:nvPicPr>
                      <p:cNvPr id="0" name="图片 3090"/>
                      <p:cNvPicPr/>
                      <p:nvPr/>
                    </p:nvPicPr>
                    <p:blipFill>
                      <a:blip r:embed="rId9"/>
                      <a:stretch>
                        <a:fillRect/>
                      </a:stretch>
                    </p:blipFill>
                    <p:spPr>
                      <a:xfrm>
                        <a:off x="561340" y="1009015"/>
                        <a:ext cx="5003165" cy="734695"/>
                      </a:xfrm>
                      <a:prstGeom prst="rect">
                        <a:avLst/>
                      </a:prstGeom>
                      <a:noFill/>
                      <a:ln w="38100">
                        <a:noFill/>
                        <a:miter/>
                      </a:ln>
                    </p:spPr>
                  </p:pic>
                </p:oleObj>
              </mc:Fallback>
            </mc:AlternateContent>
          </a:graphicData>
        </a:graphic>
      </p:graphicFrame>
      <p:graphicFrame>
        <p:nvGraphicFramePr>
          <p:cNvPr id="14342" name="对象 14341"/>
          <p:cNvGraphicFramePr/>
          <p:nvPr/>
        </p:nvGraphicFramePr>
        <p:xfrm>
          <a:off x="5756910" y="1009015"/>
          <a:ext cx="5100320" cy="714375"/>
        </p:xfrm>
        <a:graphic>
          <a:graphicData uri="http://schemas.openxmlformats.org/presentationml/2006/ole">
            <mc:AlternateContent xmlns:mc="http://schemas.openxmlformats.org/markup-compatibility/2006">
              <mc:Choice xmlns:v="urn:schemas-microsoft-com:vml" Requires="v">
                <p:oleObj spid="_x0000_s8262" r:id="rId10" imgW="2451100" imgH="469900" progId="Equation.3">
                  <p:embed/>
                </p:oleObj>
              </mc:Choice>
              <mc:Fallback>
                <p:oleObj r:id="rId10" imgW="2451100" imgH="469900" progId="Equation.3">
                  <p:embed/>
                  <p:pic>
                    <p:nvPicPr>
                      <p:cNvPr id="0" name="图片 3089"/>
                      <p:cNvPicPr/>
                      <p:nvPr/>
                    </p:nvPicPr>
                    <p:blipFill>
                      <a:blip r:embed="rId11"/>
                      <a:stretch>
                        <a:fillRect/>
                      </a:stretch>
                    </p:blipFill>
                    <p:spPr>
                      <a:xfrm>
                        <a:off x="5756910" y="1009015"/>
                        <a:ext cx="5100320" cy="7143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9"/>
                                        </p:tgtEl>
                                        <p:attrNameLst>
                                          <p:attrName>style.visibility</p:attrName>
                                        </p:attrNameLst>
                                      </p:cBhvr>
                                      <p:to>
                                        <p:strVal val="visible"/>
                                      </p:to>
                                    </p:set>
                                    <p:animEffect transition="in" filter="wipe(left)">
                                      <p:cBhvr>
                                        <p:cTn id="7" dur="500"/>
                                        <p:tgtEl>
                                          <p:spTgt spid="143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701"/>
                                        </p:tgtEl>
                                        <p:attrNameLst>
                                          <p:attrName>style.visibility</p:attrName>
                                        </p:attrNameLst>
                                      </p:cBhvr>
                                      <p:to>
                                        <p:strVal val="visible"/>
                                      </p:to>
                                    </p:set>
                                    <p:animEffect transition="in" filter="wipe(left)">
                                      <p:cBhvr>
                                        <p:cTn id="12" dur="500"/>
                                        <p:tgtEl>
                                          <p:spTgt spid="297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702"/>
                                        </p:tgtEl>
                                        <p:attrNameLst>
                                          <p:attrName>style.visibility</p:attrName>
                                        </p:attrNameLst>
                                      </p:cBhvr>
                                      <p:to>
                                        <p:strVal val="visible"/>
                                      </p:to>
                                    </p:set>
                                    <p:animEffect transition="in" filter="wipe(left)">
                                      <p:cBhvr>
                                        <p:cTn id="17" dur="500"/>
                                        <p:tgtEl>
                                          <p:spTgt spid="2970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698"/>
                                        </p:tgtEl>
                                        <p:attrNameLst>
                                          <p:attrName>style.visibility</p:attrName>
                                        </p:attrNameLst>
                                      </p:cBhvr>
                                      <p:to>
                                        <p:strVal val="visible"/>
                                      </p:to>
                                    </p:set>
                                    <p:animEffect transition="in" filter="wipe(left)">
                                      <p:cBhvr>
                                        <p:cTn id="22" dur="500"/>
                                        <p:tgtEl>
                                          <p:spTgt spid="2969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341"/>
                                        </p:tgtEl>
                                        <p:attrNameLst>
                                          <p:attrName>style.visibility</p:attrName>
                                        </p:attrNameLst>
                                      </p:cBhvr>
                                      <p:to>
                                        <p:strVal val="visible"/>
                                      </p:to>
                                    </p:set>
                                    <p:animEffect transition="in" filter="wipe(left)">
                                      <p:cBhvr>
                                        <p:cTn id="32" dur="500"/>
                                        <p:tgtEl>
                                          <p:spTgt spid="1434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342"/>
                                        </p:tgtEl>
                                        <p:attrNameLst>
                                          <p:attrName>style.visibility</p:attrName>
                                        </p:attrNameLst>
                                      </p:cBhvr>
                                      <p:to>
                                        <p:strVal val="visible"/>
                                      </p:to>
                                    </p:set>
                                    <p:animEffect transition="in" filter="wipe(left)">
                                      <p:cBhvr>
                                        <p:cTn id="37" dur="500"/>
                                        <p:tgtEl>
                                          <p:spTgt spid="14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ldLvl="0" animBg="1"/>
      <p:bldP spid="29701" grpId="0"/>
      <p:bldP spid="2969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文本框 148481"/>
          <p:cNvSpPr txBox="1"/>
          <p:nvPr/>
        </p:nvSpPr>
        <p:spPr>
          <a:xfrm>
            <a:off x="1660525" y="1803400"/>
            <a:ext cx="8981440" cy="3413760"/>
          </a:xfrm>
          <a:prstGeom prst="rect">
            <a:avLst/>
          </a:prstGeom>
          <a:noFill/>
          <a:ln w="31750" cap="flat" cmpd="sng">
            <a:solidFill>
              <a:srgbClr val="FF0000"/>
            </a:solidFill>
            <a:prstDash val="solid"/>
            <a:miter/>
            <a:headEnd type="none" w="med" len="med"/>
            <a:tailEnd type="none" w="med" len="med"/>
          </a:ln>
        </p:spPr>
        <p:txBody>
          <a:bodyPr wrap="square">
            <a:spAutoFit/>
          </a:bodyPr>
          <a:lstStyle/>
          <a:p>
            <a:pPr algn="just">
              <a:lnSpc>
                <a:spcPct val="110000"/>
              </a:lnSpc>
              <a:spcBef>
                <a:spcPct val="50000"/>
              </a:spcBef>
            </a:pPr>
            <a:r>
              <a:rPr lang="zh-CN" altLang="en-US" sz="3600" b="1" dirty="0">
                <a:latin typeface="宋体" panose="02010600030101010101" pitchFamily="2" charset="-122"/>
              </a:rPr>
              <a:t>   </a:t>
            </a:r>
            <a:r>
              <a:rPr lang="zh-CN" altLang="en-US" sz="3600" b="1" dirty="0">
                <a:latin typeface="Times New Roman" panose="02020603050405020304" pitchFamily="18" charset="0"/>
                <a:sym typeface="+mn-ea"/>
              </a:rPr>
              <a:t>由此可见，要获得激光，必须破坏体系的热平衡状态，使</a:t>
            </a:r>
            <a:r>
              <a:rPr lang="en-US" altLang="zh-CN" sz="3600" b="1">
                <a:latin typeface="Times New Roman" panose="02020603050405020304" pitchFamily="18" charset="0"/>
                <a:sym typeface="+mn-ea"/>
              </a:rPr>
              <a:t>N</a:t>
            </a:r>
            <a:r>
              <a:rPr lang="en-US" altLang="zh-CN" sz="3600" b="1" baseline="-25000">
                <a:latin typeface="Times New Roman" panose="02020603050405020304" pitchFamily="18" charset="0"/>
                <a:sym typeface="+mn-ea"/>
              </a:rPr>
              <a:t>2 </a:t>
            </a:r>
            <a:r>
              <a:rPr lang="en-US" altLang="zh-CN" sz="3600" b="1">
                <a:latin typeface="Times New Roman" panose="02020603050405020304" pitchFamily="18" charset="0"/>
                <a:sym typeface="+mn-ea"/>
              </a:rPr>
              <a:t>&gt; N</a:t>
            </a:r>
            <a:r>
              <a:rPr lang="en-US" altLang="zh-CN" sz="3600" b="1" baseline="-25000">
                <a:latin typeface="Times New Roman" panose="02020603050405020304" pitchFamily="18" charset="0"/>
                <a:sym typeface="+mn-ea"/>
              </a:rPr>
              <a:t>1</a:t>
            </a:r>
            <a:r>
              <a:rPr lang="en-US" altLang="zh-CN" sz="3600" b="1">
                <a:latin typeface="Times New Roman" panose="02020603050405020304" pitchFamily="18" charset="0"/>
                <a:sym typeface="+mn-ea"/>
              </a:rPr>
              <a:t>。</a:t>
            </a:r>
            <a:r>
              <a:rPr lang="zh-CN" altLang="en-US" sz="3600" b="1" dirty="0">
                <a:latin typeface="Times New Roman" panose="02020603050405020304" pitchFamily="18" charset="0"/>
                <a:sym typeface="+mn-ea"/>
              </a:rPr>
              <a:t>这种情况被称为“</a:t>
            </a:r>
            <a:r>
              <a:rPr lang="zh-CN" altLang="en-US" sz="3600" b="1" dirty="0">
                <a:solidFill>
                  <a:srgbClr val="FF0000"/>
                </a:solidFill>
                <a:latin typeface="Times New Roman" panose="02020603050405020304" pitchFamily="18" charset="0"/>
                <a:sym typeface="+mn-ea"/>
              </a:rPr>
              <a:t>粒子数反转</a:t>
            </a:r>
            <a:r>
              <a:rPr lang="zh-CN" altLang="en-US" sz="3600" b="1" dirty="0">
                <a:latin typeface="Times New Roman" panose="02020603050405020304" pitchFamily="18" charset="0"/>
                <a:sym typeface="+mn-ea"/>
              </a:rPr>
              <a:t>”。它是产生激光的必要条件。</a:t>
            </a:r>
          </a:p>
          <a:p>
            <a:pPr algn="just">
              <a:lnSpc>
                <a:spcPct val="110000"/>
              </a:lnSpc>
              <a:spcBef>
                <a:spcPct val="50000"/>
              </a:spcBef>
            </a:pPr>
            <a:r>
              <a:rPr lang="zh-CN" altLang="en-US" sz="3600" b="1" dirty="0">
                <a:latin typeface="Times New Roman" panose="02020603050405020304" pitchFamily="18" charset="0"/>
              </a:rPr>
              <a:t>        </a:t>
            </a:r>
            <a:r>
              <a:rPr lang="zh-CN" altLang="en-US" sz="3600" b="1" dirty="0">
                <a:solidFill>
                  <a:srgbClr val="FF0000"/>
                </a:solidFill>
                <a:latin typeface="Times New Roman" panose="02020603050405020304" pitchFamily="18" charset="0"/>
              </a:rPr>
              <a:t>怎么才能破坏原有体系的热平衡状态，实现</a:t>
            </a:r>
            <a:r>
              <a:rPr lang="en-US" altLang="zh-CN" sz="3600" b="1" dirty="0">
                <a:solidFill>
                  <a:srgbClr val="FF0000"/>
                </a:solidFill>
                <a:latin typeface="Times New Roman" panose="02020603050405020304" pitchFamily="18" charset="0"/>
              </a:rPr>
              <a:t>“</a:t>
            </a:r>
            <a:r>
              <a:rPr lang="zh-CN" altLang="en-US" sz="3600" b="1" dirty="0">
                <a:solidFill>
                  <a:srgbClr val="FF0000"/>
                </a:solidFill>
                <a:latin typeface="Times New Roman" panose="02020603050405020304" pitchFamily="18" charset="0"/>
              </a:rPr>
              <a:t>粒子数反转</a:t>
            </a:r>
            <a:r>
              <a:rPr lang="en-US" altLang="zh-CN" sz="3600" b="1" dirty="0">
                <a:solidFill>
                  <a:srgbClr val="FF0000"/>
                </a:solidFill>
                <a:latin typeface="Times New Roman" panose="02020603050405020304" pitchFamily="18" charset="0"/>
              </a:rPr>
              <a:t>”</a:t>
            </a:r>
            <a:r>
              <a:rPr lang="zh-CN" altLang="en-US" sz="3600" b="1" dirty="0">
                <a:solidFill>
                  <a:srgbClr val="FF0000"/>
                </a:solidFill>
                <a:latin typeface="Times New Roman" panose="02020603050405020304" pitchFamily="18" charset="0"/>
              </a:rPr>
              <a:t>呢？</a:t>
            </a:r>
            <a:endParaRPr lang="zh-CN" altLang="en-US" sz="3600" b="1" dirty="0">
              <a:latin typeface="宋体" panose="02010600030101010101" pitchFamily="2" charset="-122"/>
            </a:endParaRPr>
          </a:p>
        </p:txBody>
      </p:sp>
      <p:sp>
        <p:nvSpPr>
          <p:cNvPr id="2" name="Rectangle 2"/>
          <p:cNvSpPr>
            <a:spLocks noGrp="1" noChangeArrowheads="1"/>
          </p:cNvSpPr>
          <p:nvPr/>
        </p:nvSpPr>
        <p:spPr>
          <a:xfrm>
            <a:off x="838200" y="379730"/>
            <a:ext cx="10515600" cy="1325563"/>
          </a:xfrm>
          <a:prstGeom prst="rect">
            <a:avLst/>
          </a:prstGeom>
        </p:spPr>
        <p:txBody>
          <a:bodyPr vert="horz" wrap="square" lIns="91440" tIns="45720" rIns="91440" bIns="45720" numCol="1" rtlCol="0" anchor="ctr" anchorCtr="0" compatLnSpc="1">
            <a:normAutofit/>
            <a:scene3d>
              <a:camera prst="orthographicFront"/>
              <a:lightRig rig="threePt" dir="t"/>
            </a:scene3d>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文本框 106498"/>
          <p:cNvSpPr txBox="1"/>
          <p:nvPr/>
        </p:nvSpPr>
        <p:spPr>
          <a:xfrm>
            <a:off x="2288858" y="2340928"/>
            <a:ext cx="1600200" cy="583565"/>
          </a:xfrm>
          <a:prstGeom prst="rect">
            <a:avLst/>
          </a:prstGeom>
          <a:noFill/>
          <a:ln w="9525">
            <a:noFill/>
          </a:ln>
        </p:spPr>
        <p:txBody>
          <a:bodyPr>
            <a:spAutoFit/>
          </a:bodyPr>
          <a:lstStyle/>
          <a:p>
            <a:pPr algn="l"/>
            <a:r>
              <a:rPr lang="zh-CN" altLang="en-US" sz="3200" b="1" dirty="0">
                <a:solidFill>
                  <a:schemeClr val="tx1"/>
                </a:solidFill>
                <a:effectLst>
                  <a:outerShdw blurRad="38100" dist="38100" dir="2700000">
                    <a:srgbClr val="FFFFFF"/>
                  </a:outerShdw>
                </a:effectLst>
                <a:latin typeface="幼圆" panose="02010509060101010101" charset="-122"/>
                <a:ea typeface="幼圆" panose="02010509060101010101" charset="-122"/>
              </a:rPr>
              <a:t>电激励</a:t>
            </a:r>
            <a:endParaRPr lang="zh-CN" altLang="en-US" sz="3200" b="1">
              <a:solidFill>
                <a:schemeClr val="tx1"/>
              </a:solidFill>
              <a:effectLst>
                <a:outerShdw blurRad="38100" dist="38100" dir="2700000">
                  <a:srgbClr val="FFFFFF"/>
                </a:outerShdw>
              </a:effectLst>
              <a:latin typeface="黑体" panose="02010609060101010101" pitchFamily="49" charset="-122"/>
              <a:ea typeface="黑体" panose="02010609060101010101" pitchFamily="49" charset="-122"/>
            </a:endParaRPr>
          </a:p>
        </p:txBody>
      </p:sp>
      <p:sp>
        <p:nvSpPr>
          <p:cNvPr id="106500" name="文本框 106499"/>
          <p:cNvSpPr txBox="1"/>
          <p:nvPr/>
        </p:nvSpPr>
        <p:spPr>
          <a:xfrm>
            <a:off x="2288858" y="3102928"/>
            <a:ext cx="2057400" cy="583565"/>
          </a:xfrm>
          <a:prstGeom prst="rect">
            <a:avLst/>
          </a:prstGeom>
          <a:noFill/>
          <a:ln w="9525">
            <a:noFill/>
          </a:ln>
        </p:spPr>
        <p:txBody>
          <a:bodyPr>
            <a:spAutoFit/>
          </a:bodyPr>
          <a:lstStyle/>
          <a:p>
            <a:pPr algn="l"/>
            <a:r>
              <a:rPr lang="zh-CN" altLang="en-US" sz="3200" b="1" dirty="0">
                <a:solidFill>
                  <a:schemeClr val="tx1"/>
                </a:solidFill>
                <a:effectLst>
                  <a:outerShdw blurRad="38100" dist="38100" dir="2700000">
                    <a:srgbClr val="FFFFFF"/>
                  </a:outerShdw>
                </a:effectLst>
                <a:latin typeface="幼圆" panose="02010509060101010101" charset="-122"/>
                <a:ea typeface="幼圆" panose="02010509060101010101" charset="-122"/>
              </a:rPr>
              <a:t>化学激励</a:t>
            </a:r>
            <a:endParaRPr lang="zh-CN" altLang="en-US" sz="3200" b="1">
              <a:solidFill>
                <a:schemeClr val="tx1"/>
              </a:solidFill>
              <a:effectLst>
                <a:outerShdw blurRad="38100" dist="38100" dir="2700000">
                  <a:srgbClr val="FFFFFF"/>
                </a:outerShdw>
              </a:effectLst>
              <a:latin typeface="黑体" panose="02010609060101010101" pitchFamily="49" charset="-122"/>
              <a:ea typeface="黑体" panose="02010609060101010101" pitchFamily="49" charset="-122"/>
            </a:endParaRPr>
          </a:p>
        </p:txBody>
      </p:sp>
      <p:sp>
        <p:nvSpPr>
          <p:cNvPr id="106501" name="文本框 106500"/>
          <p:cNvSpPr txBox="1"/>
          <p:nvPr/>
        </p:nvSpPr>
        <p:spPr>
          <a:xfrm>
            <a:off x="2288858" y="3864928"/>
            <a:ext cx="1600200" cy="583565"/>
          </a:xfrm>
          <a:prstGeom prst="rect">
            <a:avLst/>
          </a:prstGeom>
          <a:noFill/>
          <a:ln w="9525">
            <a:noFill/>
          </a:ln>
        </p:spPr>
        <p:txBody>
          <a:bodyPr>
            <a:spAutoFit/>
          </a:bodyPr>
          <a:lstStyle/>
          <a:p>
            <a:pPr algn="l"/>
            <a:r>
              <a:rPr lang="zh-CN" altLang="en-US" sz="3200" b="1" dirty="0">
                <a:solidFill>
                  <a:schemeClr val="tx1"/>
                </a:solidFill>
                <a:effectLst>
                  <a:outerShdw blurRad="38100" dist="38100" dir="2700000">
                    <a:srgbClr val="FFFFFF"/>
                  </a:outerShdw>
                </a:effectLst>
                <a:latin typeface="幼圆" panose="02010509060101010101" charset="-122"/>
                <a:ea typeface="幼圆" panose="02010509060101010101" charset="-122"/>
              </a:rPr>
              <a:t>热激励</a:t>
            </a:r>
            <a:endParaRPr lang="zh-CN" altLang="en-US" sz="3200" b="1">
              <a:solidFill>
                <a:schemeClr val="tx1"/>
              </a:solidFill>
              <a:effectLst>
                <a:outerShdw blurRad="38100" dist="38100" dir="2700000">
                  <a:srgbClr val="FFFFFF"/>
                </a:outerShdw>
              </a:effectLst>
              <a:latin typeface="黑体" panose="02010609060101010101" pitchFamily="49" charset="-122"/>
              <a:ea typeface="黑体" panose="02010609060101010101" pitchFamily="49" charset="-122"/>
            </a:endParaRPr>
          </a:p>
        </p:txBody>
      </p:sp>
      <p:sp>
        <p:nvSpPr>
          <p:cNvPr id="106502" name="左大括号 106501"/>
          <p:cNvSpPr/>
          <p:nvPr/>
        </p:nvSpPr>
        <p:spPr>
          <a:xfrm>
            <a:off x="1984058" y="1959928"/>
            <a:ext cx="152400" cy="2209800"/>
          </a:xfrm>
          <a:prstGeom prst="leftBrace">
            <a:avLst>
              <a:gd name="adj1" fmla="val 120833"/>
              <a:gd name="adj2" fmla="val 50000"/>
            </a:avLst>
          </a:prstGeom>
          <a:solidFill>
            <a:srgbClr val="FF9900"/>
          </a:solidFill>
          <a:ln w="28575" cap="flat" cmpd="sng">
            <a:solidFill>
              <a:srgbClr val="008000"/>
            </a:solidFill>
            <a:prstDash val="solid"/>
            <a:headEnd type="none" w="med" len="med"/>
            <a:tailEnd type="none" w="med" len="med"/>
          </a:ln>
        </p:spPr>
        <p:txBody>
          <a:bodyPr/>
          <a:lstStyle/>
          <a:p>
            <a:endParaRPr lang="zh-CN" altLang="en-US"/>
          </a:p>
        </p:txBody>
      </p:sp>
      <p:sp>
        <p:nvSpPr>
          <p:cNvPr id="106503" name="文本框 106502"/>
          <p:cNvSpPr txBox="1"/>
          <p:nvPr/>
        </p:nvSpPr>
        <p:spPr>
          <a:xfrm>
            <a:off x="2288858" y="1548765"/>
            <a:ext cx="1981200" cy="583565"/>
          </a:xfrm>
          <a:prstGeom prst="rect">
            <a:avLst/>
          </a:prstGeom>
          <a:noFill/>
          <a:ln w="9525">
            <a:noFill/>
          </a:ln>
        </p:spPr>
        <p:txBody>
          <a:bodyPr>
            <a:spAutoFit/>
          </a:bodyPr>
          <a:lstStyle/>
          <a:p>
            <a:pPr algn="l">
              <a:spcBef>
                <a:spcPct val="50000"/>
              </a:spcBef>
            </a:pPr>
            <a:r>
              <a:rPr lang="zh-CN" altLang="en-US" sz="3200" b="1" dirty="0">
                <a:solidFill>
                  <a:schemeClr val="tx1"/>
                </a:solidFill>
                <a:effectLst>
                  <a:outerShdw blurRad="38100" dist="38100" dir="2700000">
                    <a:srgbClr val="FFFFFF"/>
                  </a:outerShdw>
                </a:effectLst>
                <a:latin typeface="幼圆" panose="02010509060101010101" charset="-122"/>
                <a:ea typeface="幼圆" panose="02010509060101010101" charset="-122"/>
              </a:rPr>
              <a:t>光激励</a:t>
            </a:r>
            <a:endParaRPr lang="zh-CN" altLang="en-US">
              <a:solidFill>
                <a:schemeClr val="tx1"/>
              </a:solidFill>
              <a:latin typeface="Times New Roman" panose="02020603050405020304" pitchFamily="18" charset="0"/>
            </a:endParaRPr>
          </a:p>
        </p:txBody>
      </p:sp>
      <p:sp>
        <p:nvSpPr>
          <p:cNvPr id="106504" name="文本框 106503"/>
          <p:cNvSpPr txBox="1"/>
          <p:nvPr/>
        </p:nvSpPr>
        <p:spPr>
          <a:xfrm>
            <a:off x="1638300" y="5027930"/>
            <a:ext cx="3359785" cy="1076325"/>
          </a:xfrm>
          <a:prstGeom prst="rect">
            <a:avLst/>
          </a:prstGeom>
          <a:noFill/>
          <a:ln w="9525">
            <a:noFill/>
          </a:ln>
        </p:spPr>
        <p:txBody>
          <a:bodyPr wrap="square">
            <a:spAutoFit/>
          </a:bodyPr>
          <a:lstStyle/>
          <a:p>
            <a:pPr algn="l"/>
            <a:r>
              <a:rPr lang="en-US" altLang="zh-CN" sz="3200" b="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rPr>
              <a:t>(A)</a:t>
            </a:r>
            <a:r>
              <a:rPr lang="en-US" altLang="zh-CN" sz="3200" b="1" dirty="0">
                <a:solidFill>
                  <a:schemeClr val="tx1"/>
                </a:solidFill>
                <a:effectLst>
                  <a:outerShdw blurRad="38100" dist="38100" dir="2700000">
                    <a:srgbClr val="FFFFFF"/>
                  </a:outerShdw>
                </a:effectLst>
                <a:latin typeface="黑体" panose="02010609060101010101" pitchFamily="49" charset="-122"/>
                <a:ea typeface="黑体" panose="02010609060101010101" pitchFamily="49" charset="-122"/>
              </a:rPr>
              <a:t> </a:t>
            </a:r>
            <a:r>
              <a:rPr lang="zh-CN" altLang="en-US" sz="3200" b="1" dirty="0">
                <a:solidFill>
                  <a:schemeClr val="tx1"/>
                </a:solidFill>
                <a:effectLst>
                  <a:outerShdw blurRad="38100" dist="38100" dir="2700000">
                    <a:srgbClr val="FFFFFF"/>
                  </a:outerShdw>
                </a:effectLst>
                <a:latin typeface="黑体" panose="02010609060101010101" pitchFamily="49" charset="-122"/>
                <a:ea typeface="黑体" panose="02010609060101010101" pitchFamily="49" charset="-122"/>
              </a:rPr>
              <a:t>外部激励</a:t>
            </a:r>
          </a:p>
          <a:p>
            <a:pPr algn="l"/>
            <a:r>
              <a:rPr lang="en-US" altLang="zh-CN" sz="3200" b="1" dirty="0">
                <a:solidFill>
                  <a:schemeClr val="tx1"/>
                </a:solidFill>
                <a:effectLst>
                  <a:outerShdw blurRad="38100" dist="38100" dir="2700000">
                    <a:srgbClr val="FFFFFF"/>
                  </a:outerShdw>
                </a:effectLst>
                <a:latin typeface="黑体" panose="02010609060101010101" pitchFamily="49" charset="-122"/>
                <a:ea typeface="黑体" panose="02010609060101010101" pitchFamily="49" charset="-122"/>
              </a:rPr>
              <a:t>   (</a:t>
            </a:r>
            <a:r>
              <a:rPr lang="zh-CN" altLang="en-US" sz="3200" b="1" dirty="0">
                <a:solidFill>
                  <a:schemeClr val="tx1"/>
                </a:solidFill>
                <a:effectLst>
                  <a:outerShdw blurRad="38100" dist="38100" dir="2700000">
                    <a:srgbClr val="FFFFFF"/>
                  </a:outerShdw>
                </a:effectLst>
                <a:latin typeface="黑体" panose="02010609060101010101" pitchFamily="49" charset="-122"/>
                <a:ea typeface="黑体" panose="02010609060101010101" pitchFamily="49" charset="-122"/>
              </a:rPr>
              <a:t>又称泵浦</a:t>
            </a:r>
            <a:r>
              <a:rPr lang="en-US" altLang="zh-CN" sz="3200" b="1">
                <a:solidFill>
                  <a:schemeClr val="tx1"/>
                </a:solidFill>
                <a:effectLst>
                  <a:outerShdw blurRad="38100" dist="38100" dir="2700000">
                    <a:srgbClr val="FFFFFF"/>
                  </a:outerShdw>
                </a:effectLst>
                <a:latin typeface="黑体" panose="02010609060101010101" pitchFamily="49" charset="-122"/>
                <a:ea typeface="黑体" panose="02010609060101010101" pitchFamily="49" charset="-122"/>
              </a:rPr>
              <a:t>)</a:t>
            </a:r>
          </a:p>
        </p:txBody>
      </p:sp>
      <p:pic>
        <p:nvPicPr>
          <p:cNvPr id="109575" name="图片 109574" descr="tu12">
            <a:hlinkClick r:id="rId2"/>
          </p:cNvPr>
          <p:cNvPicPr>
            <a:picLocks noChangeAspect="1"/>
          </p:cNvPicPr>
          <p:nvPr/>
        </p:nvPicPr>
        <p:blipFill>
          <a:blip r:embed="rId3"/>
          <a:stretch>
            <a:fillRect/>
          </a:stretch>
        </p:blipFill>
        <p:spPr>
          <a:xfrm>
            <a:off x="6648450" y="1760220"/>
            <a:ext cx="3486150" cy="2609850"/>
          </a:xfrm>
          <a:prstGeom prst="rect">
            <a:avLst/>
          </a:prstGeom>
          <a:noFill/>
          <a:ln w="9525">
            <a:noFill/>
          </a:ln>
        </p:spPr>
      </p:pic>
      <p:sp>
        <p:nvSpPr>
          <p:cNvPr id="109570" name="文本框 109569"/>
          <p:cNvSpPr txBox="1"/>
          <p:nvPr/>
        </p:nvSpPr>
        <p:spPr>
          <a:xfrm>
            <a:off x="6534150" y="4966970"/>
            <a:ext cx="7777163" cy="1137285"/>
          </a:xfrm>
          <a:prstGeom prst="rect">
            <a:avLst/>
          </a:prstGeom>
          <a:noFill/>
          <a:ln w="9525">
            <a:noFill/>
          </a:ln>
        </p:spPr>
        <p:txBody>
          <a:bodyPr>
            <a:spAutoFit/>
          </a:bodyPr>
          <a:lstStyle/>
          <a:p>
            <a:pPr algn="l">
              <a:spcBef>
                <a:spcPct val="50000"/>
              </a:spcBef>
            </a:pPr>
            <a:r>
              <a:rPr lang="en-US" altLang="zh-CN" sz="3200" b="1">
                <a:solidFill>
                  <a:schemeClr val="tx1"/>
                </a:solidFill>
                <a:effectLst>
                  <a:outerShdw blurRad="38100" dist="38100" dir="2700000">
                    <a:srgbClr val="FFFFFF"/>
                  </a:outerShdw>
                </a:effectLst>
                <a:latin typeface="Times New Roman" panose="02020603050405020304" pitchFamily="18" charset="0"/>
                <a:ea typeface="黑体" panose="02010609060101010101" pitchFamily="49" charset="-122"/>
              </a:rPr>
              <a:t>(B) </a:t>
            </a:r>
            <a:r>
              <a:rPr lang="zh-CN" altLang="en-US" sz="3200" b="1" dirty="0">
                <a:solidFill>
                  <a:schemeClr val="tx1"/>
                </a:solidFill>
                <a:effectLst>
                  <a:outerShdw blurRad="38100" dist="38100" dir="2700000">
                    <a:srgbClr val="FFFFFF"/>
                  </a:outerShdw>
                </a:effectLst>
                <a:latin typeface="黑体" panose="02010609060101010101" pitchFamily="49" charset="-122"/>
                <a:ea typeface="黑体" panose="02010609060101010101" pitchFamily="49" charset="-122"/>
              </a:rPr>
              <a:t>合适的能级结构</a:t>
            </a:r>
          </a:p>
          <a:p>
            <a:pPr algn="l">
              <a:spcBef>
                <a:spcPct val="50000"/>
              </a:spcBef>
            </a:pPr>
            <a:r>
              <a:rPr lang="zh-CN" altLang="en-US" sz="2400" b="1" dirty="0">
                <a:solidFill>
                  <a:schemeClr val="tx1"/>
                </a:solidFill>
                <a:effectLst>
                  <a:outerShdw blurRad="38100" dist="38100" dir="2700000">
                    <a:srgbClr val="FFFFFF"/>
                  </a:outerShdw>
                </a:effectLst>
                <a:latin typeface="黑体" panose="02010609060101010101" pitchFamily="49" charset="-122"/>
                <a:ea typeface="黑体" panose="02010609060101010101" pitchFamily="49" charset="-122"/>
              </a:rPr>
              <a:t>   （合适亚稳态的存在）</a:t>
            </a:r>
          </a:p>
        </p:txBody>
      </p:sp>
      <p:sp>
        <p:nvSpPr>
          <p:cNvPr id="3" name="Rectangle 2"/>
          <p:cNvSpPr>
            <a:spLocks noGrp="1" noChangeArrowheads="1"/>
          </p:cNvSpPr>
          <p:nvPr/>
        </p:nvSpPr>
        <p:spPr>
          <a:xfrm>
            <a:off x="838200" y="379730"/>
            <a:ext cx="10515600" cy="1325563"/>
          </a:xfrm>
          <a:prstGeom prst="rect">
            <a:avLst/>
          </a:prstGeom>
        </p:spPr>
        <p:txBody>
          <a:bodyPr vert="horz" wrap="square" lIns="91440" tIns="45720" rIns="91440" bIns="45720" numCol="1" rtlCol="0" anchor="ctr" anchorCtr="0" compatLnSpc="1">
            <a:normAutofit/>
            <a:scene3d>
              <a:camera prst="orthographicFront"/>
              <a:lightRig rig="threePt" dir="t"/>
            </a:scene3d>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r>
              <a:rPr kumimoji="0" lang="en-US" altLang="zh-CN"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a:t>
            </a: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粒子数反转条件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1554" name="组合 151553"/>
          <p:cNvGrpSpPr/>
          <p:nvPr/>
        </p:nvGrpSpPr>
        <p:grpSpPr>
          <a:xfrm>
            <a:off x="7769860" y="1194435"/>
            <a:ext cx="3048000" cy="1903413"/>
            <a:chOff x="3312" y="240"/>
            <a:chExt cx="1920" cy="1199"/>
          </a:xfrm>
        </p:grpSpPr>
        <p:sp>
          <p:nvSpPr>
            <p:cNvPr id="151555" name="直接连接符 151554"/>
            <p:cNvSpPr/>
            <p:nvPr/>
          </p:nvSpPr>
          <p:spPr>
            <a:xfrm>
              <a:off x="3792" y="1296"/>
              <a:ext cx="1440" cy="0"/>
            </a:xfrm>
            <a:prstGeom prst="line">
              <a:avLst/>
            </a:prstGeom>
            <a:ln w="19050" cap="flat" cmpd="sng">
              <a:solidFill>
                <a:schemeClr val="tx1"/>
              </a:solidFill>
              <a:prstDash val="solid"/>
              <a:headEnd type="none" w="med" len="med"/>
              <a:tailEnd type="none" w="med" len="med"/>
            </a:ln>
          </p:spPr>
        </p:sp>
        <p:sp>
          <p:nvSpPr>
            <p:cNvPr id="151556" name="椭圆 151555"/>
            <p:cNvSpPr/>
            <p:nvPr/>
          </p:nvSpPr>
          <p:spPr>
            <a:xfrm>
              <a:off x="4176" y="1248"/>
              <a:ext cx="48" cy="48"/>
            </a:xfrm>
            <a:prstGeom prst="ellipse">
              <a:avLst/>
            </a:prstGeom>
            <a:solidFill>
              <a:schemeClr val="accent1"/>
            </a:solidFill>
            <a:ln w="19050" cap="flat" cmpd="sng">
              <a:solidFill>
                <a:schemeClr val="tx1"/>
              </a:solidFill>
              <a:prstDash val="solid"/>
              <a:headEnd type="none" w="med" len="med"/>
              <a:tailEnd type="none" w="med" len="med"/>
            </a:ln>
          </p:spPr>
          <p:txBody>
            <a:bodyPr/>
            <a:lstStyle/>
            <a:p>
              <a:endParaRPr lang="zh-CN" altLang="en-US"/>
            </a:p>
          </p:txBody>
        </p:sp>
        <p:sp>
          <p:nvSpPr>
            <p:cNvPr id="151557" name="椭圆 151556"/>
            <p:cNvSpPr/>
            <p:nvPr/>
          </p:nvSpPr>
          <p:spPr>
            <a:xfrm>
              <a:off x="4368" y="1248"/>
              <a:ext cx="48" cy="48"/>
            </a:xfrm>
            <a:prstGeom prst="ellipse">
              <a:avLst/>
            </a:prstGeom>
            <a:solidFill>
              <a:schemeClr val="accent1"/>
            </a:solidFill>
            <a:ln w="19050" cap="flat" cmpd="sng">
              <a:solidFill>
                <a:schemeClr val="tx1"/>
              </a:solidFill>
              <a:prstDash val="solid"/>
              <a:headEnd type="none" w="med" len="med"/>
              <a:tailEnd type="none" w="med" len="med"/>
            </a:ln>
          </p:spPr>
          <p:txBody>
            <a:bodyPr/>
            <a:lstStyle/>
            <a:p>
              <a:endParaRPr lang="zh-CN" altLang="en-US"/>
            </a:p>
          </p:txBody>
        </p:sp>
        <p:sp>
          <p:nvSpPr>
            <p:cNvPr id="151558" name="椭圆 151557"/>
            <p:cNvSpPr/>
            <p:nvPr/>
          </p:nvSpPr>
          <p:spPr>
            <a:xfrm>
              <a:off x="4560" y="1248"/>
              <a:ext cx="48" cy="48"/>
            </a:xfrm>
            <a:prstGeom prst="ellipse">
              <a:avLst/>
            </a:prstGeom>
            <a:solidFill>
              <a:schemeClr val="accent1"/>
            </a:solidFill>
            <a:ln w="19050" cap="flat" cmpd="sng">
              <a:solidFill>
                <a:schemeClr val="tx1"/>
              </a:solidFill>
              <a:prstDash val="solid"/>
              <a:headEnd type="none" w="med" len="med"/>
              <a:tailEnd type="none" w="med" len="med"/>
            </a:ln>
          </p:spPr>
          <p:txBody>
            <a:bodyPr/>
            <a:lstStyle/>
            <a:p>
              <a:endParaRPr lang="zh-CN" altLang="en-US"/>
            </a:p>
          </p:txBody>
        </p:sp>
        <p:sp>
          <p:nvSpPr>
            <p:cNvPr id="151559" name="椭圆 151558"/>
            <p:cNvSpPr/>
            <p:nvPr/>
          </p:nvSpPr>
          <p:spPr>
            <a:xfrm>
              <a:off x="4800" y="1248"/>
              <a:ext cx="48" cy="48"/>
            </a:xfrm>
            <a:prstGeom prst="ellipse">
              <a:avLst/>
            </a:prstGeom>
            <a:solidFill>
              <a:schemeClr val="accent1"/>
            </a:solidFill>
            <a:ln w="19050" cap="flat" cmpd="sng">
              <a:solidFill>
                <a:schemeClr val="tx1"/>
              </a:solidFill>
              <a:prstDash val="solid"/>
              <a:headEnd type="none" w="med" len="med"/>
              <a:tailEnd type="none" w="med" len="med"/>
            </a:ln>
          </p:spPr>
          <p:txBody>
            <a:bodyPr/>
            <a:lstStyle/>
            <a:p>
              <a:endParaRPr lang="zh-CN" altLang="en-US"/>
            </a:p>
          </p:txBody>
        </p:sp>
        <p:sp>
          <p:nvSpPr>
            <p:cNvPr id="151560" name="直接连接符 151559"/>
            <p:cNvSpPr/>
            <p:nvPr/>
          </p:nvSpPr>
          <p:spPr>
            <a:xfrm>
              <a:off x="3792" y="720"/>
              <a:ext cx="1440" cy="0"/>
            </a:xfrm>
            <a:prstGeom prst="line">
              <a:avLst/>
            </a:prstGeom>
            <a:ln w="19050" cap="flat" cmpd="sng">
              <a:solidFill>
                <a:schemeClr val="tx1"/>
              </a:solidFill>
              <a:prstDash val="solid"/>
              <a:headEnd type="none" w="med" len="med"/>
              <a:tailEnd type="none" w="med" len="med"/>
            </a:ln>
          </p:spPr>
        </p:sp>
        <p:sp>
          <p:nvSpPr>
            <p:cNvPr id="151561" name="椭圆 151560"/>
            <p:cNvSpPr/>
            <p:nvPr/>
          </p:nvSpPr>
          <p:spPr>
            <a:xfrm>
              <a:off x="4080" y="672"/>
              <a:ext cx="48" cy="48"/>
            </a:xfrm>
            <a:prstGeom prst="ellipse">
              <a:avLst/>
            </a:prstGeom>
            <a:solidFill>
              <a:schemeClr val="accent1"/>
            </a:solidFill>
            <a:ln w="19050" cap="flat" cmpd="sng">
              <a:solidFill>
                <a:schemeClr val="tx1"/>
              </a:solidFill>
              <a:prstDash val="solid"/>
              <a:headEnd type="none" w="med" len="med"/>
              <a:tailEnd type="none" w="med" len="med"/>
            </a:ln>
          </p:spPr>
          <p:txBody>
            <a:bodyPr/>
            <a:lstStyle/>
            <a:p>
              <a:endParaRPr lang="zh-CN" altLang="en-US"/>
            </a:p>
          </p:txBody>
        </p:sp>
        <p:sp>
          <p:nvSpPr>
            <p:cNvPr id="151562" name="椭圆 151561"/>
            <p:cNvSpPr/>
            <p:nvPr/>
          </p:nvSpPr>
          <p:spPr>
            <a:xfrm>
              <a:off x="4272" y="672"/>
              <a:ext cx="48" cy="48"/>
            </a:xfrm>
            <a:prstGeom prst="ellipse">
              <a:avLst/>
            </a:prstGeom>
            <a:solidFill>
              <a:schemeClr val="accent1"/>
            </a:solidFill>
            <a:ln w="19050" cap="flat" cmpd="sng">
              <a:solidFill>
                <a:schemeClr val="tx1"/>
              </a:solidFill>
              <a:prstDash val="solid"/>
              <a:headEnd type="none" w="med" len="med"/>
              <a:tailEnd type="none" w="med" len="med"/>
            </a:ln>
          </p:spPr>
          <p:txBody>
            <a:bodyPr/>
            <a:lstStyle/>
            <a:p>
              <a:endParaRPr lang="zh-CN" altLang="en-US"/>
            </a:p>
          </p:txBody>
        </p:sp>
        <p:sp>
          <p:nvSpPr>
            <p:cNvPr id="151563" name="椭圆 151562"/>
            <p:cNvSpPr/>
            <p:nvPr/>
          </p:nvSpPr>
          <p:spPr>
            <a:xfrm>
              <a:off x="4464" y="672"/>
              <a:ext cx="48" cy="48"/>
            </a:xfrm>
            <a:prstGeom prst="ellipse">
              <a:avLst/>
            </a:prstGeom>
            <a:solidFill>
              <a:schemeClr val="accent1"/>
            </a:solidFill>
            <a:ln w="19050" cap="flat" cmpd="sng">
              <a:solidFill>
                <a:schemeClr val="tx1"/>
              </a:solidFill>
              <a:prstDash val="solid"/>
              <a:headEnd type="none" w="med" len="med"/>
              <a:tailEnd type="none" w="med" len="med"/>
            </a:ln>
          </p:spPr>
          <p:txBody>
            <a:bodyPr/>
            <a:lstStyle/>
            <a:p>
              <a:endParaRPr lang="zh-CN" altLang="en-US"/>
            </a:p>
          </p:txBody>
        </p:sp>
        <p:sp>
          <p:nvSpPr>
            <p:cNvPr id="151564" name="椭圆 151563"/>
            <p:cNvSpPr/>
            <p:nvPr/>
          </p:nvSpPr>
          <p:spPr>
            <a:xfrm>
              <a:off x="4704" y="672"/>
              <a:ext cx="48" cy="48"/>
            </a:xfrm>
            <a:prstGeom prst="ellipse">
              <a:avLst/>
            </a:prstGeom>
            <a:solidFill>
              <a:schemeClr val="accent1"/>
            </a:solidFill>
            <a:ln w="19050" cap="flat" cmpd="sng">
              <a:solidFill>
                <a:schemeClr val="tx1"/>
              </a:solidFill>
              <a:prstDash val="solid"/>
              <a:headEnd type="none" w="med" len="med"/>
              <a:tailEnd type="none" w="med" len="med"/>
            </a:ln>
          </p:spPr>
          <p:txBody>
            <a:bodyPr/>
            <a:lstStyle/>
            <a:p>
              <a:endParaRPr lang="zh-CN" altLang="en-US"/>
            </a:p>
          </p:txBody>
        </p:sp>
        <p:sp>
          <p:nvSpPr>
            <p:cNvPr id="151565" name="椭圆 151564"/>
            <p:cNvSpPr/>
            <p:nvPr/>
          </p:nvSpPr>
          <p:spPr>
            <a:xfrm>
              <a:off x="4800" y="672"/>
              <a:ext cx="48" cy="48"/>
            </a:xfrm>
            <a:prstGeom prst="ellipse">
              <a:avLst/>
            </a:prstGeom>
            <a:solidFill>
              <a:schemeClr val="accent1"/>
            </a:solidFill>
            <a:ln w="19050" cap="flat" cmpd="sng">
              <a:solidFill>
                <a:schemeClr val="tx1"/>
              </a:solidFill>
              <a:prstDash val="solid"/>
              <a:headEnd type="none" w="med" len="med"/>
              <a:tailEnd type="none" w="med" len="med"/>
            </a:ln>
          </p:spPr>
          <p:txBody>
            <a:bodyPr/>
            <a:lstStyle/>
            <a:p>
              <a:endParaRPr lang="zh-CN" altLang="en-US"/>
            </a:p>
          </p:txBody>
        </p:sp>
        <p:sp>
          <p:nvSpPr>
            <p:cNvPr id="151566" name="椭圆 151565"/>
            <p:cNvSpPr/>
            <p:nvPr/>
          </p:nvSpPr>
          <p:spPr>
            <a:xfrm>
              <a:off x="4896" y="672"/>
              <a:ext cx="48" cy="48"/>
            </a:xfrm>
            <a:prstGeom prst="ellipse">
              <a:avLst/>
            </a:prstGeom>
            <a:solidFill>
              <a:schemeClr val="accent1"/>
            </a:solidFill>
            <a:ln w="19050" cap="flat" cmpd="sng">
              <a:solidFill>
                <a:schemeClr val="tx1"/>
              </a:solidFill>
              <a:prstDash val="solid"/>
              <a:headEnd type="none" w="med" len="med"/>
              <a:tailEnd type="none" w="med" len="med"/>
            </a:ln>
          </p:spPr>
          <p:txBody>
            <a:bodyPr/>
            <a:lstStyle/>
            <a:p>
              <a:endParaRPr lang="zh-CN" altLang="en-US"/>
            </a:p>
          </p:txBody>
        </p:sp>
        <p:sp>
          <p:nvSpPr>
            <p:cNvPr id="151567" name="椭圆 151566"/>
            <p:cNvSpPr/>
            <p:nvPr/>
          </p:nvSpPr>
          <p:spPr>
            <a:xfrm>
              <a:off x="4176" y="672"/>
              <a:ext cx="48" cy="48"/>
            </a:xfrm>
            <a:prstGeom prst="ellipse">
              <a:avLst/>
            </a:prstGeom>
            <a:solidFill>
              <a:schemeClr val="accent1"/>
            </a:solidFill>
            <a:ln w="19050" cap="flat" cmpd="sng">
              <a:solidFill>
                <a:schemeClr val="tx1"/>
              </a:solidFill>
              <a:prstDash val="solid"/>
              <a:headEnd type="none" w="med" len="med"/>
              <a:tailEnd type="none" w="med" len="med"/>
            </a:ln>
          </p:spPr>
          <p:txBody>
            <a:bodyPr/>
            <a:lstStyle/>
            <a:p>
              <a:endParaRPr lang="zh-CN" altLang="en-US"/>
            </a:p>
          </p:txBody>
        </p:sp>
        <p:sp>
          <p:nvSpPr>
            <p:cNvPr id="151568" name="椭圆 151567"/>
            <p:cNvSpPr/>
            <p:nvPr/>
          </p:nvSpPr>
          <p:spPr>
            <a:xfrm>
              <a:off x="4368" y="672"/>
              <a:ext cx="48" cy="48"/>
            </a:xfrm>
            <a:prstGeom prst="ellipse">
              <a:avLst/>
            </a:prstGeom>
            <a:solidFill>
              <a:schemeClr val="accent1"/>
            </a:solidFill>
            <a:ln w="19050" cap="flat" cmpd="sng">
              <a:solidFill>
                <a:schemeClr val="tx1"/>
              </a:solidFill>
              <a:prstDash val="solid"/>
              <a:headEnd type="none" w="med" len="med"/>
              <a:tailEnd type="none" w="med" len="med"/>
            </a:ln>
          </p:spPr>
          <p:txBody>
            <a:bodyPr/>
            <a:lstStyle/>
            <a:p>
              <a:endParaRPr lang="zh-CN" altLang="en-US"/>
            </a:p>
          </p:txBody>
        </p:sp>
        <p:sp>
          <p:nvSpPr>
            <p:cNvPr id="151569" name="椭圆 151568"/>
            <p:cNvSpPr/>
            <p:nvPr/>
          </p:nvSpPr>
          <p:spPr>
            <a:xfrm>
              <a:off x="4560" y="672"/>
              <a:ext cx="48" cy="48"/>
            </a:xfrm>
            <a:prstGeom prst="ellipse">
              <a:avLst/>
            </a:prstGeom>
            <a:solidFill>
              <a:schemeClr val="accent1"/>
            </a:solidFill>
            <a:ln w="19050" cap="flat" cmpd="sng">
              <a:solidFill>
                <a:schemeClr val="tx1"/>
              </a:solidFill>
              <a:prstDash val="solid"/>
              <a:headEnd type="none" w="med" len="med"/>
              <a:tailEnd type="none" w="med" len="med"/>
            </a:ln>
          </p:spPr>
          <p:txBody>
            <a:bodyPr/>
            <a:lstStyle/>
            <a:p>
              <a:endParaRPr lang="zh-CN" altLang="en-US"/>
            </a:p>
          </p:txBody>
        </p:sp>
        <p:graphicFrame>
          <p:nvGraphicFramePr>
            <p:cNvPr id="151570" name="对象 151569"/>
            <p:cNvGraphicFramePr/>
            <p:nvPr/>
          </p:nvGraphicFramePr>
          <p:xfrm>
            <a:off x="3312" y="423"/>
            <a:ext cx="388" cy="297"/>
          </p:xfrm>
          <a:graphic>
            <a:graphicData uri="http://schemas.openxmlformats.org/presentationml/2006/ole">
              <mc:AlternateContent xmlns:mc="http://schemas.openxmlformats.org/markup-compatibility/2006">
                <mc:Choice xmlns:v="urn:schemas-microsoft-com:vml" Requires="v">
                  <p:oleObj spid="_x0000_s9331" r:id="rId3" imgW="190500" imgH="215900" progId="Equation.3">
                    <p:embed/>
                  </p:oleObj>
                </mc:Choice>
                <mc:Fallback>
                  <p:oleObj r:id="rId3" imgW="190500" imgH="215900" progId="Equation.3">
                    <p:embed/>
                    <p:pic>
                      <p:nvPicPr>
                        <p:cNvPr id="0" name="图片 3080"/>
                        <p:cNvPicPr/>
                        <p:nvPr/>
                      </p:nvPicPr>
                      <p:blipFill>
                        <a:blip r:embed="rId4"/>
                        <a:stretch>
                          <a:fillRect/>
                        </a:stretch>
                      </p:blipFill>
                      <p:spPr>
                        <a:xfrm>
                          <a:off x="3312" y="423"/>
                          <a:ext cx="388" cy="297"/>
                        </a:xfrm>
                        <a:prstGeom prst="rect">
                          <a:avLst/>
                        </a:prstGeom>
                        <a:noFill/>
                        <a:ln w="38100">
                          <a:noFill/>
                          <a:miter/>
                        </a:ln>
                      </p:spPr>
                    </p:pic>
                  </p:oleObj>
                </mc:Fallback>
              </mc:AlternateContent>
            </a:graphicData>
          </a:graphic>
        </p:graphicFrame>
        <p:graphicFrame>
          <p:nvGraphicFramePr>
            <p:cNvPr id="151571" name="对象 151570"/>
            <p:cNvGraphicFramePr/>
            <p:nvPr/>
          </p:nvGraphicFramePr>
          <p:xfrm>
            <a:off x="3312" y="1132"/>
            <a:ext cx="235" cy="307"/>
          </p:xfrm>
          <a:graphic>
            <a:graphicData uri="http://schemas.openxmlformats.org/presentationml/2006/ole">
              <mc:AlternateContent xmlns:mc="http://schemas.openxmlformats.org/markup-compatibility/2006">
                <mc:Choice xmlns:v="urn:schemas-microsoft-com:vml" Requires="v">
                  <p:oleObj spid="_x0000_s9332" r:id="rId5" imgW="482600" imgH="533400" progId="Equation.3">
                    <p:embed/>
                  </p:oleObj>
                </mc:Choice>
                <mc:Fallback>
                  <p:oleObj r:id="rId5" imgW="482600" imgH="533400" progId="Equation.3">
                    <p:embed/>
                    <p:pic>
                      <p:nvPicPr>
                        <p:cNvPr id="0" name="图片 3079"/>
                        <p:cNvPicPr/>
                        <p:nvPr/>
                      </p:nvPicPr>
                      <p:blipFill>
                        <a:blip r:embed="rId6"/>
                        <a:stretch>
                          <a:fillRect/>
                        </a:stretch>
                      </p:blipFill>
                      <p:spPr>
                        <a:xfrm>
                          <a:off x="3312" y="1132"/>
                          <a:ext cx="235" cy="307"/>
                        </a:xfrm>
                        <a:prstGeom prst="rect">
                          <a:avLst/>
                        </a:prstGeom>
                        <a:noFill/>
                        <a:ln w="38100">
                          <a:noFill/>
                          <a:miter/>
                        </a:ln>
                      </p:spPr>
                    </p:pic>
                  </p:oleObj>
                </mc:Fallback>
              </mc:AlternateContent>
            </a:graphicData>
          </a:graphic>
        </p:graphicFrame>
        <p:graphicFrame>
          <p:nvGraphicFramePr>
            <p:cNvPr id="151572" name="对象 151571"/>
            <p:cNvGraphicFramePr/>
            <p:nvPr/>
          </p:nvGraphicFramePr>
          <p:xfrm>
            <a:off x="4193" y="240"/>
            <a:ext cx="368" cy="336"/>
          </p:xfrm>
          <a:graphic>
            <a:graphicData uri="http://schemas.openxmlformats.org/presentationml/2006/ole">
              <mc:AlternateContent xmlns:mc="http://schemas.openxmlformats.org/markup-compatibility/2006">
                <mc:Choice xmlns:v="urn:schemas-microsoft-com:vml" Requires="v">
                  <p:oleObj spid="_x0000_s9333" r:id="rId7" imgW="584200" imgH="533400" progId="Equation.3">
                    <p:embed/>
                  </p:oleObj>
                </mc:Choice>
                <mc:Fallback>
                  <p:oleObj r:id="rId7" imgW="584200" imgH="533400" progId="Equation.3">
                    <p:embed/>
                    <p:pic>
                      <p:nvPicPr>
                        <p:cNvPr id="0" name="图片 3081"/>
                        <p:cNvPicPr/>
                        <p:nvPr/>
                      </p:nvPicPr>
                      <p:blipFill>
                        <a:blip r:embed="rId8"/>
                        <a:stretch>
                          <a:fillRect/>
                        </a:stretch>
                      </p:blipFill>
                      <p:spPr>
                        <a:xfrm>
                          <a:off x="4193" y="240"/>
                          <a:ext cx="368" cy="336"/>
                        </a:xfrm>
                        <a:prstGeom prst="rect">
                          <a:avLst/>
                        </a:prstGeom>
                        <a:noFill/>
                        <a:ln w="38100">
                          <a:noFill/>
                          <a:miter/>
                        </a:ln>
                      </p:spPr>
                    </p:pic>
                  </p:oleObj>
                </mc:Fallback>
              </mc:AlternateContent>
            </a:graphicData>
          </a:graphic>
        </p:graphicFrame>
        <p:graphicFrame>
          <p:nvGraphicFramePr>
            <p:cNvPr id="151573" name="对象 151572"/>
            <p:cNvGraphicFramePr/>
            <p:nvPr/>
          </p:nvGraphicFramePr>
          <p:xfrm>
            <a:off x="4224" y="864"/>
            <a:ext cx="353" cy="336"/>
          </p:xfrm>
          <a:graphic>
            <a:graphicData uri="http://schemas.openxmlformats.org/presentationml/2006/ole">
              <mc:AlternateContent xmlns:mc="http://schemas.openxmlformats.org/markup-compatibility/2006">
                <mc:Choice xmlns:v="urn:schemas-microsoft-com:vml" Requires="v">
                  <p:oleObj spid="_x0000_s9334" r:id="rId9" imgW="558800" imgH="533400" progId="Equation.3">
                    <p:embed/>
                  </p:oleObj>
                </mc:Choice>
                <mc:Fallback>
                  <p:oleObj r:id="rId9" imgW="558800" imgH="533400" progId="Equation.3">
                    <p:embed/>
                    <p:pic>
                      <p:nvPicPr>
                        <p:cNvPr id="0" name="图片 3082"/>
                        <p:cNvPicPr/>
                        <p:nvPr/>
                      </p:nvPicPr>
                      <p:blipFill>
                        <a:blip r:embed="rId10"/>
                        <a:stretch>
                          <a:fillRect/>
                        </a:stretch>
                      </p:blipFill>
                      <p:spPr>
                        <a:xfrm>
                          <a:off x="4224" y="864"/>
                          <a:ext cx="353" cy="336"/>
                        </a:xfrm>
                        <a:prstGeom prst="rect">
                          <a:avLst/>
                        </a:prstGeom>
                        <a:noFill/>
                        <a:ln w="38100">
                          <a:noFill/>
                          <a:miter/>
                        </a:ln>
                      </p:spPr>
                    </p:pic>
                  </p:oleObj>
                </mc:Fallback>
              </mc:AlternateContent>
            </a:graphicData>
          </a:graphic>
        </p:graphicFrame>
      </p:grpSp>
      <p:sp>
        <p:nvSpPr>
          <p:cNvPr id="151574" name="文本框 151573"/>
          <p:cNvSpPr txBox="1"/>
          <p:nvPr/>
        </p:nvSpPr>
        <p:spPr>
          <a:xfrm>
            <a:off x="1752600" y="1767205"/>
            <a:ext cx="4267200" cy="1814830"/>
          </a:xfrm>
          <a:prstGeom prst="rect">
            <a:avLst/>
          </a:prstGeom>
          <a:noFill/>
          <a:ln w="19050">
            <a:noFill/>
          </a:ln>
        </p:spPr>
        <p:txBody>
          <a:bodyPr>
            <a:spAutoFit/>
            <a:scene3d>
              <a:camera prst="orthographicFront"/>
              <a:lightRig rig="threePt" dir="t"/>
            </a:scene3d>
          </a:bodyPr>
          <a:lstStyle/>
          <a:p>
            <a:pPr algn="just">
              <a:spcBef>
                <a:spcPct val="50000"/>
              </a:spcBef>
            </a:pPr>
            <a:r>
              <a:rPr lang="zh-CN" altLang="en-US" sz="2800" b="1" dirty="0">
                <a:solidFill>
                  <a:schemeClr val="tx1"/>
                </a:solidFill>
                <a:effectLst>
                  <a:outerShdw blurRad="38100" dist="19050" dir="2700000" algn="tl" rotWithShape="0">
                    <a:schemeClr val="dk1">
                      <a:alpha val="40000"/>
                    </a:schemeClr>
                  </a:outerShdw>
                </a:effectLst>
                <a:latin typeface="Century Schoolbook" panose="02040604050505020304" pitchFamily="18" charset="0"/>
              </a:rPr>
              <a:t>原子处在激发态时间很短，一般在</a:t>
            </a:r>
            <a:r>
              <a:rPr lang="zh-CN" altLang="en-US" sz="2800" dirty="0">
                <a:solidFill>
                  <a:schemeClr val="tx1"/>
                </a:solidFill>
                <a:effectLst>
                  <a:outerShdw blurRad="38100" dist="19050" dir="2700000" algn="tl" rotWithShape="0">
                    <a:schemeClr val="dk1">
                      <a:alpha val="40000"/>
                    </a:schemeClr>
                  </a:outerShdw>
                </a:effectLst>
                <a:latin typeface="Century Schoolbook" panose="02040604050505020304" pitchFamily="18" charset="0"/>
              </a:rPr>
              <a:t>10</a:t>
            </a:r>
            <a:r>
              <a:rPr lang="zh-CN" altLang="en-US" sz="2800" baseline="30000" dirty="0">
                <a:solidFill>
                  <a:schemeClr val="tx1"/>
                </a:solidFill>
                <a:effectLst>
                  <a:outerShdw blurRad="38100" dist="19050" dir="2700000" algn="tl" rotWithShape="0">
                    <a:schemeClr val="dk1">
                      <a:alpha val="40000"/>
                    </a:schemeClr>
                  </a:outerShdw>
                </a:effectLst>
                <a:latin typeface="Symbol" panose="05050102010706020507" pitchFamily="18" charset="2"/>
              </a:rPr>
              <a:t>-</a:t>
            </a:r>
            <a:r>
              <a:rPr lang="zh-CN" altLang="en-US" sz="2800" baseline="30000" dirty="0">
                <a:solidFill>
                  <a:schemeClr val="tx1"/>
                </a:solidFill>
                <a:effectLst>
                  <a:outerShdw blurRad="38100" dist="19050" dir="2700000" algn="tl" rotWithShape="0">
                    <a:schemeClr val="dk1">
                      <a:alpha val="40000"/>
                    </a:schemeClr>
                  </a:outerShdw>
                </a:effectLst>
                <a:latin typeface="Century Schoolbook" panose="02040604050505020304" pitchFamily="18" charset="0"/>
              </a:rPr>
              <a:t>8</a:t>
            </a:r>
            <a:r>
              <a:rPr lang="en-US" altLang="zh-CN" sz="2800">
                <a:solidFill>
                  <a:schemeClr val="tx1"/>
                </a:solidFill>
                <a:effectLst>
                  <a:outerShdw blurRad="38100" dist="19050" dir="2700000" algn="tl" rotWithShape="0">
                    <a:schemeClr val="dk1">
                      <a:alpha val="40000"/>
                    </a:schemeClr>
                  </a:outerShdw>
                </a:effectLst>
                <a:latin typeface="Century Schoolbook" panose="02040604050505020304" pitchFamily="18" charset="0"/>
              </a:rPr>
              <a:t>s</a:t>
            </a:r>
            <a:r>
              <a:rPr lang="zh-CN" altLang="en-US" sz="2800" b="1" dirty="0">
                <a:solidFill>
                  <a:schemeClr val="tx1"/>
                </a:solidFill>
                <a:effectLst>
                  <a:outerShdw blurRad="38100" dist="19050" dir="2700000" algn="tl" rotWithShape="0">
                    <a:schemeClr val="dk1">
                      <a:alpha val="40000"/>
                    </a:schemeClr>
                  </a:outerShdw>
                </a:effectLst>
                <a:latin typeface="Century Schoolbook" panose="02040604050505020304" pitchFamily="18" charset="0"/>
              </a:rPr>
              <a:t>左右，但有的原子存在一些亚稳态，可以停留</a:t>
            </a:r>
            <a:r>
              <a:rPr lang="zh-CN" altLang="en-US" sz="2800" dirty="0">
                <a:solidFill>
                  <a:schemeClr val="tx1"/>
                </a:solidFill>
                <a:effectLst>
                  <a:outerShdw blurRad="38100" dist="19050" dir="2700000" algn="tl" rotWithShape="0">
                    <a:schemeClr val="dk1">
                      <a:alpha val="40000"/>
                    </a:schemeClr>
                  </a:outerShdw>
                </a:effectLst>
                <a:latin typeface="Century Schoolbook" panose="02040604050505020304" pitchFamily="18" charset="0"/>
              </a:rPr>
              <a:t>10</a:t>
            </a:r>
            <a:r>
              <a:rPr lang="zh-CN" altLang="en-US" sz="2800" baseline="30000" dirty="0">
                <a:solidFill>
                  <a:schemeClr val="tx1"/>
                </a:solidFill>
                <a:effectLst>
                  <a:outerShdw blurRad="38100" dist="19050" dir="2700000" algn="tl" rotWithShape="0">
                    <a:schemeClr val="dk1">
                      <a:alpha val="40000"/>
                    </a:schemeClr>
                  </a:outerShdw>
                </a:effectLst>
                <a:latin typeface="Symbol" panose="05050102010706020507" pitchFamily="18" charset="2"/>
              </a:rPr>
              <a:t>-</a:t>
            </a:r>
            <a:r>
              <a:rPr lang="zh-CN" altLang="en-US" sz="2800" baseline="30000" dirty="0">
                <a:solidFill>
                  <a:schemeClr val="tx1"/>
                </a:solidFill>
                <a:effectLst>
                  <a:outerShdw blurRad="38100" dist="19050" dir="2700000" algn="tl" rotWithShape="0">
                    <a:schemeClr val="dk1">
                      <a:alpha val="40000"/>
                    </a:schemeClr>
                  </a:outerShdw>
                </a:effectLst>
                <a:latin typeface="Century Schoolbook" panose="02040604050505020304" pitchFamily="18" charset="0"/>
              </a:rPr>
              <a:t>3</a:t>
            </a:r>
            <a:r>
              <a:rPr lang="en-US" altLang="zh-CN" sz="2800">
                <a:solidFill>
                  <a:schemeClr val="tx1"/>
                </a:solidFill>
                <a:effectLst>
                  <a:outerShdw blurRad="38100" dist="19050" dir="2700000" algn="tl" rotWithShape="0">
                    <a:schemeClr val="dk1">
                      <a:alpha val="40000"/>
                    </a:schemeClr>
                  </a:outerShdw>
                </a:effectLst>
                <a:latin typeface="Century Schoolbook" panose="02040604050505020304" pitchFamily="18" charset="0"/>
              </a:rPr>
              <a:t>s</a:t>
            </a:r>
            <a:r>
              <a:rPr lang="zh-CN" altLang="en-US" sz="2800" b="1" dirty="0">
                <a:solidFill>
                  <a:schemeClr val="tx1"/>
                </a:solidFill>
                <a:effectLst>
                  <a:outerShdw blurRad="38100" dist="19050" dir="2700000" algn="tl" rotWithShape="0">
                    <a:schemeClr val="dk1">
                      <a:alpha val="40000"/>
                    </a:schemeClr>
                  </a:outerShdw>
                </a:effectLst>
                <a:latin typeface="Century Schoolbook" panose="02040604050505020304" pitchFamily="18" charset="0"/>
              </a:rPr>
              <a:t>左右。</a:t>
            </a:r>
          </a:p>
        </p:txBody>
      </p:sp>
      <p:sp>
        <p:nvSpPr>
          <p:cNvPr id="151575" name="文本框 151574"/>
          <p:cNvSpPr txBox="1"/>
          <p:nvPr/>
        </p:nvSpPr>
        <p:spPr>
          <a:xfrm>
            <a:off x="1752600" y="4436428"/>
            <a:ext cx="4343400" cy="1383665"/>
          </a:xfrm>
          <a:prstGeom prst="rect">
            <a:avLst/>
          </a:prstGeom>
          <a:noFill/>
          <a:ln w="19050">
            <a:noFill/>
          </a:ln>
        </p:spPr>
        <p:txBody>
          <a:bodyPr>
            <a:spAutoFit/>
            <a:scene3d>
              <a:camera prst="orthographicFront"/>
              <a:lightRig rig="threePt" dir="t"/>
            </a:scene3d>
          </a:bodyPr>
          <a:lstStyle/>
          <a:p>
            <a:pPr>
              <a:spcBef>
                <a:spcPct val="50000"/>
              </a:spcBef>
            </a:pPr>
            <a:r>
              <a:rPr lang="zh-CN" altLang="zh-CN" sz="2800" b="1" dirty="0">
                <a:solidFill>
                  <a:schemeClr val="tx1"/>
                </a:solidFill>
                <a:effectLst>
                  <a:outerShdw blurRad="38100" dist="19050" dir="2700000" algn="tl" rotWithShape="0">
                    <a:schemeClr val="dk1">
                      <a:alpha val="40000"/>
                    </a:schemeClr>
                  </a:outerShdw>
                </a:effectLst>
                <a:latin typeface="Century Schoolbook" panose="02040604050505020304" pitchFamily="18" charset="0"/>
              </a:rPr>
              <a:t>在亚稳态上粒子数不断积累，</a:t>
            </a:r>
            <a:r>
              <a:rPr lang="zh-CN" altLang="en-US" sz="2800" b="1" dirty="0">
                <a:solidFill>
                  <a:schemeClr val="tx1"/>
                </a:solidFill>
                <a:effectLst>
                  <a:outerShdw blurRad="38100" dist="19050" dir="2700000" algn="tl" rotWithShape="0">
                    <a:schemeClr val="dk1">
                      <a:alpha val="40000"/>
                    </a:schemeClr>
                  </a:outerShdw>
                </a:effectLst>
                <a:latin typeface="Century Schoolbook" panose="02040604050505020304" pitchFamily="18" charset="0"/>
              </a:rPr>
              <a:t>实现粒子数反转分布，达到光放大的目的。</a:t>
            </a:r>
          </a:p>
        </p:txBody>
      </p:sp>
      <p:grpSp>
        <p:nvGrpSpPr>
          <p:cNvPr id="151576" name="组合 151575"/>
          <p:cNvGrpSpPr/>
          <p:nvPr/>
        </p:nvGrpSpPr>
        <p:grpSpPr>
          <a:xfrm>
            <a:off x="7241223" y="4061778"/>
            <a:ext cx="4271962" cy="2192337"/>
            <a:chOff x="2925" y="1979"/>
            <a:chExt cx="2691" cy="1381"/>
          </a:xfrm>
        </p:grpSpPr>
        <p:sp>
          <p:nvSpPr>
            <p:cNvPr id="151577" name="任意多边形 151576"/>
            <p:cNvSpPr/>
            <p:nvPr/>
          </p:nvSpPr>
          <p:spPr>
            <a:xfrm>
              <a:off x="3288" y="2284"/>
              <a:ext cx="1596" cy="150"/>
            </a:xfrm>
            <a:custGeom>
              <a:avLst/>
              <a:gdLst/>
              <a:ahLst/>
              <a:cxnLst/>
              <a:rect l="0" t="0" r="0" b="0"/>
              <a:pathLst>
                <a:path w="1872" h="192">
                  <a:moveTo>
                    <a:pt x="0" y="0"/>
                  </a:moveTo>
                  <a:lnTo>
                    <a:pt x="912" y="0"/>
                  </a:lnTo>
                  <a:lnTo>
                    <a:pt x="1344" y="192"/>
                  </a:lnTo>
                  <a:lnTo>
                    <a:pt x="1872" y="192"/>
                  </a:lnTo>
                </a:path>
              </a:pathLst>
            </a:custGeom>
            <a:noFill/>
            <a:ln w="19050" cap="flat" cmpd="sng">
              <a:solidFill>
                <a:schemeClr val="tx1">
                  <a:alpha val="100000"/>
                </a:schemeClr>
              </a:solidFill>
              <a:prstDash val="solid"/>
              <a:headEnd type="none" w="med" len="med"/>
              <a:tailEnd type="none" w="med" len="med"/>
            </a:ln>
          </p:spPr>
          <p:txBody>
            <a:bodyPr/>
            <a:lstStyle/>
            <a:p>
              <a:endParaRPr lang="zh-CN" altLang="en-US"/>
            </a:p>
          </p:txBody>
        </p:sp>
        <p:sp>
          <p:nvSpPr>
            <p:cNvPr id="151578" name="直接连接符 151577"/>
            <p:cNvSpPr/>
            <p:nvPr/>
          </p:nvSpPr>
          <p:spPr>
            <a:xfrm>
              <a:off x="3288" y="3333"/>
              <a:ext cx="1653" cy="0"/>
            </a:xfrm>
            <a:prstGeom prst="line">
              <a:avLst/>
            </a:prstGeom>
            <a:ln w="19050" cap="flat" cmpd="sng">
              <a:solidFill>
                <a:schemeClr val="tx1"/>
              </a:solidFill>
              <a:prstDash val="solid"/>
              <a:headEnd type="none" w="med" len="med"/>
              <a:tailEnd type="none" w="med" len="med"/>
            </a:ln>
          </p:spPr>
        </p:sp>
        <p:sp>
          <p:nvSpPr>
            <p:cNvPr id="151579" name="直接连接符 151578"/>
            <p:cNvSpPr/>
            <p:nvPr/>
          </p:nvSpPr>
          <p:spPr>
            <a:xfrm>
              <a:off x="4291" y="2312"/>
              <a:ext cx="167" cy="86"/>
            </a:xfrm>
            <a:prstGeom prst="line">
              <a:avLst/>
            </a:prstGeom>
            <a:ln w="19050" cap="flat" cmpd="sng">
              <a:solidFill>
                <a:srgbClr val="FF0066"/>
              </a:solidFill>
              <a:prstDash val="solid"/>
              <a:headEnd type="none" w="med" len="med"/>
              <a:tailEnd type="stealth" w="med" len="lg"/>
            </a:ln>
          </p:spPr>
        </p:sp>
        <p:sp>
          <p:nvSpPr>
            <p:cNvPr id="151580" name="直接连接符 151579"/>
            <p:cNvSpPr/>
            <p:nvPr/>
          </p:nvSpPr>
          <p:spPr>
            <a:xfrm flipV="1">
              <a:off x="3515" y="2284"/>
              <a:ext cx="0" cy="1049"/>
            </a:xfrm>
            <a:prstGeom prst="line">
              <a:avLst/>
            </a:prstGeom>
            <a:ln w="19050" cap="flat" cmpd="sng">
              <a:solidFill>
                <a:schemeClr val="tx1"/>
              </a:solidFill>
              <a:prstDash val="solid"/>
              <a:headEnd type="none" w="med" len="med"/>
              <a:tailEnd type="stealth" w="med" len="lg"/>
            </a:ln>
          </p:spPr>
        </p:sp>
        <p:sp>
          <p:nvSpPr>
            <p:cNvPr id="151581" name="直接连接符 151580"/>
            <p:cNvSpPr/>
            <p:nvPr/>
          </p:nvSpPr>
          <p:spPr>
            <a:xfrm>
              <a:off x="4633" y="2434"/>
              <a:ext cx="0" cy="899"/>
            </a:xfrm>
            <a:prstGeom prst="line">
              <a:avLst/>
            </a:prstGeom>
            <a:ln w="19050" cap="flat" cmpd="sng">
              <a:solidFill>
                <a:schemeClr val="tx1"/>
              </a:solidFill>
              <a:prstDash val="solid"/>
              <a:headEnd type="none" w="med" len="med"/>
              <a:tailEnd type="stealth" w="med" len="lg"/>
            </a:ln>
          </p:spPr>
        </p:sp>
        <p:graphicFrame>
          <p:nvGraphicFramePr>
            <p:cNvPr id="151582" name="对象 151581"/>
            <p:cNvGraphicFramePr/>
            <p:nvPr/>
          </p:nvGraphicFramePr>
          <p:xfrm>
            <a:off x="3334" y="1979"/>
            <a:ext cx="671" cy="236"/>
          </p:xfrm>
          <a:graphic>
            <a:graphicData uri="http://schemas.openxmlformats.org/presentationml/2006/ole">
              <mc:AlternateContent xmlns:mc="http://schemas.openxmlformats.org/markup-compatibility/2006">
                <mc:Choice xmlns:v="urn:schemas-microsoft-com:vml" Requires="v">
                  <p:oleObj spid="_x0000_s9335" r:id="rId11" imgW="1396365" imgH="482600" progId="Equation.DSMT4">
                    <p:embed/>
                  </p:oleObj>
                </mc:Choice>
                <mc:Fallback>
                  <p:oleObj r:id="rId11" imgW="1396365" imgH="482600" progId="Equation.DSMT4">
                    <p:embed/>
                    <p:pic>
                      <p:nvPicPr>
                        <p:cNvPr id="0" name="图片 3083"/>
                        <p:cNvPicPr/>
                        <p:nvPr/>
                      </p:nvPicPr>
                      <p:blipFill>
                        <a:blip r:embed="rId12"/>
                        <a:stretch>
                          <a:fillRect/>
                        </a:stretch>
                      </p:blipFill>
                      <p:spPr>
                        <a:xfrm>
                          <a:off x="3334" y="1979"/>
                          <a:ext cx="671" cy="236"/>
                        </a:xfrm>
                        <a:prstGeom prst="rect">
                          <a:avLst/>
                        </a:prstGeom>
                        <a:noFill/>
                        <a:ln w="38100">
                          <a:noFill/>
                          <a:miter/>
                        </a:ln>
                      </p:spPr>
                    </p:pic>
                  </p:oleObj>
                </mc:Fallback>
              </mc:AlternateContent>
            </a:graphicData>
          </a:graphic>
        </p:graphicFrame>
        <p:graphicFrame>
          <p:nvGraphicFramePr>
            <p:cNvPr id="151583" name="对象 151582"/>
            <p:cNvGraphicFramePr/>
            <p:nvPr/>
          </p:nvGraphicFramePr>
          <p:xfrm>
            <a:off x="4537" y="2174"/>
            <a:ext cx="695" cy="231"/>
          </p:xfrm>
          <a:graphic>
            <a:graphicData uri="http://schemas.openxmlformats.org/presentationml/2006/ole">
              <mc:AlternateContent xmlns:mc="http://schemas.openxmlformats.org/markup-compatibility/2006">
                <mc:Choice xmlns:v="urn:schemas-microsoft-com:vml" Requires="v">
                  <p:oleObj spid="_x0000_s9336" r:id="rId13" imgW="1384300" imgH="469900" progId="Equation.DSMT4">
                    <p:embed/>
                  </p:oleObj>
                </mc:Choice>
                <mc:Fallback>
                  <p:oleObj r:id="rId13" imgW="1384300" imgH="469900" progId="Equation.DSMT4">
                    <p:embed/>
                    <p:pic>
                      <p:nvPicPr>
                        <p:cNvPr id="0" name="图片 3084"/>
                        <p:cNvPicPr/>
                        <p:nvPr/>
                      </p:nvPicPr>
                      <p:blipFill>
                        <a:blip r:embed="rId14"/>
                        <a:stretch>
                          <a:fillRect/>
                        </a:stretch>
                      </p:blipFill>
                      <p:spPr>
                        <a:xfrm>
                          <a:off x="4537" y="2174"/>
                          <a:ext cx="695" cy="231"/>
                        </a:xfrm>
                        <a:prstGeom prst="rect">
                          <a:avLst/>
                        </a:prstGeom>
                        <a:noFill/>
                        <a:ln w="38100">
                          <a:noFill/>
                          <a:miter/>
                        </a:ln>
                      </p:spPr>
                    </p:pic>
                  </p:oleObj>
                </mc:Fallback>
              </mc:AlternateContent>
            </a:graphicData>
          </a:graphic>
        </p:graphicFrame>
        <p:graphicFrame>
          <p:nvGraphicFramePr>
            <p:cNvPr id="151584" name="对象 151583"/>
            <p:cNvGraphicFramePr/>
            <p:nvPr/>
          </p:nvGraphicFramePr>
          <p:xfrm>
            <a:off x="4764" y="3071"/>
            <a:ext cx="468" cy="231"/>
          </p:xfrm>
          <a:graphic>
            <a:graphicData uri="http://schemas.openxmlformats.org/presentationml/2006/ole">
              <mc:AlternateContent xmlns:mc="http://schemas.openxmlformats.org/markup-compatibility/2006">
                <mc:Choice xmlns:v="urn:schemas-microsoft-com:vml" Requires="v">
                  <p:oleObj spid="_x0000_s9337" r:id="rId15" imgW="927100" imgH="469900" progId="Equation.3">
                    <p:embed/>
                  </p:oleObj>
                </mc:Choice>
                <mc:Fallback>
                  <p:oleObj r:id="rId15" imgW="927100" imgH="469900" progId="Equation.3">
                    <p:embed/>
                    <p:pic>
                      <p:nvPicPr>
                        <p:cNvPr id="0" name="图片 3078"/>
                        <p:cNvPicPr/>
                        <p:nvPr/>
                      </p:nvPicPr>
                      <p:blipFill>
                        <a:blip r:embed="rId16"/>
                        <a:stretch>
                          <a:fillRect/>
                        </a:stretch>
                      </p:blipFill>
                      <p:spPr>
                        <a:xfrm>
                          <a:off x="4764" y="3071"/>
                          <a:ext cx="468" cy="231"/>
                        </a:xfrm>
                        <a:prstGeom prst="rect">
                          <a:avLst/>
                        </a:prstGeom>
                        <a:noFill/>
                        <a:ln w="38100">
                          <a:noFill/>
                          <a:miter/>
                        </a:ln>
                      </p:spPr>
                    </p:pic>
                  </p:oleObj>
                </mc:Fallback>
              </mc:AlternateContent>
            </a:graphicData>
          </a:graphic>
        </p:graphicFrame>
        <p:grpSp>
          <p:nvGrpSpPr>
            <p:cNvPr id="151585" name="组合 151584"/>
            <p:cNvGrpSpPr/>
            <p:nvPr/>
          </p:nvGrpSpPr>
          <p:grpSpPr>
            <a:xfrm>
              <a:off x="3653" y="2750"/>
              <a:ext cx="951" cy="150"/>
              <a:chOff x="4032" y="1008"/>
              <a:chExt cx="1392" cy="192"/>
            </a:xfrm>
          </p:grpSpPr>
          <p:grpSp>
            <p:nvGrpSpPr>
              <p:cNvPr id="151586" name="组合 151585"/>
              <p:cNvGrpSpPr/>
              <p:nvPr/>
            </p:nvGrpSpPr>
            <p:grpSpPr>
              <a:xfrm>
                <a:off x="4032" y="1008"/>
                <a:ext cx="528" cy="192"/>
                <a:chOff x="4032" y="1008"/>
                <a:chExt cx="1440" cy="432"/>
              </a:xfrm>
            </p:grpSpPr>
            <p:grpSp>
              <p:nvGrpSpPr>
                <p:cNvPr id="151587" name="组合 151586"/>
                <p:cNvGrpSpPr/>
                <p:nvPr/>
              </p:nvGrpSpPr>
              <p:grpSpPr>
                <a:xfrm>
                  <a:off x="4032" y="1008"/>
                  <a:ext cx="720" cy="432"/>
                  <a:chOff x="5040" y="864"/>
                  <a:chExt cx="720" cy="432"/>
                </a:xfrm>
              </p:grpSpPr>
              <p:grpSp>
                <p:nvGrpSpPr>
                  <p:cNvPr id="151588" name="组合 151587"/>
                  <p:cNvGrpSpPr/>
                  <p:nvPr/>
                </p:nvGrpSpPr>
                <p:grpSpPr>
                  <a:xfrm flipH="1" flipV="1">
                    <a:off x="5040" y="864"/>
                    <a:ext cx="384" cy="432"/>
                    <a:chOff x="4416" y="816"/>
                    <a:chExt cx="384" cy="432"/>
                  </a:xfrm>
                </p:grpSpPr>
                <p:sp>
                  <p:nvSpPr>
                    <p:cNvPr id="151589" name="任意多边形 151588"/>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590" name="任意多边形 151589"/>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51591" name="组合 151590"/>
                  <p:cNvGrpSpPr/>
                  <p:nvPr/>
                </p:nvGrpSpPr>
                <p:grpSpPr>
                  <a:xfrm flipV="1">
                    <a:off x="5376" y="864"/>
                    <a:ext cx="384" cy="432"/>
                    <a:chOff x="4416" y="816"/>
                    <a:chExt cx="384" cy="432"/>
                  </a:xfrm>
                </p:grpSpPr>
                <p:sp>
                  <p:nvSpPr>
                    <p:cNvPr id="151592" name="任意多边形 151591"/>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593" name="任意多边形 151592"/>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151594" name="组合 151593"/>
                <p:cNvGrpSpPr/>
                <p:nvPr/>
              </p:nvGrpSpPr>
              <p:grpSpPr>
                <a:xfrm>
                  <a:off x="4752" y="1008"/>
                  <a:ext cx="720" cy="432"/>
                  <a:chOff x="5040" y="864"/>
                  <a:chExt cx="720" cy="432"/>
                </a:xfrm>
              </p:grpSpPr>
              <p:grpSp>
                <p:nvGrpSpPr>
                  <p:cNvPr id="151595" name="组合 151594"/>
                  <p:cNvGrpSpPr/>
                  <p:nvPr/>
                </p:nvGrpSpPr>
                <p:grpSpPr>
                  <a:xfrm flipH="1" flipV="1">
                    <a:off x="5040" y="864"/>
                    <a:ext cx="384" cy="432"/>
                    <a:chOff x="4416" y="816"/>
                    <a:chExt cx="384" cy="432"/>
                  </a:xfrm>
                </p:grpSpPr>
                <p:sp>
                  <p:nvSpPr>
                    <p:cNvPr id="151596" name="任意多边形 151595"/>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597" name="任意多边形 151596"/>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51598" name="组合 151597"/>
                  <p:cNvGrpSpPr/>
                  <p:nvPr/>
                </p:nvGrpSpPr>
                <p:grpSpPr>
                  <a:xfrm flipV="1">
                    <a:off x="5376" y="864"/>
                    <a:ext cx="384" cy="432"/>
                    <a:chOff x="4416" y="816"/>
                    <a:chExt cx="384" cy="432"/>
                  </a:xfrm>
                </p:grpSpPr>
                <p:sp>
                  <p:nvSpPr>
                    <p:cNvPr id="151599" name="任意多边形 151598"/>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00" name="任意多边形 151599"/>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grpSp>
            <p:nvGrpSpPr>
              <p:cNvPr id="151601" name="组合 151600"/>
              <p:cNvGrpSpPr/>
              <p:nvPr/>
            </p:nvGrpSpPr>
            <p:grpSpPr>
              <a:xfrm>
                <a:off x="4560" y="1008"/>
                <a:ext cx="528" cy="192"/>
                <a:chOff x="4032" y="1008"/>
                <a:chExt cx="1440" cy="432"/>
              </a:xfrm>
            </p:grpSpPr>
            <p:grpSp>
              <p:nvGrpSpPr>
                <p:cNvPr id="151602" name="组合 151601"/>
                <p:cNvGrpSpPr/>
                <p:nvPr/>
              </p:nvGrpSpPr>
              <p:grpSpPr>
                <a:xfrm>
                  <a:off x="4032" y="1008"/>
                  <a:ext cx="720" cy="432"/>
                  <a:chOff x="5040" y="864"/>
                  <a:chExt cx="720" cy="432"/>
                </a:xfrm>
              </p:grpSpPr>
              <p:grpSp>
                <p:nvGrpSpPr>
                  <p:cNvPr id="151603" name="组合 151602"/>
                  <p:cNvGrpSpPr/>
                  <p:nvPr/>
                </p:nvGrpSpPr>
                <p:grpSpPr>
                  <a:xfrm flipH="1" flipV="1">
                    <a:off x="5040" y="864"/>
                    <a:ext cx="384" cy="432"/>
                    <a:chOff x="4416" y="816"/>
                    <a:chExt cx="384" cy="432"/>
                  </a:xfrm>
                </p:grpSpPr>
                <p:sp>
                  <p:nvSpPr>
                    <p:cNvPr id="151604" name="任意多边形 151603"/>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05" name="任意多边形 151604"/>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51606" name="组合 151605"/>
                  <p:cNvGrpSpPr/>
                  <p:nvPr/>
                </p:nvGrpSpPr>
                <p:grpSpPr>
                  <a:xfrm flipV="1">
                    <a:off x="5376" y="864"/>
                    <a:ext cx="384" cy="432"/>
                    <a:chOff x="4416" y="816"/>
                    <a:chExt cx="384" cy="432"/>
                  </a:xfrm>
                </p:grpSpPr>
                <p:sp>
                  <p:nvSpPr>
                    <p:cNvPr id="151607" name="任意多边形 151606"/>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08" name="任意多边形 151607"/>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151609" name="组合 151608"/>
                <p:cNvGrpSpPr/>
                <p:nvPr/>
              </p:nvGrpSpPr>
              <p:grpSpPr>
                <a:xfrm>
                  <a:off x="4752" y="1008"/>
                  <a:ext cx="720" cy="432"/>
                  <a:chOff x="5040" y="864"/>
                  <a:chExt cx="720" cy="432"/>
                </a:xfrm>
              </p:grpSpPr>
              <p:grpSp>
                <p:nvGrpSpPr>
                  <p:cNvPr id="151610" name="组合 151609"/>
                  <p:cNvGrpSpPr/>
                  <p:nvPr/>
                </p:nvGrpSpPr>
                <p:grpSpPr>
                  <a:xfrm flipH="1" flipV="1">
                    <a:off x="5040" y="864"/>
                    <a:ext cx="384" cy="432"/>
                    <a:chOff x="4416" y="816"/>
                    <a:chExt cx="384" cy="432"/>
                  </a:xfrm>
                </p:grpSpPr>
                <p:sp>
                  <p:nvSpPr>
                    <p:cNvPr id="151611" name="任意多边形 151610"/>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12" name="任意多边形 151611"/>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51613" name="组合 151612"/>
                  <p:cNvGrpSpPr/>
                  <p:nvPr/>
                </p:nvGrpSpPr>
                <p:grpSpPr>
                  <a:xfrm flipV="1">
                    <a:off x="5376" y="864"/>
                    <a:ext cx="384" cy="432"/>
                    <a:chOff x="4416" y="816"/>
                    <a:chExt cx="384" cy="432"/>
                  </a:xfrm>
                </p:grpSpPr>
                <p:sp>
                  <p:nvSpPr>
                    <p:cNvPr id="151614" name="任意多边形 151613"/>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15" name="任意多边形 151614"/>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sp>
            <p:nvSpPr>
              <p:cNvPr id="151616" name="任意多边形 151615"/>
              <p:cNvSpPr/>
              <p:nvPr/>
            </p:nvSpPr>
            <p:spPr>
              <a:xfrm flipV="1">
                <a:off x="5088" y="1104"/>
                <a:ext cx="96" cy="96"/>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17" name="直接连接符 151616"/>
              <p:cNvSpPr/>
              <p:nvPr/>
            </p:nvSpPr>
            <p:spPr>
              <a:xfrm>
                <a:off x="5184" y="1104"/>
                <a:ext cx="240" cy="0"/>
              </a:xfrm>
              <a:prstGeom prst="line">
                <a:avLst/>
              </a:prstGeom>
              <a:ln w="28575" cap="flat" cmpd="sng">
                <a:solidFill>
                  <a:srgbClr val="FF3300"/>
                </a:solidFill>
                <a:prstDash val="solid"/>
                <a:headEnd type="none" w="med" len="med"/>
                <a:tailEnd type="triangle" w="med" len="med"/>
              </a:ln>
            </p:spPr>
          </p:sp>
        </p:grpSp>
        <p:grpSp>
          <p:nvGrpSpPr>
            <p:cNvPr id="151618" name="组合 151617"/>
            <p:cNvGrpSpPr/>
            <p:nvPr/>
          </p:nvGrpSpPr>
          <p:grpSpPr>
            <a:xfrm>
              <a:off x="4665" y="2820"/>
              <a:ext cx="951" cy="150"/>
              <a:chOff x="4032" y="1008"/>
              <a:chExt cx="1392" cy="192"/>
            </a:xfrm>
          </p:grpSpPr>
          <p:grpSp>
            <p:nvGrpSpPr>
              <p:cNvPr id="151619" name="组合 151618"/>
              <p:cNvGrpSpPr/>
              <p:nvPr/>
            </p:nvGrpSpPr>
            <p:grpSpPr>
              <a:xfrm>
                <a:off x="4032" y="1008"/>
                <a:ext cx="528" cy="192"/>
                <a:chOff x="4032" y="1008"/>
                <a:chExt cx="1440" cy="432"/>
              </a:xfrm>
            </p:grpSpPr>
            <p:grpSp>
              <p:nvGrpSpPr>
                <p:cNvPr id="151620" name="组合 151619"/>
                <p:cNvGrpSpPr/>
                <p:nvPr/>
              </p:nvGrpSpPr>
              <p:grpSpPr>
                <a:xfrm>
                  <a:off x="4032" y="1008"/>
                  <a:ext cx="720" cy="432"/>
                  <a:chOff x="5040" y="864"/>
                  <a:chExt cx="720" cy="432"/>
                </a:xfrm>
              </p:grpSpPr>
              <p:grpSp>
                <p:nvGrpSpPr>
                  <p:cNvPr id="151621" name="组合 151620"/>
                  <p:cNvGrpSpPr/>
                  <p:nvPr/>
                </p:nvGrpSpPr>
                <p:grpSpPr>
                  <a:xfrm flipH="1" flipV="1">
                    <a:off x="5040" y="864"/>
                    <a:ext cx="384" cy="432"/>
                    <a:chOff x="4416" y="816"/>
                    <a:chExt cx="384" cy="432"/>
                  </a:xfrm>
                </p:grpSpPr>
                <p:sp>
                  <p:nvSpPr>
                    <p:cNvPr id="151622" name="任意多边形 151621"/>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23" name="任意多边形 151622"/>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51624" name="组合 151623"/>
                  <p:cNvGrpSpPr/>
                  <p:nvPr/>
                </p:nvGrpSpPr>
                <p:grpSpPr>
                  <a:xfrm flipV="1">
                    <a:off x="5376" y="864"/>
                    <a:ext cx="384" cy="432"/>
                    <a:chOff x="4416" y="816"/>
                    <a:chExt cx="384" cy="432"/>
                  </a:xfrm>
                </p:grpSpPr>
                <p:sp>
                  <p:nvSpPr>
                    <p:cNvPr id="151625" name="任意多边形 151624"/>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26" name="任意多边形 151625"/>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151627" name="组合 151626"/>
                <p:cNvGrpSpPr/>
                <p:nvPr/>
              </p:nvGrpSpPr>
              <p:grpSpPr>
                <a:xfrm>
                  <a:off x="4752" y="1008"/>
                  <a:ext cx="720" cy="432"/>
                  <a:chOff x="5040" y="864"/>
                  <a:chExt cx="720" cy="432"/>
                </a:xfrm>
              </p:grpSpPr>
              <p:grpSp>
                <p:nvGrpSpPr>
                  <p:cNvPr id="151628" name="组合 151627"/>
                  <p:cNvGrpSpPr/>
                  <p:nvPr/>
                </p:nvGrpSpPr>
                <p:grpSpPr>
                  <a:xfrm flipH="1" flipV="1">
                    <a:off x="5040" y="864"/>
                    <a:ext cx="384" cy="432"/>
                    <a:chOff x="4416" y="816"/>
                    <a:chExt cx="384" cy="432"/>
                  </a:xfrm>
                </p:grpSpPr>
                <p:sp>
                  <p:nvSpPr>
                    <p:cNvPr id="151629" name="任意多边形 151628"/>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30" name="任意多边形 151629"/>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51631" name="组合 151630"/>
                  <p:cNvGrpSpPr/>
                  <p:nvPr/>
                </p:nvGrpSpPr>
                <p:grpSpPr>
                  <a:xfrm flipV="1">
                    <a:off x="5376" y="864"/>
                    <a:ext cx="384" cy="432"/>
                    <a:chOff x="4416" y="816"/>
                    <a:chExt cx="384" cy="432"/>
                  </a:xfrm>
                </p:grpSpPr>
                <p:sp>
                  <p:nvSpPr>
                    <p:cNvPr id="151632" name="任意多边形 151631"/>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33" name="任意多边形 151632"/>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grpSp>
            <p:nvGrpSpPr>
              <p:cNvPr id="151634" name="组合 151633"/>
              <p:cNvGrpSpPr/>
              <p:nvPr/>
            </p:nvGrpSpPr>
            <p:grpSpPr>
              <a:xfrm>
                <a:off x="4560" y="1008"/>
                <a:ext cx="528" cy="192"/>
                <a:chOff x="4032" y="1008"/>
                <a:chExt cx="1440" cy="432"/>
              </a:xfrm>
            </p:grpSpPr>
            <p:grpSp>
              <p:nvGrpSpPr>
                <p:cNvPr id="151635" name="组合 151634"/>
                <p:cNvGrpSpPr/>
                <p:nvPr/>
              </p:nvGrpSpPr>
              <p:grpSpPr>
                <a:xfrm>
                  <a:off x="4032" y="1008"/>
                  <a:ext cx="720" cy="432"/>
                  <a:chOff x="5040" y="864"/>
                  <a:chExt cx="720" cy="432"/>
                </a:xfrm>
              </p:grpSpPr>
              <p:grpSp>
                <p:nvGrpSpPr>
                  <p:cNvPr id="151636" name="组合 151635"/>
                  <p:cNvGrpSpPr/>
                  <p:nvPr/>
                </p:nvGrpSpPr>
                <p:grpSpPr>
                  <a:xfrm flipH="1" flipV="1">
                    <a:off x="5040" y="864"/>
                    <a:ext cx="384" cy="432"/>
                    <a:chOff x="4416" y="816"/>
                    <a:chExt cx="384" cy="432"/>
                  </a:xfrm>
                </p:grpSpPr>
                <p:sp>
                  <p:nvSpPr>
                    <p:cNvPr id="151637" name="任意多边形 151636"/>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38" name="任意多边形 151637"/>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51639" name="组合 151638"/>
                  <p:cNvGrpSpPr/>
                  <p:nvPr/>
                </p:nvGrpSpPr>
                <p:grpSpPr>
                  <a:xfrm flipV="1">
                    <a:off x="5376" y="864"/>
                    <a:ext cx="384" cy="432"/>
                    <a:chOff x="4416" y="816"/>
                    <a:chExt cx="384" cy="432"/>
                  </a:xfrm>
                </p:grpSpPr>
                <p:sp>
                  <p:nvSpPr>
                    <p:cNvPr id="151640" name="任意多边形 151639"/>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41" name="任意多边形 151640"/>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151642" name="组合 151641"/>
                <p:cNvGrpSpPr/>
                <p:nvPr/>
              </p:nvGrpSpPr>
              <p:grpSpPr>
                <a:xfrm>
                  <a:off x="4752" y="1008"/>
                  <a:ext cx="720" cy="432"/>
                  <a:chOff x="5040" y="864"/>
                  <a:chExt cx="720" cy="432"/>
                </a:xfrm>
              </p:grpSpPr>
              <p:grpSp>
                <p:nvGrpSpPr>
                  <p:cNvPr id="151643" name="组合 151642"/>
                  <p:cNvGrpSpPr/>
                  <p:nvPr/>
                </p:nvGrpSpPr>
                <p:grpSpPr>
                  <a:xfrm flipH="1" flipV="1">
                    <a:off x="5040" y="864"/>
                    <a:ext cx="384" cy="432"/>
                    <a:chOff x="4416" y="816"/>
                    <a:chExt cx="384" cy="432"/>
                  </a:xfrm>
                </p:grpSpPr>
                <p:sp>
                  <p:nvSpPr>
                    <p:cNvPr id="151644" name="任意多边形 151643"/>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45" name="任意多边形 151644"/>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51646" name="组合 151645"/>
                  <p:cNvGrpSpPr/>
                  <p:nvPr/>
                </p:nvGrpSpPr>
                <p:grpSpPr>
                  <a:xfrm flipV="1">
                    <a:off x="5376" y="864"/>
                    <a:ext cx="384" cy="432"/>
                    <a:chOff x="4416" y="816"/>
                    <a:chExt cx="384" cy="432"/>
                  </a:xfrm>
                </p:grpSpPr>
                <p:sp>
                  <p:nvSpPr>
                    <p:cNvPr id="151647" name="任意多边形 151646"/>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48" name="任意多边形 151647"/>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sp>
            <p:nvSpPr>
              <p:cNvPr id="151649" name="任意多边形 151648"/>
              <p:cNvSpPr/>
              <p:nvPr/>
            </p:nvSpPr>
            <p:spPr>
              <a:xfrm flipV="1">
                <a:off x="5088" y="1104"/>
                <a:ext cx="96" cy="96"/>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50" name="直接连接符 151649"/>
              <p:cNvSpPr/>
              <p:nvPr/>
            </p:nvSpPr>
            <p:spPr>
              <a:xfrm>
                <a:off x="5184" y="1104"/>
                <a:ext cx="240" cy="0"/>
              </a:xfrm>
              <a:prstGeom prst="line">
                <a:avLst/>
              </a:prstGeom>
              <a:ln w="28575" cap="flat" cmpd="sng">
                <a:solidFill>
                  <a:srgbClr val="FF3300"/>
                </a:solidFill>
                <a:prstDash val="solid"/>
                <a:headEnd type="none" w="med" len="med"/>
                <a:tailEnd type="triangle" w="med" len="med"/>
              </a:ln>
            </p:spPr>
          </p:sp>
        </p:grpSp>
        <p:grpSp>
          <p:nvGrpSpPr>
            <p:cNvPr id="151651" name="组合 151650"/>
            <p:cNvGrpSpPr/>
            <p:nvPr/>
          </p:nvGrpSpPr>
          <p:grpSpPr>
            <a:xfrm>
              <a:off x="4665" y="2670"/>
              <a:ext cx="951" cy="150"/>
              <a:chOff x="4032" y="1008"/>
              <a:chExt cx="1392" cy="192"/>
            </a:xfrm>
          </p:grpSpPr>
          <p:grpSp>
            <p:nvGrpSpPr>
              <p:cNvPr id="151652" name="组合 151651"/>
              <p:cNvGrpSpPr/>
              <p:nvPr/>
            </p:nvGrpSpPr>
            <p:grpSpPr>
              <a:xfrm>
                <a:off x="4032" y="1008"/>
                <a:ext cx="528" cy="192"/>
                <a:chOff x="4032" y="1008"/>
                <a:chExt cx="1440" cy="432"/>
              </a:xfrm>
            </p:grpSpPr>
            <p:grpSp>
              <p:nvGrpSpPr>
                <p:cNvPr id="151653" name="组合 151652"/>
                <p:cNvGrpSpPr/>
                <p:nvPr/>
              </p:nvGrpSpPr>
              <p:grpSpPr>
                <a:xfrm>
                  <a:off x="4032" y="1008"/>
                  <a:ext cx="720" cy="432"/>
                  <a:chOff x="5040" y="864"/>
                  <a:chExt cx="720" cy="432"/>
                </a:xfrm>
              </p:grpSpPr>
              <p:grpSp>
                <p:nvGrpSpPr>
                  <p:cNvPr id="151654" name="组合 151653"/>
                  <p:cNvGrpSpPr/>
                  <p:nvPr/>
                </p:nvGrpSpPr>
                <p:grpSpPr>
                  <a:xfrm flipH="1" flipV="1">
                    <a:off x="5040" y="864"/>
                    <a:ext cx="384" cy="432"/>
                    <a:chOff x="4416" y="816"/>
                    <a:chExt cx="384" cy="432"/>
                  </a:xfrm>
                </p:grpSpPr>
                <p:sp>
                  <p:nvSpPr>
                    <p:cNvPr id="151655" name="任意多边形 151654"/>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56" name="任意多边形 151655"/>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51657" name="组合 151656"/>
                  <p:cNvGrpSpPr/>
                  <p:nvPr/>
                </p:nvGrpSpPr>
                <p:grpSpPr>
                  <a:xfrm flipV="1">
                    <a:off x="5376" y="864"/>
                    <a:ext cx="384" cy="432"/>
                    <a:chOff x="4416" y="816"/>
                    <a:chExt cx="384" cy="432"/>
                  </a:xfrm>
                </p:grpSpPr>
                <p:sp>
                  <p:nvSpPr>
                    <p:cNvPr id="151658" name="任意多边形 151657"/>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59" name="任意多边形 151658"/>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151660" name="组合 151659"/>
                <p:cNvGrpSpPr/>
                <p:nvPr/>
              </p:nvGrpSpPr>
              <p:grpSpPr>
                <a:xfrm>
                  <a:off x="4752" y="1008"/>
                  <a:ext cx="720" cy="432"/>
                  <a:chOff x="5040" y="864"/>
                  <a:chExt cx="720" cy="432"/>
                </a:xfrm>
              </p:grpSpPr>
              <p:grpSp>
                <p:nvGrpSpPr>
                  <p:cNvPr id="151661" name="组合 151660"/>
                  <p:cNvGrpSpPr/>
                  <p:nvPr/>
                </p:nvGrpSpPr>
                <p:grpSpPr>
                  <a:xfrm flipH="1" flipV="1">
                    <a:off x="5040" y="864"/>
                    <a:ext cx="384" cy="432"/>
                    <a:chOff x="4416" y="816"/>
                    <a:chExt cx="384" cy="432"/>
                  </a:xfrm>
                </p:grpSpPr>
                <p:sp>
                  <p:nvSpPr>
                    <p:cNvPr id="151662" name="任意多边形 151661"/>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63" name="任意多边形 151662"/>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51664" name="组合 151663"/>
                  <p:cNvGrpSpPr/>
                  <p:nvPr/>
                </p:nvGrpSpPr>
                <p:grpSpPr>
                  <a:xfrm flipV="1">
                    <a:off x="5376" y="864"/>
                    <a:ext cx="384" cy="432"/>
                    <a:chOff x="4416" y="816"/>
                    <a:chExt cx="384" cy="432"/>
                  </a:xfrm>
                </p:grpSpPr>
                <p:sp>
                  <p:nvSpPr>
                    <p:cNvPr id="151665" name="任意多边形 151664"/>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66" name="任意多边形 151665"/>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grpSp>
            <p:nvGrpSpPr>
              <p:cNvPr id="151667" name="组合 151666"/>
              <p:cNvGrpSpPr/>
              <p:nvPr/>
            </p:nvGrpSpPr>
            <p:grpSpPr>
              <a:xfrm>
                <a:off x="4560" y="1008"/>
                <a:ext cx="528" cy="192"/>
                <a:chOff x="4032" y="1008"/>
                <a:chExt cx="1440" cy="432"/>
              </a:xfrm>
            </p:grpSpPr>
            <p:grpSp>
              <p:nvGrpSpPr>
                <p:cNvPr id="151668" name="组合 151667"/>
                <p:cNvGrpSpPr/>
                <p:nvPr/>
              </p:nvGrpSpPr>
              <p:grpSpPr>
                <a:xfrm>
                  <a:off x="4032" y="1008"/>
                  <a:ext cx="720" cy="432"/>
                  <a:chOff x="5040" y="864"/>
                  <a:chExt cx="720" cy="432"/>
                </a:xfrm>
              </p:grpSpPr>
              <p:grpSp>
                <p:nvGrpSpPr>
                  <p:cNvPr id="151669" name="组合 151668"/>
                  <p:cNvGrpSpPr/>
                  <p:nvPr/>
                </p:nvGrpSpPr>
                <p:grpSpPr>
                  <a:xfrm flipH="1" flipV="1">
                    <a:off x="5040" y="864"/>
                    <a:ext cx="384" cy="432"/>
                    <a:chOff x="4416" y="816"/>
                    <a:chExt cx="384" cy="432"/>
                  </a:xfrm>
                </p:grpSpPr>
                <p:sp>
                  <p:nvSpPr>
                    <p:cNvPr id="151670" name="任意多边形 151669"/>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71" name="任意多边形 151670"/>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51672" name="组合 151671"/>
                  <p:cNvGrpSpPr/>
                  <p:nvPr/>
                </p:nvGrpSpPr>
                <p:grpSpPr>
                  <a:xfrm flipV="1">
                    <a:off x="5376" y="864"/>
                    <a:ext cx="384" cy="432"/>
                    <a:chOff x="4416" y="816"/>
                    <a:chExt cx="384" cy="432"/>
                  </a:xfrm>
                </p:grpSpPr>
                <p:sp>
                  <p:nvSpPr>
                    <p:cNvPr id="151673" name="任意多边形 151672"/>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74" name="任意多边形 151673"/>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nvGrpSpPr>
                <p:cNvPr id="151675" name="组合 151674"/>
                <p:cNvGrpSpPr/>
                <p:nvPr/>
              </p:nvGrpSpPr>
              <p:grpSpPr>
                <a:xfrm>
                  <a:off x="4752" y="1008"/>
                  <a:ext cx="720" cy="432"/>
                  <a:chOff x="5040" y="864"/>
                  <a:chExt cx="720" cy="432"/>
                </a:xfrm>
              </p:grpSpPr>
              <p:grpSp>
                <p:nvGrpSpPr>
                  <p:cNvPr id="151676" name="组合 151675"/>
                  <p:cNvGrpSpPr/>
                  <p:nvPr/>
                </p:nvGrpSpPr>
                <p:grpSpPr>
                  <a:xfrm flipH="1" flipV="1">
                    <a:off x="5040" y="864"/>
                    <a:ext cx="384" cy="432"/>
                    <a:chOff x="4416" y="816"/>
                    <a:chExt cx="384" cy="432"/>
                  </a:xfrm>
                </p:grpSpPr>
                <p:sp>
                  <p:nvSpPr>
                    <p:cNvPr id="151677" name="任意多边形 151676"/>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78" name="任意多边形 151677"/>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nvGrpSpPr>
                  <p:cNvPr id="151679" name="组合 151678"/>
                  <p:cNvGrpSpPr/>
                  <p:nvPr/>
                </p:nvGrpSpPr>
                <p:grpSpPr>
                  <a:xfrm flipV="1">
                    <a:off x="5376" y="864"/>
                    <a:ext cx="384" cy="432"/>
                    <a:chOff x="4416" y="816"/>
                    <a:chExt cx="384" cy="432"/>
                  </a:xfrm>
                </p:grpSpPr>
                <p:sp>
                  <p:nvSpPr>
                    <p:cNvPr id="151680" name="任意多边形 151679"/>
                    <p:cNvSpPr/>
                    <p:nvPr/>
                  </p:nvSpPr>
                  <p:spPr>
                    <a:xfrm flipV="1">
                      <a:off x="4416" y="1008"/>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81" name="任意多边形 151680"/>
                    <p:cNvSpPr/>
                    <p:nvPr/>
                  </p:nvSpPr>
                  <p:spPr>
                    <a:xfrm flipH="1">
                      <a:off x="4608" y="816"/>
                      <a:ext cx="192" cy="24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grpSp>
            </p:grpSp>
          </p:grpSp>
          <p:sp>
            <p:nvSpPr>
              <p:cNvPr id="151682" name="任意多边形 151681"/>
              <p:cNvSpPr/>
              <p:nvPr/>
            </p:nvSpPr>
            <p:spPr>
              <a:xfrm flipV="1">
                <a:off x="5088" y="1104"/>
                <a:ext cx="96" cy="96"/>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rgbClr val="FF3300"/>
                </a:solidFill>
                <a:prstDash val="solid"/>
                <a:headEnd type="none" w="med" len="med"/>
                <a:tailEnd type="none" w="med" len="med"/>
              </a:ln>
            </p:spPr>
            <p:txBody>
              <a:bodyPr/>
              <a:lstStyle/>
              <a:p>
                <a:endParaRPr lang="zh-CN" altLang="en-US"/>
              </a:p>
            </p:txBody>
          </p:sp>
          <p:sp>
            <p:nvSpPr>
              <p:cNvPr id="151683" name="直接连接符 151682"/>
              <p:cNvSpPr/>
              <p:nvPr/>
            </p:nvSpPr>
            <p:spPr>
              <a:xfrm>
                <a:off x="5184" y="1104"/>
                <a:ext cx="240" cy="0"/>
              </a:xfrm>
              <a:prstGeom prst="line">
                <a:avLst/>
              </a:prstGeom>
              <a:ln w="28575" cap="flat" cmpd="sng">
                <a:solidFill>
                  <a:srgbClr val="FF3300"/>
                </a:solidFill>
                <a:prstDash val="solid"/>
                <a:headEnd type="none" w="med" len="med"/>
                <a:tailEnd type="triangle" w="med" len="med"/>
              </a:ln>
            </p:spPr>
          </p:sp>
        </p:grpSp>
        <p:sp>
          <p:nvSpPr>
            <p:cNvPr id="151684" name="椭圆 151683"/>
            <p:cNvSpPr/>
            <p:nvPr/>
          </p:nvSpPr>
          <p:spPr>
            <a:xfrm>
              <a:off x="3497" y="3312"/>
              <a:ext cx="48" cy="48"/>
            </a:xfrm>
            <a:prstGeom prst="ellipse">
              <a:avLst/>
            </a:prstGeom>
            <a:solidFill>
              <a:schemeClr val="accent1"/>
            </a:solidFill>
            <a:ln w="19050" cap="flat" cmpd="sng">
              <a:solidFill>
                <a:schemeClr val="tx1"/>
              </a:solidFill>
              <a:prstDash val="solid"/>
              <a:headEnd type="none" w="med" len="med"/>
              <a:tailEnd type="none" w="med" len="lg"/>
            </a:ln>
          </p:spPr>
          <p:txBody>
            <a:bodyPr/>
            <a:lstStyle/>
            <a:p>
              <a:endParaRPr lang="zh-CN" altLang="en-US"/>
            </a:p>
          </p:txBody>
        </p:sp>
        <p:sp>
          <p:nvSpPr>
            <p:cNvPr id="151685" name="椭圆 151684"/>
            <p:cNvSpPr/>
            <p:nvPr/>
          </p:nvSpPr>
          <p:spPr>
            <a:xfrm>
              <a:off x="4608" y="2401"/>
              <a:ext cx="48" cy="48"/>
            </a:xfrm>
            <a:prstGeom prst="ellipse">
              <a:avLst/>
            </a:prstGeom>
            <a:solidFill>
              <a:schemeClr val="accent1"/>
            </a:solidFill>
            <a:ln w="19050" cap="flat" cmpd="sng">
              <a:solidFill>
                <a:schemeClr val="tx1"/>
              </a:solidFill>
              <a:prstDash val="solid"/>
              <a:headEnd type="none" w="med" len="med"/>
              <a:tailEnd type="none" w="med" len="lg"/>
            </a:ln>
          </p:spPr>
          <p:txBody>
            <a:bodyPr/>
            <a:lstStyle/>
            <a:p>
              <a:endParaRPr lang="zh-CN" altLang="en-US"/>
            </a:p>
          </p:txBody>
        </p:sp>
        <p:sp>
          <p:nvSpPr>
            <p:cNvPr id="151686" name="椭圆 151685"/>
            <p:cNvSpPr/>
            <p:nvPr/>
          </p:nvSpPr>
          <p:spPr>
            <a:xfrm>
              <a:off x="3494" y="2263"/>
              <a:ext cx="48" cy="48"/>
            </a:xfrm>
            <a:prstGeom prst="ellipse">
              <a:avLst/>
            </a:prstGeom>
            <a:solidFill>
              <a:schemeClr val="bg1"/>
            </a:solidFill>
            <a:ln w="19050" cap="flat" cmpd="sng">
              <a:solidFill>
                <a:schemeClr val="tx1"/>
              </a:solidFill>
              <a:prstDash val="solid"/>
              <a:headEnd type="none" w="med" len="med"/>
              <a:tailEnd type="none" w="med" len="lg"/>
            </a:ln>
          </p:spPr>
          <p:txBody>
            <a:bodyPr wrap="none" anchor="ctr"/>
            <a:lstStyle/>
            <a:p>
              <a:pPr algn="ctr"/>
              <a:r>
                <a:rPr lang="en-US" altLang="zh-CN" sz="2400">
                  <a:latin typeface="Times New Roman" panose="02020603050405020304" pitchFamily="18" charset="0"/>
                </a:rPr>
                <a:t>.</a:t>
              </a:r>
            </a:p>
          </p:txBody>
        </p:sp>
        <p:sp>
          <p:nvSpPr>
            <p:cNvPr id="151687" name="椭圆 151686"/>
            <p:cNvSpPr/>
            <p:nvPr/>
          </p:nvSpPr>
          <p:spPr>
            <a:xfrm>
              <a:off x="4614" y="3299"/>
              <a:ext cx="48" cy="48"/>
            </a:xfrm>
            <a:prstGeom prst="ellipse">
              <a:avLst/>
            </a:prstGeom>
            <a:solidFill>
              <a:schemeClr val="bg1"/>
            </a:solidFill>
            <a:ln w="19050" cap="flat" cmpd="sng">
              <a:solidFill>
                <a:schemeClr val="tx1"/>
              </a:solidFill>
              <a:prstDash val="solid"/>
              <a:headEnd type="none" w="med" len="med"/>
              <a:tailEnd type="none" w="med" len="lg"/>
            </a:ln>
          </p:spPr>
          <p:txBody>
            <a:bodyPr/>
            <a:lstStyle/>
            <a:p>
              <a:endParaRPr lang="zh-CN" altLang="en-US"/>
            </a:p>
          </p:txBody>
        </p:sp>
        <p:sp>
          <p:nvSpPr>
            <p:cNvPr id="151688" name="直接连接符 151687"/>
            <p:cNvSpPr/>
            <p:nvPr/>
          </p:nvSpPr>
          <p:spPr>
            <a:xfrm flipV="1">
              <a:off x="2925" y="2704"/>
              <a:ext cx="476" cy="499"/>
            </a:xfrm>
            <a:prstGeom prst="line">
              <a:avLst/>
            </a:prstGeom>
            <a:ln w="76200" cap="flat" cmpd="sng">
              <a:solidFill>
                <a:srgbClr val="FF6600"/>
              </a:solidFill>
              <a:prstDash val="solid"/>
              <a:headEnd type="none" w="med" len="med"/>
              <a:tailEnd type="triangle" w="med" len="med"/>
            </a:ln>
          </p:spPr>
        </p:sp>
      </p:grpSp>
      <p:sp>
        <p:nvSpPr>
          <p:cNvPr id="2" name="Rectangle 2"/>
          <p:cNvSpPr>
            <a:spLocks noGrp="1" noChangeArrowheads="1"/>
          </p:cNvSpPr>
          <p:nvPr/>
        </p:nvSpPr>
        <p:spPr>
          <a:xfrm>
            <a:off x="838200" y="381000"/>
            <a:ext cx="10515600" cy="1325563"/>
          </a:xfrm>
          <a:prstGeom prst="rect">
            <a:avLst/>
          </a:prstGeom>
        </p:spPr>
        <p:txBody>
          <a:bodyPr vert="horz" wrap="square" lIns="91440" tIns="45720" rIns="91440" bIns="45720" numCol="1" rtlCol="0" anchor="ctr" anchorCtr="0" compatLnSpc="1">
            <a:normAutofit/>
            <a:scene3d>
              <a:camera prst="orthographicFront"/>
              <a:lightRig rig="threePt" dir="t"/>
            </a:scene3d>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r>
              <a:rPr kumimoji="0" lang="en-US" altLang="zh-CN"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a:t>
            </a: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亚稳态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1574"/>
                                        </p:tgtEl>
                                        <p:attrNameLst>
                                          <p:attrName>style.visibility</p:attrName>
                                        </p:attrNameLst>
                                      </p:cBhvr>
                                      <p:to>
                                        <p:strVal val="visible"/>
                                      </p:to>
                                    </p:set>
                                    <p:animEffect transition="in" filter="wipe(left)">
                                      <p:cBhvr>
                                        <p:cTn id="7" dur="500"/>
                                        <p:tgtEl>
                                          <p:spTgt spid="1515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1575"/>
                                        </p:tgtEl>
                                        <p:attrNameLst>
                                          <p:attrName>style.visibility</p:attrName>
                                        </p:attrNameLst>
                                      </p:cBhvr>
                                      <p:to>
                                        <p:strVal val="visible"/>
                                      </p:to>
                                    </p:set>
                                    <p:animEffect transition="in" filter="wipe(left)">
                                      <p:cBhvr>
                                        <p:cTn id="12" dur="500"/>
                                        <p:tgtEl>
                                          <p:spTgt spid="151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74" grpId="0"/>
      <p:bldP spid="15157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t>21</a:t>
            </a:fld>
            <a:endParaRPr lang="zh-CN" altLang="en-US" dirty="0">
              <a:latin typeface="Times New Roman" panose="02020603050405020304" pitchFamily="18" charset="0"/>
            </a:endParaRPr>
          </a:p>
        </p:txBody>
      </p:sp>
      <p:grpSp>
        <p:nvGrpSpPr>
          <p:cNvPr id="141314" name="组合 141313"/>
          <p:cNvGrpSpPr/>
          <p:nvPr/>
        </p:nvGrpSpPr>
        <p:grpSpPr>
          <a:xfrm>
            <a:off x="1012190" y="1706880"/>
            <a:ext cx="6304915" cy="1770063"/>
            <a:chOff x="480" y="48"/>
            <a:chExt cx="2256" cy="1115"/>
          </a:xfrm>
        </p:grpSpPr>
        <p:sp>
          <p:nvSpPr>
            <p:cNvPr id="141315" name="文本框 141314"/>
            <p:cNvSpPr txBox="1"/>
            <p:nvPr/>
          </p:nvSpPr>
          <p:spPr>
            <a:xfrm>
              <a:off x="480" y="48"/>
              <a:ext cx="2256" cy="1115"/>
            </a:xfrm>
            <a:prstGeom prst="rect">
              <a:avLst/>
            </a:prstGeom>
            <a:noFill/>
            <a:ln w="9525">
              <a:noFill/>
            </a:ln>
          </p:spPr>
          <p:txBody>
            <a:bodyPr>
              <a:spAutoFit/>
            </a:bodyPr>
            <a:lstStyle/>
            <a:p>
              <a:pPr algn="l">
                <a:lnSpc>
                  <a:spcPct val="130000"/>
                </a:lnSpc>
                <a:spcBef>
                  <a:spcPct val="50000"/>
                </a:spcBef>
              </a:pPr>
              <a:r>
                <a:rPr lang="en-US" altLang="zh-CN" sz="2800" b="1" dirty="0">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rPr>
                <a:t>    </a:t>
              </a:r>
              <a:r>
                <a:rPr lang="zh-CN" altLang="en-US" sz="2800" b="1" dirty="0">
                  <a:solidFill>
                    <a:srgbClr val="CC0000"/>
                  </a:solidFill>
                  <a:effectLst>
                    <a:outerShdw blurRad="38100" dist="38100" dir="2700000">
                      <a:srgbClr val="C0C0C0"/>
                    </a:outerShdw>
                  </a:effectLst>
                  <a:latin typeface="幼圆" panose="02010509060101010101" charset="-122"/>
                  <a:ea typeface="幼圆" panose="02010509060101010101" charset="-122"/>
                </a:rPr>
                <a:t>三能级系统</a:t>
              </a:r>
              <a:r>
                <a:rPr lang="zh-CN" altLang="en-US" sz="2800" b="1" dirty="0">
                  <a:solidFill>
                    <a:schemeClr val="tx1"/>
                  </a:solidFill>
                  <a:effectLst>
                    <a:outerShdw blurRad="38100" dist="38100" dir="2700000">
                      <a:srgbClr val="C0C0C0"/>
                    </a:outerShdw>
                  </a:effectLst>
                  <a:latin typeface="宋体" panose="02010600030101010101" pitchFamily="2" charset="-122"/>
                </a:rPr>
                <a:t>  当泵浦光足够强时，有可能使       </a:t>
              </a:r>
              <a:r>
                <a:rPr lang="en-US" altLang="zh-CN" sz="2800" b="1" dirty="0">
                  <a:solidFill>
                    <a:schemeClr val="tx1"/>
                  </a:solidFill>
                  <a:effectLst>
                    <a:outerShdw blurRad="38100" dist="38100" dir="2700000">
                      <a:srgbClr val="C0C0C0"/>
                    </a:outerShdw>
                  </a:effectLst>
                  <a:latin typeface="宋体" panose="02010600030101010101" pitchFamily="2" charset="-122"/>
                </a:rPr>
                <a:t>,</a:t>
              </a:r>
              <a:r>
                <a:rPr lang="zh-CN" altLang="en-US" sz="2800" b="1" dirty="0">
                  <a:solidFill>
                    <a:schemeClr val="tx1"/>
                  </a:solidFill>
                  <a:effectLst>
                    <a:outerShdw blurRad="38100" dist="38100" dir="2700000">
                      <a:srgbClr val="C0C0C0"/>
                    </a:outerShdw>
                  </a:effectLst>
                  <a:latin typeface="宋体" panose="02010600030101010101" pitchFamily="2" charset="-122"/>
                </a:rPr>
                <a:t>在能级</a:t>
              </a:r>
              <a:r>
                <a:rPr lang="en-US" altLang="zh-CN" sz="2800" b="1" i="1">
                  <a:solidFill>
                    <a:schemeClr val="tx1"/>
                  </a:solidFill>
                  <a:effectLst>
                    <a:outerShdw blurRad="38100" dist="38100" dir="2700000">
                      <a:srgbClr val="C0C0C0"/>
                    </a:outerShdw>
                  </a:effectLst>
                  <a:latin typeface="Times New Roman" panose="02020603050405020304" pitchFamily="18" charset="0"/>
                </a:rPr>
                <a:t>E</a:t>
              </a:r>
              <a:r>
                <a:rPr lang="en-US" altLang="zh-CN" sz="2800" b="1" baseline="-25000">
                  <a:solidFill>
                    <a:schemeClr val="tx1"/>
                  </a:solidFill>
                  <a:effectLst>
                    <a:outerShdw blurRad="38100" dist="38100" dir="2700000">
                      <a:srgbClr val="C0C0C0"/>
                    </a:outerShdw>
                  </a:effectLst>
                  <a:latin typeface="Times New Roman" panose="02020603050405020304" pitchFamily="18" charset="0"/>
                </a:rPr>
                <a:t>2</a:t>
              </a:r>
              <a:r>
                <a:rPr lang="en-US" altLang="zh-CN" sz="2800" b="1" i="1" baseline="-25000">
                  <a:solidFill>
                    <a:schemeClr val="tx1"/>
                  </a:solidFill>
                  <a:effectLst>
                    <a:outerShdw blurRad="38100" dist="38100" dir="2700000">
                      <a:srgbClr val="C0C0C0"/>
                    </a:outerShdw>
                  </a:effectLst>
                  <a:latin typeface="Times New Roman" panose="02020603050405020304" pitchFamily="18" charset="0"/>
                </a:rPr>
                <a:t> </a:t>
              </a:r>
              <a:r>
                <a:rPr lang="zh-CN" altLang="en-US" sz="2800" b="1" dirty="0">
                  <a:solidFill>
                    <a:schemeClr val="tx1"/>
                  </a:solidFill>
                  <a:effectLst>
                    <a:outerShdw blurRad="38100" dist="38100" dir="2700000">
                      <a:srgbClr val="C0C0C0"/>
                    </a:outerShdw>
                  </a:effectLst>
                  <a:latin typeface="宋体" panose="02010600030101010101" pitchFamily="2" charset="-122"/>
                </a:rPr>
                <a:t>于</a:t>
              </a:r>
              <a:r>
                <a:rPr lang="en-US" altLang="zh-CN" sz="2800" b="1" i="1">
                  <a:solidFill>
                    <a:schemeClr val="tx1"/>
                  </a:solidFill>
                  <a:effectLst>
                    <a:outerShdw blurRad="38100" dist="38100" dir="2700000">
                      <a:srgbClr val="C0C0C0"/>
                    </a:outerShdw>
                  </a:effectLst>
                  <a:latin typeface="Times New Roman" panose="02020603050405020304" pitchFamily="18" charset="0"/>
                </a:rPr>
                <a:t>E</a:t>
              </a:r>
              <a:r>
                <a:rPr lang="en-US" altLang="zh-CN" sz="2800" b="1" baseline="-25000">
                  <a:solidFill>
                    <a:schemeClr val="tx1"/>
                  </a:solidFill>
                  <a:effectLst>
                    <a:outerShdw blurRad="38100" dist="38100" dir="2700000">
                      <a:srgbClr val="C0C0C0"/>
                    </a:outerShdw>
                  </a:effectLst>
                  <a:latin typeface="Times New Roman" panose="02020603050405020304" pitchFamily="18" charset="0"/>
                </a:rPr>
                <a:t>1</a:t>
              </a:r>
              <a:r>
                <a:rPr lang="en-US" altLang="zh-CN" sz="2800" b="1" i="1" baseline="-25000">
                  <a:solidFill>
                    <a:schemeClr val="tx1"/>
                  </a:solidFill>
                  <a:effectLst>
                    <a:outerShdw blurRad="38100" dist="38100" dir="2700000">
                      <a:srgbClr val="C0C0C0"/>
                    </a:outerShdw>
                  </a:effectLst>
                  <a:latin typeface="Times New Roman" panose="02020603050405020304" pitchFamily="18" charset="0"/>
                </a:rPr>
                <a:t> </a:t>
              </a:r>
              <a:r>
                <a:rPr lang="zh-CN" altLang="en-US" sz="2800" b="1" dirty="0">
                  <a:solidFill>
                    <a:schemeClr val="tx1"/>
                  </a:solidFill>
                  <a:effectLst>
                    <a:outerShdw blurRad="38100" dist="38100" dir="2700000">
                      <a:srgbClr val="C0C0C0"/>
                    </a:outerShdw>
                  </a:effectLst>
                  <a:latin typeface="宋体" panose="02010600030101010101" pitchFamily="2" charset="-122"/>
                </a:rPr>
                <a:t>间实现粒子数反转。</a:t>
              </a:r>
              <a:endParaRPr lang="zh-CN" altLang="en-US" sz="2800">
                <a:solidFill>
                  <a:schemeClr val="tx1"/>
                </a:solidFill>
                <a:latin typeface="Times New Roman" panose="02020603050405020304" pitchFamily="18" charset="0"/>
              </a:endParaRPr>
            </a:p>
          </p:txBody>
        </p:sp>
        <p:graphicFrame>
          <p:nvGraphicFramePr>
            <p:cNvPr id="141316" name="对象 141315"/>
            <p:cNvGraphicFramePr/>
            <p:nvPr/>
          </p:nvGraphicFramePr>
          <p:xfrm>
            <a:off x="1057" y="414"/>
            <a:ext cx="361" cy="383"/>
          </p:xfrm>
          <a:graphic>
            <a:graphicData uri="http://schemas.openxmlformats.org/presentationml/2006/ole">
              <mc:AlternateContent xmlns:mc="http://schemas.openxmlformats.org/markup-compatibility/2006">
                <mc:Choice xmlns:v="urn:schemas-microsoft-com:vml" Requires="v">
                  <p:oleObj spid="_x0000_s10259" r:id="rId3" imgW="570865" imgH="266065" progId="Equation.3">
                    <p:embed/>
                  </p:oleObj>
                </mc:Choice>
                <mc:Fallback>
                  <p:oleObj r:id="rId3" imgW="570865" imgH="266065" progId="Equation.3">
                    <p:embed/>
                    <p:pic>
                      <p:nvPicPr>
                        <p:cNvPr id="0" name="图片 3108"/>
                        <p:cNvPicPr/>
                        <p:nvPr/>
                      </p:nvPicPr>
                      <p:blipFill>
                        <a:blip r:embed="rId4"/>
                        <a:stretch>
                          <a:fillRect/>
                        </a:stretch>
                      </p:blipFill>
                      <p:spPr>
                        <a:xfrm>
                          <a:off x="1057" y="414"/>
                          <a:ext cx="361" cy="383"/>
                        </a:xfrm>
                        <a:prstGeom prst="rect">
                          <a:avLst/>
                        </a:prstGeom>
                        <a:noFill/>
                        <a:ln w="38100">
                          <a:noFill/>
                          <a:miter/>
                        </a:ln>
                      </p:spPr>
                    </p:pic>
                  </p:oleObj>
                </mc:Fallback>
              </mc:AlternateContent>
            </a:graphicData>
          </a:graphic>
        </p:graphicFrame>
      </p:grpSp>
      <p:pic>
        <p:nvPicPr>
          <p:cNvPr id="141385" name="图片 141384" descr="tu12">
            <a:hlinkClick r:id="rId5"/>
          </p:cNvPr>
          <p:cNvPicPr>
            <a:picLocks noChangeAspect="1"/>
          </p:cNvPicPr>
          <p:nvPr/>
        </p:nvPicPr>
        <p:blipFill>
          <a:blip r:embed="rId6"/>
          <a:stretch>
            <a:fillRect/>
          </a:stretch>
        </p:blipFill>
        <p:spPr>
          <a:xfrm>
            <a:off x="8025765" y="625475"/>
            <a:ext cx="3505200" cy="2624138"/>
          </a:xfrm>
          <a:prstGeom prst="rect">
            <a:avLst/>
          </a:prstGeom>
          <a:noFill/>
          <a:ln w="9525">
            <a:noFill/>
          </a:ln>
        </p:spPr>
      </p:pic>
      <p:grpSp>
        <p:nvGrpSpPr>
          <p:cNvPr id="141387" name="组合 141386"/>
          <p:cNvGrpSpPr/>
          <p:nvPr/>
        </p:nvGrpSpPr>
        <p:grpSpPr>
          <a:xfrm>
            <a:off x="7317105" y="3307715"/>
            <a:ext cx="3708400" cy="3352673"/>
            <a:chOff x="3036" y="1200"/>
            <a:chExt cx="2610" cy="2297"/>
          </a:xfrm>
        </p:grpSpPr>
        <p:sp>
          <p:nvSpPr>
            <p:cNvPr id="141388" name="直接连接符 141387"/>
            <p:cNvSpPr/>
            <p:nvPr/>
          </p:nvSpPr>
          <p:spPr>
            <a:xfrm flipV="1">
              <a:off x="3374" y="1344"/>
              <a:ext cx="0" cy="1872"/>
            </a:xfrm>
            <a:prstGeom prst="line">
              <a:avLst/>
            </a:prstGeom>
            <a:ln w="28575" cap="flat" cmpd="sng">
              <a:solidFill>
                <a:schemeClr val="tx1"/>
              </a:solidFill>
              <a:prstDash val="solid"/>
              <a:headEnd type="none" w="med" len="med"/>
              <a:tailEnd type="triangle" w="med" len="med"/>
            </a:ln>
          </p:spPr>
        </p:sp>
        <p:grpSp>
          <p:nvGrpSpPr>
            <p:cNvPr id="141389" name="组合 141388"/>
            <p:cNvGrpSpPr/>
            <p:nvPr/>
          </p:nvGrpSpPr>
          <p:grpSpPr>
            <a:xfrm>
              <a:off x="3036" y="1200"/>
              <a:ext cx="2610" cy="2297"/>
              <a:chOff x="3036" y="1200"/>
              <a:chExt cx="2610" cy="2297"/>
            </a:xfrm>
          </p:grpSpPr>
          <p:sp>
            <p:nvSpPr>
              <p:cNvPr id="141390" name="直接连接符 141389"/>
              <p:cNvSpPr/>
              <p:nvPr/>
            </p:nvSpPr>
            <p:spPr>
              <a:xfrm>
                <a:off x="3374" y="3216"/>
                <a:ext cx="2016" cy="0"/>
              </a:xfrm>
              <a:prstGeom prst="line">
                <a:avLst/>
              </a:prstGeom>
              <a:ln w="28575" cap="flat" cmpd="sng">
                <a:solidFill>
                  <a:schemeClr val="tx1"/>
                </a:solidFill>
                <a:prstDash val="solid"/>
                <a:headEnd type="none" w="med" len="med"/>
                <a:tailEnd type="triangle" w="med" len="med"/>
              </a:ln>
            </p:spPr>
          </p:sp>
          <p:sp>
            <p:nvSpPr>
              <p:cNvPr id="141391" name="直接连接符 141390"/>
              <p:cNvSpPr/>
              <p:nvPr/>
            </p:nvSpPr>
            <p:spPr>
              <a:xfrm>
                <a:off x="3374" y="2928"/>
                <a:ext cx="1056" cy="0"/>
              </a:xfrm>
              <a:prstGeom prst="line">
                <a:avLst/>
              </a:prstGeom>
              <a:ln w="57150" cap="flat" cmpd="sng">
                <a:solidFill>
                  <a:srgbClr val="808080"/>
                </a:solidFill>
                <a:prstDash val="solid"/>
                <a:headEnd type="none" w="med" len="med"/>
                <a:tailEnd type="none" w="med" len="med"/>
              </a:ln>
            </p:spPr>
          </p:sp>
          <p:sp>
            <p:nvSpPr>
              <p:cNvPr id="141392" name="直接连接符 141391"/>
              <p:cNvSpPr/>
              <p:nvPr/>
            </p:nvSpPr>
            <p:spPr>
              <a:xfrm>
                <a:off x="3374" y="2496"/>
                <a:ext cx="1200" cy="0"/>
              </a:xfrm>
              <a:prstGeom prst="line">
                <a:avLst/>
              </a:prstGeom>
              <a:ln w="57150" cap="flat" cmpd="sng">
                <a:solidFill>
                  <a:srgbClr val="808080"/>
                </a:solidFill>
                <a:prstDash val="solid"/>
                <a:headEnd type="none" w="med" len="med"/>
                <a:tailEnd type="none" w="med" len="med"/>
              </a:ln>
            </p:spPr>
          </p:sp>
          <p:sp>
            <p:nvSpPr>
              <p:cNvPr id="141393" name="直接连接符 141392"/>
              <p:cNvSpPr/>
              <p:nvPr/>
            </p:nvSpPr>
            <p:spPr>
              <a:xfrm>
                <a:off x="3374" y="1728"/>
                <a:ext cx="336" cy="0"/>
              </a:xfrm>
              <a:prstGeom prst="line">
                <a:avLst/>
              </a:prstGeom>
              <a:ln w="57150" cap="flat" cmpd="sng">
                <a:solidFill>
                  <a:srgbClr val="808080"/>
                </a:solidFill>
                <a:prstDash val="solid"/>
                <a:headEnd type="none" w="med" len="med"/>
                <a:tailEnd type="none" w="med" len="med"/>
              </a:ln>
            </p:spPr>
          </p:sp>
          <p:sp>
            <p:nvSpPr>
              <p:cNvPr id="141394" name="直接连接符 141393"/>
              <p:cNvSpPr/>
              <p:nvPr/>
            </p:nvSpPr>
            <p:spPr>
              <a:xfrm>
                <a:off x="3710" y="1728"/>
                <a:ext cx="0" cy="1488"/>
              </a:xfrm>
              <a:prstGeom prst="line">
                <a:avLst/>
              </a:prstGeom>
              <a:ln w="9525" cap="flat" cmpd="sng">
                <a:solidFill>
                  <a:schemeClr val="tx1"/>
                </a:solidFill>
                <a:prstDash val="lgDash"/>
                <a:headEnd type="none" w="med" len="med"/>
                <a:tailEnd type="none" w="med" len="med"/>
              </a:ln>
            </p:spPr>
          </p:sp>
          <p:sp>
            <p:nvSpPr>
              <p:cNvPr id="141395" name="直接连接符 141394"/>
              <p:cNvSpPr/>
              <p:nvPr/>
            </p:nvSpPr>
            <p:spPr>
              <a:xfrm>
                <a:off x="4598" y="2504"/>
                <a:ext cx="0" cy="720"/>
              </a:xfrm>
              <a:prstGeom prst="line">
                <a:avLst/>
              </a:prstGeom>
              <a:ln w="9525" cap="flat" cmpd="sng">
                <a:solidFill>
                  <a:schemeClr val="tx1"/>
                </a:solidFill>
                <a:prstDash val="lgDash"/>
                <a:headEnd type="none" w="med" len="med"/>
                <a:tailEnd type="none" w="med" len="med"/>
              </a:ln>
            </p:spPr>
          </p:sp>
          <p:sp>
            <p:nvSpPr>
              <p:cNvPr id="141396" name="直接连接符 141395"/>
              <p:cNvSpPr/>
              <p:nvPr/>
            </p:nvSpPr>
            <p:spPr>
              <a:xfrm>
                <a:off x="4430" y="2928"/>
                <a:ext cx="0" cy="288"/>
              </a:xfrm>
              <a:prstGeom prst="line">
                <a:avLst/>
              </a:prstGeom>
              <a:ln w="9525" cap="flat" cmpd="sng">
                <a:solidFill>
                  <a:schemeClr val="tx1"/>
                </a:solidFill>
                <a:prstDash val="lgDash"/>
                <a:headEnd type="none" w="med" len="med"/>
                <a:tailEnd type="none" w="med" len="med"/>
              </a:ln>
            </p:spPr>
          </p:sp>
          <p:sp>
            <p:nvSpPr>
              <p:cNvPr id="141397" name="任意多边形 141396"/>
              <p:cNvSpPr/>
              <p:nvPr/>
            </p:nvSpPr>
            <p:spPr>
              <a:xfrm>
                <a:off x="3585" y="1526"/>
                <a:ext cx="1015" cy="1484"/>
              </a:xfrm>
              <a:custGeom>
                <a:avLst/>
                <a:gdLst/>
                <a:ahLst/>
                <a:cxnLst/>
                <a:rect l="0" t="0" r="0" b="0"/>
                <a:pathLst>
                  <a:path w="1015" h="1484">
                    <a:moveTo>
                      <a:pt x="0" y="0"/>
                    </a:moveTo>
                    <a:cubicBezTo>
                      <a:pt x="20" y="32"/>
                      <a:pt x="77" y="140"/>
                      <a:pt x="122" y="195"/>
                    </a:cubicBezTo>
                    <a:cubicBezTo>
                      <a:pt x="167" y="250"/>
                      <a:pt x="215" y="292"/>
                      <a:pt x="268" y="332"/>
                    </a:cubicBezTo>
                    <a:cubicBezTo>
                      <a:pt x="321" y="372"/>
                      <a:pt x="384" y="408"/>
                      <a:pt x="438" y="438"/>
                    </a:cubicBezTo>
                    <a:cubicBezTo>
                      <a:pt x="492" y="468"/>
                      <a:pt x="532" y="477"/>
                      <a:pt x="592" y="511"/>
                    </a:cubicBezTo>
                    <a:cubicBezTo>
                      <a:pt x="652" y="545"/>
                      <a:pt x="741" y="594"/>
                      <a:pt x="799" y="640"/>
                    </a:cubicBezTo>
                    <a:cubicBezTo>
                      <a:pt x="857" y="686"/>
                      <a:pt x="906" y="735"/>
                      <a:pt x="941" y="790"/>
                    </a:cubicBezTo>
                    <a:cubicBezTo>
                      <a:pt x="976" y="845"/>
                      <a:pt x="1001" y="908"/>
                      <a:pt x="1008" y="969"/>
                    </a:cubicBezTo>
                    <a:cubicBezTo>
                      <a:pt x="1015" y="1030"/>
                      <a:pt x="1004" y="1099"/>
                      <a:pt x="986" y="1156"/>
                    </a:cubicBezTo>
                    <a:cubicBezTo>
                      <a:pt x="968" y="1213"/>
                      <a:pt x="936" y="1259"/>
                      <a:pt x="900" y="1314"/>
                    </a:cubicBezTo>
                    <a:cubicBezTo>
                      <a:pt x="864" y="1369"/>
                      <a:pt x="798" y="1449"/>
                      <a:pt x="771" y="1484"/>
                    </a:cubicBezTo>
                  </a:path>
                </a:pathLst>
              </a:custGeom>
              <a:noFill/>
              <a:ln w="38100" cap="flat" cmpd="sng">
                <a:solidFill>
                  <a:srgbClr val="800000"/>
                </a:solidFill>
                <a:prstDash val="solid"/>
                <a:headEnd type="none" w="med" len="med"/>
                <a:tailEnd type="none" w="med" len="med"/>
              </a:ln>
            </p:spPr>
            <p:txBody>
              <a:bodyPr/>
              <a:lstStyle/>
              <a:p>
                <a:endParaRPr lang="zh-CN" altLang="en-US"/>
              </a:p>
            </p:txBody>
          </p:sp>
          <p:sp>
            <p:nvSpPr>
              <p:cNvPr id="141398" name="文本框 141397"/>
              <p:cNvSpPr txBox="1"/>
              <p:nvPr/>
            </p:nvSpPr>
            <p:spPr>
              <a:xfrm>
                <a:off x="4623" y="2364"/>
                <a:ext cx="1023" cy="273"/>
              </a:xfrm>
              <a:prstGeom prst="rect">
                <a:avLst/>
              </a:prstGeom>
              <a:noFill/>
              <a:ln w="9525">
                <a:noFill/>
              </a:ln>
            </p:spPr>
            <p:txBody>
              <a:bodyPr wrap="none" anchor="t">
                <a:spAutoFit/>
              </a:bodyPr>
              <a:lstStyle/>
              <a:p>
                <a:pPr algn="l" eaLnBrk="0" hangingPunct="0"/>
                <a:r>
                  <a:rPr lang="zh-CN" altLang="en-US" sz="2000" dirty="0">
                    <a:solidFill>
                      <a:schemeClr val="tx1"/>
                    </a:solidFill>
                    <a:effectLst>
                      <a:outerShdw blurRad="38100" dist="38100" dir="2700000">
                        <a:srgbClr val="C0C0C0"/>
                      </a:outerShdw>
                    </a:effectLst>
                    <a:latin typeface="Times New Roman" panose="02020603050405020304" pitchFamily="18" charset="0"/>
                    <a:ea typeface="黑体" panose="02010609060101010101" pitchFamily="49" charset="-122"/>
                  </a:rPr>
                  <a:t>亚稳态能级</a:t>
                </a:r>
                <a:endParaRPr lang="zh-CN" altLang="en-US" sz="2000">
                  <a:solidFill>
                    <a:schemeClr val="tx1"/>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141399" name="文本框 141398"/>
              <p:cNvSpPr txBox="1"/>
              <p:nvPr/>
            </p:nvSpPr>
            <p:spPr>
              <a:xfrm>
                <a:off x="5342" y="3072"/>
                <a:ext cx="245"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sp>
            <p:nvSpPr>
              <p:cNvPr id="141400" name="文本框 141399"/>
              <p:cNvSpPr txBox="1"/>
              <p:nvPr/>
            </p:nvSpPr>
            <p:spPr>
              <a:xfrm>
                <a:off x="3068" y="1200"/>
                <a:ext cx="236"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grpSp>
            <p:nvGrpSpPr>
              <p:cNvPr id="141401" name="组合 141400"/>
              <p:cNvGrpSpPr/>
              <p:nvPr/>
            </p:nvGrpSpPr>
            <p:grpSpPr>
              <a:xfrm>
                <a:off x="3036" y="1562"/>
                <a:ext cx="358" cy="329"/>
                <a:chOff x="370" y="2160"/>
                <a:chExt cx="358" cy="329"/>
              </a:xfrm>
            </p:grpSpPr>
            <p:sp>
              <p:nvSpPr>
                <p:cNvPr id="141402" name="文本框 141401"/>
                <p:cNvSpPr txBox="1"/>
                <p:nvPr/>
              </p:nvSpPr>
              <p:spPr>
                <a:xfrm>
                  <a:off x="370" y="2160"/>
                  <a:ext cx="236"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sp>
              <p:nvSpPr>
                <p:cNvPr id="141403" name="文本框 141402"/>
                <p:cNvSpPr txBox="1"/>
                <p:nvPr/>
              </p:nvSpPr>
              <p:spPr>
                <a:xfrm>
                  <a:off x="528" y="2258"/>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3</a:t>
                  </a:r>
                </a:p>
              </p:txBody>
            </p:sp>
          </p:grpSp>
          <p:grpSp>
            <p:nvGrpSpPr>
              <p:cNvPr id="141404" name="组合 141403"/>
              <p:cNvGrpSpPr/>
              <p:nvPr/>
            </p:nvGrpSpPr>
            <p:grpSpPr>
              <a:xfrm>
                <a:off x="3038" y="2784"/>
                <a:ext cx="358" cy="328"/>
                <a:chOff x="1958" y="2282"/>
                <a:chExt cx="358" cy="328"/>
              </a:xfrm>
            </p:grpSpPr>
            <p:sp>
              <p:nvSpPr>
                <p:cNvPr id="141405" name="文本框 141404"/>
                <p:cNvSpPr txBox="1"/>
                <p:nvPr/>
              </p:nvSpPr>
              <p:spPr>
                <a:xfrm>
                  <a:off x="1958" y="2282"/>
                  <a:ext cx="236"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sp>
              <p:nvSpPr>
                <p:cNvPr id="141406" name="文本框 141405"/>
                <p:cNvSpPr txBox="1"/>
                <p:nvPr/>
              </p:nvSpPr>
              <p:spPr>
                <a:xfrm>
                  <a:off x="2116" y="2379"/>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1</a:t>
                  </a:r>
                </a:p>
              </p:txBody>
            </p:sp>
          </p:grpSp>
          <p:grpSp>
            <p:nvGrpSpPr>
              <p:cNvPr id="141407" name="组合 141406"/>
              <p:cNvGrpSpPr/>
              <p:nvPr/>
            </p:nvGrpSpPr>
            <p:grpSpPr>
              <a:xfrm>
                <a:off x="3040" y="2330"/>
                <a:ext cx="354" cy="329"/>
                <a:chOff x="1910" y="1994"/>
                <a:chExt cx="354" cy="329"/>
              </a:xfrm>
            </p:grpSpPr>
            <p:sp>
              <p:nvSpPr>
                <p:cNvPr id="141408" name="文本框 141407"/>
                <p:cNvSpPr txBox="1"/>
                <p:nvPr/>
              </p:nvSpPr>
              <p:spPr>
                <a:xfrm>
                  <a:off x="2064" y="2092"/>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2</a:t>
                  </a:r>
                </a:p>
              </p:txBody>
            </p:sp>
            <p:sp>
              <p:nvSpPr>
                <p:cNvPr id="141409" name="文本框 141408"/>
                <p:cNvSpPr txBox="1"/>
                <p:nvPr/>
              </p:nvSpPr>
              <p:spPr>
                <a:xfrm>
                  <a:off x="1910" y="1994"/>
                  <a:ext cx="235"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grpSp>
          <p:grpSp>
            <p:nvGrpSpPr>
              <p:cNvPr id="141410" name="组合 141409"/>
              <p:cNvGrpSpPr/>
              <p:nvPr/>
            </p:nvGrpSpPr>
            <p:grpSpPr>
              <a:xfrm>
                <a:off x="4521" y="3168"/>
                <a:ext cx="354" cy="329"/>
                <a:chOff x="2534" y="2666"/>
                <a:chExt cx="354" cy="329"/>
              </a:xfrm>
            </p:grpSpPr>
            <p:sp>
              <p:nvSpPr>
                <p:cNvPr id="141411" name="文本框 141410"/>
                <p:cNvSpPr txBox="1"/>
                <p:nvPr/>
              </p:nvSpPr>
              <p:spPr>
                <a:xfrm>
                  <a:off x="2534" y="2666"/>
                  <a:ext cx="245"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sp>
              <p:nvSpPr>
                <p:cNvPr id="141412" name="文本框 141411"/>
                <p:cNvSpPr txBox="1"/>
                <p:nvPr/>
              </p:nvSpPr>
              <p:spPr>
                <a:xfrm>
                  <a:off x="2688" y="2764"/>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2</a:t>
                  </a:r>
                </a:p>
              </p:txBody>
            </p:sp>
          </p:grpSp>
          <p:grpSp>
            <p:nvGrpSpPr>
              <p:cNvPr id="141413" name="组合 141412"/>
              <p:cNvGrpSpPr/>
              <p:nvPr/>
            </p:nvGrpSpPr>
            <p:grpSpPr>
              <a:xfrm>
                <a:off x="4298" y="3168"/>
                <a:ext cx="344" cy="326"/>
                <a:chOff x="2688" y="3072"/>
                <a:chExt cx="344" cy="326"/>
              </a:xfrm>
            </p:grpSpPr>
            <p:sp>
              <p:nvSpPr>
                <p:cNvPr id="141414" name="文本框 141413"/>
                <p:cNvSpPr txBox="1"/>
                <p:nvPr/>
              </p:nvSpPr>
              <p:spPr>
                <a:xfrm>
                  <a:off x="2832" y="3167"/>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1</a:t>
                  </a:r>
                </a:p>
              </p:txBody>
            </p:sp>
            <p:sp>
              <p:nvSpPr>
                <p:cNvPr id="141415" name="文本框 141414"/>
                <p:cNvSpPr txBox="1"/>
                <p:nvPr/>
              </p:nvSpPr>
              <p:spPr>
                <a:xfrm>
                  <a:off x="2688" y="3072"/>
                  <a:ext cx="244"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grpSp>
          <p:grpSp>
            <p:nvGrpSpPr>
              <p:cNvPr id="141416" name="组合 141415"/>
              <p:cNvGrpSpPr/>
              <p:nvPr/>
            </p:nvGrpSpPr>
            <p:grpSpPr>
              <a:xfrm>
                <a:off x="3566" y="3168"/>
                <a:ext cx="356" cy="326"/>
                <a:chOff x="2544" y="1824"/>
                <a:chExt cx="356" cy="326"/>
              </a:xfrm>
            </p:grpSpPr>
            <p:sp>
              <p:nvSpPr>
                <p:cNvPr id="141417" name="文本框 141416"/>
                <p:cNvSpPr txBox="1"/>
                <p:nvPr/>
              </p:nvSpPr>
              <p:spPr>
                <a:xfrm>
                  <a:off x="2700" y="1919"/>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3</a:t>
                  </a:r>
                </a:p>
              </p:txBody>
            </p:sp>
            <p:sp>
              <p:nvSpPr>
                <p:cNvPr id="141418" name="文本框 141417"/>
                <p:cNvSpPr txBox="1"/>
                <p:nvPr/>
              </p:nvSpPr>
              <p:spPr>
                <a:xfrm>
                  <a:off x="2544" y="1824"/>
                  <a:ext cx="244"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grpSp>
          <p:sp>
            <p:nvSpPr>
              <p:cNvPr id="141419" name="文本框 141418"/>
              <p:cNvSpPr txBox="1"/>
              <p:nvPr/>
            </p:nvSpPr>
            <p:spPr>
              <a:xfrm>
                <a:off x="3178" y="3110"/>
                <a:ext cx="218" cy="273"/>
              </a:xfrm>
              <a:prstGeom prst="rect">
                <a:avLst/>
              </a:prstGeom>
              <a:noFill/>
              <a:ln w="9525">
                <a:noFill/>
              </a:ln>
            </p:spPr>
            <p:txBody>
              <a:bodyPr wrap="none" anchor="t">
                <a:spAutoFit/>
              </a:bodyPr>
              <a:lstStyle/>
              <a:p>
                <a:pPr algn="l" eaLnBrk="0" hangingPunct="0"/>
                <a:r>
                  <a:rPr lang="en-US" altLang="zh-CN" sz="2000" b="1">
                    <a:solidFill>
                      <a:schemeClr val="tx1"/>
                    </a:solidFill>
                    <a:latin typeface="Times New Roman" panose="02020603050405020304" pitchFamily="18" charset="0"/>
                  </a:rPr>
                  <a:t>0</a:t>
                </a:r>
              </a:p>
            </p:txBody>
          </p:sp>
        </p:grpSp>
      </p:grpSp>
      <p:grpSp>
        <p:nvGrpSpPr>
          <p:cNvPr id="141420" name="组合 141419"/>
          <p:cNvGrpSpPr/>
          <p:nvPr/>
        </p:nvGrpSpPr>
        <p:grpSpPr>
          <a:xfrm>
            <a:off x="1906905" y="3407410"/>
            <a:ext cx="3688086" cy="3352673"/>
            <a:chOff x="288" y="1218"/>
            <a:chExt cx="2596" cy="2297"/>
          </a:xfrm>
        </p:grpSpPr>
        <p:sp>
          <p:nvSpPr>
            <p:cNvPr id="141421" name="直接连接符 141420"/>
            <p:cNvSpPr/>
            <p:nvPr/>
          </p:nvSpPr>
          <p:spPr>
            <a:xfrm>
              <a:off x="638" y="1728"/>
              <a:ext cx="336" cy="0"/>
            </a:xfrm>
            <a:prstGeom prst="line">
              <a:avLst/>
            </a:prstGeom>
            <a:ln w="57150" cap="flat" cmpd="sng">
              <a:solidFill>
                <a:srgbClr val="808080"/>
              </a:solidFill>
              <a:prstDash val="solid"/>
              <a:headEnd type="none" w="med" len="med"/>
              <a:tailEnd type="none" w="med" len="med"/>
            </a:ln>
          </p:spPr>
        </p:sp>
        <p:sp>
          <p:nvSpPr>
            <p:cNvPr id="141422" name="任意多边形 141421"/>
            <p:cNvSpPr/>
            <p:nvPr/>
          </p:nvSpPr>
          <p:spPr>
            <a:xfrm>
              <a:off x="864" y="1536"/>
              <a:ext cx="1720" cy="1476"/>
            </a:xfrm>
            <a:custGeom>
              <a:avLst/>
              <a:gdLst/>
              <a:ahLst/>
              <a:cxnLst/>
              <a:rect l="0" t="0" r="0" b="0"/>
              <a:pathLst>
                <a:path w="1720" h="1476">
                  <a:moveTo>
                    <a:pt x="0" y="0"/>
                  </a:moveTo>
                  <a:cubicBezTo>
                    <a:pt x="16" y="35"/>
                    <a:pt x="62" y="133"/>
                    <a:pt x="107" y="210"/>
                  </a:cubicBezTo>
                  <a:cubicBezTo>
                    <a:pt x="152" y="287"/>
                    <a:pt x="206" y="381"/>
                    <a:pt x="268" y="462"/>
                  </a:cubicBezTo>
                  <a:cubicBezTo>
                    <a:pt x="330" y="543"/>
                    <a:pt x="394" y="610"/>
                    <a:pt x="479" y="697"/>
                  </a:cubicBezTo>
                  <a:cubicBezTo>
                    <a:pt x="564" y="784"/>
                    <a:pt x="699" y="912"/>
                    <a:pt x="779" y="981"/>
                  </a:cubicBezTo>
                  <a:cubicBezTo>
                    <a:pt x="859" y="1050"/>
                    <a:pt x="881" y="1062"/>
                    <a:pt x="957" y="1111"/>
                  </a:cubicBezTo>
                  <a:cubicBezTo>
                    <a:pt x="1033" y="1160"/>
                    <a:pt x="1141" y="1224"/>
                    <a:pt x="1233" y="1273"/>
                  </a:cubicBezTo>
                  <a:cubicBezTo>
                    <a:pt x="1325" y="1322"/>
                    <a:pt x="1428" y="1369"/>
                    <a:pt x="1509" y="1403"/>
                  </a:cubicBezTo>
                  <a:cubicBezTo>
                    <a:pt x="1590" y="1437"/>
                    <a:pt x="1676" y="1461"/>
                    <a:pt x="1720" y="1476"/>
                  </a:cubicBezTo>
                </a:path>
              </a:pathLst>
            </a:custGeom>
            <a:noFill/>
            <a:ln w="38100" cap="flat" cmpd="sng">
              <a:solidFill>
                <a:srgbClr val="800000"/>
              </a:solidFill>
              <a:prstDash val="solid"/>
              <a:headEnd type="none" w="med" len="med"/>
              <a:tailEnd type="none" w="med" len="med"/>
            </a:ln>
          </p:spPr>
          <p:txBody>
            <a:bodyPr/>
            <a:lstStyle/>
            <a:p>
              <a:endParaRPr lang="zh-CN" altLang="en-US"/>
            </a:p>
          </p:txBody>
        </p:sp>
        <p:grpSp>
          <p:nvGrpSpPr>
            <p:cNvPr id="141423" name="组合 141422"/>
            <p:cNvGrpSpPr/>
            <p:nvPr/>
          </p:nvGrpSpPr>
          <p:grpSpPr>
            <a:xfrm>
              <a:off x="288" y="1218"/>
              <a:ext cx="2596" cy="2297"/>
              <a:chOff x="288" y="1218"/>
              <a:chExt cx="2596" cy="2297"/>
            </a:xfrm>
          </p:grpSpPr>
          <p:sp>
            <p:nvSpPr>
              <p:cNvPr id="141424" name="直接连接符 141423"/>
              <p:cNvSpPr/>
              <p:nvPr/>
            </p:nvSpPr>
            <p:spPr>
              <a:xfrm>
                <a:off x="638" y="3234"/>
                <a:ext cx="2016" cy="0"/>
              </a:xfrm>
              <a:prstGeom prst="line">
                <a:avLst/>
              </a:prstGeom>
              <a:ln w="28575" cap="flat" cmpd="sng">
                <a:solidFill>
                  <a:schemeClr val="tx1"/>
                </a:solidFill>
                <a:prstDash val="solid"/>
                <a:headEnd type="none" w="med" len="med"/>
                <a:tailEnd type="triangle" w="med" len="med"/>
              </a:ln>
            </p:spPr>
          </p:sp>
          <p:sp>
            <p:nvSpPr>
              <p:cNvPr id="141425" name="直接连接符 141424"/>
              <p:cNvSpPr/>
              <p:nvPr/>
            </p:nvSpPr>
            <p:spPr>
              <a:xfrm flipV="1">
                <a:off x="638" y="1362"/>
                <a:ext cx="0" cy="1872"/>
              </a:xfrm>
              <a:prstGeom prst="line">
                <a:avLst/>
              </a:prstGeom>
              <a:ln w="28575" cap="flat" cmpd="sng">
                <a:solidFill>
                  <a:schemeClr val="tx1"/>
                </a:solidFill>
                <a:prstDash val="solid"/>
                <a:headEnd type="none" w="med" len="med"/>
                <a:tailEnd type="triangle" w="med" len="med"/>
              </a:ln>
            </p:spPr>
          </p:sp>
          <p:sp>
            <p:nvSpPr>
              <p:cNvPr id="141426" name="直接连接符 141425"/>
              <p:cNvSpPr/>
              <p:nvPr/>
            </p:nvSpPr>
            <p:spPr>
              <a:xfrm>
                <a:off x="638" y="2946"/>
                <a:ext cx="1728" cy="0"/>
              </a:xfrm>
              <a:prstGeom prst="line">
                <a:avLst/>
              </a:prstGeom>
              <a:ln w="57150" cap="flat" cmpd="sng">
                <a:solidFill>
                  <a:srgbClr val="808080"/>
                </a:solidFill>
                <a:prstDash val="solid"/>
                <a:headEnd type="none" w="med" len="med"/>
                <a:tailEnd type="none" w="med" len="med"/>
              </a:ln>
            </p:spPr>
          </p:sp>
          <p:sp>
            <p:nvSpPr>
              <p:cNvPr id="141427" name="直接连接符 141426"/>
              <p:cNvSpPr/>
              <p:nvPr/>
            </p:nvSpPr>
            <p:spPr>
              <a:xfrm>
                <a:off x="638" y="2514"/>
                <a:ext cx="1008" cy="0"/>
              </a:xfrm>
              <a:prstGeom prst="line">
                <a:avLst/>
              </a:prstGeom>
              <a:ln w="57150" cap="flat" cmpd="sng">
                <a:solidFill>
                  <a:srgbClr val="808080"/>
                </a:solidFill>
                <a:prstDash val="solid"/>
                <a:headEnd type="none" w="med" len="med"/>
                <a:tailEnd type="none" w="med" len="med"/>
              </a:ln>
            </p:spPr>
          </p:sp>
          <p:sp>
            <p:nvSpPr>
              <p:cNvPr id="141428" name="直接连接符 141427"/>
              <p:cNvSpPr/>
              <p:nvPr/>
            </p:nvSpPr>
            <p:spPr>
              <a:xfrm>
                <a:off x="974" y="1746"/>
                <a:ext cx="0" cy="1488"/>
              </a:xfrm>
              <a:prstGeom prst="line">
                <a:avLst/>
              </a:prstGeom>
              <a:ln w="9525" cap="flat" cmpd="sng">
                <a:solidFill>
                  <a:schemeClr val="tx1"/>
                </a:solidFill>
                <a:prstDash val="lgDash"/>
                <a:headEnd type="none" w="med" len="med"/>
                <a:tailEnd type="none" w="med" len="med"/>
              </a:ln>
            </p:spPr>
          </p:sp>
          <p:sp>
            <p:nvSpPr>
              <p:cNvPr id="141429" name="直接连接符 141428"/>
              <p:cNvSpPr/>
              <p:nvPr/>
            </p:nvSpPr>
            <p:spPr>
              <a:xfrm>
                <a:off x="1646" y="2522"/>
                <a:ext cx="0" cy="720"/>
              </a:xfrm>
              <a:prstGeom prst="line">
                <a:avLst/>
              </a:prstGeom>
              <a:ln w="9525" cap="flat" cmpd="sng">
                <a:solidFill>
                  <a:schemeClr val="tx1"/>
                </a:solidFill>
                <a:prstDash val="lgDash"/>
                <a:headEnd type="none" w="med" len="med"/>
                <a:tailEnd type="none" w="med" len="med"/>
              </a:ln>
            </p:spPr>
          </p:sp>
          <p:sp>
            <p:nvSpPr>
              <p:cNvPr id="141430" name="直接连接符 141429"/>
              <p:cNvSpPr/>
              <p:nvPr/>
            </p:nvSpPr>
            <p:spPr>
              <a:xfrm>
                <a:off x="2366" y="2946"/>
                <a:ext cx="0" cy="288"/>
              </a:xfrm>
              <a:prstGeom prst="line">
                <a:avLst/>
              </a:prstGeom>
              <a:ln w="9525" cap="flat" cmpd="sng">
                <a:solidFill>
                  <a:schemeClr val="tx1"/>
                </a:solidFill>
                <a:prstDash val="lgDash"/>
                <a:headEnd type="none" w="med" len="med"/>
                <a:tailEnd type="none" w="med" len="med"/>
              </a:ln>
            </p:spPr>
          </p:sp>
          <p:grpSp>
            <p:nvGrpSpPr>
              <p:cNvPr id="141431" name="组合 141430"/>
              <p:cNvGrpSpPr/>
              <p:nvPr/>
            </p:nvGrpSpPr>
            <p:grpSpPr>
              <a:xfrm>
                <a:off x="288" y="1580"/>
                <a:ext cx="358" cy="329"/>
                <a:chOff x="370" y="2160"/>
                <a:chExt cx="358" cy="329"/>
              </a:xfrm>
            </p:grpSpPr>
            <p:sp>
              <p:nvSpPr>
                <p:cNvPr id="141432" name="文本框 141431"/>
                <p:cNvSpPr txBox="1"/>
                <p:nvPr/>
              </p:nvSpPr>
              <p:spPr>
                <a:xfrm>
                  <a:off x="370" y="2160"/>
                  <a:ext cx="236"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sp>
              <p:nvSpPr>
                <p:cNvPr id="141433" name="文本框 141432"/>
                <p:cNvSpPr txBox="1"/>
                <p:nvPr/>
              </p:nvSpPr>
              <p:spPr>
                <a:xfrm>
                  <a:off x="528" y="2258"/>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3</a:t>
                  </a:r>
                </a:p>
              </p:txBody>
            </p:sp>
          </p:grpSp>
          <p:grpSp>
            <p:nvGrpSpPr>
              <p:cNvPr id="141434" name="组合 141433"/>
              <p:cNvGrpSpPr/>
              <p:nvPr/>
            </p:nvGrpSpPr>
            <p:grpSpPr>
              <a:xfrm>
                <a:off x="303" y="2802"/>
                <a:ext cx="357" cy="328"/>
                <a:chOff x="1959" y="2282"/>
                <a:chExt cx="357" cy="328"/>
              </a:xfrm>
            </p:grpSpPr>
            <p:sp>
              <p:nvSpPr>
                <p:cNvPr id="141435" name="文本框 141434"/>
                <p:cNvSpPr txBox="1"/>
                <p:nvPr/>
              </p:nvSpPr>
              <p:spPr>
                <a:xfrm>
                  <a:off x="1959" y="2282"/>
                  <a:ext cx="236"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sp>
              <p:nvSpPr>
                <p:cNvPr id="141436" name="文本框 141435"/>
                <p:cNvSpPr txBox="1"/>
                <p:nvPr/>
              </p:nvSpPr>
              <p:spPr>
                <a:xfrm>
                  <a:off x="2116" y="2379"/>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1</a:t>
                  </a:r>
                </a:p>
              </p:txBody>
            </p:sp>
          </p:grpSp>
          <p:grpSp>
            <p:nvGrpSpPr>
              <p:cNvPr id="141437" name="组合 141436"/>
              <p:cNvGrpSpPr/>
              <p:nvPr/>
            </p:nvGrpSpPr>
            <p:grpSpPr>
              <a:xfrm>
                <a:off x="303" y="2348"/>
                <a:ext cx="353" cy="329"/>
                <a:chOff x="1911" y="1994"/>
                <a:chExt cx="353" cy="329"/>
              </a:xfrm>
            </p:grpSpPr>
            <p:sp>
              <p:nvSpPr>
                <p:cNvPr id="141438" name="文本框 141437"/>
                <p:cNvSpPr txBox="1"/>
                <p:nvPr/>
              </p:nvSpPr>
              <p:spPr>
                <a:xfrm>
                  <a:off x="2064" y="2092"/>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2</a:t>
                  </a:r>
                </a:p>
              </p:txBody>
            </p:sp>
            <p:sp>
              <p:nvSpPr>
                <p:cNvPr id="141439" name="文本框 141438"/>
                <p:cNvSpPr txBox="1"/>
                <p:nvPr/>
              </p:nvSpPr>
              <p:spPr>
                <a:xfrm>
                  <a:off x="1911" y="1994"/>
                  <a:ext cx="235"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grpSp>
          <p:grpSp>
            <p:nvGrpSpPr>
              <p:cNvPr id="141440" name="组合 141439"/>
              <p:cNvGrpSpPr/>
              <p:nvPr/>
            </p:nvGrpSpPr>
            <p:grpSpPr>
              <a:xfrm>
                <a:off x="1504" y="3186"/>
                <a:ext cx="354" cy="329"/>
                <a:chOff x="2534" y="2666"/>
                <a:chExt cx="354" cy="329"/>
              </a:xfrm>
            </p:grpSpPr>
            <p:sp>
              <p:nvSpPr>
                <p:cNvPr id="141441" name="文本框 141440"/>
                <p:cNvSpPr txBox="1"/>
                <p:nvPr/>
              </p:nvSpPr>
              <p:spPr>
                <a:xfrm>
                  <a:off x="2534" y="2666"/>
                  <a:ext cx="245"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sp>
              <p:nvSpPr>
                <p:cNvPr id="141442" name="文本框 141441"/>
                <p:cNvSpPr txBox="1"/>
                <p:nvPr/>
              </p:nvSpPr>
              <p:spPr>
                <a:xfrm>
                  <a:off x="2688" y="2764"/>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2</a:t>
                  </a:r>
                </a:p>
              </p:txBody>
            </p:sp>
          </p:grpSp>
          <p:grpSp>
            <p:nvGrpSpPr>
              <p:cNvPr id="141443" name="组合 141442"/>
              <p:cNvGrpSpPr/>
              <p:nvPr/>
            </p:nvGrpSpPr>
            <p:grpSpPr>
              <a:xfrm>
                <a:off x="2235" y="3186"/>
                <a:ext cx="343" cy="326"/>
                <a:chOff x="2689" y="3072"/>
                <a:chExt cx="343" cy="326"/>
              </a:xfrm>
            </p:grpSpPr>
            <p:sp>
              <p:nvSpPr>
                <p:cNvPr id="141444" name="文本框 141443"/>
                <p:cNvSpPr txBox="1"/>
                <p:nvPr/>
              </p:nvSpPr>
              <p:spPr>
                <a:xfrm>
                  <a:off x="2832" y="3167"/>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1</a:t>
                  </a:r>
                </a:p>
              </p:txBody>
            </p:sp>
            <p:sp>
              <p:nvSpPr>
                <p:cNvPr id="141445" name="文本框 141444"/>
                <p:cNvSpPr txBox="1"/>
                <p:nvPr/>
              </p:nvSpPr>
              <p:spPr>
                <a:xfrm>
                  <a:off x="2689" y="3072"/>
                  <a:ext cx="244"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grpSp>
          <p:grpSp>
            <p:nvGrpSpPr>
              <p:cNvPr id="141446" name="组合 141445"/>
              <p:cNvGrpSpPr/>
              <p:nvPr/>
            </p:nvGrpSpPr>
            <p:grpSpPr>
              <a:xfrm>
                <a:off x="830" y="3186"/>
                <a:ext cx="356" cy="326"/>
                <a:chOff x="2544" y="1824"/>
                <a:chExt cx="356" cy="326"/>
              </a:xfrm>
            </p:grpSpPr>
            <p:sp>
              <p:nvSpPr>
                <p:cNvPr id="141447" name="文本框 141446"/>
                <p:cNvSpPr txBox="1"/>
                <p:nvPr/>
              </p:nvSpPr>
              <p:spPr>
                <a:xfrm>
                  <a:off x="2700" y="1919"/>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3</a:t>
                  </a:r>
                </a:p>
              </p:txBody>
            </p:sp>
            <p:sp>
              <p:nvSpPr>
                <p:cNvPr id="141448" name="文本框 141447"/>
                <p:cNvSpPr txBox="1"/>
                <p:nvPr/>
              </p:nvSpPr>
              <p:spPr>
                <a:xfrm>
                  <a:off x="2544" y="1824"/>
                  <a:ext cx="244"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grpSp>
          <p:sp>
            <p:nvSpPr>
              <p:cNvPr id="141449" name="文本框 141448"/>
              <p:cNvSpPr txBox="1"/>
              <p:nvPr/>
            </p:nvSpPr>
            <p:spPr>
              <a:xfrm>
                <a:off x="332" y="1218"/>
                <a:ext cx="236"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sp>
            <p:nvSpPr>
              <p:cNvPr id="141450" name="文本框 141449"/>
              <p:cNvSpPr txBox="1"/>
              <p:nvPr/>
            </p:nvSpPr>
            <p:spPr>
              <a:xfrm>
                <a:off x="446" y="3128"/>
                <a:ext cx="218" cy="273"/>
              </a:xfrm>
              <a:prstGeom prst="rect">
                <a:avLst/>
              </a:prstGeom>
              <a:noFill/>
              <a:ln w="9525">
                <a:noFill/>
              </a:ln>
            </p:spPr>
            <p:txBody>
              <a:bodyPr wrap="none" anchor="t">
                <a:spAutoFit/>
              </a:bodyPr>
              <a:lstStyle/>
              <a:p>
                <a:pPr algn="l" eaLnBrk="0" hangingPunct="0"/>
                <a:r>
                  <a:rPr lang="en-US" altLang="zh-CN" sz="2000" b="1">
                    <a:solidFill>
                      <a:schemeClr val="tx1"/>
                    </a:solidFill>
                    <a:latin typeface="Times New Roman" panose="02020603050405020304" pitchFamily="18" charset="0"/>
                  </a:rPr>
                  <a:t>0</a:t>
                </a:r>
              </a:p>
            </p:txBody>
          </p:sp>
          <p:sp>
            <p:nvSpPr>
              <p:cNvPr id="141451" name="文本框 141450"/>
              <p:cNvSpPr txBox="1"/>
              <p:nvPr/>
            </p:nvSpPr>
            <p:spPr>
              <a:xfrm>
                <a:off x="2639" y="3090"/>
                <a:ext cx="245"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grpSp>
      </p:grpSp>
      <p:sp>
        <p:nvSpPr>
          <p:cNvPr id="141452" name="右箭头 141451"/>
          <p:cNvSpPr/>
          <p:nvPr/>
        </p:nvSpPr>
        <p:spPr>
          <a:xfrm>
            <a:off x="6105525" y="4899025"/>
            <a:ext cx="477838" cy="279400"/>
          </a:xfrm>
          <a:prstGeom prst="rightArrow">
            <a:avLst>
              <a:gd name="adj1" fmla="val 50000"/>
              <a:gd name="adj2" fmla="val 42755"/>
            </a:avLst>
          </a:prstGeom>
          <a:solidFill>
            <a:srgbClr val="FF9900"/>
          </a:solidFill>
          <a:ln w="25400" cap="flat" cmpd="sng">
            <a:solidFill>
              <a:srgbClr val="008000"/>
            </a:solidFill>
            <a:prstDash val="solid"/>
            <a:miter/>
            <a:headEnd type="none" w="med" len="med"/>
            <a:tailEnd type="none" w="med" len="med"/>
          </a:ln>
        </p:spPr>
        <p:txBody>
          <a:bodyPr/>
          <a:lstStyle/>
          <a:p>
            <a:endParaRPr lang="zh-CN" altLang="en-US"/>
          </a:p>
        </p:txBody>
      </p:sp>
      <p:sp>
        <p:nvSpPr>
          <p:cNvPr id="3" name="Rectangle 2"/>
          <p:cNvSpPr>
            <a:spLocks noGrp="1" noChangeArrowheads="1"/>
          </p:cNvSpPr>
          <p:nvPr/>
        </p:nvSpPr>
        <p:spPr>
          <a:xfrm>
            <a:off x="838200" y="381000"/>
            <a:ext cx="10515600" cy="1325563"/>
          </a:xfrm>
          <a:prstGeom prst="rect">
            <a:avLst/>
          </a:prstGeom>
        </p:spPr>
        <p:txBody>
          <a:bodyPr vert="horz" wrap="square" lIns="91440" tIns="45720" rIns="91440" bIns="45720" numCol="1" rtlCol="0" anchor="ctr" anchorCtr="0" compatLnSpc="1">
            <a:normAutofit/>
            <a:scene3d>
              <a:camera prst="orthographicFront"/>
              <a:lightRig rig="threePt" dir="t"/>
            </a:scene3d>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r>
              <a:rPr kumimoji="0" lang="en-US" altLang="zh-CN"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a:t>
            </a: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三能级系统</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t>22</a:t>
            </a:fld>
            <a:endParaRPr lang="zh-CN" altLang="en-US" dirty="0">
              <a:latin typeface="Times New Roman" panose="02020603050405020304" pitchFamily="18" charset="0"/>
            </a:endParaRPr>
          </a:p>
        </p:txBody>
      </p:sp>
      <p:grpSp>
        <p:nvGrpSpPr>
          <p:cNvPr id="142338" name="组合 142337"/>
          <p:cNvGrpSpPr/>
          <p:nvPr/>
        </p:nvGrpSpPr>
        <p:grpSpPr>
          <a:xfrm>
            <a:off x="874395" y="1508760"/>
            <a:ext cx="6104255" cy="1770063"/>
            <a:chOff x="480" y="48"/>
            <a:chExt cx="2256" cy="1115"/>
          </a:xfrm>
        </p:grpSpPr>
        <p:sp>
          <p:nvSpPr>
            <p:cNvPr id="142339" name="文本框 142338"/>
            <p:cNvSpPr txBox="1"/>
            <p:nvPr/>
          </p:nvSpPr>
          <p:spPr>
            <a:xfrm>
              <a:off x="480" y="48"/>
              <a:ext cx="2256" cy="1115"/>
            </a:xfrm>
            <a:prstGeom prst="rect">
              <a:avLst/>
            </a:prstGeom>
            <a:noFill/>
            <a:ln w="9525">
              <a:noFill/>
            </a:ln>
          </p:spPr>
          <p:txBody>
            <a:bodyPr>
              <a:spAutoFit/>
            </a:bodyPr>
            <a:lstStyle/>
            <a:p>
              <a:pPr algn="l">
                <a:lnSpc>
                  <a:spcPct val="130000"/>
                </a:lnSpc>
                <a:spcBef>
                  <a:spcPct val="50000"/>
                </a:spcBef>
              </a:pPr>
              <a:r>
                <a:rPr lang="en-US" altLang="zh-CN" sz="2800" b="1" dirty="0">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rPr>
                <a:t>    </a:t>
              </a:r>
              <a:r>
                <a:rPr lang="zh-CN" altLang="en-US" sz="2800" b="1" dirty="0">
                  <a:solidFill>
                    <a:srgbClr val="FF0000"/>
                  </a:solidFill>
                  <a:effectLst>
                    <a:outerShdw blurRad="38100" dist="38100" dir="2700000">
                      <a:srgbClr val="C0C0C0"/>
                    </a:outerShdw>
                  </a:effectLst>
                  <a:latin typeface="幼圆" panose="02010509060101010101" charset="-122"/>
                  <a:ea typeface="幼圆" panose="02010509060101010101" charset="-122"/>
                </a:rPr>
                <a:t>四能级系统</a:t>
              </a:r>
              <a:r>
                <a:rPr lang="zh-CN" altLang="en-US" sz="2800" b="1" dirty="0">
                  <a:solidFill>
                    <a:schemeClr val="tx1"/>
                  </a:solidFill>
                  <a:effectLst>
                    <a:outerShdw blurRad="38100" dist="38100" dir="2700000">
                      <a:srgbClr val="C0C0C0"/>
                    </a:outerShdw>
                  </a:effectLst>
                  <a:latin typeface="宋体" panose="02010600030101010101" pitchFamily="2" charset="-122"/>
                </a:rPr>
                <a:t>  当泵浦光足够强时，有可能使       </a:t>
              </a:r>
              <a:r>
                <a:rPr lang="en-US" altLang="zh-CN" sz="2800" b="1" dirty="0">
                  <a:solidFill>
                    <a:schemeClr val="tx1"/>
                  </a:solidFill>
                  <a:effectLst>
                    <a:outerShdw blurRad="38100" dist="38100" dir="2700000">
                      <a:srgbClr val="C0C0C0"/>
                    </a:outerShdw>
                  </a:effectLst>
                  <a:latin typeface="宋体" panose="02010600030101010101" pitchFamily="2" charset="-122"/>
                </a:rPr>
                <a:t>,</a:t>
              </a:r>
              <a:r>
                <a:rPr lang="zh-CN" altLang="en-US" sz="2800" b="1" dirty="0">
                  <a:solidFill>
                    <a:schemeClr val="tx1"/>
                  </a:solidFill>
                  <a:effectLst>
                    <a:outerShdw blurRad="38100" dist="38100" dir="2700000">
                      <a:srgbClr val="C0C0C0"/>
                    </a:outerShdw>
                  </a:effectLst>
                  <a:latin typeface="宋体" panose="02010600030101010101" pitchFamily="2" charset="-122"/>
                </a:rPr>
                <a:t>在能级</a:t>
              </a:r>
              <a:r>
                <a:rPr lang="en-US" altLang="zh-CN" sz="2800" b="1" i="1">
                  <a:solidFill>
                    <a:schemeClr val="tx1"/>
                  </a:solidFill>
                  <a:effectLst>
                    <a:outerShdw blurRad="38100" dist="38100" dir="2700000">
                      <a:srgbClr val="C0C0C0"/>
                    </a:outerShdw>
                  </a:effectLst>
                  <a:latin typeface="Times New Roman" panose="02020603050405020304" pitchFamily="18" charset="0"/>
                </a:rPr>
                <a:t>E</a:t>
              </a:r>
              <a:r>
                <a:rPr lang="en-US" altLang="zh-CN" sz="2800" b="1" baseline="-25000">
                  <a:solidFill>
                    <a:schemeClr val="tx1"/>
                  </a:solidFill>
                  <a:effectLst>
                    <a:outerShdw blurRad="38100" dist="38100" dir="2700000">
                      <a:srgbClr val="C0C0C0"/>
                    </a:outerShdw>
                  </a:effectLst>
                  <a:latin typeface="Times New Roman" panose="02020603050405020304" pitchFamily="18" charset="0"/>
                </a:rPr>
                <a:t>3</a:t>
              </a:r>
              <a:r>
                <a:rPr lang="en-US" altLang="zh-CN" sz="2800" b="1" i="1" baseline="-25000">
                  <a:solidFill>
                    <a:schemeClr val="tx1"/>
                  </a:solidFill>
                  <a:effectLst>
                    <a:outerShdw blurRad="38100" dist="38100" dir="2700000">
                      <a:srgbClr val="C0C0C0"/>
                    </a:outerShdw>
                  </a:effectLst>
                  <a:latin typeface="Times New Roman" panose="02020603050405020304" pitchFamily="18" charset="0"/>
                </a:rPr>
                <a:t> </a:t>
              </a:r>
              <a:r>
                <a:rPr lang="zh-CN" altLang="en-US" sz="2800" b="1">
                  <a:solidFill>
                    <a:schemeClr val="tx1"/>
                  </a:solidFill>
                  <a:effectLst>
                    <a:outerShdw blurRad="38100" dist="38100" dir="2700000">
                      <a:srgbClr val="C0C0C0"/>
                    </a:outerShdw>
                  </a:effectLst>
                  <a:latin typeface="宋体" panose="02010600030101010101" pitchFamily="2" charset="-122"/>
                </a:rPr>
                <a:t>于</a:t>
              </a:r>
              <a:r>
                <a:rPr lang="en-US" altLang="zh-CN" sz="2800" b="1" i="1">
                  <a:solidFill>
                    <a:schemeClr val="tx1"/>
                  </a:solidFill>
                  <a:effectLst>
                    <a:outerShdw blurRad="38100" dist="38100" dir="2700000">
                      <a:srgbClr val="C0C0C0"/>
                    </a:outerShdw>
                  </a:effectLst>
                  <a:latin typeface="Times New Roman" panose="02020603050405020304" pitchFamily="18" charset="0"/>
                </a:rPr>
                <a:t>E</a:t>
              </a:r>
              <a:r>
                <a:rPr lang="en-US" altLang="zh-CN" sz="2800" b="1" baseline="-25000">
                  <a:solidFill>
                    <a:schemeClr val="tx1"/>
                  </a:solidFill>
                  <a:effectLst>
                    <a:outerShdw blurRad="38100" dist="38100" dir="2700000">
                      <a:srgbClr val="C0C0C0"/>
                    </a:outerShdw>
                  </a:effectLst>
                  <a:latin typeface="Times New Roman" panose="02020603050405020304" pitchFamily="18" charset="0"/>
                </a:rPr>
                <a:t>2</a:t>
              </a:r>
              <a:r>
                <a:rPr lang="en-US" altLang="zh-CN" sz="2800" b="1" i="1" baseline="-25000">
                  <a:solidFill>
                    <a:schemeClr val="tx1"/>
                  </a:solidFill>
                  <a:effectLst>
                    <a:outerShdw blurRad="38100" dist="38100" dir="2700000">
                      <a:srgbClr val="C0C0C0"/>
                    </a:outerShdw>
                  </a:effectLst>
                  <a:latin typeface="Times New Roman" panose="02020603050405020304" pitchFamily="18" charset="0"/>
                </a:rPr>
                <a:t> </a:t>
              </a:r>
              <a:r>
                <a:rPr lang="zh-CN" altLang="en-US" sz="2800" b="1" dirty="0">
                  <a:solidFill>
                    <a:schemeClr val="tx1"/>
                  </a:solidFill>
                  <a:effectLst>
                    <a:outerShdw blurRad="38100" dist="38100" dir="2700000">
                      <a:srgbClr val="C0C0C0"/>
                    </a:outerShdw>
                  </a:effectLst>
                  <a:latin typeface="宋体" panose="02010600030101010101" pitchFamily="2" charset="-122"/>
                </a:rPr>
                <a:t>间实现粒子数反转。</a:t>
              </a:r>
              <a:endParaRPr lang="zh-CN" altLang="en-US" sz="2800">
                <a:solidFill>
                  <a:schemeClr val="tx1"/>
                </a:solidFill>
                <a:latin typeface="Times New Roman" panose="02020603050405020304" pitchFamily="18" charset="0"/>
              </a:endParaRPr>
            </a:p>
          </p:txBody>
        </p:sp>
        <p:graphicFrame>
          <p:nvGraphicFramePr>
            <p:cNvPr id="142340" name="对象 142339"/>
            <p:cNvGraphicFramePr/>
            <p:nvPr/>
          </p:nvGraphicFramePr>
          <p:xfrm>
            <a:off x="989" y="497"/>
            <a:ext cx="507" cy="337"/>
          </p:xfrm>
          <a:graphic>
            <a:graphicData uri="http://schemas.openxmlformats.org/presentationml/2006/ole">
              <mc:AlternateContent xmlns:mc="http://schemas.openxmlformats.org/markup-compatibility/2006">
                <mc:Choice xmlns:v="urn:schemas-microsoft-com:vml" Requires="v">
                  <p:oleObj spid="_x0000_s11283" r:id="rId3" imgW="570865" imgH="266065" progId="Equation.3">
                    <p:embed/>
                  </p:oleObj>
                </mc:Choice>
                <mc:Fallback>
                  <p:oleObj r:id="rId3" imgW="570865" imgH="266065" progId="Equation.3">
                    <p:embed/>
                    <p:pic>
                      <p:nvPicPr>
                        <p:cNvPr id="0" name="图片 3110"/>
                        <p:cNvPicPr/>
                        <p:nvPr/>
                      </p:nvPicPr>
                      <p:blipFill>
                        <a:blip r:embed="rId4"/>
                        <a:stretch>
                          <a:fillRect/>
                        </a:stretch>
                      </p:blipFill>
                      <p:spPr>
                        <a:xfrm>
                          <a:off x="989" y="497"/>
                          <a:ext cx="507" cy="337"/>
                        </a:xfrm>
                        <a:prstGeom prst="rect">
                          <a:avLst/>
                        </a:prstGeom>
                        <a:noFill/>
                        <a:ln w="38100">
                          <a:noFill/>
                          <a:miter/>
                        </a:ln>
                      </p:spPr>
                    </p:pic>
                  </p:oleObj>
                </mc:Fallback>
              </mc:AlternateContent>
            </a:graphicData>
          </a:graphic>
        </p:graphicFrame>
      </p:grpSp>
      <p:grpSp>
        <p:nvGrpSpPr>
          <p:cNvPr id="142418" name="组合 142417"/>
          <p:cNvGrpSpPr/>
          <p:nvPr/>
        </p:nvGrpSpPr>
        <p:grpSpPr>
          <a:xfrm>
            <a:off x="2250758" y="3337560"/>
            <a:ext cx="3844925" cy="3282950"/>
            <a:chOff x="431" y="1898"/>
            <a:chExt cx="2422" cy="2068"/>
          </a:xfrm>
        </p:grpSpPr>
        <p:sp>
          <p:nvSpPr>
            <p:cNvPr id="142345" name="直接连接符 142344"/>
            <p:cNvSpPr/>
            <p:nvPr/>
          </p:nvSpPr>
          <p:spPr>
            <a:xfrm>
              <a:off x="749" y="3670"/>
              <a:ext cx="1905" cy="0"/>
            </a:xfrm>
            <a:prstGeom prst="line">
              <a:avLst/>
            </a:prstGeom>
            <a:ln w="28575" cap="flat" cmpd="sng">
              <a:solidFill>
                <a:schemeClr val="tx1"/>
              </a:solidFill>
              <a:prstDash val="solid"/>
              <a:headEnd type="none" w="med" len="med"/>
              <a:tailEnd type="triangle" w="med" len="med"/>
            </a:ln>
          </p:spPr>
        </p:sp>
        <p:sp>
          <p:nvSpPr>
            <p:cNvPr id="142346" name="直接连接符 142345"/>
            <p:cNvSpPr/>
            <p:nvPr/>
          </p:nvSpPr>
          <p:spPr>
            <a:xfrm flipV="1">
              <a:off x="749" y="2024"/>
              <a:ext cx="0" cy="1642"/>
            </a:xfrm>
            <a:prstGeom prst="line">
              <a:avLst/>
            </a:prstGeom>
            <a:ln w="28575" cap="flat" cmpd="sng">
              <a:solidFill>
                <a:schemeClr val="tx1"/>
              </a:solidFill>
              <a:prstDash val="solid"/>
              <a:headEnd type="none" w="med" len="med"/>
              <a:tailEnd type="triangle" w="med" len="med"/>
            </a:ln>
          </p:spPr>
        </p:sp>
        <p:sp>
          <p:nvSpPr>
            <p:cNvPr id="142347" name="直接连接符 142346"/>
            <p:cNvSpPr/>
            <p:nvPr/>
          </p:nvSpPr>
          <p:spPr>
            <a:xfrm>
              <a:off x="749" y="3414"/>
              <a:ext cx="1633" cy="0"/>
            </a:xfrm>
            <a:prstGeom prst="line">
              <a:avLst/>
            </a:prstGeom>
            <a:ln w="57150" cap="flat" cmpd="sng">
              <a:solidFill>
                <a:srgbClr val="808080"/>
              </a:solidFill>
              <a:prstDash val="solid"/>
              <a:headEnd type="none" w="med" len="med"/>
              <a:tailEnd type="none" w="med" len="med"/>
            </a:ln>
          </p:spPr>
        </p:sp>
        <p:sp>
          <p:nvSpPr>
            <p:cNvPr id="142348" name="直接连接符 142347"/>
            <p:cNvSpPr/>
            <p:nvPr/>
          </p:nvSpPr>
          <p:spPr>
            <a:xfrm>
              <a:off x="748" y="2523"/>
              <a:ext cx="408" cy="0"/>
            </a:xfrm>
            <a:prstGeom prst="line">
              <a:avLst/>
            </a:prstGeom>
            <a:ln w="57150" cap="flat" cmpd="sng">
              <a:solidFill>
                <a:srgbClr val="808080"/>
              </a:solidFill>
              <a:prstDash val="solid"/>
              <a:headEnd type="none" w="med" len="med"/>
              <a:tailEnd type="none" w="med" len="med"/>
            </a:ln>
          </p:spPr>
        </p:sp>
        <p:sp>
          <p:nvSpPr>
            <p:cNvPr id="142349" name="直接连接符 142348"/>
            <p:cNvSpPr/>
            <p:nvPr/>
          </p:nvSpPr>
          <p:spPr>
            <a:xfrm>
              <a:off x="749" y="2361"/>
              <a:ext cx="318" cy="0"/>
            </a:xfrm>
            <a:prstGeom prst="line">
              <a:avLst/>
            </a:prstGeom>
            <a:ln w="57150" cap="flat" cmpd="sng">
              <a:solidFill>
                <a:srgbClr val="808080"/>
              </a:solidFill>
              <a:prstDash val="solid"/>
              <a:headEnd type="none" w="med" len="med"/>
              <a:tailEnd type="none" w="med" len="med"/>
            </a:ln>
          </p:spPr>
        </p:sp>
        <p:sp>
          <p:nvSpPr>
            <p:cNvPr id="142350" name="直接连接符 142349"/>
            <p:cNvSpPr/>
            <p:nvPr/>
          </p:nvSpPr>
          <p:spPr>
            <a:xfrm>
              <a:off x="1067" y="2365"/>
              <a:ext cx="0" cy="1305"/>
            </a:xfrm>
            <a:prstGeom prst="line">
              <a:avLst/>
            </a:prstGeom>
            <a:ln w="9525" cap="flat" cmpd="sng">
              <a:solidFill>
                <a:schemeClr val="tx1"/>
              </a:solidFill>
              <a:prstDash val="lgDash"/>
              <a:headEnd type="none" w="med" len="med"/>
              <a:tailEnd type="none" w="med" len="med"/>
            </a:ln>
          </p:spPr>
        </p:sp>
        <p:sp>
          <p:nvSpPr>
            <p:cNvPr id="142351" name="直接连接符 142350"/>
            <p:cNvSpPr/>
            <p:nvPr/>
          </p:nvSpPr>
          <p:spPr>
            <a:xfrm>
              <a:off x="1294" y="2675"/>
              <a:ext cx="0" cy="975"/>
            </a:xfrm>
            <a:prstGeom prst="line">
              <a:avLst/>
            </a:prstGeom>
            <a:ln w="9525" cap="flat" cmpd="sng">
              <a:solidFill>
                <a:schemeClr val="tx1"/>
              </a:solidFill>
              <a:prstDash val="lgDash"/>
              <a:headEnd type="none" w="med" len="med"/>
              <a:tailEnd type="none" w="med" len="med"/>
            </a:ln>
          </p:spPr>
        </p:sp>
        <p:sp>
          <p:nvSpPr>
            <p:cNvPr id="142352" name="直接连接符 142351"/>
            <p:cNvSpPr/>
            <p:nvPr/>
          </p:nvSpPr>
          <p:spPr>
            <a:xfrm>
              <a:off x="2382" y="3417"/>
              <a:ext cx="0" cy="253"/>
            </a:xfrm>
            <a:prstGeom prst="line">
              <a:avLst/>
            </a:prstGeom>
            <a:ln w="9525" cap="flat" cmpd="sng">
              <a:solidFill>
                <a:schemeClr val="tx1"/>
              </a:solidFill>
              <a:prstDash val="lgDash"/>
              <a:headEnd type="none" w="med" len="med"/>
              <a:tailEnd type="none" w="med" len="med"/>
            </a:ln>
          </p:spPr>
        </p:sp>
        <p:sp>
          <p:nvSpPr>
            <p:cNvPr id="142353" name="任意多边形 142352"/>
            <p:cNvSpPr/>
            <p:nvPr/>
          </p:nvSpPr>
          <p:spPr>
            <a:xfrm>
              <a:off x="966" y="2180"/>
              <a:ext cx="1624" cy="1295"/>
            </a:xfrm>
            <a:custGeom>
              <a:avLst/>
              <a:gdLst/>
              <a:ahLst/>
              <a:cxnLst/>
              <a:rect l="0" t="0" r="0" b="0"/>
              <a:pathLst>
                <a:path w="1720" h="1476">
                  <a:moveTo>
                    <a:pt x="0" y="0"/>
                  </a:moveTo>
                  <a:cubicBezTo>
                    <a:pt x="16" y="35"/>
                    <a:pt x="62" y="133"/>
                    <a:pt x="107" y="210"/>
                  </a:cubicBezTo>
                  <a:cubicBezTo>
                    <a:pt x="152" y="287"/>
                    <a:pt x="206" y="381"/>
                    <a:pt x="268" y="462"/>
                  </a:cubicBezTo>
                  <a:cubicBezTo>
                    <a:pt x="330" y="543"/>
                    <a:pt x="408" y="623"/>
                    <a:pt x="479" y="697"/>
                  </a:cubicBezTo>
                  <a:cubicBezTo>
                    <a:pt x="550" y="771"/>
                    <a:pt x="615" y="839"/>
                    <a:pt x="695" y="908"/>
                  </a:cubicBezTo>
                  <a:cubicBezTo>
                    <a:pt x="775" y="977"/>
                    <a:pt x="867" y="1050"/>
                    <a:pt x="957" y="1111"/>
                  </a:cubicBezTo>
                  <a:cubicBezTo>
                    <a:pt x="1047" y="1172"/>
                    <a:pt x="1141" y="1224"/>
                    <a:pt x="1233" y="1273"/>
                  </a:cubicBezTo>
                  <a:cubicBezTo>
                    <a:pt x="1325" y="1322"/>
                    <a:pt x="1428" y="1369"/>
                    <a:pt x="1509" y="1403"/>
                  </a:cubicBezTo>
                  <a:cubicBezTo>
                    <a:pt x="1590" y="1437"/>
                    <a:pt x="1676" y="1461"/>
                    <a:pt x="1720" y="1476"/>
                  </a:cubicBezTo>
                </a:path>
              </a:pathLst>
            </a:custGeom>
            <a:noFill/>
            <a:ln w="38100" cap="flat" cmpd="sng">
              <a:solidFill>
                <a:srgbClr val="800000"/>
              </a:solidFill>
              <a:prstDash val="solid"/>
              <a:headEnd type="none" w="med" len="med"/>
              <a:tailEnd type="none" w="med" len="med"/>
            </a:ln>
          </p:spPr>
          <p:txBody>
            <a:bodyPr/>
            <a:lstStyle/>
            <a:p>
              <a:endParaRPr lang="zh-CN" altLang="en-US"/>
            </a:p>
          </p:txBody>
        </p:sp>
        <p:sp>
          <p:nvSpPr>
            <p:cNvPr id="142355" name="文本框 142354"/>
            <p:cNvSpPr txBox="1"/>
            <p:nvPr/>
          </p:nvSpPr>
          <p:spPr>
            <a:xfrm>
              <a:off x="431" y="2115"/>
              <a:ext cx="211" cy="23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sp>
          <p:nvSpPr>
            <p:cNvPr id="142356" name="文本框 142355"/>
            <p:cNvSpPr txBox="1"/>
            <p:nvPr/>
          </p:nvSpPr>
          <p:spPr>
            <a:xfrm>
              <a:off x="580" y="2202"/>
              <a:ext cx="179" cy="212"/>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4</a:t>
              </a:r>
            </a:p>
          </p:txBody>
        </p:sp>
        <p:grpSp>
          <p:nvGrpSpPr>
            <p:cNvPr id="142357" name="组合 142356"/>
            <p:cNvGrpSpPr/>
            <p:nvPr/>
          </p:nvGrpSpPr>
          <p:grpSpPr>
            <a:xfrm>
              <a:off x="432" y="3268"/>
              <a:ext cx="329" cy="298"/>
              <a:chOff x="1958" y="2282"/>
              <a:chExt cx="348" cy="340"/>
            </a:xfrm>
          </p:grpSpPr>
          <p:sp>
            <p:nvSpPr>
              <p:cNvPr id="142358" name="文本框 142357"/>
              <p:cNvSpPr txBox="1"/>
              <p:nvPr/>
            </p:nvSpPr>
            <p:spPr>
              <a:xfrm>
                <a:off x="1958" y="2282"/>
                <a:ext cx="223" cy="265"/>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sp>
            <p:nvSpPr>
              <p:cNvPr id="142359" name="文本框 142358"/>
              <p:cNvSpPr txBox="1"/>
              <p:nvPr/>
            </p:nvSpPr>
            <p:spPr>
              <a:xfrm>
                <a:off x="2116" y="2380"/>
                <a:ext cx="190" cy="242"/>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1</a:t>
                </a:r>
              </a:p>
            </p:txBody>
          </p:sp>
        </p:grpSp>
        <p:sp>
          <p:nvSpPr>
            <p:cNvPr id="142361" name="文本框 142360"/>
            <p:cNvSpPr txBox="1"/>
            <p:nvPr/>
          </p:nvSpPr>
          <p:spPr>
            <a:xfrm>
              <a:off x="567" y="2478"/>
              <a:ext cx="179" cy="212"/>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3</a:t>
              </a:r>
            </a:p>
          </p:txBody>
        </p:sp>
        <p:sp>
          <p:nvSpPr>
            <p:cNvPr id="142362" name="文本框 142361"/>
            <p:cNvSpPr txBox="1"/>
            <p:nvPr/>
          </p:nvSpPr>
          <p:spPr>
            <a:xfrm>
              <a:off x="431" y="2387"/>
              <a:ext cx="211" cy="23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grpSp>
          <p:nvGrpSpPr>
            <p:cNvPr id="142363" name="组合 142362"/>
            <p:cNvGrpSpPr/>
            <p:nvPr/>
          </p:nvGrpSpPr>
          <p:grpSpPr>
            <a:xfrm>
              <a:off x="1655" y="3657"/>
              <a:ext cx="324" cy="299"/>
              <a:chOff x="2534" y="2666"/>
              <a:chExt cx="343" cy="341"/>
            </a:xfrm>
          </p:grpSpPr>
          <p:sp>
            <p:nvSpPr>
              <p:cNvPr id="142364" name="文本框 142363"/>
              <p:cNvSpPr txBox="1"/>
              <p:nvPr/>
            </p:nvSpPr>
            <p:spPr>
              <a:xfrm>
                <a:off x="2534" y="2666"/>
                <a:ext cx="232" cy="265"/>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sp>
            <p:nvSpPr>
              <p:cNvPr id="142365" name="文本框 142364"/>
              <p:cNvSpPr txBox="1"/>
              <p:nvPr/>
            </p:nvSpPr>
            <p:spPr>
              <a:xfrm>
                <a:off x="2687" y="2765"/>
                <a:ext cx="190" cy="242"/>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2</a:t>
                </a:r>
              </a:p>
            </p:txBody>
          </p:sp>
        </p:grpSp>
        <p:grpSp>
          <p:nvGrpSpPr>
            <p:cNvPr id="142366" name="组合 142365"/>
            <p:cNvGrpSpPr/>
            <p:nvPr/>
          </p:nvGrpSpPr>
          <p:grpSpPr>
            <a:xfrm>
              <a:off x="2257" y="3669"/>
              <a:ext cx="315" cy="297"/>
              <a:chOff x="2688" y="3071"/>
              <a:chExt cx="333" cy="339"/>
            </a:xfrm>
          </p:grpSpPr>
          <p:sp>
            <p:nvSpPr>
              <p:cNvPr id="142367" name="文本框 142366"/>
              <p:cNvSpPr txBox="1"/>
              <p:nvPr/>
            </p:nvSpPr>
            <p:spPr>
              <a:xfrm>
                <a:off x="2832" y="3168"/>
                <a:ext cx="189" cy="242"/>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1</a:t>
                </a:r>
              </a:p>
            </p:txBody>
          </p:sp>
          <p:sp>
            <p:nvSpPr>
              <p:cNvPr id="142368" name="文本框 142367"/>
              <p:cNvSpPr txBox="1"/>
              <p:nvPr/>
            </p:nvSpPr>
            <p:spPr>
              <a:xfrm>
                <a:off x="2688" y="3071"/>
                <a:ext cx="231" cy="265"/>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grpSp>
        <p:grpSp>
          <p:nvGrpSpPr>
            <p:cNvPr id="142369" name="组合 142368"/>
            <p:cNvGrpSpPr/>
            <p:nvPr/>
          </p:nvGrpSpPr>
          <p:grpSpPr>
            <a:xfrm>
              <a:off x="1111" y="3657"/>
              <a:ext cx="326" cy="297"/>
              <a:chOff x="2544" y="1824"/>
              <a:chExt cx="345" cy="339"/>
            </a:xfrm>
          </p:grpSpPr>
          <p:sp>
            <p:nvSpPr>
              <p:cNvPr id="142370" name="文本框 142369"/>
              <p:cNvSpPr txBox="1"/>
              <p:nvPr/>
            </p:nvSpPr>
            <p:spPr>
              <a:xfrm>
                <a:off x="2699" y="1920"/>
                <a:ext cx="190" cy="243"/>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3</a:t>
                </a:r>
              </a:p>
            </p:txBody>
          </p:sp>
          <p:sp>
            <p:nvSpPr>
              <p:cNvPr id="142371" name="文本框 142370"/>
              <p:cNvSpPr txBox="1"/>
              <p:nvPr/>
            </p:nvSpPr>
            <p:spPr>
              <a:xfrm>
                <a:off x="2544" y="1824"/>
                <a:ext cx="232" cy="267"/>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grpSp>
        <p:sp>
          <p:nvSpPr>
            <p:cNvPr id="142372" name="文本框 142371"/>
            <p:cNvSpPr txBox="1"/>
            <p:nvPr/>
          </p:nvSpPr>
          <p:spPr>
            <a:xfrm>
              <a:off x="474" y="1898"/>
              <a:ext cx="211" cy="23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sp>
          <p:nvSpPr>
            <p:cNvPr id="142373" name="文本框 142372"/>
            <p:cNvSpPr txBox="1"/>
            <p:nvPr/>
          </p:nvSpPr>
          <p:spPr>
            <a:xfrm>
              <a:off x="610" y="3615"/>
              <a:ext cx="195" cy="251"/>
            </a:xfrm>
            <a:prstGeom prst="rect">
              <a:avLst/>
            </a:prstGeom>
            <a:noFill/>
            <a:ln w="9525">
              <a:noFill/>
            </a:ln>
          </p:spPr>
          <p:txBody>
            <a:bodyPr wrap="none" anchor="t">
              <a:spAutoFit/>
            </a:bodyPr>
            <a:lstStyle/>
            <a:p>
              <a:pPr algn="l" eaLnBrk="0" hangingPunct="0"/>
              <a:r>
                <a:rPr lang="en-US" altLang="zh-CN" sz="2000" b="1">
                  <a:solidFill>
                    <a:schemeClr val="tx1"/>
                  </a:solidFill>
                  <a:latin typeface="Times New Roman" panose="02020603050405020304" pitchFamily="18" charset="0"/>
                </a:rPr>
                <a:t>0</a:t>
              </a:r>
            </a:p>
          </p:txBody>
        </p:sp>
        <p:sp>
          <p:nvSpPr>
            <p:cNvPr id="142374" name="文本框 142373"/>
            <p:cNvSpPr txBox="1"/>
            <p:nvPr/>
          </p:nvSpPr>
          <p:spPr>
            <a:xfrm>
              <a:off x="2634" y="3543"/>
              <a:ext cx="219" cy="23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sp>
          <p:nvSpPr>
            <p:cNvPr id="142408" name="右箭头 142407"/>
            <p:cNvSpPr/>
            <p:nvPr/>
          </p:nvSpPr>
          <p:spPr>
            <a:xfrm>
              <a:off x="2352" y="2496"/>
              <a:ext cx="317" cy="168"/>
            </a:xfrm>
            <a:prstGeom prst="rightArrow">
              <a:avLst>
                <a:gd name="adj1" fmla="val 50000"/>
                <a:gd name="adj2" fmla="val 47172"/>
              </a:avLst>
            </a:prstGeom>
            <a:solidFill>
              <a:srgbClr val="FF9900"/>
            </a:solidFill>
            <a:ln w="25400" cap="flat" cmpd="sng">
              <a:solidFill>
                <a:srgbClr val="008000"/>
              </a:solidFill>
              <a:prstDash val="solid"/>
              <a:miter/>
              <a:headEnd type="none" w="med" len="med"/>
              <a:tailEnd type="none" w="med" len="med"/>
            </a:ln>
          </p:spPr>
          <p:txBody>
            <a:bodyPr/>
            <a:lstStyle/>
            <a:p>
              <a:endParaRPr lang="zh-CN" altLang="en-US"/>
            </a:p>
          </p:txBody>
        </p:sp>
        <p:grpSp>
          <p:nvGrpSpPr>
            <p:cNvPr id="142410" name="组合 142409"/>
            <p:cNvGrpSpPr/>
            <p:nvPr/>
          </p:nvGrpSpPr>
          <p:grpSpPr>
            <a:xfrm>
              <a:off x="431" y="2976"/>
              <a:ext cx="329" cy="298"/>
              <a:chOff x="1958" y="2282"/>
              <a:chExt cx="348" cy="340"/>
            </a:xfrm>
          </p:grpSpPr>
          <p:sp>
            <p:nvSpPr>
              <p:cNvPr id="142411" name="文本框 142410"/>
              <p:cNvSpPr txBox="1"/>
              <p:nvPr/>
            </p:nvSpPr>
            <p:spPr>
              <a:xfrm>
                <a:off x="1958" y="2282"/>
                <a:ext cx="223" cy="265"/>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sp>
            <p:nvSpPr>
              <p:cNvPr id="142412" name="文本框 142411"/>
              <p:cNvSpPr txBox="1"/>
              <p:nvPr/>
            </p:nvSpPr>
            <p:spPr>
              <a:xfrm>
                <a:off x="2116" y="2380"/>
                <a:ext cx="190" cy="242"/>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2</a:t>
                </a:r>
              </a:p>
            </p:txBody>
          </p:sp>
        </p:grpSp>
        <p:sp>
          <p:nvSpPr>
            <p:cNvPr id="142413" name="直接连接符 142412"/>
            <p:cNvSpPr/>
            <p:nvPr/>
          </p:nvSpPr>
          <p:spPr>
            <a:xfrm>
              <a:off x="748" y="3158"/>
              <a:ext cx="1089" cy="0"/>
            </a:xfrm>
            <a:prstGeom prst="line">
              <a:avLst/>
            </a:prstGeom>
            <a:ln w="57150" cap="flat" cmpd="sng">
              <a:solidFill>
                <a:srgbClr val="808080"/>
              </a:solidFill>
              <a:prstDash val="solid"/>
              <a:headEnd type="none" w="med" len="med"/>
              <a:tailEnd type="none" w="med" len="med"/>
            </a:ln>
          </p:spPr>
        </p:sp>
        <p:sp>
          <p:nvSpPr>
            <p:cNvPr id="142414" name="直接连接符 142413"/>
            <p:cNvSpPr/>
            <p:nvPr/>
          </p:nvSpPr>
          <p:spPr>
            <a:xfrm>
              <a:off x="1837" y="3158"/>
              <a:ext cx="0" cy="544"/>
            </a:xfrm>
            <a:prstGeom prst="line">
              <a:avLst/>
            </a:prstGeom>
            <a:ln w="9525" cap="flat" cmpd="sng">
              <a:solidFill>
                <a:schemeClr val="tx1"/>
              </a:solidFill>
              <a:prstDash val="lgDash"/>
              <a:headEnd type="none" w="med" len="med"/>
              <a:tailEnd type="none" w="med" len="med"/>
            </a:ln>
          </p:spPr>
        </p:sp>
        <p:grpSp>
          <p:nvGrpSpPr>
            <p:cNvPr id="142415" name="组合 142414"/>
            <p:cNvGrpSpPr/>
            <p:nvPr/>
          </p:nvGrpSpPr>
          <p:grpSpPr>
            <a:xfrm>
              <a:off x="839" y="3657"/>
              <a:ext cx="324" cy="299"/>
              <a:chOff x="2534" y="2666"/>
              <a:chExt cx="343" cy="341"/>
            </a:xfrm>
          </p:grpSpPr>
          <p:sp>
            <p:nvSpPr>
              <p:cNvPr id="142416" name="文本框 142415"/>
              <p:cNvSpPr txBox="1"/>
              <p:nvPr/>
            </p:nvSpPr>
            <p:spPr>
              <a:xfrm>
                <a:off x="2534" y="2666"/>
                <a:ext cx="232" cy="265"/>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sp>
            <p:nvSpPr>
              <p:cNvPr id="142417" name="文本框 142416"/>
              <p:cNvSpPr txBox="1"/>
              <p:nvPr/>
            </p:nvSpPr>
            <p:spPr>
              <a:xfrm>
                <a:off x="2687" y="2765"/>
                <a:ext cx="190" cy="242"/>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4</a:t>
                </a:r>
              </a:p>
            </p:txBody>
          </p:sp>
        </p:grpSp>
      </p:grpSp>
      <p:sp>
        <p:nvSpPr>
          <p:cNvPr id="142487" name="直接连接符 142486"/>
          <p:cNvSpPr/>
          <p:nvPr/>
        </p:nvSpPr>
        <p:spPr>
          <a:xfrm flipV="1">
            <a:off x="7195820" y="3531235"/>
            <a:ext cx="0" cy="2733675"/>
          </a:xfrm>
          <a:prstGeom prst="line">
            <a:avLst/>
          </a:prstGeom>
          <a:ln w="28575" cap="flat" cmpd="sng">
            <a:solidFill>
              <a:schemeClr val="tx1"/>
            </a:solidFill>
            <a:prstDash val="solid"/>
            <a:headEnd type="none" w="med" len="med"/>
            <a:tailEnd type="triangle" w="med" len="med"/>
          </a:ln>
        </p:spPr>
      </p:sp>
      <p:sp>
        <p:nvSpPr>
          <p:cNvPr id="142489" name="直接连接符 142488"/>
          <p:cNvSpPr/>
          <p:nvPr/>
        </p:nvSpPr>
        <p:spPr>
          <a:xfrm>
            <a:off x="7124383" y="6120448"/>
            <a:ext cx="2863850" cy="0"/>
          </a:xfrm>
          <a:prstGeom prst="line">
            <a:avLst/>
          </a:prstGeom>
          <a:ln w="28575" cap="flat" cmpd="sng">
            <a:solidFill>
              <a:schemeClr val="tx1"/>
            </a:solidFill>
            <a:prstDash val="solid"/>
            <a:headEnd type="none" w="med" len="med"/>
            <a:tailEnd type="triangle" w="med" len="med"/>
          </a:ln>
        </p:spPr>
      </p:sp>
      <p:sp>
        <p:nvSpPr>
          <p:cNvPr id="142490" name="直接连接符 142489"/>
          <p:cNvSpPr/>
          <p:nvPr/>
        </p:nvSpPr>
        <p:spPr>
          <a:xfrm>
            <a:off x="7218045" y="5698173"/>
            <a:ext cx="720725" cy="0"/>
          </a:xfrm>
          <a:prstGeom prst="line">
            <a:avLst/>
          </a:prstGeom>
          <a:ln w="57150" cap="flat" cmpd="sng">
            <a:solidFill>
              <a:srgbClr val="808080"/>
            </a:solidFill>
            <a:prstDash val="solid"/>
            <a:headEnd type="none" w="med" len="med"/>
            <a:tailEnd type="none" w="med" len="med"/>
          </a:ln>
        </p:spPr>
      </p:sp>
      <p:sp>
        <p:nvSpPr>
          <p:cNvPr id="142491" name="直接连接符 142490"/>
          <p:cNvSpPr/>
          <p:nvPr/>
        </p:nvSpPr>
        <p:spPr>
          <a:xfrm>
            <a:off x="7218045" y="5266373"/>
            <a:ext cx="433388" cy="0"/>
          </a:xfrm>
          <a:prstGeom prst="line">
            <a:avLst/>
          </a:prstGeom>
          <a:ln w="57150" cap="flat" cmpd="sng">
            <a:solidFill>
              <a:srgbClr val="808080"/>
            </a:solidFill>
            <a:prstDash val="solid"/>
            <a:headEnd type="none" w="med" len="med"/>
            <a:tailEnd type="none" w="med" len="med"/>
          </a:ln>
        </p:spPr>
      </p:sp>
      <p:sp>
        <p:nvSpPr>
          <p:cNvPr id="142492" name="直接连接符 142491"/>
          <p:cNvSpPr/>
          <p:nvPr/>
        </p:nvSpPr>
        <p:spPr>
          <a:xfrm>
            <a:off x="7218045" y="3753485"/>
            <a:ext cx="576263" cy="0"/>
          </a:xfrm>
          <a:prstGeom prst="line">
            <a:avLst/>
          </a:prstGeom>
          <a:ln w="57150" cap="flat" cmpd="sng">
            <a:solidFill>
              <a:srgbClr val="808080"/>
            </a:solidFill>
            <a:prstDash val="solid"/>
            <a:headEnd type="none" w="med" len="med"/>
            <a:tailEnd type="none" w="med" len="med"/>
          </a:ln>
        </p:spPr>
      </p:sp>
      <p:sp>
        <p:nvSpPr>
          <p:cNvPr id="142493" name="直接连接符 142492"/>
          <p:cNvSpPr/>
          <p:nvPr/>
        </p:nvSpPr>
        <p:spPr>
          <a:xfrm>
            <a:off x="9378633" y="4040823"/>
            <a:ext cx="0" cy="2089150"/>
          </a:xfrm>
          <a:prstGeom prst="line">
            <a:avLst/>
          </a:prstGeom>
          <a:ln w="9525" cap="flat" cmpd="sng">
            <a:solidFill>
              <a:schemeClr val="tx1"/>
            </a:solidFill>
            <a:prstDash val="lgDash"/>
            <a:headEnd type="none" w="med" len="med"/>
            <a:tailEnd type="none" w="med" len="med"/>
          </a:ln>
        </p:spPr>
      </p:sp>
      <p:sp>
        <p:nvSpPr>
          <p:cNvPr id="142494" name="直接连接符 142493"/>
          <p:cNvSpPr/>
          <p:nvPr/>
        </p:nvSpPr>
        <p:spPr>
          <a:xfrm>
            <a:off x="7651433" y="5337810"/>
            <a:ext cx="0" cy="792163"/>
          </a:xfrm>
          <a:prstGeom prst="line">
            <a:avLst/>
          </a:prstGeom>
          <a:ln w="9525" cap="flat" cmpd="sng">
            <a:solidFill>
              <a:schemeClr val="tx1"/>
            </a:solidFill>
            <a:prstDash val="lgDash"/>
            <a:headEnd type="none" w="med" len="med"/>
            <a:tailEnd type="none" w="med" len="med"/>
          </a:ln>
        </p:spPr>
      </p:sp>
      <p:sp>
        <p:nvSpPr>
          <p:cNvPr id="142497" name="文本框 142496"/>
          <p:cNvSpPr txBox="1"/>
          <p:nvPr/>
        </p:nvSpPr>
        <p:spPr>
          <a:xfrm>
            <a:off x="9378633" y="3969385"/>
            <a:ext cx="1452880" cy="398780"/>
          </a:xfrm>
          <a:prstGeom prst="rect">
            <a:avLst/>
          </a:prstGeom>
          <a:noFill/>
          <a:ln w="9525">
            <a:noFill/>
          </a:ln>
        </p:spPr>
        <p:txBody>
          <a:bodyPr wrap="none" anchor="t">
            <a:spAutoFit/>
          </a:bodyPr>
          <a:lstStyle/>
          <a:p>
            <a:pPr algn="l" eaLnBrk="0" hangingPunct="0"/>
            <a:r>
              <a:rPr lang="zh-CN" altLang="en-US" sz="2000" dirty="0">
                <a:solidFill>
                  <a:schemeClr val="tx1"/>
                </a:solidFill>
                <a:effectLst>
                  <a:outerShdw blurRad="38100" dist="38100" dir="2700000">
                    <a:srgbClr val="C0C0C0"/>
                  </a:outerShdw>
                </a:effectLst>
                <a:latin typeface="Times New Roman" panose="02020603050405020304" pitchFamily="18" charset="0"/>
                <a:ea typeface="黑体" panose="02010609060101010101" pitchFamily="49" charset="-122"/>
              </a:rPr>
              <a:t>亚稳态能级</a:t>
            </a:r>
            <a:endParaRPr lang="zh-CN" altLang="en-US" sz="2000">
              <a:solidFill>
                <a:schemeClr val="tx1"/>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142498" name="文本框 142497"/>
          <p:cNvSpPr txBox="1"/>
          <p:nvPr/>
        </p:nvSpPr>
        <p:spPr>
          <a:xfrm>
            <a:off x="9919970" y="5909310"/>
            <a:ext cx="347980" cy="368300"/>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sp>
        <p:nvSpPr>
          <p:cNvPr id="142499" name="文本框 142498"/>
          <p:cNvSpPr txBox="1"/>
          <p:nvPr/>
        </p:nvSpPr>
        <p:spPr>
          <a:xfrm>
            <a:off x="6689408" y="3177223"/>
            <a:ext cx="335280" cy="368300"/>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grpSp>
        <p:nvGrpSpPr>
          <p:cNvPr id="142500" name="组合 142499"/>
          <p:cNvGrpSpPr/>
          <p:nvPr/>
        </p:nvGrpSpPr>
        <p:grpSpPr>
          <a:xfrm>
            <a:off x="6570345" y="3537585"/>
            <a:ext cx="508169" cy="479425"/>
            <a:chOff x="370" y="2160"/>
            <a:chExt cx="358" cy="329"/>
          </a:xfrm>
        </p:grpSpPr>
        <p:sp>
          <p:nvSpPr>
            <p:cNvPr id="142501" name="文本框 142500"/>
            <p:cNvSpPr txBox="1"/>
            <p:nvPr/>
          </p:nvSpPr>
          <p:spPr>
            <a:xfrm>
              <a:off x="370" y="2160"/>
              <a:ext cx="236" cy="253"/>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sp>
          <p:nvSpPr>
            <p:cNvPr id="142502" name="文本框 142501"/>
            <p:cNvSpPr txBox="1"/>
            <p:nvPr/>
          </p:nvSpPr>
          <p:spPr>
            <a:xfrm>
              <a:off x="528" y="2258"/>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4</a:t>
              </a:r>
            </a:p>
          </p:txBody>
        </p:sp>
      </p:grpSp>
      <p:grpSp>
        <p:nvGrpSpPr>
          <p:cNvPr id="142503" name="组合 142502"/>
          <p:cNvGrpSpPr/>
          <p:nvPr/>
        </p:nvGrpSpPr>
        <p:grpSpPr>
          <a:xfrm>
            <a:off x="6570345" y="5409248"/>
            <a:ext cx="508169" cy="479425"/>
            <a:chOff x="1958" y="2282"/>
            <a:chExt cx="358" cy="328"/>
          </a:xfrm>
        </p:grpSpPr>
        <p:sp>
          <p:nvSpPr>
            <p:cNvPr id="142504" name="文本框 142503"/>
            <p:cNvSpPr txBox="1"/>
            <p:nvPr/>
          </p:nvSpPr>
          <p:spPr>
            <a:xfrm>
              <a:off x="1958" y="2282"/>
              <a:ext cx="236"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sp>
          <p:nvSpPr>
            <p:cNvPr id="142505" name="文本框 142504"/>
            <p:cNvSpPr txBox="1"/>
            <p:nvPr/>
          </p:nvSpPr>
          <p:spPr>
            <a:xfrm>
              <a:off x="2116" y="2379"/>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1</a:t>
              </a:r>
            </a:p>
          </p:txBody>
        </p:sp>
      </p:grpSp>
      <p:grpSp>
        <p:nvGrpSpPr>
          <p:cNvPr id="142506" name="组合 142505"/>
          <p:cNvGrpSpPr/>
          <p:nvPr/>
        </p:nvGrpSpPr>
        <p:grpSpPr>
          <a:xfrm>
            <a:off x="6570345" y="4977448"/>
            <a:ext cx="503238" cy="479425"/>
            <a:chOff x="1910" y="1994"/>
            <a:chExt cx="355" cy="329"/>
          </a:xfrm>
        </p:grpSpPr>
        <p:sp>
          <p:nvSpPr>
            <p:cNvPr id="142507" name="文本框 142506"/>
            <p:cNvSpPr txBox="1"/>
            <p:nvPr/>
          </p:nvSpPr>
          <p:spPr>
            <a:xfrm>
              <a:off x="2064" y="2092"/>
              <a:ext cx="201"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2</a:t>
              </a:r>
            </a:p>
          </p:txBody>
        </p:sp>
        <p:sp>
          <p:nvSpPr>
            <p:cNvPr id="142508" name="文本框 142507"/>
            <p:cNvSpPr txBox="1"/>
            <p:nvPr/>
          </p:nvSpPr>
          <p:spPr>
            <a:xfrm>
              <a:off x="1910" y="1994"/>
              <a:ext cx="237" cy="253"/>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grpSp>
      <p:grpSp>
        <p:nvGrpSpPr>
          <p:cNvPr id="142509" name="组合 142508"/>
          <p:cNvGrpSpPr/>
          <p:nvPr/>
        </p:nvGrpSpPr>
        <p:grpSpPr>
          <a:xfrm>
            <a:off x="7433945" y="6201410"/>
            <a:ext cx="503403" cy="480887"/>
            <a:chOff x="2534" y="2666"/>
            <a:chExt cx="354" cy="329"/>
          </a:xfrm>
        </p:grpSpPr>
        <p:sp>
          <p:nvSpPr>
            <p:cNvPr id="142510" name="文本框 142509"/>
            <p:cNvSpPr txBox="1"/>
            <p:nvPr/>
          </p:nvSpPr>
          <p:spPr>
            <a:xfrm>
              <a:off x="2534" y="2666"/>
              <a:ext cx="245"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sp>
          <p:nvSpPr>
            <p:cNvPr id="142511" name="文本框 142510"/>
            <p:cNvSpPr txBox="1"/>
            <p:nvPr/>
          </p:nvSpPr>
          <p:spPr>
            <a:xfrm>
              <a:off x="2688" y="2764"/>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2</a:t>
              </a:r>
            </a:p>
          </p:txBody>
        </p:sp>
      </p:grpSp>
      <p:grpSp>
        <p:nvGrpSpPr>
          <p:cNvPr id="142515" name="组合 142514"/>
          <p:cNvGrpSpPr/>
          <p:nvPr/>
        </p:nvGrpSpPr>
        <p:grpSpPr>
          <a:xfrm>
            <a:off x="9091295" y="6201410"/>
            <a:ext cx="506577" cy="476250"/>
            <a:chOff x="2544" y="1824"/>
            <a:chExt cx="356" cy="326"/>
          </a:xfrm>
        </p:grpSpPr>
        <p:sp>
          <p:nvSpPr>
            <p:cNvPr id="142516" name="文本框 142515"/>
            <p:cNvSpPr txBox="1"/>
            <p:nvPr/>
          </p:nvSpPr>
          <p:spPr>
            <a:xfrm>
              <a:off x="2700" y="1919"/>
              <a:ext cx="200"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3</a:t>
              </a:r>
            </a:p>
          </p:txBody>
        </p:sp>
        <p:sp>
          <p:nvSpPr>
            <p:cNvPr id="142517" name="文本框 142516"/>
            <p:cNvSpPr txBox="1"/>
            <p:nvPr/>
          </p:nvSpPr>
          <p:spPr>
            <a:xfrm>
              <a:off x="2544" y="1824"/>
              <a:ext cx="245" cy="252"/>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N</a:t>
              </a:r>
            </a:p>
          </p:txBody>
        </p:sp>
      </p:grpSp>
      <p:sp>
        <p:nvSpPr>
          <p:cNvPr id="142518" name="文本框 142517"/>
          <p:cNvSpPr txBox="1"/>
          <p:nvPr/>
        </p:nvSpPr>
        <p:spPr>
          <a:xfrm>
            <a:off x="6844983" y="5964873"/>
            <a:ext cx="309880" cy="398780"/>
          </a:xfrm>
          <a:prstGeom prst="rect">
            <a:avLst/>
          </a:prstGeom>
          <a:noFill/>
          <a:ln w="9525">
            <a:noFill/>
          </a:ln>
        </p:spPr>
        <p:txBody>
          <a:bodyPr wrap="none" anchor="t">
            <a:spAutoFit/>
          </a:bodyPr>
          <a:lstStyle/>
          <a:p>
            <a:pPr algn="l" eaLnBrk="0" hangingPunct="0"/>
            <a:r>
              <a:rPr lang="en-US" altLang="zh-CN" sz="2000" b="1">
                <a:solidFill>
                  <a:schemeClr val="tx1"/>
                </a:solidFill>
                <a:latin typeface="Times New Roman" panose="02020603050405020304" pitchFamily="18" charset="0"/>
              </a:rPr>
              <a:t>0</a:t>
            </a:r>
          </a:p>
        </p:txBody>
      </p:sp>
      <p:sp>
        <p:nvSpPr>
          <p:cNvPr id="142519" name="任意多边形 142518"/>
          <p:cNvSpPr/>
          <p:nvPr/>
        </p:nvSpPr>
        <p:spPr>
          <a:xfrm>
            <a:off x="7494270" y="3753485"/>
            <a:ext cx="1884363" cy="2111375"/>
          </a:xfrm>
          <a:custGeom>
            <a:avLst/>
            <a:gdLst/>
            <a:ahLst/>
            <a:cxnLst/>
            <a:rect l="0" t="0" r="0" b="0"/>
            <a:pathLst>
              <a:path w="1187" h="1330">
                <a:moveTo>
                  <a:pt x="144" y="0"/>
                </a:moveTo>
                <a:cubicBezTo>
                  <a:pt x="665" y="15"/>
                  <a:pt x="1187" y="30"/>
                  <a:pt x="1187" y="181"/>
                </a:cubicBezTo>
                <a:cubicBezTo>
                  <a:pt x="1187" y="332"/>
                  <a:pt x="288" y="726"/>
                  <a:pt x="144" y="907"/>
                </a:cubicBezTo>
                <a:cubicBezTo>
                  <a:pt x="0" y="1088"/>
                  <a:pt x="287" y="1210"/>
                  <a:pt x="325" y="1270"/>
                </a:cubicBezTo>
                <a:cubicBezTo>
                  <a:pt x="363" y="1330"/>
                  <a:pt x="326" y="1277"/>
                  <a:pt x="371" y="1270"/>
                </a:cubicBezTo>
              </a:path>
            </a:pathLst>
          </a:custGeom>
          <a:noFill/>
          <a:ln w="31750" cap="flat" cmpd="sng">
            <a:solidFill>
              <a:srgbClr val="800000">
                <a:alpha val="100000"/>
              </a:srgbClr>
            </a:solidFill>
            <a:prstDash val="solid"/>
            <a:headEnd type="none" w="med" len="med"/>
            <a:tailEnd type="none" w="med" len="med"/>
          </a:ln>
        </p:spPr>
        <p:txBody>
          <a:bodyPr/>
          <a:lstStyle/>
          <a:p>
            <a:endParaRPr lang="zh-CN" altLang="en-US"/>
          </a:p>
        </p:txBody>
      </p:sp>
      <p:sp>
        <p:nvSpPr>
          <p:cNvPr id="142520" name="直接连接符 142519"/>
          <p:cNvSpPr/>
          <p:nvPr/>
        </p:nvSpPr>
        <p:spPr>
          <a:xfrm flipV="1">
            <a:off x="7218045" y="4040823"/>
            <a:ext cx="2160588" cy="0"/>
          </a:xfrm>
          <a:prstGeom prst="line">
            <a:avLst/>
          </a:prstGeom>
          <a:ln w="57150" cap="flat" cmpd="sng">
            <a:solidFill>
              <a:srgbClr val="808080"/>
            </a:solidFill>
            <a:prstDash val="solid"/>
            <a:headEnd type="none" w="med" len="med"/>
            <a:tailEnd type="none" w="med" len="med"/>
          </a:ln>
        </p:spPr>
      </p:sp>
      <p:grpSp>
        <p:nvGrpSpPr>
          <p:cNvPr id="142521" name="组合 142520"/>
          <p:cNvGrpSpPr/>
          <p:nvPr/>
        </p:nvGrpSpPr>
        <p:grpSpPr>
          <a:xfrm>
            <a:off x="6643370" y="3897948"/>
            <a:ext cx="503238" cy="479425"/>
            <a:chOff x="1910" y="1994"/>
            <a:chExt cx="355" cy="329"/>
          </a:xfrm>
        </p:grpSpPr>
        <p:sp>
          <p:nvSpPr>
            <p:cNvPr id="142522" name="文本框 142521"/>
            <p:cNvSpPr txBox="1"/>
            <p:nvPr/>
          </p:nvSpPr>
          <p:spPr>
            <a:xfrm>
              <a:off x="2064" y="2092"/>
              <a:ext cx="201" cy="231"/>
            </a:xfrm>
            <a:prstGeom prst="rect">
              <a:avLst/>
            </a:prstGeom>
            <a:noFill/>
            <a:ln w="9525">
              <a:noFill/>
            </a:ln>
          </p:spPr>
          <p:txBody>
            <a:bodyPr wrap="none" anchor="t">
              <a:spAutoFit/>
            </a:bodyPr>
            <a:lstStyle/>
            <a:p>
              <a:pPr algn="l" eaLnBrk="0" hangingPunct="0"/>
              <a:r>
                <a:rPr lang="en-US" altLang="zh-CN" sz="1600" b="1">
                  <a:solidFill>
                    <a:schemeClr val="tx1"/>
                  </a:solidFill>
                  <a:latin typeface="Times New Roman" panose="02020603050405020304" pitchFamily="18" charset="0"/>
                </a:rPr>
                <a:t>3</a:t>
              </a:r>
            </a:p>
          </p:txBody>
        </p:sp>
        <p:sp>
          <p:nvSpPr>
            <p:cNvPr id="142523" name="文本框 142522"/>
            <p:cNvSpPr txBox="1"/>
            <p:nvPr/>
          </p:nvSpPr>
          <p:spPr>
            <a:xfrm>
              <a:off x="1910" y="1994"/>
              <a:ext cx="237" cy="253"/>
            </a:xfrm>
            <a:prstGeom prst="rect">
              <a:avLst/>
            </a:prstGeom>
            <a:noFill/>
            <a:ln w="9525">
              <a:noFill/>
            </a:ln>
          </p:spPr>
          <p:txBody>
            <a:bodyPr wrap="none" anchor="t">
              <a:spAutoFit/>
            </a:bodyPr>
            <a:lstStyle/>
            <a:p>
              <a:pPr algn="l" eaLnBrk="0" hangingPunct="0"/>
              <a:r>
                <a:rPr lang="en-US" altLang="zh-CN" b="1" i="1">
                  <a:solidFill>
                    <a:schemeClr val="tx1"/>
                  </a:solidFill>
                  <a:latin typeface="Times New Roman" panose="02020603050405020304" pitchFamily="18" charset="0"/>
                </a:rPr>
                <a:t>E</a:t>
              </a:r>
            </a:p>
          </p:txBody>
        </p:sp>
      </p:grpSp>
      <p:pic>
        <p:nvPicPr>
          <p:cNvPr id="142524" name="图片 142523" descr="tu13">
            <a:hlinkClick r:id="rId5"/>
          </p:cNvPr>
          <p:cNvPicPr>
            <a:picLocks noChangeAspect="1"/>
          </p:cNvPicPr>
          <p:nvPr/>
        </p:nvPicPr>
        <p:blipFill>
          <a:blip r:embed="rId6"/>
          <a:stretch>
            <a:fillRect/>
          </a:stretch>
        </p:blipFill>
        <p:spPr>
          <a:xfrm>
            <a:off x="8047038" y="638493"/>
            <a:ext cx="3306762" cy="2698750"/>
          </a:xfrm>
          <a:prstGeom prst="rect">
            <a:avLst/>
          </a:prstGeom>
          <a:noFill/>
          <a:ln w="9525">
            <a:noFill/>
          </a:ln>
        </p:spPr>
      </p:pic>
      <p:sp>
        <p:nvSpPr>
          <p:cNvPr id="3" name="Rectangle 2"/>
          <p:cNvSpPr>
            <a:spLocks noGrp="1" noChangeArrowheads="1"/>
          </p:cNvSpPr>
          <p:nvPr/>
        </p:nvSpPr>
        <p:spPr>
          <a:xfrm>
            <a:off x="838200" y="395605"/>
            <a:ext cx="10515600" cy="1325563"/>
          </a:xfrm>
          <a:prstGeom prst="rect">
            <a:avLst/>
          </a:prstGeom>
        </p:spPr>
        <p:txBody>
          <a:bodyPr vert="horz" wrap="square" lIns="91440" tIns="45720" rIns="91440" bIns="45720" numCol="1" rtlCol="0" anchor="ctr" anchorCtr="0" compatLnSpc="1">
            <a:normAutofit/>
            <a:scene3d>
              <a:camera prst="orthographicFront"/>
              <a:lightRig rig="threePt" dir="t"/>
            </a:scene3d>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r>
              <a:rPr kumimoji="0" lang="en-US" altLang="zh-CN"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a:t>
            </a: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四能级系统</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t>23</a:t>
            </a:fld>
            <a:endParaRPr lang="zh-CN" altLang="en-US" dirty="0">
              <a:latin typeface="Times New Roman" panose="02020603050405020304" pitchFamily="18" charset="0"/>
            </a:endParaRPr>
          </a:p>
        </p:txBody>
      </p:sp>
      <p:sp>
        <p:nvSpPr>
          <p:cNvPr id="113666" name="文本框 113665"/>
          <p:cNvSpPr txBox="1"/>
          <p:nvPr/>
        </p:nvSpPr>
        <p:spPr>
          <a:xfrm>
            <a:off x="107315" y="2099945"/>
            <a:ext cx="5811520" cy="2084070"/>
          </a:xfrm>
          <a:prstGeom prst="rect">
            <a:avLst/>
          </a:prstGeom>
          <a:noFill/>
          <a:ln w="9525">
            <a:noFill/>
          </a:ln>
        </p:spPr>
        <p:txBody>
          <a:bodyPr wrap="square">
            <a:spAutoFit/>
          </a:bodyPr>
          <a:lstStyle/>
          <a:p>
            <a:pPr algn="l">
              <a:lnSpc>
                <a:spcPct val="120000"/>
              </a:lnSpc>
              <a:spcBef>
                <a:spcPct val="50000"/>
              </a:spcBef>
            </a:pPr>
            <a:r>
              <a:rPr lang="en-US" altLang="zh-CN" sz="3600" b="1" dirty="0">
                <a:solidFill>
                  <a:schemeClr val="tx1"/>
                </a:solidFill>
                <a:effectLst>
                  <a:outerShdw blurRad="38100" dist="38100" dir="2700000">
                    <a:srgbClr val="C0C0C0"/>
                  </a:outerShdw>
                </a:effectLst>
                <a:latin typeface="Times New Roman" panose="02020603050405020304" pitchFamily="18" charset="0"/>
              </a:rPr>
              <a:t>       </a:t>
            </a:r>
            <a:r>
              <a:rPr lang="en-US" altLang="zh-CN" sz="3600" b="1" dirty="0">
                <a:solidFill>
                  <a:srgbClr val="FF0000"/>
                </a:solidFill>
                <a:effectLst>
                  <a:outerShdw blurRad="38100" dist="38100" dir="2700000">
                    <a:srgbClr val="C0C0C0"/>
                  </a:outerShdw>
                </a:effectLst>
                <a:latin typeface="Times New Roman" panose="02020603050405020304" pitchFamily="18" charset="0"/>
              </a:rPr>
              <a:t> </a:t>
            </a:r>
            <a:r>
              <a:rPr lang="zh-CN" altLang="en-US" sz="3600" b="1" dirty="0">
                <a:solidFill>
                  <a:srgbClr val="FF0000"/>
                </a:solidFill>
                <a:effectLst>
                  <a:outerShdw blurRad="38100" dist="38100" dir="2700000">
                    <a:srgbClr val="C0C0C0"/>
                  </a:outerShdw>
                </a:effectLst>
                <a:latin typeface="Times New Roman" panose="02020603050405020304" pitchFamily="18" charset="0"/>
                <a:ea typeface="幼圆" panose="02010509060101010101" charset="-122"/>
              </a:rPr>
              <a:t>四能级系统</a:t>
            </a:r>
            <a:r>
              <a:rPr lang="zh-CN" altLang="en-US" sz="3600" b="1" dirty="0">
                <a:solidFill>
                  <a:schemeClr val="tx1"/>
                </a:solidFill>
                <a:effectLst>
                  <a:outerShdw blurRad="38100" dist="38100" dir="2700000">
                    <a:srgbClr val="C0C0C0"/>
                  </a:outerShdw>
                </a:effectLst>
                <a:latin typeface="Times New Roman" panose="02020603050405020304" pitchFamily="18" charset="0"/>
                <a:ea typeface="幼圆" panose="02010509060101010101" charset="-122"/>
              </a:rPr>
              <a:t>  </a:t>
            </a:r>
            <a:r>
              <a:rPr lang="zh-CN" altLang="en-US" sz="3600" b="1" dirty="0">
                <a:solidFill>
                  <a:schemeClr val="tx1"/>
                </a:solidFill>
                <a:effectLst>
                  <a:outerShdw blurRad="38100" dist="38100" dir="2700000">
                    <a:srgbClr val="C0C0C0"/>
                  </a:outerShdw>
                </a:effectLst>
                <a:latin typeface="Times New Roman" panose="02020603050405020304" pitchFamily="18" charset="0"/>
              </a:rPr>
              <a:t>比三能级系统容易实现粒子数反转分布。</a:t>
            </a:r>
          </a:p>
        </p:txBody>
      </p:sp>
      <p:graphicFrame>
        <p:nvGraphicFramePr>
          <p:cNvPr id="113667" name="对象 113666"/>
          <p:cNvGraphicFramePr/>
          <p:nvPr/>
        </p:nvGraphicFramePr>
        <p:xfrm>
          <a:off x="6026150" y="2914650"/>
          <a:ext cx="139700" cy="265113"/>
        </p:xfrm>
        <a:graphic>
          <a:graphicData uri="http://schemas.openxmlformats.org/presentationml/2006/ole">
            <mc:AlternateContent xmlns:mc="http://schemas.openxmlformats.org/markup-compatibility/2006">
              <mc:Choice xmlns:v="urn:schemas-microsoft-com:vml" Requires="v">
                <p:oleObj spid="_x0000_s12307" r:id="rId3" imgW="139700" imgH="266065" progId="Equation.3">
                  <p:embed/>
                </p:oleObj>
              </mc:Choice>
              <mc:Fallback>
                <p:oleObj r:id="rId3" imgW="139700" imgH="266065" progId="Equation.3">
                  <p:embed/>
                  <p:pic>
                    <p:nvPicPr>
                      <p:cNvPr id="0" name="图片 3109"/>
                      <p:cNvPicPr/>
                      <p:nvPr/>
                    </p:nvPicPr>
                    <p:blipFill>
                      <a:blip r:embed="rId4"/>
                      <a:stretch>
                        <a:fillRect/>
                      </a:stretch>
                    </p:blipFill>
                    <p:spPr>
                      <a:xfrm>
                        <a:off x="6026150" y="2914650"/>
                        <a:ext cx="139700" cy="265113"/>
                      </a:xfrm>
                      <a:prstGeom prst="rect">
                        <a:avLst/>
                      </a:prstGeom>
                      <a:noFill/>
                      <a:ln w="38100">
                        <a:noFill/>
                        <a:miter/>
                      </a:ln>
                    </p:spPr>
                  </p:pic>
                </p:oleObj>
              </mc:Fallback>
            </mc:AlternateContent>
          </a:graphicData>
        </a:graphic>
      </p:graphicFrame>
      <p:pic>
        <p:nvPicPr>
          <p:cNvPr id="113670" name="图片 113669" descr="tu13">
            <a:hlinkClick r:id="rId5"/>
          </p:cNvPr>
          <p:cNvPicPr>
            <a:picLocks noChangeAspect="1"/>
          </p:cNvPicPr>
          <p:nvPr/>
        </p:nvPicPr>
        <p:blipFill>
          <a:blip r:embed="rId6"/>
          <a:stretch>
            <a:fillRect/>
          </a:stretch>
        </p:blipFill>
        <p:spPr>
          <a:xfrm>
            <a:off x="6389370" y="1992630"/>
            <a:ext cx="4978400" cy="4064000"/>
          </a:xfrm>
          <a:prstGeom prst="rect">
            <a:avLst/>
          </a:prstGeom>
          <a:noFill/>
          <a:ln w="9525">
            <a:noFill/>
          </a:ln>
        </p:spPr>
      </p:pic>
      <p:sp>
        <p:nvSpPr>
          <p:cNvPr id="3" name="Rectangle 2"/>
          <p:cNvSpPr>
            <a:spLocks noGrp="1" noChangeArrowheads="1"/>
          </p:cNvSpPr>
          <p:nvPr/>
        </p:nvSpPr>
        <p:spPr>
          <a:xfrm>
            <a:off x="838200" y="381000"/>
            <a:ext cx="10515600" cy="1325563"/>
          </a:xfrm>
          <a:prstGeom prst="rect">
            <a:avLst/>
          </a:prstGeom>
        </p:spPr>
        <p:txBody>
          <a:bodyPr vert="horz" wrap="square" lIns="91440" tIns="45720" rIns="91440" bIns="45720" numCol="1" rtlCol="0" anchor="ctr" anchorCtr="0" compatLnSpc="1">
            <a:normAutofit/>
            <a:scene3d>
              <a:camera prst="orthographicFront"/>
              <a:lightRig rig="threePt" dir="t"/>
            </a:scene3d>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r>
              <a:rPr kumimoji="0" lang="en-US" altLang="zh-CN"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a:t>
            </a: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四能级系统</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r>
              <a:rPr kumimoji="0" lang="en-US" altLang="zh-CN"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a:t>
            </a: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增益系数</a:t>
            </a:r>
          </a:p>
        </p:txBody>
      </p:sp>
      <p:sp>
        <p:nvSpPr>
          <p:cNvPr id="23555" name="Rectangle 3"/>
          <p:cNvSpPr>
            <a:spLocks noGrp="1" noChangeArrowheads="1"/>
          </p:cNvSpPr>
          <p:nvPr>
            <p:ph idx="1"/>
          </p:nvPr>
        </p:nvSpPr>
        <p:spPr>
          <a:xfrm>
            <a:off x="1981200" y="1600200"/>
            <a:ext cx="8218488" cy="4852988"/>
          </a:xfrm>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通过各种泵浦机制，利用各种外部能量，使大量处于低能级的物质粒子跃迁到高能级，实现粒子数反转，为光放大做好准备。</a:t>
            </a: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用增益系数来描述光放大物质对光的放大能力，增益系数定义为光波在</a:t>
            </a: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	介质中经过单位长</a:t>
            </a: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	度后光强的相对增</a:t>
            </a: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	长率：</a:t>
            </a:r>
          </a:p>
        </p:txBody>
      </p:sp>
      <p:pic>
        <p:nvPicPr>
          <p:cNvPr id="17412" name="Picture 4"/>
          <p:cNvPicPr>
            <a:picLocks noChangeAspect="1"/>
          </p:cNvPicPr>
          <p:nvPr/>
        </p:nvPicPr>
        <p:blipFill>
          <a:blip r:embed="rId3"/>
          <a:stretch>
            <a:fillRect/>
          </a:stretch>
        </p:blipFill>
        <p:spPr>
          <a:xfrm>
            <a:off x="5448300" y="3716338"/>
            <a:ext cx="5040313" cy="2687637"/>
          </a:xfrm>
          <a:prstGeom prst="rect">
            <a:avLst/>
          </a:prstGeom>
          <a:noFill/>
          <a:ln w="9525">
            <a:noFill/>
          </a:ln>
        </p:spPr>
      </p:pic>
      <p:graphicFrame>
        <p:nvGraphicFramePr>
          <p:cNvPr id="17413" name="Object 5"/>
          <p:cNvGraphicFramePr>
            <a:graphicFrameLocks noChangeAspect="1"/>
          </p:cNvGraphicFramePr>
          <p:nvPr/>
        </p:nvGraphicFramePr>
        <p:xfrm>
          <a:off x="2711450" y="5173663"/>
          <a:ext cx="2709863" cy="1063625"/>
        </p:xfrm>
        <a:graphic>
          <a:graphicData uri="http://schemas.openxmlformats.org/presentationml/2006/ole">
            <mc:AlternateContent xmlns:mc="http://schemas.openxmlformats.org/markup-compatibility/2006">
              <mc:Choice xmlns:v="urn:schemas-microsoft-com:vml" Requires="v">
                <p:oleObj spid="_x0000_s13331" r:id="rId4" imgW="1002665" imgH="393700" progId="Equation.DSMT4">
                  <p:embed/>
                </p:oleObj>
              </mc:Choice>
              <mc:Fallback>
                <p:oleObj r:id="rId4" imgW="1002665" imgH="393700" progId="Equation.DSMT4">
                  <p:embed/>
                  <p:pic>
                    <p:nvPicPr>
                      <p:cNvPr id="0" name="图片 3103"/>
                      <p:cNvPicPr/>
                      <p:nvPr/>
                    </p:nvPicPr>
                    <p:blipFill>
                      <a:blip r:embed="rId5"/>
                      <a:stretch>
                        <a:fillRect/>
                      </a:stretch>
                    </p:blipFill>
                    <p:spPr>
                      <a:xfrm>
                        <a:off x="2711450" y="5173663"/>
                        <a:ext cx="2709863" cy="1063625"/>
                      </a:xfrm>
                      <a:prstGeom prst="rect">
                        <a:avLst/>
                      </a:prstGeom>
                      <a:noFill/>
                      <a:ln w="38100">
                        <a:noFill/>
                        <a:miter/>
                      </a:ln>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r>
              <a:rPr kumimoji="0" lang="en-US" altLang="zh-CN"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a:t>
            </a: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损耗系数</a:t>
            </a:r>
          </a:p>
        </p:txBody>
      </p:sp>
      <p:sp>
        <p:nvSpPr>
          <p:cNvPr id="25603" name="Rectangle 3"/>
          <p:cNvSpPr>
            <a:spLocks noGrp="1" noChangeArrowheads="1"/>
          </p:cNvSpPr>
          <p:nvPr>
            <p:ph idx="1"/>
          </p:nvPr>
        </p:nvSpPr>
        <p:spPr>
          <a:xfrm>
            <a:off x="838200" y="1628775"/>
            <a:ext cx="7285355" cy="5229225"/>
          </a:xfrm>
        </p:spPr>
        <p:txBody>
          <a:bodyPr vert="horz" wrap="square" lIns="91440" tIns="45720" rIns="91440" bIns="45720" numCol="1" anchor="t" anchorCtr="0" compatLnSpc="1">
            <a:noAutofit/>
          </a:bodyPr>
          <a:lstStyle/>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在光放大物质中，除了存在受激跃迁现象外，还有各种因素引起的光传输损耗，我们用损耗系数来描述这些损耗，它定义为光通过单位距离后光强衰减的百分比：</a:t>
            </a: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在同时存在增益和损耗的光放大介质中，光强随传输距离的变化可以表示为：</a:t>
            </a: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要利用增益介质实现对入射光的放大，应满足两个基本条件：</a:t>
            </a:r>
          </a:p>
          <a:p>
            <a:pPr marL="1143000" marR="0" lvl="2" indent="-228600" algn="l" defTabSz="914400" rtl="0" eaLnBrk="1" fontAlgn="base" latinLnBrk="0" hangingPunct="1">
              <a:lnSpc>
                <a:spcPct val="100000"/>
              </a:lnSpc>
              <a:spcBef>
                <a:spcPct val="20000"/>
              </a:spcBef>
              <a:spcAft>
                <a:spcPct val="0"/>
              </a:spcAft>
              <a:buClrTx/>
              <a:buSzTx/>
              <a:buFontTx/>
              <a:buChar char="•"/>
              <a:defRPr/>
            </a:pPr>
            <a:r>
              <a:rPr kumimoji="0" lang="zh-CN" altLang="en-US"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实现粒子数反转；</a:t>
            </a:r>
          </a:p>
          <a:p>
            <a:pPr marL="1143000" marR="0" lvl="2" indent="-228600" algn="l" defTabSz="914400" rtl="0" eaLnBrk="1" fontAlgn="base" latinLnBrk="0" hangingPunct="1">
              <a:lnSpc>
                <a:spcPct val="100000"/>
              </a:lnSpc>
              <a:spcBef>
                <a:spcPct val="20000"/>
              </a:spcBef>
              <a:spcAft>
                <a:spcPct val="0"/>
              </a:spcAft>
              <a:buClrTx/>
              <a:buSzTx/>
              <a:buFontTx/>
              <a:buChar char="•"/>
              <a:defRPr/>
            </a:pPr>
            <a:r>
              <a:rPr kumimoji="0" lang="en-US" altLang="zh-CN"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G&gt;a</a:t>
            </a:r>
            <a:r>
              <a:rPr kumimoji="0" lang="zh-CN" altLang="en-US"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a:t>
            </a:r>
          </a:p>
        </p:txBody>
      </p:sp>
      <p:graphicFrame>
        <p:nvGraphicFramePr>
          <p:cNvPr id="19460" name="Object 4"/>
          <p:cNvGraphicFramePr>
            <a:graphicFrameLocks noChangeAspect="1"/>
          </p:cNvGraphicFramePr>
          <p:nvPr/>
        </p:nvGraphicFramePr>
        <p:xfrm>
          <a:off x="3740468" y="3126740"/>
          <a:ext cx="2159000" cy="857250"/>
        </p:xfrm>
        <a:graphic>
          <a:graphicData uri="http://schemas.openxmlformats.org/presentationml/2006/ole">
            <mc:AlternateContent xmlns:mc="http://schemas.openxmlformats.org/markup-compatibility/2006">
              <mc:Choice xmlns:v="urn:schemas-microsoft-com:vml" Requires="v">
                <p:oleObj spid="_x0000_s15427" r:id="rId3" imgW="1054100" imgH="419100" progId="Equation.DSMT4">
                  <p:embed/>
                </p:oleObj>
              </mc:Choice>
              <mc:Fallback>
                <p:oleObj r:id="rId3" imgW="1054100" imgH="419100" progId="Equation.DSMT4">
                  <p:embed/>
                  <p:pic>
                    <p:nvPicPr>
                      <p:cNvPr id="0" name="图片 3080"/>
                      <p:cNvPicPr/>
                      <p:nvPr/>
                    </p:nvPicPr>
                    <p:blipFill>
                      <a:blip r:embed="rId4"/>
                      <a:stretch>
                        <a:fillRect/>
                      </a:stretch>
                    </p:blipFill>
                    <p:spPr>
                      <a:xfrm>
                        <a:off x="3740468" y="3126740"/>
                        <a:ext cx="2159000" cy="857250"/>
                      </a:xfrm>
                      <a:prstGeom prst="rect">
                        <a:avLst/>
                      </a:prstGeom>
                      <a:noFill/>
                      <a:ln w="38100">
                        <a:noFill/>
                        <a:miter/>
                      </a:ln>
                    </p:spPr>
                  </p:pic>
                </p:oleObj>
              </mc:Fallback>
            </mc:AlternateContent>
          </a:graphicData>
        </a:graphic>
      </p:graphicFrame>
      <p:graphicFrame>
        <p:nvGraphicFramePr>
          <p:cNvPr id="19461" name="Object 5"/>
          <p:cNvGraphicFramePr>
            <a:graphicFrameLocks noChangeAspect="1"/>
          </p:cNvGraphicFramePr>
          <p:nvPr/>
        </p:nvGraphicFramePr>
        <p:xfrm>
          <a:off x="3450908" y="4904105"/>
          <a:ext cx="2738437" cy="358775"/>
        </p:xfrm>
        <a:graphic>
          <a:graphicData uri="http://schemas.openxmlformats.org/presentationml/2006/ole">
            <mc:AlternateContent xmlns:mc="http://schemas.openxmlformats.org/markup-compatibility/2006">
              <mc:Choice xmlns:v="urn:schemas-microsoft-com:vml" Requires="v">
                <p:oleObj spid="_x0000_s15428" r:id="rId5" imgW="1548765" imgH="203200" progId="Equation.DSMT4">
                  <p:embed/>
                </p:oleObj>
              </mc:Choice>
              <mc:Fallback>
                <p:oleObj r:id="rId5" imgW="1548765" imgH="203200" progId="Equation.DSMT4">
                  <p:embed/>
                  <p:pic>
                    <p:nvPicPr>
                      <p:cNvPr id="0" name="图片 3087"/>
                      <p:cNvPicPr/>
                      <p:nvPr/>
                    </p:nvPicPr>
                    <p:blipFill>
                      <a:blip r:embed="rId6"/>
                      <a:stretch>
                        <a:fillRect/>
                      </a:stretch>
                    </p:blipFill>
                    <p:spPr>
                      <a:xfrm>
                        <a:off x="3450908" y="4904105"/>
                        <a:ext cx="2738437" cy="358775"/>
                      </a:xfrm>
                      <a:prstGeom prst="rect">
                        <a:avLst/>
                      </a:prstGeom>
                      <a:noFill/>
                      <a:ln w="38100">
                        <a:noFill/>
                        <a:miter/>
                      </a:ln>
                    </p:spPr>
                  </p:pic>
                </p:oleObj>
              </mc:Fallback>
            </mc:AlternateContent>
          </a:graphicData>
        </a:graphic>
      </p:graphicFrame>
      <p:grpSp>
        <p:nvGrpSpPr>
          <p:cNvPr id="19462" name="Group 6"/>
          <p:cNvGrpSpPr/>
          <p:nvPr/>
        </p:nvGrpSpPr>
        <p:grpSpPr>
          <a:xfrm>
            <a:off x="7969250" y="1838325"/>
            <a:ext cx="2847340" cy="3909135"/>
            <a:chOff x="4131" y="1298"/>
            <a:chExt cx="1470" cy="1489"/>
          </a:xfrm>
        </p:grpSpPr>
        <p:graphicFrame>
          <p:nvGraphicFramePr>
            <p:cNvPr id="19463" name="Object 7"/>
            <p:cNvGraphicFramePr>
              <a:graphicFrameLocks noChangeAspect="1"/>
            </p:cNvGraphicFramePr>
            <p:nvPr/>
          </p:nvGraphicFramePr>
          <p:xfrm>
            <a:off x="4195" y="2069"/>
            <a:ext cx="1406" cy="612"/>
          </p:xfrm>
          <a:graphic>
            <a:graphicData uri="http://schemas.openxmlformats.org/presentationml/2006/ole">
              <mc:AlternateContent xmlns:mc="http://schemas.openxmlformats.org/markup-compatibility/2006">
                <mc:Choice xmlns:v="urn:schemas-microsoft-com:vml" Requires="v">
                  <p:oleObj spid="_x0000_s15429" r:id="rId7" imgW="5556885" imgH="2421890" progId="Visio.Drawing.11">
                    <p:embed/>
                  </p:oleObj>
                </mc:Choice>
                <mc:Fallback>
                  <p:oleObj r:id="rId7" imgW="5556885" imgH="2421890" progId="Visio.Drawing.11">
                    <p:embed/>
                    <p:pic>
                      <p:nvPicPr>
                        <p:cNvPr id="0" name="图片 3082"/>
                        <p:cNvPicPr/>
                        <p:nvPr/>
                      </p:nvPicPr>
                      <p:blipFill>
                        <a:blip r:embed="rId8"/>
                        <a:stretch>
                          <a:fillRect/>
                        </a:stretch>
                      </p:blipFill>
                      <p:spPr>
                        <a:xfrm>
                          <a:off x="4195" y="2069"/>
                          <a:ext cx="1406" cy="612"/>
                        </a:xfrm>
                        <a:prstGeom prst="rect">
                          <a:avLst/>
                        </a:prstGeom>
                        <a:noFill/>
                        <a:ln w="38100">
                          <a:noFill/>
                          <a:miter/>
                        </a:ln>
                      </p:spPr>
                    </p:pic>
                  </p:oleObj>
                </mc:Fallback>
              </mc:AlternateContent>
            </a:graphicData>
          </a:graphic>
        </p:graphicFrame>
        <p:graphicFrame>
          <p:nvGraphicFramePr>
            <p:cNvPr id="19464" name="Object 8"/>
            <p:cNvGraphicFramePr>
              <a:graphicFrameLocks noChangeAspect="1"/>
            </p:cNvGraphicFramePr>
            <p:nvPr/>
          </p:nvGraphicFramePr>
          <p:xfrm>
            <a:off x="4131" y="1298"/>
            <a:ext cx="1425" cy="598"/>
          </p:xfrm>
          <a:graphic>
            <a:graphicData uri="http://schemas.openxmlformats.org/presentationml/2006/ole">
              <mc:AlternateContent xmlns:mc="http://schemas.openxmlformats.org/markup-compatibility/2006">
                <mc:Choice xmlns:v="urn:schemas-microsoft-com:vml" Requires="v">
                  <p:oleObj spid="_x0000_s15430" r:id="rId9" imgW="5084445" imgH="2140585" progId="Visio.Drawing.11">
                    <p:embed/>
                  </p:oleObj>
                </mc:Choice>
                <mc:Fallback>
                  <p:oleObj r:id="rId9" imgW="5084445" imgH="2140585" progId="Visio.Drawing.11">
                    <p:embed/>
                    <p:pic>
                      <p:nvPicPr>
                        <p:cNvPr id="0" name="图片 3084"/>
                        <p:cNvPicPr/>
                        <p:nvPr/>
                      </p:nvPicPr>
                      <p:blipFill>
                        <a:blip r:embed="rId10"/>
                        <a:stretch>
                          <a:fillRect/>
                        </a:stretch>
                      </p:blipFill>
                      <p:spPr>
                        <a:xfrm>
                          <a:off x="4131" y="1298"/>
                          <a:ext cx="1425" cy="598"/>
                        </a:xfrm>
                        <a:prstGeom prst="rect">
                          <a:avLst/>
                        </a:prstGeom>
                        <a:noFill/>
                        <a:ln w="38100">
                          <a:noFill/>
                          <a:miter/>
                        </a:ln>
                      </p:spPr>
                    </p:pic>
                  </p:oleObj>
                </mc:Fallback>
              </mc:AlternateContent>
            </a:graphicData>
          </a:graphic>
        </p:graphicFrame>
        <p:sp>
          <p:nvSpPr>
            <p:cNvPr id="19465" name="Text Box 9"/>
            <p:cNvSpPr txBox="1"/>
            <p:nvPr/>
          </p:nvSpPr>
          <p:spPr>
            <a:xfrm>
              <a:off x="4286" y="1888"/>
              <a:ext cx="1225" cy="128"/>
            </a:xfrm>
            <a:prstGeom prst="rect">
              <a:avLst/>
            </a:prstGeom>
            <a:noFill/>
            <a:ln w="9525">
              <a:noFill/>
            </a:ln>
          </p:spPr>
          <p:txBody>
            <a:bodyPr>
              <a:spAutoFit/>
            </a:bodyPr>
            <a:lstStyle>
              <a:lvl1pPr marL="342900" indent="-342900" algn="l" rtl="0" fontAlgn="base">
                <a:spcBef>
                  <a:spcPct val="20000"/>
                </a:spcBef>
                <a:spcAft>
                  <a:spcPct val="0"/>
                </a:spcAft>
                <a:buChar char="•"/>
                <a:defRPr sz="3200" b="1">
                  <a:solidFill>
                    <a:schemeClr val="tx1"/>
                  </a:solidFill>
                  <a:effectLst/>
                  <a:latin typeface="+mn-lt"/>
                  <a:ea typeface="+mn-ea"/>
                  <a:cs typeface="黑体" panose="02010609060101010101" pitchFamily="49" charset="-122"/>
                </a:defRPr>
              </a:lvl1pPr>
              <a:lvl2pPr marL="742950" indent="-285750" algn="l" rtl="0" fontAlgn="base">
                <a:spcBef>
                  <a:spcPct val="20000"/>
                </a:spcBef>
                <a:spcAft>
                  <a:spcPct val="0"/>
                </a:spcAft>
                <a:buChar char="–"/>
                <a:defRPr sz="2800" b="1">
                  <a:solidFill>
                    <a:schemeClr val="tx1"/>
                  </a:solidFill>
                  <a:effectLst/>
                  <a:latin typeface="+mn-lt"/>
                  <a:ea typeface="+mn-ea"/>
                  <a:cs typeface="黑体" panose="02010609060101010101" pitchFamily="49" charset="-122"/>
                </a:defRPr>
              </a:lvl2pPr>
              <a:lvl3pPr marL="1143000" indent="-228600" algn="l" rtl="0" fontAlgn="base">
                <a:spcBef>
                  <a:spcPct val="20000"/>
                </a:spcBef>
                <a:spcAft>
                  <a:spcPct val="0"/>
                </a:spcAft>
                <a:buChar char="•"/>
                <a:defRPr sz="2400">
                  <a:solidFill>
                    <a:schemeClr val="tx1"/>
                  </a:solidFill>
                  <a:effectLst/>
                  <a:latin typeface="+mn-lt"/>
                  <a:ea typeface="+mn-ea"/>
                  <a:cs typeface="黑体" panose="02010609060101010101" pitchFamily="49" charset="-122"/>
                </a:defRPr>
              </a:lvl3pPr>
              <a:lvl4pPr marL="1600200" indent="-228600" algn="l" rtl="0" fontAlgn="base">
                <a:spcBef>
                  <a:spcPct val="20000"/>
                </a:spcBef>
                <a:spcAft>
                  <a:spcPct val="0"/>
                </a:spcAft>
                <a:buChar char="–"/>
                <a:defRPr sz="2000">
                  <a:solidFill>
                    <a:schemeClr val="tx1"/>
                  </a:solidFill>
                  <a:latin typeface="+mn-lt"/>
                  <a:ea typeface="+mn-ea"/>
                  <a:cs typeface="黑体" panose="02010609060101010101" pitchFamily="49" charset="-122"/>
                </a:defRPr>
              </a:lvl4pPr>
              <a:lvl5pPr marL="2057400" indent="-228600" algn="l" rtl="0" fontAlgn="base">
                <a:spcBef>
                  <a:spcPct val="20000"/>
                </a:spcBef>
                <a:spcAft>
                  <a:spcPct val="0"/>
                </a:spcAft>
                <a:buChar char="»"/>
                <a:defRPr sz="2000">
                  <a:solidFill>
                    <a:schemeClr val="tx1"/>
                  </a:solidFill>
                  <a:latin typeface="+mn-lt"/>
                  <a:ea typeface="+mn-ea"/>
                  <a:cs typeface="黑体" panose="02010609060101010101" pitchFamily="49" charset="-122"/>
                </a:defRPr>
              </a:lvl5pPr>
            </a:lstStyle>
            <a:p>
              <a:pPr marL="0" lvl="0" indent="0" algn="ctr" eaLnBrk="1" hangingPunct="1">
                <a:spcBef>
                  <a:spcPct val="50000"/>
                </a:spcBef>
                <a:buNone/>
              </a:pPr>
              <a:r>
                <a:rPr lang="zh-CN" altLang="en-US" sz="1600" b="0" dirty="0">
                  <a:solidFill>
                    <a:srgbClr val="FF0000"/>
                  </a:solidFill>
                  <a:ea typeface="宋体" panose="02010600030101010101" pitchFamily="2" charset="-122"/>
                </a:rPr>
                <a:t>损耗大于增益</a:t>
              </a:r>
            </a:p>
          </p:txBody>
        </p:sp>
        <p:sp>
          <p:nvSpPr>
            <p:cNvPr id="19466" name="Text Box 10"/>
            <p:cNvSpPr txBox="1"/>
            <p:nvPr/>
          </p:nvSpPr>
          <p:spPr>
            <a:xfrm>
              <a:off x="4286" y="2659"/>
              <a:ext cx="1225" cy="128"/>
            </a:xfrm>
            <a:prstGeom prst="rect">
              <a:avLst/>
            </a:prstGeom>
            <a:noFill/>
            <a:ln w="9525">
              <a:noFill/>
            </a:ln>
          </p:spPr>
          <p:txBody>
            <a:bodyPr>
              <a:spAutoFit/>
            </a:bodyPr>
            <a:lstStyle>
              <a:lvl1pPr marL="342900" indent="-342900" algn="l" rtl="0" fontAlgn="base">
                <a:spcBef>
                  <a:spcPct val="20000"/>
                </a:spcBef>
                <a:spcAft>
                  <a:spcPct val="0"/>
                </a:spcAft>
                <a:buChar char="•"/>
                <a:defRPr sz="3200" b="1">
                  <a:solidFill>
                    <a:schemeClr val="tx1"/>
                  </a:solidFill>
                  <a:effectLst/>
                  <a:latin typeface="+mn-lt"/>
                  <a:ea typeface="+mn-ea"/>
                  <a:cs typeface="黑体" panose="02010609060101010101" pitchFamily="49" charset="-122"/>
                </a:defRPr>
              </a:lvl1pPr>
              <a:lvl2pPr marL="742950" indent="-285750" algn="l" rtl="0" fontAlgn="base">
                <a:spcBef>
                  <a:spcPct val="20000"/>
                </a:spcBef>
                <a:spcAft>
                  <a:spcPct val="0"/>
                </a:spcAft>
                <a:buChar char="–"/>
                <a:defRPr sz="2800" b="1">
                  <a:solidFill>
                    <a:schemeClr val="tx1"/>
                  </a:solidFill>
                  <a:effectLst/>
                  <a:latin typeface="+mn-lt"/>
                  <a:ea typeface="+mn-ea"/>
                  <a:cs typeface="黑体" panose="02010609060101010101" pitchFamily="49" charset="-122"/>
                </a:defRPr>
              </a:lvl2pPr>
              <a:lvl3pPr marL="1143000" indent="-228600" algn="l" rtl="0" fontAlgn="base">
                <a:spcBef>
                  <a:spcPct val="20000"/>
                </a:spcBef>
                <a:spcAft>
                  <a:spcPct val="0"/>
                </a:spcAft>
                <a:buChar char="•"/>
                <a:defRPr sz="2400">
                  <a:solidFill>
                    <a:schemeClr val="tx1"/>
                  </a:solidFill>
                  <a:effectLst/>
                  <a:latin typeface="+mn-lt"/>
                  <a:ea typeface="+mn-ea"/>
                  <a:cs typeface="黑体" panose="02010609060101010101" pitchFamily="49" charset="-122"/>
                </a:defRPr>
              </a:lvl3pPr>
              <a:lvl4pPr marL="1600200" indent="-228600" algn="l" rtl="0" fontAlgn="base">
                <a:spcBef>
                  <a:spcPct val="20000"/>
                </a:spcBef>
                <a:spcAft>
                  <a:spcPct val="0"/>
                </a:spcAft>
                <a:buChar char="–"/>
                <a:defRPr sz="2000">
                  <a:solidFill>
                    <a:schemeClr val="tx1"/>
                  </a:solidFill>
                  <a:latin typeface="+mn-lt"/>
                  <a:ea typeface="+mn-ea"/>
                  <a:cs typeface="黑体" panose="02010609060101010101" pitchFamily="49" charset="-122"/>
                </a:defRPr>
              </a:lvl4pPr>
              <a:lvl5pPr marL="2057400" indent="-228600" algn="l" rtl="0" fontAlgn="base">
                <a:spcBef>
                  <a:spcPct val="20000"/>
                </a:spcBef>
                <a:spcAft>
                  <a:spcPct val="0"/>
                </a:spcAft>
                <a:buChar char="»"/>
                <a:defRPr sz="2000">
                  <a:solidFill>
                    <a:schemeClr val="tx1"/>
                  </a:solidFill>
                  <a:latin typeface="+mn-lt"/>
                  <a:ea typeface="+mn-ea"/>
                  <a:cs typeface="黑体" panose="02010609060101010101" pitchFamily="49" charset="-122"/>
                </a:defRPr>
              </a:lvl5pPr>
            </a:lstStyle>
            <a:p>
              <a:pPr marL="0" lvl="0" indent="0" algn="ctr" eaLnBrk="1" hangingPunct="1">
                <a:spcBef>
                  <a:spcPct val="50000"/>
                </a:spcBef>
                <a:buNone/>
              </a:pPr>
              <a:r>
                <a:rPr lang="zh-CN" altLang="en-US" sz="1600" b="0" dirty="0">
                  <a:solidFill>
                    <a:srgbClr val="FF0000"/>
                  </a:solidFill>
                  <a:ea typeface="宋体" panose="02010600030101010101" pitchFamily="2" charset="-122"/>
                </a:rPr>
                <a:t>增益大于损耗</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1992313" y="1628775"/>
            <a:ext cx="5986463" cy="4525963"/>
          </a:xfrm>
        </p:spPr>
        <p:txBody>
          <a:bodyPr vert="horz" wrap="square" lIns="91440" tIns="45720" rIns="91440" bIns="45720" numCol="1" anchor="t" anchorCtr="0" compatLnSpc="1"/>
          <a:lstStyle/>
          <a:p>
            <a:pPr marL="457200" marR="0" lvl="1" indent="0" algn="l" defTabSz="914400" rtl="0" eaLnBrk="1" fontAlgn="base" latinLnBrk="0" hangingPunct="1">
              <a:lnSpc>
                <a:spcPct val="90000"/>
              </a:lnSpc>
              <a:spcBef>
                <a:spcPct val="20000"/>
              </a:spcBef>
              <a:spcAft>
                <a:spcPct val="0"/>
              </a:spcAft>
              <a:buClrTx/>
              <a:buSzTx/>
              <a:buFontTx/>
              <a:buNone/>
              <a:defRPr/>
            </a:pP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入射光能够被无限放大吗？</a:t>
            </a: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假设一个微弱光</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I</a:t>
            </a:r>
            <a:r>
              <a:rPr kumimoji="0" lang="en-US" altLang="zh-CN" sz="2400"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0</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入射到一段增益介质中，其初始增益系数为</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G</a:t>
            </a:r>
            <a:r>
              <a:rPr kumimoji="0" lang="en-US" altLang="zh-CN" sz="2400"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0</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G</a:t>
            </a:r>
            <a:r>
              <a:rPr kumimoji="0" lang="en-US" altLang="zh-CN" sz="2400"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0</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&gt;a</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，此时光强随着传输距离增加而不断增强：</a:t>
            </a: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但随着光强的不断增加，增益介质中的高能级粒子不断的由于受激辐射而跃迁到低能级，增益介质的增益系数不断减小，直到减小到               时，光强将不再随传输距离的变化而变化，此时的光强称为饱和光强</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I</a:t>
            </a:r>
            <a:r>
              <a:rPr kumimoji="0" lang="en-US" altLang="zh-CN" sz="2400"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m</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p>
        </p:txBody>
      </p:sp>
      <p:graphicFrame>
        <p:nvGraphicFramePr>
          <p:cNvPr id="20484" name="Object 4"/>
          <p:cNvGraphicFramePr>
            <a:graphicFrameLocks noChangeAspect="1"/>
          </p:cNvGraphicFramePr>
          <p:nvPr/>
        </p:nvGraphicFramePr>
        <p:xfrm>
          <a:off x="3933825" y="3306763"/>
          <a:ext cx="2520950" cy="554037"/>
        </p:xfrm>
        <a:graphic>
          <a:graphicData uri="http://schemas.openxmlformats.org/presentationml/2006/ole">
            <mc:AlternateContent xmlns:mc="http://schemas.openxmlformats.org/markup-compatibility/2006">
              <mc:Choice xmlns:v="urn:schemas-microsoft-com:vml" Requires="v">
                <p:oleObj spid="_x0000_s16419" r:id="rId3" imgW="1040765" imgH="228600" progId="Equation.DSMT4">
                  <p:embed/>
                </p:oleObj>
              </mc:Choice>
              <mc:Fallback>
                <p:oleObj r:id="rId3" imgW="1040765" imgH="228600" progId="Equation.DSMT4">
                  <p:embed/>
                  <p:pic>
                    <p:nvPicPr>
                      <p:cNvPr id="0" name="图片 3086"/>
                      <p:cNvPicPr/>
                      <p:nvPr/>
                    </p:nvPicPr>
                    <p:blipFill>
                      <a:blip r:embed="rId4"/>
                      <a:stretch>
                        <a:fillRect/>
                      </a:stretch>
                    </p:blipFill>
                    <p:spPr>
                      <a:xfrm>
                        <a:off x="3933825" y="3306763"/>
                        <a:ext cx="2520950" cy="554037"/>
                      </a:xfrm>
                      <a:prstGeom prst="rect">
                        <a:avLst/>
                      </a:prstGeom>
                      <a:noFill/>
                      <a:ln w="38100">
                        <a:noFill/>
                        <a:miter/>
                      </a:ln>
                    </p:spPr>
                  </p:pic>
                </p:oleObj>
              </mc:Fallback>
            </mc:AlternateContent>
          </a:graphicData>
        </a:graphic>
      </p:graphicFrame>
      <p:graphicFrame>
        <p:nvGraphicFramePr>
          <p:cNvPr id="20485" name="Object 5"/>
          <p:cNvGraphicFramePr>
            <a:graphicFrameLocks noChangeAspect="1"/>
          </p:cNvGraphicFramePr>
          <p:nvPr/>
        </p:nvGraphicFramePr>
        <p:xfrm>
          <a:off x="5880100" y="4797425"/>
          <a:ext cx="1223963" cy="415925"/>
        </p:xfrm>
        <a:graphic>
          <a:graphicData uri="http://schemas.openxmlformats.org/presentationml/2006/ole">
            <mc:AlternateContent xmlns:mc="http://schemas.openxmlformats.org/markup-compatibility/2006">
              <mc:Choice xmlns:v="urn:schemas-microsoft-com:vml" Requires="v">
                <p:oleObj spid="_x0000_s16420" r:id="rId5" imgW="596900" imgH="203200" progId="Equation.DSMT4">
                  <p:embed/>
                </p:oleObj>
              </mc:Choice>
              <mc:Fallback>
                <p:oleObj r:id="rId5" imgW="596900" imgH="203200" progId="Equation.DSMT4">
                  <p:embed/>
                  <p:pic>
                    <p:nvPicPr>
                      <p:cNvPr id="0" name="图片 3087"/>
                      <p:cNvPicPr/>
                      <p:nvPr/>
                    </p:nvPicPr>
                    <p:blipFill>
                      <a:blip r:embed="rId6"/>
                      <a:stretch>
                        <a:fillRect/>
                      </a:stretch>
                    </p:blipFill>
                    <p:spPr>
                      <a:xfrm>
                        <a:off x="5880100" y="4797425"/>
                        <a:ext cx="1223963" cy="415925"/>
                      </a:xfrm>
                      <a:prstGeom prst="rect">
                        <a:avLst/>
                      </a:prstGeom>
                      <a:noFill/>
                      <a:ln w="38100">
                        <a:noFill/>
                        <a:miter/>
                      </a:ln>
                    </p:spPr>
                  </p:pic>
                </p:oleObj>
              </mc:Fallback>
            </mc:AlternateContent>
          </a:graphicData>
        </a:graphic>
      </p:graphicFrame>
      <p:pic>
        <p:nvPicPr>
          <p:cNvPr id="20486" name="Picture 6" descr="增益饱和"/>
          <p:cNvPicPr>
            <a:picLocks noChangeAspect="1"/>
          </p:cNvPicPr>
          <p:nvPr/>
        </p:nvPicPr>
        <p:blipFill>
          <a:blip r:embed="rId7"/>
          <a:srcRect l="2380" t="4042" r="13095" b="5243"/>
          <a:stretch>
            <a:fillRect/>
          </a:stretch>
        </p:blipFill>
        <p:spPr>
          <a:xfrm>
            <a:off x="7979410" y="1628775"/>
            <a:ext cx="3469640" cy="4338955"/>
          </a:xfrm>
          <a:prstGeom prst="rect">
            <a:avLst/>
          </a:prstGeom>
          <a:noFill/>
          <a:ln w="9525">
            <a:noFill/>
          </a:ln>
        </p:spPr>
      </p:pic>
      <p:sp>
        <p:nvSpPr>
          <p:cNvPr id="25602"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r>
              <a:rPr kumimoji="0" lang="en-US" altLang="zh-CN"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a:t>
            </a: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损耗系数</a:t>
            </a: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endParaRPr kumimoji="0" lang="en-US" altLang="zh-CN"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endParaRPr>
          </a:p>
        </p:txBody>
      </p:sp>
      <p:sp>
        <p:nvSpPr>
          <p:cNvPr id="27651" name="Rectangle 3"/>
          <p:cNvSpPr>
            <a:spLocks noGrp="1" noChangeArrowheads="1"/>
          </p:cNvSpPr>
          <p:nvPr>
            <p:ph idx="1"/>
          </p:nvPr>
        </p:nvSpPr>
        <p:spPr>
          <a:xfrm>
            <a:off x="838200" y="1487805"/>
            <a:ext cx="10515600" cy="4930140"/>
          </a:xfrm>
        </p:spPr>
        <p:txBody>
          <a:bodyPr vert="horz" wrap="square" lIns="91440" tIns="45720" rIns="91440" bIns="45720" numCol="1" anchor="t" anchorCtr="0" compatLnSpc="1">
            <a:noAutofit/>
          </a:bodyPr>
          <a:lstStyle/>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en-US" altLang="zh-CN"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a:t>
            </a: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）至此我们具备了产生激光的一个必要条件：能够对</a:t>
            </a:r>
            <a:r>
              <a:rPr kumimoji="0" lang="zh-CN" altLang="en-US"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特定频率</a:t>
            </a: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的微弱入射光进行受激放大，新的问题是：</a:t>
            </a:r>
            <a:r>
              <a:rPr kumimoji="0" lang="zh-CN" altLang="en-US"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入射光从何而来？</a:t>
            </a:r>
          </a:p>
          <a:p>
            <a:pPr marL="742950" marR="0" lvl="1" indent="-285750" algn="l" defTabSz="914400" rtl="0" eaLnBrk="1" fontAlgn="base" latinLnBrk="0" hangingPunct="1">
              <a:lnSpc>
                <a:spcPct val="80000"/>
              </a:lnSpc>
              <a:spcBef>
                <a:spcPct val="20000"/>
              </a:spcBef>
              <a:spcAft>
                <a:spcPct val="0"/>
              </a:spcAft>
              <a:buClrTx/>
              <a:buSzTx/>
              <a:buFontTx/>
              <a:buNone/>
              <a:defRPr/>
            </a:pPr>
            <a:endParaRPr lang="en-US" altLang="zh-CN" b="1" kern="0" dirty="0">
              <a:effectLst>
                <a:outerShdw blurRad="38100" dist="38100" dir="2700000" algn="tl">
                  <a:srgbClr val="C0C0C0"/>
                </a:outerShdw>
              </a:effectLst>
              <a:latin typeface="+mn-lt"/>
              <a:ea typeface="+mn-ea"/>
              <a:cs typeface="黑体" panose="02010609060101010101" pitchFamily="49" charset="-122"/>
            </a:endParaRPr>
          </a:p>
          <a:p>
            <a:pPr marL="742950" lvl="1" indent="-285750" fontAlgn="base">
              <a:lnSpc>
                <a:spcPct val="80000"/>
              </a:lnSpc>
              <a:spcBef>
                <a:spcPct val="20000"/>
              </a:spcBef>
              <a:spcAft>
                <a:spcPct val="0"/>
              </a:spcAft>
              <a:buSzTx/>
              <a:buFontTx/>
              <a:buNone/>
              <a:defRPr/>
            </a:pPr>
            <a:r>
              <a:rPr lang="zh-CN" altLang="en-US" b="1" kern="0" dirty="0">
                <a:effectLst>
                  <a:outerShdw blurRad="38100" dist="38100" dir="2700000" algn="tl">
                    <a:srgbClr val="C0C0C0"/>
                  </a:outerShdw>
                </a:effectLst>
                <a:latin typeface="+mn-lt"/>
                <a:ea typeface="+mn-ea"/>
              </a:rPr>
              <a:t>   从上面的讨论可以知道，只要增益介质足够长，无论多微弱的入射光，都可以被放大为饱和光强</a:t>
            </a:r>
            <a:r>
              <a:rPr lang="en-US" altLang="zh-CN" b="1" kern="0" dirty="0" err="1">
                <a:effectLst>
                  <a:outerShdw blurRad="38100" dist="38100" dir="2700000" algn="tl">
                    <a:srgbClr val="C0C0C0"/>
                  </a:outerShdw>
                </a:effectLst>
                <a:latin typeface="+mn-lt"/>
                <a:ea typeface="+mn-ea"/>
              </a:rPr>
              <a:t>Im</a:t>
            </a:r>
            <a:r>
              <a:rPr lang="zh-CN" altLang="en-US" b="1" kern="0" dirty="0">
                <a:effectLst>
                  <a:outerShdw blurRad="38100" dist="38100" dir="2700000" algn="tl">
                    <a:srgbClr val="C0C0C0"/>
                  </a:outerShdw>
                </a:effectLst>
                <a:latin typeface="+mn-lt"/>
                <a:ea typeface="+mn-ea"/>
              </a:rPr>
              <a:t>。</a:t>
            </a:r>
          </a:p>
          <a:p>
            <a:pPr marL="742950" marR="0" lvl="1" indent="-285750" algn="l" defTabSz="914400" rtl="0" eaLnBrk="1" fontAlgn="base" latinLnBrk="0" hangingPunct="1">
              <a:lnSpc>
                <a:spcPct val="80000"/>
              </a:lnSpc>
              <a:spcBef>
                <a:spcPct val="20000"/>
              </a:spcBef>
              <a:spcAft>
                <a:spcPct val="0"/>
              </a:spcAft>
              <a:buClrTx/>
              <a:buSzTx/>
              <a:buFontTx/>
              <a:buNone/>
              <a:defRPr/>
            </a:pP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lvl="1" indent="-285750" fontAlgn="base">
              <a:lnSpc>
                <a:spcPct val="80000"/>
              </a:lnSpc>
              <a:spcBef>
                <a:spcPct val="20000"/>
              </a:spcBef>
              <a:spcAft>
                <a:spcPct val="0"/>
              </a:spcAft>
              <a:buSzTx/>
              <a:buFontTx/>
              <a:buChar char="–"/>
              <a:defRPr/>
            </a:pPr>
            <a:r>
              <a:rPr lang="en-US" altLang="zh-CN" b="1" kern="0" dirty="0">
                <a:effectLst>
                  <a:outerShdw blurRad="38100" dist="38100" dir="2700000" algn="tl">
                    <a:srgbClr val="C0C0C0"/>
                  </a:outerShdw>
                </a:effectLst>
                <a:latin typeface="+mn-lt"/>
                <a:ea typeface="+mn-ea"/>
              </a:rPr>
              <a:t>2.</a:t>
            </a:r>
            <a:r>
              <a:rPr lang="zh-CN" altLang="en-US" b="1" kern="0" dirty="0">
                <a:effectLst>
                  <a:outerShdw blurRad="38100" dist="38100" dir="2700000" algn="tl">
                    <a:srgbClr val="C0C0C0"/>
                  </a:outerShdw>
                </a:effectLst>
                <a:latin typeface="+mn-lt"/>
                <a:ea typeface="+mn-ea"/>
              </a:rPr>
              <a:t>）</a:t>
            </a:r>
            <a:r>
              <a:rPr kumimoji="0" lang="zh-CN" altLang="en-US"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要获得最大的放大效果，需要近似无穷长度的增益介质，然而这在工程上不可实现的，如何尽可能的增加增益物质的长度？</a:t>
            </a:r>
            <a:endParaRPr kumimoji="0" lang="en-US" altLang="zh-CN"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en-US" altLang="zh-CN"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3</a:t>
            </a: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）自发辐射产生的光子的前进方向是随机的，如果直接对其进行受激辐射放大，得到的激光在方向上也是随机的，如何选择特定方向的光来进行放大得到方向性很好的激光？</a:t>
            </a:r>
          </a:p>
        </p:txBody>
      </p:sp>
      <p:pic>
        <p:nvPicPr>
          <p:cNvPr id="21508" name="Picture 4"/>
          <p:cNvPicPr>
            <a:picLocks noChangeAspect="1"/>
          </p:cNvPicPr>
          <p:nvPr/>
        </p:nvPicPr>
        <p:blipFill>
          <a:blip r:embed="rId3">
            <a:clrChange>
              <a:clrFrom>
                <a:srgbClr val="FFFFFF"/>
              </a:clrFrom>
              <a:clrTo>
                <a:srgbClr val="FFFFFF">
                  <a:alpha val="0"/>
                </a:srgbClr>
              </a:clrTo>
            </a:clrChange>
          </a:blip>
          <a:stretch>
            <a:fillRect/>
          </a:stretch>
        </p:blipFill>
        <p:spPr>
          <a:xfrm>
            <a:off x="7576904" y="5230813"/>
            <a:ext cx="2952750" cy="1262062"/>
          </a:xfrm>
          <a:prstGeom prst="rect">
            <a:avLst/>
          </a:prstGeom>
          <a:noFill/>
          <a:ln w="9525">
            <a:noFill/>
          </a:ln>
        </p:spPr>
      </p:pic>
      <p:graphicFrame>
        <p:nvGraphicFramePr>
          <p:cNvPr id="21509" name="Object 5"/>
          <p:cNvGraphicFramePr>
            <a:graphicFrameLocks noChangeAspect="1"/>
          </p:cNvGraphicFramePr>
          <p:nvPr>
            <p:extLst>
              <p:ext uri="{D42A27DB-BD31-4B8C-83A1-F6EECF244321}">
                <p14:modId xmlns:p14="http://schemas.microsoft.com/office/powerpoint/2010/main" val="3927586428"/>
              </p:ext>
            </p:extLst>
          </p:nvPr>
        </p:nvGraphicFramePr>
        <p:xfrm>
          <a:off x="9053279" y="2155575"/>
          <a:ext cx="1871662" cy="382587"/>
        </p:xfrm>
        <a:graphic>
          <a:graphicData uri="http://schemas.openxmlformats.org/presentationml/2006/ole">
            <mc:AlternateContent xmlns:mc="http://schemas.openxmlformats.org/markup-compatibility/2006">
              <mc:Choice xmlns:v="urn:schemas-microsoft-com:vml" Requires="v">
                <p:oleObj spid="_x0000_s17427" r:id="rId4" imgW="989965" imgH="203200" progId="Equation.DSMT4">
                  <p:embed/>
                </p:oleObj>
              </mc:Choice>
              <mc:Fallback>
                <p:oleObj r:id="rId4" imgW="989965" imgH="203200" progId="Equation.DSMT4">
                  <p:embed/>
                  <p:pic>
                    <p:nvPicPr>
                      <p:cNvPr id="0" name="图片 3086"/>
                      <p:cNvPicPr/>
                      <p:nvPr/>
                    </p:nvPicPr>
                    <p:blipFill>
                      <a:blip r:embed="rId5"/>
                      <a:stretch>
                        <a:fillRect/>
                      </a:stretch>
                    </p:blipFill>
                    <p:spPr>
                      <a:xfrm>
                        <a:off x="9053279" y="2155575"/>
                        <a:ext cx="1871662" cy="382587"/>
                      </a:xfrm>
                      <a:prstGeom prst="rect">
                        <a:avLst/>
                      </a:prstGeom>
                      <a:noFill/>
                      <a:ln w="38100">
                        <a:noFill/>
                        <a:miter/>
                      </a:ln>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r>
              <a:rPr kumimoji="0" lang="en-US" altLang="zh-CN"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a:t>
            </a: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光学谐振腔</a:t>
            </a:r>
          </a:p>
        </p:txBody>
      </p:sp>
      <p:sp>
        <p:nvSpPr>
          <p:cNvPr id="28675" name="Rectangle 3"/>
          <p:cNvSpPr>
            <a:spLocks noGrp="1" noChangeArrowheads="1"/>
          </p:cNvSpPr>
          <p:nvPr>
            <p:ph idx="1"/>
          </p:nvPr>
        </p:nvSpPr>
        <p:spPr>
          <a:xfrm>
            <a:off x="111125" y="1378585"/>
            <a:ext cx="8180705" cy="5339080"/>
          </a:xfrm>
        </p:spPr>
        <p:txBody>
          <a:bodyPr vert="horz" wrap="square" lIns="91440" tIns="45720" rIns="91440" bIns="45720" numCol="1" anchor="t" anchorCtr="0" compatLnSpc="1">
            <a:noAutofit/>
          </a:bodyPr>
          <a:lstStyle/>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在激光的实际应用中，利用各种不同结构的光学谐振腔来解决上述两个问题。</a:t>
            </a: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结构最简单的光学谐振腔是在工作物质两端放置两块平行的平面镜而构成的平行平面腔，通过让需要放大的光在两块平面镜之间反射，</a:t>
            </a:r>
            <a:r>
              <a:rPr kumimoji="0" lang="zh-CN" altLang="en-US"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实现了近似于无限长的增益介质；</a:t>
            </a: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zh-CN" altLang="en-US"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通过限制平面镜的尺度，使得自发辐射产生的微弱光在谐振腔内反射的过程中，</a:t>
            </a:r>
            <a:r>
              <a:rPr kumimoji="0" lang="zh-CN" altLang="en-US"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只有靠近平面镜中心而且方向垂直于平面镜的那部分光才能在其中多次反射，得到足够多次的放大而形成激光，</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其它方向的光则迅速溢出谐振腔外，无法形成正反馈过程。通过这种方式实现了对激光方向性的选择。</a:t>
            </a:r>
          </a:p>
        </p:txBody>
      </p:sp>
      <p:graphicFrame>
        <p:nvGraphicFramePr>
          <p:cNvPr id="22532" name="Object 4"/>
          <p:cNvGraphicFramePr>
            <a:graphicFrameLocks noChangeAspect="1"/>
          </p:cNvGraphicFramePr>
          <p:nvPr/>
        </p:nvGraphicFramePr>
        <p:xfrm>
          <a:off x="8418195" y="1378585"/>
          <a:ext cx="3128963" cy="1776413"/>
        </p:xfrm>
        <a:graphic>
          <a:graphicData uri="http://schemas.openxmlformats.org/presentationml/2006/ole">
            <mc:AlternateContent xmlns:mc="http://schemas.openxmlformats.org/markup-compatibility/2006">
              <mc:Choice xmlns:v="urn:schemas-microsoft-com:vml" Requires="v">
                <p:oleObj spid="_x0000_s18483" r:id="rId3" imgW="6571615" imgH="3734435" progId="Visio.Drawing.11">
                  <p:embed/>
                </p:oleObj>
              </mc:Choice>
              <mc:Fallback>
                <p:oleObj r:id="rId3" imgW="6571615" imgH="3734435" progId="Visio.Drawing.11">
                  <p:embed/>
                  <p:pic>
                    <p:nvPicPr>
                      <p:cNvPr id="0" name="图片 3088"/>
                      <p:cNvPicPr/>
                      <p:nvPr/>
                    </p:nvPicPr>
                    <p:blipFill>
                      <a:blip r:embed="rId4"/>
                      <a:stretch>
                        <a:fillRect/>
                      </a:stretch>
                    </p:blipFill>
                    <p:spPr>
                      <a:xfrm>
                        <a:off x="8418195" y="1378585"/>
                        <a:ext cx="3128963" cy="1776413"/>
                      </a:xfrm>
                      <a:prstGeom prst="rect">
                        <a:avLst/>
                      </a:prstGeom>
                      <a:noFill/>
                      <a:ln w="38100">
                        <a:noFill/>
                        <a:miter/>
                      </a:ln>
                    </p:spPr>
                  </p:pic>
                </p:oleObj>
              </mc:Fallback>
            </mc:AlternateContent>
          </a:graphicData>
        </a:graphic>
      </p:graphicFrame>
      <p:graphicFrame>
        <p:nvGraphicFramePr>
          <p:cNvPr id="22533" name="Object 5"/>
          <p:cNvGraphicFramePr>
            <a:graphicFrameLocks noChangeAspect="1"/>
          </p:cNvGraphicFramePr>
          <p:nvPr/>
        </p:nvGraphicFramePr>
        <p:xfrm>
          <a:off x="8537258" y="3064510"/>
          <a:ext cx="2881312" cy="1577975"/>
        </p:xfrm>
        <a:graphic>
          <a:graphicData uri="http://schemas.openxmlformats.org/presentationml/2006/ole">
            <mc:AlternateContent xmlns:mc="http://schemas.openxmlformats.org/markup-compatibility/2006">
              <mc:Choice xmlns:v="urn:schemas-microsoft-com:vml" Requires="v">
                <p:oleObj spid="_x0000_s18484" r:id="rId5" imgW="6410960" imgH="3516630" progId="Visio.Drawing.11">
                  <p:embed/>
                </p:oleObj>
              </mc:Choice>
              <mc:Fallback>
                <p:oleObj r:id="rId5" imgW="6410960" imgH="3516630" progId="Visio.Drawing.11">
                  <p:embed/>
                  <p:pic>
                    <p:nvPicPr>
                      <p:cNvPr id="0" name="图片 3083"/>
                      <p:cNvPicPr/>
                      <p:nvPr/>
                    </p:nvPicPr>
                    <p:blipFill>
                      <a:blip r:embed="rId6"/>
                      <a:stretch>
                        <a:fillRect/>
                      </a:stretch>
                    </p:blipFill>
                    <p:spPr>
                      <a:xfrm>
                        <a:off x="8537258" y="3064510"/>
                        <a:ext cx="2881312" cy="1577975"/>
                      </a:xfrm>
                      <a:prstGeom prst="rect">
                        <a:avLst/>
                      </a:prstGeom>
                      <a:noFill/>
                      <a:ln w="38100">
                        <a:noFill/>
                        <a:miter/>
                      </a:ln>
                    </p:spPr>
                  </p:pic>
                </p:oleObj>
              </mc:Fallback>
            </mc:AlternateContent>
          </a:graphicData>
        </a:graphic>
      </p:graphicFrame>
      <p:graphicFrame>
        <p:nvGraphicFramePr>
          <p:cNvPr id="22534" name="Object 6"/>
          <p:cNvGraphicFramePr>
            <a:graphicFrameLocks noChangeAspect="1"/>
          </p:cNvGraphicFramePr>
          <p:nvPr/>
        </p:nvGraphicFramePr>
        <p:xfrm>
          <a:off x="8537258" y="4642485"/>
          <a:ext cx="3024187" cy="1611313"/>
        </p:xfrm>
        <a:graphic>
          <a:graphicData uri="http://schemas.openxmlformats.org/presentationml/2006/ole">
            <mc:AlternateContent xmlns:mc="http://schemas.openxmlformats.org/markup-compatibility/2006">
              <mc:Choice xmlns:v="urn:schemas-microsoft-com:vml" Requires="v">
                <p:oleObj spid="_x0000_s18485" r:id="rId7" imgW="6601460" imgH="3516630" progId="Visio.Drawing.11">
                  <p:embed/>
                </p:oleObj>
              </mc:Choice>
              <mc:Fallback>
                <p:oleObj r:id="rId7" imgW="6601460" imgH="3516630" progId="Visio.Drawing.11">
                  <p:embed/>
                  <p:pic>
                    <p:nvPicPr>
                      <p:cNvPr id="0" name="图片 3089"/>
                      <p:cNvPicPr/>
                      <p:nvPr/>
                    </p:nvPicPr>
                    <p:blipFill>
                      <a:blip r:embed="rId8"/>
                      <a:stretch>
                        <a:fillRect/>
                      </a:stretch>
                    </p:blipFill>
                    <p:spPr>
                      <a:xfrm>
                        <a:off x="8537258" y="4642485"/>
                        <a:ext cx="3024187" cy="1611313"/>
                      </a:xfrm>
                      <a:prstGeom prst="rect">
                        <a:avLst/>
                      </a:prstGeom>
                      <a:noFill/>
                      <a:ln w="38100">
                        <a:noFill/>
                        <a:miter/>
                      </a:ln>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文本框 154626"/>
          <p:cNvSpPr txBox="1"/>
          <p:nvPr/>
        </p:nvSpPr>
        <p:spPr>
          <a:xfrm>
            <a:off x="1781175" y="1691005"/>
            <a:ext cx="8610600" cy="1568450"/>
          </a:xfrm>
          <a:prstGeom prst="rect">
            <a:avLst/>
          </a:prstGeom>
          <a:noFill/>
          <a:ln w="9525">
            <a:noFill/>
          </a:ln>
        </p:spPr>
        <p:txBody>
          <a:bodyPr>
            <a:spAutoFit/>
          </a:bodyPr>
          <a:lstStyle/>
          <a:p>
            <a:pPr algn="just">
              <a:spcBef>
                <a:spcPct val="50000"/>
              </a:spcBef>
            </a:pPr>
            <a:r>
              <a:rPr lang="zh-CN" altLang="en-US" sz="2400" b="1" dirty="0">
                <a:solidFill>
                  <a:srgbClr val="0000FF"/>
                </a:solidFill>
                <a:latin typeface="黑体" panose="02010609060101010101" pitchFamily="49" charset="-122"/>
                <a:ea typeface="黑体" panose="02010609060101010101" pitchFamily="49" charset="-122"/>
              </a:rPr>
              <a:t>1) 产生和维持光振荡，实现光放大（正反馈） </a:t>
            </a:r>
            <a:r>
              <a:rPr lang="zh-CN" altLang="en-US" sz="2400" b="1" dirty="0">
                <a:solidFill>
                  <a:srgbClr val="020202"/>
                </a:solidFill>
                <a:latin typeface="黑体" panose="02010609060101010101" pitchFamily="49" charset="-122"/>
                <a:ea typeface="黑体" panose="02010609060101010101" pitchFamily="49" charset="-122"/>
              </a:rPr>
              <a:t>光在粒子数反转的工作物质中</a:t>
            </a:r>
            <a:r>
              <a:rPr lang="zh-CN" altLang="en-US" sz="2400" b="1" dirty="0">
                <a:latin typeface="黑体" panose="02010609060101010101" pitchFamily="49" charset="-122"/>
                <a:ea typeface="黑体" panose="02010609060101010101" pitchFamily="49" charset="-122"/>
              </a:rPr>
              <a:t>传播时，得到光放大，当光到达反射镜时，又反射回来穿过工作物质，进一步得到光放大，这样不断地反射现象为</a:t>
            </a:r>
            <a:r>
              <a:rPr lang="zh-CN" altLang="en-US" sz="2400" b="1" dirty="0">
                <a:solidFill>
                  <a:srgbClr val="020202"/>
                </a:solidFill>
                <a:latin typeface="黑体" panose="02010609060101010101" pitchFamily="49" charset="-122"/>
                <a:ea typeface="黑体" panose="02010609060101010101" pitchFamily="49" charset="-122"/>
              </a:rPr>
              <a:t>光振荡。</a:t>
            </a:r>
          </a:p>
        </p:txBody>
      </p:sp>
      <p:sp>
        <p:nvSpPr>
          <p:cNvPr id="154628" name="文本框 154627"/>
          <p:cNvSpPr txBox="1"/>
          <p:nvPr/>
        </p:nvSpPr>
        <p:spPr>
          <a:xfrm>
            <a:off x="1781175" y="3282315"/>
            <a:ext cx="8610600" cy="1198880"/>
          </a:xfrm>
          <a:prstGeom prst="rect">
            <a:avLst/>
          </a:prstGeom>
          <a:noFill/>
          <a:ln w="9525">
            <a:noFill/>
          </a:ln>
        </p:spPr>
        <p:txBody>
          <a:bodyPr>
            <a:spAutoFit/>
          </a:bodyPr>
          <a:lstStyle/>
          <a:p>
            <a:pPr algn="just">
              <a:spcBef>
                <a:spcPct val="50000"/>
              </a:spcBef>
            </a:pPr>
            <a:r>
              <a:rPr lang="zh-CN" altLang="en-US" sz="2400" b="1" dirty="0">
                <a:solidFill>
                  <a:srgbClr val="0000FF"/>
                </a:solidFill>
                <a:latin typeface="黑体" panose="02010609060101010101" pitchFamily="49" charset="-122"/>
                <a:ea typeface="黑体" panose="02010609060101010101" pitchFamily="49" charset="-122"/>
              </a:rPr>
              <a:t>2) 确定激光方向  </a:t>
            </a:r>
            <a:r>
              <a:rPr lang="zh-CN" altLang="en-US" sz="2400" b="1" dirty="0">
                <a:solidFill>
                  <a:srgbClr val="FF0000"/>
                </a:solidFill>
                <a:latin typeface="黑体" panose="02010609060101010101" pitchFamily="49" charset="-122"/>
                <a:ea typeface="黑体" panose="02010609060101010101" pitchFamily="49" charset="-122"/>
              </a:rPr>
              <a:t>从部分透射光反射镜</a:t>
            </a:r>
            <a:r>
              <a:rPr lang="zh-CN" altLang="en-US" sz="2400" b="1" dirty="0">
                <a:solidFill>
                  <a:srgbClr val="020202"/>
                </a:solidFill>
                <a:latin typeface="黑体" panose="02010609060101010101" pitchFamily="49" charset="-122"/>
                <a:ea typeface="黑体" panose="02010609060101010101" pitchFamily="49" charset="-122"/>
              </a:rPr>
              <a:t>透射出的光很强，这就是输出的激光。由于只有在轴线方向上振荡的光才加强，其它方向的光受抑制，所以激光的方向性好。</a:t>
            </a:r>
            <a:endParaRPr lang="zh-CN" altLang="en-US" sz="2400" b="1" dirty="0">
              <a:latin typeface="黑体" panose="02010609060101010101" pitchFamily="49" charset="-122"/>
              <a:ea typeface="黑体" panose="02010609060101010101" pitchFamily="49" charset="-122"/>
            </a:endParaRPr>
          </a:p>
        </p:txBody>
      </p:sp>
      <p:sp>
        <p:nvSpPr>
          <p:cNvPr id="154629" name="文本框 154628"/>
          <p:cNvSpPr txBox="1"/>
          <p:nvPr/>
        </p:nvSpPr>
        <p:spPr>
          <a:xfrm>
            <a:off x="1781175" y="4764405"/>
            <a:ext cx="8686800" cy="1198880"/>
          </a:xfrm>
          <a:prstGeom prst="rect">
            <a:avLst/>
          </a:prstGeom>
          <a:noFill/>
          <a:ln w="9525">
            <a:noFill/>
          </a:ln>
        </p:spPr>
        <p:txBody>
          <a:bodyPr>
            <a:spAutoFit/>
          </a:bodyPr>
          <a:lstStyle/>
          <a:p>
            <a:pPr algn="just">
              <a:spcBef>
                <a:spcPct val="50000"/>
              </a:spcBef>
            </a:pPr>
            <a:r>
              <a:rPr lang="zh-CN" altLang="en-US" sz="2400" b="1" dirty="0">
                <a:solidFill>
                  <a:srgbClr val="0000FF"/>
                </a:solidFill>
                <a:latin typeface="黑体" panose="02010609060101010101" pitchFamily="49" charset="-122"/>
                <a:ea typeface="黑体" panose="02010609060101010101" pitchFamily="49" charset="-122"/>
              </a:rPr>
              <a:t>3) 选频  </a:t>
            </a:r>
            <a:r>
              <a:rPr lang="zh-CN" altLang="en-US" sz="2400" b="1" dirty="0">
                <a:solidFill>
                  <a:srgbClr val="020202"/>
                </a:solidFill>
                <a:latin typeface="黑体" panose="02010609060101010101" pitchFamily="49" charset="-122"/>
                <a:ea typeface="黑体" panose="02010609060101010101" pitchFamily="49" charset="-122"/>
              </a:rPr>
              <a:t>光在谐振腔传播时形成驻波，由于要满足驻波条件</a:t>
            </a:r>
            <a:r>
              <a:rPr lang="en-US" altLang="zh-CN" sz="2400" b="1">
                <a:solidFill>
                  <a:srgbClr val="020202"/>
                </a:solidFill>
                <a:latin typeface="黑体" panose="02010609060101010101" pitchFamily="49" charset="-122"/>
                <a:ea typeface="黑体" panose="02010609060101010101" pitchFamily="49" charset="-122"/>
              </a:rPr>
              <a:t>L=</a:t>
            </a:r>
            <a:r>
              <a:rPr lang="zh-CN" altLang="en-US" sz="2400" b="1">
                <a:solidFill>
                  <a:srgbClr val="020202"/>
                </a:solidFill>
                <a:latin typeface="黑体" panose="02010609060101010101" pitchFamily="49" charset="-122"/>
                <a:ea typeface="黑体" panose="02010609060101010101" pitchFamily="49" charset="-122"/>
              </a:rPr>
              <a:t>ｋ</a:t>
            </a:r>
            <a:r>
              <a:rPr lang="en-US" altLang="zh-CN" sz="2400" b="1">
                <a:solidFill>
                  <a:srgbClr val="020202"/>
                </a:solidFill>
                <a:latin typeface="黑体" panose="02010609060101010101" pitchFamily="49" charset="-122"/>
                <a:ea typeface="黑体" panose="02010609060101010101" pitchFamily="49" charset="-122"/>
              </a:rPr>
              <a:t>λ/2，</a:t>
            </a:r>
            <a:r>
              <a:rPr lang="zh-CN" altLang="en-US" sz="2400" b="1" dirty="0">
                <a:solidFill>
                  <a:srgbClr val="020202"/>
                </a:solidFill>
                <a:latin typeface="黑体" panose="02010609060101010101" pitchFamily="49" charset="-122"/>
                <a:ea typeface="黑体" panose="02010609060101010101" pitchFamily="49" charset="-122"/>
              </a:rPr>
              <a:t>不满足此条件的光很快减弱而被淘汰，所以激光的单色性好。另外，谐振腔又起选频的作用。</a:t>
            </a:r>
          </a:p>
        </p:txBody>
      </p:sp>
      <p:sp>
        <p:nvSpPr>
          <p:cNvPr id="28674" name="Rectangle 2"/>
          <p:cNvSpPr>
            <a:spLocks noGrp="1" noChangeArrowheads="1"/>
          </p:cNvSpPr>
          <p:nvPr/>
        </p:nvSpPr>
        <p:spPr>
          <a:xfrm>
            <a:off x="838200" y="365125"/>
            <a:ext cx="10515600" cy="1325563"/>
          </a:xfrm>
          <a:prstGeom prst="rect">
            <a:avLst/>
          </a:prstGeom>
        </p:spPr>
        <p:txBody>
          <a:bodyPr vert="horz" wrap="square" lIns="91440" tIns="45720" rIns="91440" bIns="45720" numCol="1" rtlCol="0" anchor="ctr" anchorCtr="0" compatLnSpc="1">
            <a:normAutofit/>
            <a:scene3d>
              <a:camera prst="orthographicFront"/>
              <a:lightRig rig="threePt" dir="t"/>
            </a:scene3d>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r>
              <a:rPr kumimoji="0" lang="en-US" altLang="zh-CN"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a:t>
            </a: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光学谐振腔</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5650" name="组合 155649"/>
          <p:cNvGrpSpPr/>
          <p:nvPr/>
        </p:nvGrpSpPr>
        <p:grpSpPr>
          <a:xfrm>
            <a:off x="2012315" y="1732915"/>
            <a:ext cx="7696200" cy="1676400"/>
            <a:chOff x="528" y="2304"/>
            <a:chExt cx="4848" cy="960"/>
          </a:xfrm>
        </p:grpSpPr>
        <p:grpSp>
          <p:nvGrpSpPr>
            <p:cNvPr id="155651" name="组合 155650"/>
            <p:cNvGrpSpPr/>
            <p:nvPr/>
          </p:nvGrpSpPr>
          <p:grpSpPr>
            <a:xfrm>
              <a:off x="528" y="2304"/>
              <a:ext cx="4848" cy="960"/>
              <a:chOff x="624" y="2256"/>
              <a:chExt cx="4848" cy="1440"/>
            </a:xfrm>
          </p:grpSpPr>
          <p:sp>
            <p:nvSpPr>
              <p:cNvPr id="155652" name="矩形 155651"/>
              <p:cNvSpPr/>
              <p:nvPr/>
            </p:nvSpPr>
            <p:spPr>
              <a:xfrm>
                <a:off x="1200" y="2352"/>
                <a:ext cx="3696" cy="1248"/>
              </a:xfrm>
              <a:prstGeom prst="rect">
                <a:avLst/>
              </a:prstGeom>
              <a:solidFill>
                <a:srgbClr val="33CCFF">
                  <a:alpha val="50000"/>
                </a:srgbClr>
              </a:solidFill>
              <a:ln w="9525" cap="flat" cmpd="sng">
                <a:solidFill>
                  <a:srgbClr val="FFFF00"/>
                </a:solidFill>
                <a:prstDash val="solid"/>
                <a:miter/>
                <a:headEnd type="none" w="med" len="med"/>
                <a:tailEnd type="none" w="med" len="med"/>
              </a:ln>
            </p:spPr>
            <p:txBody>
              <a:bodyPr/>
              <a:lstStyle/>
              <a:p>
                <a:endParaRPr lang="zh-CN" altLang="en-US"/>
              </a:p>
            </p:txBody>
          </p:sp>
          <p:grpSp>
            <p:nvGrpSpPr>
              <p:cNvPr id="155653" name="组合 155652"/>
              <p:cNvGrpSpPr/>
              <p:nvPr/>
            </p:nvGrpSpPr>
            <p:grpSpPr>
              <a:xfrm>
                <a:off x="624" y="2256"/>
                <a:ext cx="240" cy="1440"/>
                <a:chOff x="624" y="2400"/>
                <a:chExt cx="240" cy="1248"/>
              </a:xfrm>
            </p:grpSpPr>
            <p:sp>
              <p:nvSpPr>
                <p:cNvPr id="155654" name="矩形 155653"/>
                <p:cNvSpPr/>
                <p:nvPr/>
              </p:nvSpPr>
              <p:spPr>
                <a:xfrm>
                  <a:off x="624" y="2400"/>
                  <a:ext cx="240" cy="1248"/>
                </a:xfrm>
                <a:prstGeom prst="rect">
                  <a:avLst/>
                </a:prstGeom>
                <a:solidFill>
                  <a:srgbClr val="33CCFF">
                    <a:alpha val="50000"/>
                  </a:srgbClr>
                </a:solidFill>
                <a:ln w="9525" cap="flat" cmpd="sng">
                  <a:solidFill>
                    <a:srgbClr val="FFFF00"/>
                  </a:solidFill>
                  <a:prstDash val="solid"/>
                  <a:miter/>
                  <a:headEnd type="none" w="med" len="med"/>
                  <a:tailEnd type="none" w="med" len="med"/>
                </a:ln>
              </p:spPr>
              <p:txBody>
                <a:bodyPr/>
                <a:lstStyle/>
                <a:p>
                  <a:endParaRPr lang="zh-CN" altLang="en-US"/>
                </a:p>
              </p:txBody>
            </p:sp>
            <p:sp>
              <p:nvSpPr>
                <p:cNvPr id="155655" name="矩形 155654"/>
                <p:cNvSpPr/>
                <p:nvPr/>
              </p:nvSpPr>
              <p:spPr>
                <a:xfrm>
                  <a:off x="624" y="2400"/>
                  <a:ext cx="48" cy="1248"/>
                </a:xfrm>
                <a:prstGeom prst="rect">
                  <a:avLst/>
                </a:prstGeom>
                <a:solidFill>
                  <a:schemeClr val="bg1"/>
                </a:solidFill>
                <a:ln w="9525" cap="flat" cmpd="sng">
                  <a:solidFill>
                    <a:srgbClr val="FFFF00"/>
                  </a:solidFill>
                  <a:prstDash val="solid"/>
                  <a:miter/>
                  <a:headEnd type="none" w="med" len="med"/>
                  <a:tailEnd type="none" w="med" len="med"/>
                </a:ln>
              </p:spPr>
              <p:txBody>
                <a:bodyPr/>
                <a:lstStyle/>
                <a:p>
                  <a:endParaRPr lang="zh-CN" altLang="en-US"/>
                </a:p>
              </p:txBody>
            </p:sp>
          </p:grpSp>
          <p:grpSp>
            <p:nvGrpSpPr>
              <p:cNvPr id="155656" name="组合 155655"/>
              <p:cNvGrpSpPr/>
              <p:nvPr/>
            </p:nvGrpSpPr>
            <p:grpSpPr>
              <a:xfrm>
                <a:off x="5232" y="2256"/>
                <a:ext cx="240" cy="1440"/>
                <a:chOff x="4800" y="2352"/>
                <a:chExt cx="240" cy="1248"/>
              </a:xfrm>
            </p:grpSpPr>
            <p:sp>
              <p:nvSpPr>
                <p:cNvPr id="155657" name="矩形 155656"/>
                <p:cNvSpPr/>
                <p:nvPr/>
              </p:nvSpPr>
              <p:spPr>
                <a:xfrm>
                  <a:off x="4800" y="2352"/>
                  <a:ext cx="240" cy="1248"/>
                </a:xfrm>
                <a:prstGeom prst="rect">
                  <a:avLst/>
                </a:prstGeom>
                <a:solidFill>
                  <a:srgbClr val="33CCFF">
                    <a:alpha val="50000"/>
                  </a:srgbClr>
                </a:solidFill>
                <a:ln w="9525" cap="flat" cmpd="sng">
                  <a:solidFill>
                    <a:srgbClr val="FFFF00"/>
                  </a:solidFill>
                  <a:prstDash val="solid"/>
                  <a:miter/>
                  <a:headEnd type="none" w="med" len="med"/>
                  <a:tailEnd type="none" w="med" len="med"/>
                </a:ln>
              </p:spPr>
              <p:txBody>
                <a:bodyPr/>
                <a:lstStyle/>
                <a:p>
                  <a:endParaRPr lang="zh-CN" altLang="en-US"/>
                </a:p>
              </p:txBody>
            </p:sp>
            <p:sp>
              <p:nvSpPr>
                <p:cNvPr id="155658" name="直接连接符 155657"/>
                <p:cNvSpPr/>
                <p:nvPr/>
              </p:nvSpPr>
              <p:spPr>
                <a:xfrm>
                  <a:off x="4800" y="2352"/>
                  <a:ext cx="0" cy="1248"/>
                </a:xfrm>
                <a:prstGeom prst="line">
                  <a:avLst/>
                </a:prstGeom>
                <a:ln w="57150" cap="flat" cmpd="sng">
                  <a:solidFill>
                    <a:schemeClr val="bg1"/>
                  </a:solidFill>
                  <a:prstDash val="dash"/>
                  <a:headEnd type="none" w="med" len="med"/>
                  <a:tailEnd type="none" w="med" len="med"/>
                </a:ln>
              </p:spPr>
            </p:sp>
          </p:grpSp>
        </p:grpSp>
        <p:grpSp>
          <p:nvGrpSpPr>
            <p:cNvPr id="155659" name="组合 155658"/>
            <p:cNvGrpSpPr/>
            <p:nvPr/>
          </p:nvGrpSpPr>
          <p:grpSpPr>
            <a:xfrm>
              <a:off x="528" y="2304"/>
              <a:ext cx="240" cy="240"/>
              <a:chOff x="576" y="2400"/>
              <a:chExt cx="240" cy="240"/>
            </a:xfrm>
          </p:grpSpPr>
          <p:sp>
            <p:nvSpPr>
              <p:cNvPr id="155660" name="直接连接符 155659"/>
              <p:cNvSpPr/>
              <p:nvPr/>
            </p:nvSpPr>
            <p:spPr>
              <a:xfrm flipV="1">
                <a:off x="624" y="2448"/>
                <a:ext cx="96" cy="96"/>
              </a:xfrm>
              <a:prstGeom prst="line">
                <a:avLst/>
              </a:prstGeom>
              <a:ln w="9525" cap="flat" cmpd="sng">
                <a:solidFill>
                  <a:schemeClr val="bg1"/>
                </a:solidFill>
                <a:prstDash val="solid"/>
                <a:headEnd type="none" w="med" len="med"/>
                <a:tailEnd type="none" w="med" len="med"/>
              </a:ln>
            </p:spPr>
          </p:sp>
          <p:sp>
            <p:nvSpPr>
              <p:cNvPr id="155661" name="直接连接符 155660"/>
              <p:cNvSpPr/>
              <p:nvPr/>
            </p:nvSpPr>
            <p:spPr>
              <a:xfrm flipV="1">
                <a:off x="672" y="2496"/>
                <a:ext cx="96" cy="96"/>
              </a:xfrm>
              <a:prstGeom prst="line">
                <a:avLst/>
              </a:prstGeom>
              <a:ln w="9525" cap="flat" cmpd="sng">
                <a:solidFill>
                  <a:schemeClr val="bg1"/>
                </a:solidFill>
                <a:prstDash val="solid"/>
                <a:headEnd type="none" w="med" len="med"/>
                <a:tailEnd type="none" w="med" len="med"/>
              </a:ln>
            </p:spPr>
          </p:sp>
          <p:sp>
            <p:nvSpPr>
              <p:cNvPr id="155662" name="直接连接符 155661"/>
              <p:cNvSpPr/>
              <p:nvPr/>
            </p:nvSpPr>
            <p:spPr>
              <a:xfrm flipV="1">
                <a:off x="576" y="2400"/>
                <a:ext cx="240" cy="240"/>
              </a:xfrm>
              <a:prstGeom prst="line">
                <a:avLst/>
              </a:prstGeom>
              <a:ln w="9525" cap="flat" cmpd="sng">
                <a:solidFill>
                  <a:schemeClr val="bg1"/>
                </a:solidFill>
                <a:prstDash val="solid"/>
                <a:headEnd type="none" w="med" len="med"/>
                <a:tailEnd type="none" w="med" len="med"/>
              </a:ln>
            </p:spPr>
          </p:sp>
        </p:grpSp>
        <p:grpSp>
          <p:nvGrpSpPr>
            <p:cNvPr id="155663" name="组合 155662"/>
            <p:cNvGrpSpPr/>
            <p:nvPr/>
          </p:nvGrpSpPr>
          <p:grpSpPr>
            <a:xfrm>
              <a:off x="5136" y="2352"/>
              <a:ext cx="240" cy="240"/>
              <a:chOff x="576" y="2400"/>
              <a:chExt cx="240" cy="240"/>
            </a:xfrm>
          </p:grpSpPr>
          <p:sp>
            <p:nvSpPr>
              <p:cNvPr id="155664" name="直接连接符 155663"/>
              <p:cNvSpPr/>
              <p:nvPr/>
            </p:nvSpPr>
            <p:spPr>
              <a:xfrm flipV="1">
                <a:off x="624" y="2448"/>
                <a:ext cx="96" cy="96"/>
              </a:xfrm>
              <a:prstGeom prst="line">
                <a:avLst/>
              </a:prstGeom>
              <a:ln w="9525" cap="flat" cmpd="sng">
                <a:solidFill>
                  <a:schemeClr val="bg1"/>
                </a:solidFill>
                <a:prstDash val="solid"/>
                <a:headEnd type="none" w="med" len="med"/>
                <a:tailEnd type="none" w="med" len="med"/>
              </a:ln>
            </p:spPr>
          </p:sp>
          <p:sp>
            <p:nvSpPr>
              <p:cNvPr id="155665" name="直接连接符 155664"/>
              <p:cNvSpPr/>
              <p:nvPr/>
            </p:nvSpPr>
            <p:spPr>
              <a:xfrm flipV="1">
                <a:off x="672" y="2496"/>
                <a:ext cx="96" cy="96"/>
              </a:xfrm>
              <a:prstGeom prst="line">
                <a:avLst/>
              </a:prstGeom>
              <a:ln w="9525" cap="flat" cmpd="sng">
                <a:solidFill>
                  <a:schemeClr val="bg1"/>
                </a:solidFill>
                <a:prstDash val="solid"/>
                <a:headEnd type="none" w="med" len="med"/>
                <a:tailEnd type="none" w="med" len="med"/>
              </a:ln>
            </p:spPr>
          </p:sp>
          <p:sp>
            <p:nvSpPr>
              <p:cNvPr id="155666" name="直接连接符 155665"/>
              <p:cNvSpPr/>
              <p:nvPr/>
            </p:nvSpPr>
            <p:spPr>
              <a:xfrm flipV="1">
                <a:off x="576" y="2400"/>
                <a:ext cx="240" cy="240"/>
              </a:xfrm>
              <a:prstGeom prst="line">
                <a:avLst/>
              </a:prstGeom>
              <a:ln w="9525" cap="flat" cmpd="sng">
                <a:solidFill>
                  <a:schemeClr val="bg1"/>
                </a:solidFill>
                <a:prstDash val="solid"/>
                <a:headEnd type="none" w="med" len="med"/>
                <a:tailEnd type="none" w="med" len="med"/>
              </a:ln>
            </p:spPr>
          </p:sp>
        </p:grpSp>
        <p:grpSp>
          <p:nvGrpSpPr>
            <p:cNvPr id="155667" name="组合 155666"/>
            <p:cNvGrpSpPr/>
            <p:nvPr/>
          </p:nvGrpSpPr>
          <p:grpSpPr>
            <a:xfrm>
              <a:off x="4512" y="2928"/>
              <a:ext cx="240" cy="240"/>
              <a:chOff x="576" y="2400"/>
              <a:chExt cx="240" cy="240"/>
            </a:xfrm>
          </p:grpSpPr>
          <p:sp>
            <p:nvSpPr>
              <p:cNvPr id="155668" name="直接连接符 155667"/>
              <p:cNvSpPr/>
              <p:nvPr/>
            </p:nvSpPr>
            <p:spPr>
              <a:xfrm flipV="1">
                <a:off x="624" y="2448"/>
                <a:ext cx="96" cy="96"/>
              </a:xfrm>
              <a:prstGeom prst="line">
                <a:avLst/>
              </a:prstGeom>
              <a:ln w="9525" cap="flat" cmpd="sng">
                <a:solidFill>
                  <a:schemeClr val="bg1"/>
                </a:solidFill>
                <a:prstDash val="solid"/>
                <a:headEnd type="none" w="med" len="med"/>
                <a:tailEnd type="none" w="med" len="med"/>
              </a:ln>
            </p:spPr>
          </p:sp>
          <p:sp>
            <p:nvSpPr>
              <p:cNvPr id="155669" name="直接连接符 155668"/>
              <p:cNvSpPr/>
              <p:nvPr/>
            </p:nvSpPr>
            <p:spPr>
              <a:xfrm flipV="1">
                <a:off x="672" y="2496"/>
                <a:ext cx="96" cy="96"/>
              </a:xfrm>
              <a:prstGeom prst="line">
                <a:avLst/>
              </a:prstGeom>
              <a:ln w="9525" cap="flat" cmpd="sng">
                <a:solidFill>
                  <a:schemeClr val="bg1"/>
                </a:solidFill>
                <a:prstDash val="solid"/>
                <a:headEnd type="none" w="med" len="med"/>
                <a:tailEnd type="none" w="med" len="med"/>
              </a:ln>
            </p:spPr>
          </p:sp>
          <p:sp>
            <p:nvSpPr>
              <p:cNvPr id="155670" name="直接连接符 155669"/>
              <p:cNvSpPr/>
              <p:nvPr/>
            </p:nvSpPr>
            <p:spPr>
              <a:xfrm flipV="1">
                <a:off x="576" y="2400"/>
                <a:ext cx="240" cy="240"/>
              </a:xfrm>
              <a:prstGeom prst="line">
                <a:avLst/>
              </a:prstGeom>
              <a:ln w="9525" cap="flat" cmpd="sng">
                <a:solidFill>
                  <a:schemeClr val="bg1"/>
                </a:solidFill>
                <a:prstDash val="solid"/>
                <a:headEnd type="none" w="med" len="med"/>
                <a:tailEnd type="none" w="med" len="med"/>
              </a:ln>
            </p:spPr>
          </p:sp>
        </p:grpSp>
        <p:grpSp>
          <p:nvGrpSpPr>
            <p:cNvPr id="155671" name="组合 155670"/>
            <p:cNvGrpSpPr/>
            <p:nvPr/>
          </p:nvGrpSpPr>
          <p:grpSpPr>
            <a:xfrm>
              <a:off x="1104" y="2976"/>
              <a:ext cx="240" cy="240"/>
              <a:chOff x="576" y="2400"/>
              <a:chExt cx="240" cy="240"/>
            </a:xfrm>
          </p:grpSpPr>
          <p:sp>
            <p:nvSpPr>
              <p:cNvPr id="155672" name="直接连接符 155671"/>
              <p:cNvSpPr/>
              <p:nvPr/>
            </p:nvSpPr>
            <p:spPr>
              <a:xfrm flipV="1">
                <a:off x="624" y="2448"/>
                <a:ext cx="96" cy="96"/>
              </a:xfrm>
              <a:prstGeom prst="line">
                <a:avLst/>
              </a:prstGeom>
              <a:ln w="9525" cap="flat" cmpd="sng">
                <a:solidFill>
                  <a:schemeClr val="bg1"/>
                </a:solidFill>
                <a:prstDash val="solid"/>
                <a:headEnd type="none" w="med" len="med"/>
                <a:tailEnd type="none" w="med" len="med"/>
              </a:ln>
            </p:spPr>
          </p:sp>
          <p:sp>
            <p:nvSpPr>
              <p:cNvPr id="155673" name="直接连接符 155672"/>
              <p:cNvSpPr/>
              <p:nvPr/>
            </p:nvSpPr>
            <p:spPr>
              <a:xfrm flipV="1">
                <a:off x="672" y="2496"/>
                <a:ext cx="96" cy="96"/>
              </a:xfrm>
              <a:prstGeom prst="line">
                <a:avLst/>
              </a:prstGeom>
              <a:ln w="9525" cap="flat" cmpd="sng">
                <a:solidFill>
                  <a:schemeClr val="bg1"/>
                </a:solidFill>
                <a:prstDash val="solid"/>
                <a:headEnd type="none" w="med" len="med"/>
                <a:tailEnd type="none" w="med" len="med"/>
              </a:ln>
            </p:spPr>
          </p:sp>
          <p:sp>
            <p:nvSpPr>
              <p:cNvPr id="155674" name="直接连接符 155673"/>
              <p:cNvSpPr/>
              <p:nvPr/>
            </p:nvSpPr>
            <p:spPr>
              <a:xfrm flipV="1">
                <a:off x="576" y="2400"/>
                <a:ext cx="240" cy="240"/>
              </a:xfrm>
              <a:prstGeom prst="line">
                <a:avLst/>
              </a:prstGeom>
              <a:ln w="9525" cap="flat" cmpd="sng">
                <a:solidFill>
                  <a:schemeClr val="bg1"/>
                </a:solidFill>
                <a:prstDash val="solid"/>
                <a:headEnd type="none" w="med" len="med"/>
                <a:tailEnd type="none" w="med" len="med"/>
              </a:ln>
            </p:spPr>
          </p:sp>
        </p:grpSp>
      </p:grpSp>
      <p:sp>
        <p:nvSpPr>
          <p:cNvPr id="155675" name="文本框 155674"/>
          <p:cNvSpPr txBox="1"/>
          <p:nvPr/>
        </p:nvSpPr>
        <p:spPr>
          <a:xfrm>
            <a:off x="4484053" y="1047115"/>
            <a:ext cx="2621280" cy="583565"/>
          </a:xfrm>
          <a:prstGeom prst="rect">
            <a:avLst/>
          </a:prstGeom>
          <a:noFill/>
          <a:ln w="9525">
            <a:noFill/>
          </a:ln>
        </p:spPr>
        <p:txBody>
          <a:bodyPr wrap="none" anchor="t">
            <a:spAutoFit/>
          </a:bodyPr>
          <a:lstStyle/>
          <a:p>
            <a:r>
              <a:rPr lang="zh-CN" altLang="en-US" sz="3200" b="1" dirty="0">
                <a:solidFill>
                  <a:srgbClr val="0000FF"/>
                </a:solidFill>
                <a:latin typeface="Times New Roman" panose="02020603050405020304" pitchFamily="18" charset="0"/>
              </a:rPr>
              <a:t>激光工作物质</a:t>
            </a:r>
          </a:p>
        </p:txBody>
      </p:sp>
      <p:sp>
        <p:nvSpPr>
          <p:cNvPr id="155676" name="文本框 155675"/>
          <p:cNvSpPr txBox="1"/>
          <p:nvPr/>
        </p:nvSpPr>
        <p:spPr>
          <a:xfrm>
            <a:off x="1402715" y="1504315"/>
            <a:ext cx="589280" cy="2061210"/>
          </a:xfrm>
          <a:prstGeom prst="rect">
            <a:avLst/>
          </a:prstGeom>
          <a:noFill/>
          <a:ln w="9525">
            <a:noFill/>
          </a:ln>
        </p:spPr>
        <p:txBody>
          <a:bodyPr wrap="none" anchor="t">
            <a:spAutoFit/>
          </a:bodyPr>
          <a:lstStyle/>
          <a:p>
            <a:r>
              <a:rPr lang="zh-CN" altLang="en-US" sz="3200" b="1" dirty="0">
                <a:solidFill>
                  <a:srgbClr val="0000FF"/>
                </a:solidFill>
                <a:latin typeface="Times New Roman" panose="02020603050405020304" pitchFamily="18" charset="0"/>
              </a:rPr>
              <a:t>全</a:t>
            </a:r>
          </a:p>
          <a:p>
            <a:r>
              <a:rPr lang="zh-CN" altLang="en-US" sz="3200" b="1" dirty="0">
                <a:solidFill>
                  <a:srgbClr val="0000FF"/>
                </a:solidFill>
                <a:latin typeface="Times New Roman" panose="02020603050405020304" pitchFamily="18" charset="0"/>
              </a:rPr>
              <a:t>反</a:t>
            </a:r>
          </a:p>
          <a:p>
            <a:r>
              <a:rPr lang="zh-CN" altLang="en-US" sz="3200" b="1" dirty="0">
                <a:solidFill>
                  <a:srgbClr val="0000FF"/>
                </a:solidFill>
                <a:latin typeface="Times New Roman" panose="02020603050405020304" pitchFamily="18" charset="0"/>
              </a:rPr>
              <a:t>射</a:t>
            </a:r>
          </a:p>
          <a:p>
            <a:r>
              <a:rPr lang="zh-CN" altLang="en-US" sz="3200" b="1" dirty="0">
                <a:solidFill>
                  <a:srgbClr val="0000FF"/>
                </a:solidFill>
                <a:latin typeface="Times New Roman" panose="02020603050405020304" pitchFamily="18" charset="0"/>
              </a:rPr>
              <a:t>镜</a:t>
            </a:r>
          </a:p>
        </p:txBody>
      </p:sp>
      <p:sp>
        <p:nvSpPr>
          <p:cNvPr id="155677" name="文本框 155676"/>
          <p:cNvSpPr txBox="1"/>
          <p:nvPr/>
        </p:nvSpPr>
        <p:spPr>
          <a:xfrm>
            <a:off x="9724390" y="1504315"/>
            <a:ext cx="589280" cy="2061210"/>
          </a:xfrm>
          <a:prstGeom prst="rect">
            <a:avLst/>
          </a:prstGeom>
          <a:noFill/>
          <a:ln w="9525">
            <a:noFill/>
          </a:ln>
        </p:spPr>
        <p:txBody>
          <a:bodyPr wrap="none" anchor="t">
            <a:spAutoFit/>
          </a:bodyPr>
          <a:lstStyle/>
          <a:p>
            <a:r>
              <a:rPr lang="zh-CN" altLang="en-US" sz="3200" b="1" dirty="0">
                <a:solidFill>
                  <a:srgbClr val="0000FF"/>
                </a:solidFill>
                <a:latin typeface="Times New Roman" panose="02020603050405020304" pitchFamily="18" charset="0"/>
              </a:rPr>
              <a:t>半</a:t>
            </a:r>
          </a:p>
          <a:p>
            <a:r>
              <a:rPr lang="zh-CN" altLang="en-US" sz="3200" b="1" dirty="0">
                <a:solidFill>
                  <a:srgbClr val="0000FF"/>
                </a:solidFill>
                <a:latin typeface="Times New Roman" panose="02020603050405020304" pitchFamily="18" charset="0"/>
              </a:rPr>
              <a:t>反</a:t>
            </a:r>
          </a:p>
          <a:p>
            <a:r>
              <a:rPr lang="zh-CN" altLang="en-US" sz="3200" b="1" dirty="0">
                <a:solidFill>
                  <a:srgbClr val="0000FF"/>
                </a:solidFill>
                <a:latin typeface="Times New Roman" panose="02020603050405020304" pitchFamily="18" charset="0"/>
              </a:rPr>
              <a:t>射</a:t>
            </a:r>
          </a:p>
          <a:p>
            <a:r>
              <a:rPr lang="zh-CN" altLang="en-US" sz="3200" b="1" dirty="0">
                <a:solidFill>
                  <a:srgbClr val="0000FF"/>
                </a:solidFill>
                <a:latin typeface="Times New Roman" panose="02020603050405020304" pitchFamily="18" charset="0"/>
              </a:rPr>
              <a:t>镜</a:t>
            </a:r>
          </a:p>
        </p:txBody>
      </p:sp>
      <p:grpSp>
        <p:nvGrpSpPr>
          <p:cNvPr id="155678" name="组合 155677"/>
          <p:cNvGrpSpPr/>
          <p:nvPr/>
        </p:nvGrpSpPr>
        <p:grpSpPr>
          <a:xfrm>
            <a:off x="2621915" y="1504315"/>
            <a:ext cx="6553200" cy="1752600"/>
            <a:chOff x="864" y="432"/>
            <a:chExt cx="4128" cy="1104"/>
          </a:xfrm>
        </p:grpSpPr>
        <p:grpSp>
          <p:nvGrpSpPr>
            <p:cNvPr id="155679" name="组合 155678"/>
            <p:cNvGrpSpPr/>
            <p:nvPr/>
          </p:nvGrpSpPr>
          <p:grpSpPr>
            <a:xfrm>
              <a:off x="2544" y="816"/>
              <a:ext cx="288" cy="288"/>
              <a:chOff x="2304" y="2064"/>
              <a:chExt cx="288" cy="288"/>
            </a:xfrm>
          </p:grpSpPr>
          <p:sp>
            <p:nvSpPr>
              <p:cNvPr id="155680" name="椭圆 155679"/>
              <p:cNvSpPr/>
              <p:nvPr/>
            </p:nvSpPr>
            <p:spPr>
              <a:xfrm>
                <a:off x="2352" y="2112"/>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681" name="椭圆 155680"/>
              <p:cNvSpPr/>
              <p:nvPr/>
            </p:nvSpPr>
            <p:spPr>
              <a:xfrm>
                <a:off x="2304" y="2064"/>
                <a:ext cx="288" cy="288"/>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682" name="组合 155681"/>
            <p:cNvGrpSpPr/>
            <p:nvPr/>
          </p:nvGrpSpPr>
          <p:grpSpPr>
            <a:xfrm>
              <a:off x="1920" y="912"/>
              <a:ext cx="288" cy="288"/>
              <a:chOff x="2304" y="2064"/>
              <a:chExt cx="288" cy="288"/>
            </a:xfrm>
          </p:grpSpPr>
          <p:sp>
            <p:nvSpPr>
              <p:cNvPr id="155683" name="椭圆 155682"/>
              <p:cNvSpPr/>
              <p:nvPr/>
            </p:nvSpPr>
            <p:spPr>
              <a:xfrm>
                <a:off x="2352" y="2112"/>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684" name="椭圆 155683"/>
              <p:cNvSpPr/>
              <p:nvPr/>
            </p:nvSpPr>
            <p:spPr>
              <a:xfrm>
                <a:off x="2304" y="2064"/>
                <a:ext cx="288" cy="288"/>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685" name="组合 155684"/>
            <p:cNvGrpSpPr/>
            <p:nvPr/>
          </p:nvGrpSpPr>
          <p:grpSpPr>
            <a:xfrm>
              <a:off x="2736" y="1104"/>
              <a:ext cx="384" cy="384"/>
              <a:chOff x="1824" y="3312"/>
              <a:chExt cx="384" cy="384"/>
            </a:xfrm>
          </p:grpSpPr>
          <p:sp>
            <p:nvSpPr>
              <p:cNvPr id="155686" name="椭圆 155685"/>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687" name="椭圆 155686"/>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688" name="组合 155687"/>
            <p:cNvGrpSpPr/>
            <p:nvPr/>
          </p:nvGrpSpPr>
          <p:grpSpPr>
            <a:xfrm rot="2393997">
              <a:off x="1344" y="432"/>
              <a:ext cx="1104" cy="144"/>
              <a:chOff x="1872" y="2880"/>
              <a:chExt cx="1104" cy="144"/>
            </a:xfrm>
          </p:grpSpPr>
          <p:grpSp>
            <p:nvGrpSpPr>
              <p:cNvPr id="155689" name="组合 155688"/>
              <p:cNvGrpSpPr/>
              <p:nvPr/>
            </p:nvGrpSpPr>
            <p:grpSpPr>
              <a:xfrm>
                <a:off x="2016" y="2880"/>
                <a:ext cx="960" cy="144"/>
                <a:chOff x="336" y="2832"/>
                <a:chExt cx="4992" cy="630"/>
              </a:xfrm>
            </p:grpSpPr>
            <p:grpSp>
              <p:nvGrpSpPr>
                <p:cNvPr id="155690" name="组合 155689"/>
                <p:cNvGrpSpPr/>
                <p:nvPr/>
              </p:nvGrpSpPr>
              <p:grpSpPr>
                <a:xfrm>
                  <a:off x="336" y="2832"/>
                  <a:ext cx="2496" cy="630"/>
                  <a:chOff x="1056" y="816"/>
                  <a:chExt cx="2496" cy="630"/>
                </a:xfrm>
              </p:grpSpPr>
              <p:sp>
                <p:nvSpPr>
                  <p:cNvPr id="155691" name="任意多边形 15569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692" name="组合 155691"/>
                  <p:cNvGrpSpPr/>
                  <p:nvPr/>
                </p:nvGrpSpPr>
                <p:grpSpPr>
                  <a:xfrm>
                    <a:off x="1056" y="816"/>
                    <a:ext cx="2016" cy="630"/>
                    <a:chOff x="1824" y="1968"/>
                    <a:chExt cx="685" cy="918"/>
                  </a:xfrm>
                </p:grpSpPr>
                <p:grpSp>
                  <p:nvGrpSpPr>
                    <p:cNvPr id="155693" name="组合 155692"/>
                    <p:cNvGrpSpPr/>
                    <p:nvPr/>
                  </p:nvGrpSpPr>
                  <p:grpSpPr>
                    <a:xfrm>
                      <a:off x="1824" y="1968"/>
                      <a:ext cx="343" cy="918"/>
                      <a:chOff x="2880" y="2112"/>
                      <a:chExt cx="2304" cy="2016"/>
                    </a:xfrm>
                  </p:grpSpPr>
                  <p:sp>
                    <p:nvSpPr>
                      <p:cNvPr id="155694" name="任意多边形 15569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695" name="任意多边形 15569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696" name="组合 155695"/>
                    <p:cNvGrpSpPr/>
                    <p:nvPr/>
                  </p:nvGrpSpPr>
                  <p:grpSpPr>
                    <a:xfrm>
                      <a:off x="2167" y="1968"/>
                      <a:ext cx="342" cy="918"/>
                      <a:chOff x="2880" y="2112"/>
                      <a:chExt cx="2304" cy="2016"/>
                    </a:xfrm>
                  </p:grpSpPr>
                  <p:sp>
                    <p:nvSpPr>
                      <p:cNvPr id="155697" name="任意多边形 15569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698" name="任意多边形 15569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5699" name="组合 155698"/>
                <p:cNvGrpSpPr/>
                <p:nvPr/>
              </p:nvGrpSpPr>
              <p:grpSpPr>
                <a:xfrm flipV="1">
                  <a:off x="2832" y="2832"/>
                  <a:ext cx="2496" cy="630"/>
                  <a:chOff x="1056" y="816"/>
                  <a:chExt cx="2496" cy="630"/>
                </a:xfrm>
              </p:grpSpPr>
              <p:sp>
                <p:nvSpPr>
                  <p:cNvPr id="155700" name="任意多边形 15569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701" name="组合 155700"/>
                  <p:cNvGrpSpPr/>
                  <p:nvPr/>
                </p:nvGrpSpPr>
                <p:grpSpPr>
                  <a:xfrm>
                    <a:off x="1056" y="816"/>
                    <a:ext cx="2016" cy="630"/>
                    <a:chOff x="1824" y="1968"/>
                    <a:chExt cx="685" cy="918"/>
                  </a:xfrm>
                </p:grpSpPr>
                <p:grpSp>
                  <p:nvGrpSpPr>
                    <p:cNvPr id="155702" name="组合 155701"/>
                    <p:cNvGrpSpPr/>
                    <p:nvPr/>
                  </p:nvGrpSpPr>
                  <p:grpSpPr>
                    <a:xfrm>
                      <a:off x="1824" y="1968"/>
                      <a:ext cx="343" cy="918"/>
                      <a:chOff x="2880" y="2112"/>
                      <a:chExt cx="2304" cy="2016"/>
                    </a:xfrm>
                  </p:grpSpPr>
                  <p:sp>
                    <p:nvSpPr>
                      <p:cNvPr id="155703" name="任意多边形 15570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04" name="任意多边形 15570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705" name="组合 155704"/>
                    <p:cNvGrpSpPr/>
                    <p:nvPr/>
                  </p:nvGrpSpPr>
                  <p:grpSpPr>
                    <a:xfrm>
                      <a:off x="2167" y="1968"/>
                      <a:ext cx="342" cy="918"/>
                      <a:chOff x="2880" y="2112"/>
                      <a:chExt cx="2304" cy="2016"/>
                    </a:xfrm>
                  </p:grpSpPr>
                  <p:sp>
                    <p:nvSpPr>
                      <p:cNvPr id="155706" name="任意多边形 15570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07" name="任意多边形 15570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5708" name="直接连接符 15570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5709" name="组合 155708"/>
            <p:cNvGrpSpPr/>
            <p:nvPr/>
          </p:nvGrpSpPr>
          <p:grpSpPr>
            <a:xfrm rot="-1758897">
              <a:off x="1584" y="1248"/>
              <a:ext cx="1104" cy="144"/>
              <a:chOff x="1872" y="2880"/>
              <a:chExt cx="1104" cy="144"/>
            </a:xfrm>
          </p:grpSpPr>
          <p:grpSp>
            <p:nvGrpSpPr>
              <p:cNvPr id="155710" name="组合 155709"/>
              <p:cNvGrpSpPr/>
              <p:nvPr/>
            </p:nvGrpSpPr>
            <p:grpSpPr>
              <a:xfrm>
                <a:off x="2016" y="2880"/>
                <a:ext cx="960" cy="144"/>
                <a:chOff x="336" y="2832"/>
                <a:chExt cx="4992" cy="630"/>
              </a:xfrm>
            </p:grpSpPr>
            <p:grpSp>
              <p:nvGrpSpPr>
                <p:cNvPr id="155711" name="组合 155710"/>
                <p:cNvGrpSpPr/>
                <p:nvPr/>
              </p:nvGrpSpPr>
              <p:grpSpPr>
                <a:xfrm>
                  <a:off x="336" y="2832"/>
                  <a:ext cx="2496" cy="630"/>
                  <a:chOff x="1056" y="816"/>
                  <a:chExt cx="2496" cy="630"/>
                </a:xfrm>
              </p:grpSpPr>
              <p:sp>
                <p:nvSpPr>
                  <p:cNvPr id="155712" name="任意多边形 15571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713" name="组合 155712"/>
                  <p:cNvGrpSpPr/>
                  <p:nvPr/>
                </p:nvGrpSpPr>
                <p:grpSpPr>
                  <a:xfrm>
                    <a:off x="1056" y="816"/>
                    <a:ext cx="2016" cy="630"/>
                    <a:chOff x="1824" y="1968"/>
                    <a:chExt cx="685" cy="918"/>
                  </a:xfrm>
                </p:grpSpPr>
                <p:grpSp>
                  <p:nvGrpSpPr>
                    <p:cNvPr id="155714" name="组合 155713"/>
                    <p:cNvGrpSpPr/>
                    <p:nvPr/>
                  </p:nvGrpSpPr>
                  <p:grpSpPr>
                    <a:xfrm>
                      <a:off x="1824" y="1968"/>
                      <a:ext cx="343" cy="918"/>
                      <a:chOff x="2880" y="2112"/>
                      <a:chExt cx="2304" cy="2016"/>
                    </a:xfrm>
                  </p:grpSpPr>
                  <p:sp>
                    <p:nvSpPr>
                      <p:cNvPr id="155715" name="任意多边形 15571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16" name="任意多边形 15571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717" name="组合 155716"/>
                    <p:cNvGrpSpPr/>
                    <p:nvPr/>
                  </p:nvGrpSpPr>
                  <p:grpSpPr>
                    <a:xfrm>
                      <a:off x="2167" y="1968"/>
                      <a:ext cx="342" cy="918"/>
                      <a:chOff x="2880" y="2112"/>
                      <a:chExt cx="2304" cy="2016"/>
                    </a:xfrm>
                  </p:grpSpPr>
                  <p:sp>
                    <p:nvSpPr>
                      <p:cNvPr id="155718" name="任意多边形 15571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19" name="任意多边形 15571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5720" name="组合 155719"/>
                <p:cNvGrpSpPr/>
                <p:nvPr/>
              </p:nvGrpSpPr>
              <p:grpSpPr>
                <a:xfrm flipV="1">
                  <a:off x="2832" y="2832"/>
                  <a:ext cx="2496" cy="630"/>
                  <a:chOff x="1056" y="816"/>
                  <a:chExt cx="2496" cy="630"/>
                </a:xfrm>
              </p:grpSpPr>
              <p:sp>
                <p:nvSpPr>
                  <p:cNvPr id="155721" name="任意多边形 15572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722" name="组合 155721"/>
                  <p:cNvGrpSpPr/>
                  <p:nvPr/>
                </p:nvGrpSpPr>
                <p:grpSpPr>
                  <a:xfrm>
                    <a:off x="1056" y="816"/>
                    <a:ext cx="2016" cy="630"/>
                    <a:chOff x="1824" y="1968"/>
                    <a:chExt cx="685" cy="918"/>
                  </a:xfrm>
                </p:grpSpPr>
                <p:grpSp>
                  <p:nvGrpSpPr>
                    <p:cNvPr id="155723" name="组合 155722"/>
                    <p:cNvGrpSpPr/>
                    <p:nvPr/>
                  </p:nvGrpSpPr>
                  <p:grpSpPr>
                    <a:xfrm>
                      <a:off x="1824" y="1968"/>
                      <a:ext cx="343" cy="918"/>
                      <a:chOff x="2880" y="2112"/>
                      <a:chExt cx="2304" cy="2016"/>
                    </a:xfrm>
                  </p:grpSpPr>
                  <p:sp>
                    <p:nvSpPr>
                      <p:cNvPr id="155724" name="任意多边形 15572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25" name="任意多边形 15572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726" name="组合 155725"/>
                    <p:cNvGrpSpPr/>
                    <p:nvPr/>
                  </p:nvGrpSpPr>
                  <p:grpSpPr>
                    <a:xfrm>
                      <a:off x="2167" y="1968"/>
                      <a:ext cx="342" cy="918"/>
                      <a:chOff x="2880" y="2112"/>
                      <a:chExt cx="2304" cy="2016"/>
                    </a:xfrm>
                  </p:grpSpPr>
                  <p:sp>
                    <p:nvSpPr>
                      <p:cNvPr id="155727" name="任意多边形 15572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28" name="任意多边形 15572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5729" name="直接连接符 15572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5730" name="组合 155729"/>
            <p:cNvGrpSpPr/>
            <p:nvPr/>
          </p:nvGrpSpPr>
          <p:grpSpPr>
            <a:xfrm>
              <a:off x="3120" y="768"/>
              <a:ext cx="384" cy="384"/>
              <a:chOff x="1824" y="3312"/>
              <a:chExt cx="384" cy="384"/>
            </a:xfrm>
          </p:grpSpPr>
          <p:sp>
            <p:nvSpPr>
              <p:cNvPr id="155731" name="椭圆 155730"/>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732" name="椭圆 155731"/>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733" name="组合 155732"/>
            <p:cNvGrpSpPr/>
            <p:nvPr/>
          </p:nvGrpSpPr>
          <p:grpSpPr>
            <a:xfrm>
              <a:off x="3360" y="1104"/>
              <a:ext cx="384" cy="384"/>
              <a:chOff x="1824" y="3312"/>
              <a:chExt cx="384" cy="384"/>
            </a:xfrm>
          </p:grpSpPr>
          <p:sp>
            <p:nvSpPr>
              <p:cNvPr id="155734" name="椭圆 155733"/>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735" name="椭圆 155734"/>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736" name="组合 155735"/>
            <p:cNvGrpSpPr/>
            <p:nvPr/>
          </p:nvGrpSpPr>
          <p:grpSpPr>
            <a:xfrm>
              <a:off x="4272" y="864"/>
              <a:ext cx="384" cy="384"/>
              <a:chOff x="1824" y="3312"/>
              <a:chExt cx="384" cy="384"/>
            </a:xfrm>
          </p:grpSpPr>
          <p:sp>
            <p:nvSpPr>
              <p:cNvPr id="155737" name="椭圆 155736"/>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738" name="椭圆 155737"/>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739" name="组合 155738"/>
            <p:cNvGrpSpPr/>
            <p:nvPr/>
          </p:nvGrpSpPr>
          <p:grpSpPr>
            <a:xfrm>
              <a:off x="1200" y="768"/>
              <a:ext cx="384" cy="384"/>
              <a:chOff x="1824" y="3312"/>
              <a:chExt cx="384" cy="384"/>
            </a:xfrm>
          </p:grpSpPr>
          <p:sp>
            <p:nvSpPr>
              <p:cNvPr id="155740" name="椭圆 155739"/>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741" name="椭圆 155740"/>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742" name="组合 155741"/>
            <p:cNvGrpSpPr/>
            <p:nvPr/>
          </p:nvGrpSpPr>
          <p:grpSpPr>
            <a:xfrm>
              <a:off x="864" y="1008"/>
              <a:ext cx="1104" cy="144"/>
              <a:chOff x="1872" y="2880"/>
              <a:chExt cx="1104" cy="144"/>
            </a:xfrm>
          </p:grpSpPr>
          <p:grpSp>
            <p:nvGrpSpPr>
              <p:cNvPr id="155743" name="组合 155742"/>
              <p:cNvGrpSpPr/>
              <p:nvPr/>
            </p:nvGrpSpPr>
            <p:grpSpPr>
              <a:xfrm>
                <a:off x="2016" y="2880"/>
                <a:ext cx="960" cy="144"/>
                <a:chOff x="336" y="2832"/>
                <a:chExt cx="4992" cy="630"/>
              </a:xfrm>
            </p:grpSpPr>
            <p:grpSp>
              <p:nvGrpSpPr>
                <p:cNvPr id="155744" name="组合 155743"/>
                <p:cNvGrpSpPr/>
                <p:nvPr/>
              </p:nvGrpSpPr>
              <p:grpSpPr>
                <a:xfrm>
                  <a:off x="336" y="2832"/>
                  <a:ext cx="2496" cy="630"/>
                  <a:chOff x="1056" y="816"/>
                  <a:chExt cx="2496" cy="630"/>
                </a:xfrm>
              </p:grpSpPr>
              <p:sp>
                <p:nvSpPr>
                  <p:cNvPr id="155745" name="任意多边形 15574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746" name="组合 155745"/>
                  <p:cNvGrpSpPr/>
                  <p:nvPr/>
                </p:nvGrpSpPr>
                <p:grpSpPr>
                  <a:xfrm>
                    <a:off x="1056" y="816"/>
                    <a:ext cx="2016" cy="630"/>
                    <a:chOff x="1824" y="1968"/>
                    <a:chExt cx="685" cy="918"/>
                  </a:xfrm>
                </p:grpSpPr>
                <p:grpSp>
                  <p:nvGrpSpPr>
                    <p:cNvPr id="155747" name="组合 155746"/>
                    <p:cNvGrpSpPr/>
                    <p:nvPr/>
                  </p:nvGrpSpPr>
                  <p:grpSpPr>
                    <a:xfrm>
                      <a:off x="1824" y="1968"/>
                      <a:ext cx="343" cy="918"/>
                      <a:chOff x="2880" y="2112"/>
                      <a:chExt cx="2304" cy="2016"/>
                    </a:xfrm>
                  </p:grpSpPr>
                  <p:sp>
                    <p:nvSpPr>
                      <p:cNvPr id="155748" name="任意多边形 15574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49" name="任意多边形 15574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750" name="组合 155749"/>
                    <p:cNvGrpSpPr/>
                    <p:nvPr/>
                  </p:nvGrpSpPr>
                  <p:grpSpPr>
                    <a:xfrm>
                      <a:off x="2167" y="1968"/>
                      <a:ext cx="342" cy="918"/>
                      <a:chOff x="2880" y="2112"/>
                      <a:chExt cx="2304" cy="2016"/>
                    </a:xfrm>
                  </p:grpSpPr>
                  <p:sp>
                    <p:nvSpPr>
                      <p:cNvPr id="155751" name="任意多边形 15575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52" name="任意多边形 15575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5753" name="组合 155752"/>
                <p:cNvGrpSpPr/>
                <p:nvPr/>
              </p:nvGrpSpPr>
              <p:grpSpPr>
                <a:xfrm flipV="1">
                  <a:off x="2832" y="2832"/>
                  <a:ext cx="2496" cy="630"/>
                  <a:chOff x="1056" y="816"/>
                  <a:chExt cx="2496" cy="630"/>
                </a:xfrm>
              </p:grpSpPr>
              <p:sp>
                <p:nvSpPr>
                  <p:cNvPr id="155754" name="任意多边形 15575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755" name="组合 155754"/>
                  <p:cNvGrpSpPr/>
                  <p:nvPr/>
                </p:nvGrpSpPr>
                <p:grpSpPr>
                  <a:xfrm>
                    <a:off x="1056" y="816"/>
                    <a:ext cx="2016" cy="630"/>
                    <a:chOff x="1824" y="1968"/>
                    <a:chExt cx="685" cy="918"/>
                  </a:xfrm>
                </p:grpSpPr>
                <p:grpSp>
                  <p:nvGrpSpPr>
                    <p:cNvPr id="155756" name="组合 155755"/>
                    <p:cNvGrpSpPr/>
                    <p:nvPr/>
                  </p:nvGrpSpPr>
                  <p:grpSpPr>
                    <a:xfrm>
                      <a:off x="1824" y="1968"/>
                      <a:ext cx="343" cy="918"/>
                      <a:chOff x="2880" y="2112"/>
                      <a:chExt cx="2304" cy="2016"/>
                    </a:xfrm>
                  </p:grpSpPr>
                  <p:sp>
                    <p:nvSpPr>
                      <p:cNvPr id="155757" name="任意多边形 15575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58" name="任意多边形 15575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759" name="组合 155758"/>
                    <p:cNvGrpSpPr/>
                    <p:nvPr/>
                  </p:nvGrpSpPr>
                  <p:grpSpPr>
                    <a:xfrm>
                      <a:off x="2167" y="1968"/>
                      <a:ext cx="342" cy="918"/>
                      <a:chOff x="2880" y="2112"/>
                      <a:chExt cx="2304" cy="2016"/>
                    </a:xfrm>
                  </p:grpSpPr>
                  <p:sp>
                    <p:nvSpPr>
                      <p:cNvPr id="155760" name="任意多边形 15575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61" name="任意多边形 15576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5762" name="直接连接符 15576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5763" name="组合 155762"/>
            <p:cNvGrpSpPr/>
            <p:nvPr/>
          </p:nvGrpSpPr>
          <p:grpSpPr>
            <a:xfrm>
              <a:off x="1248" y="1152"/>
              <a:ext cx="384" cy="384"/>
              <a:chOff x="1824" y="3312"/>
              <a:chExt cx="384" cy="384"/>
            </a:xfrm>
          </p:grpSpPr>
          <p:sp>
            <p:nvSpPr>
              <p:cNvPr id="155764" name="椭圆 155763"/>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765" name="椭圆 155764"/>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766" name="组合 155765"/>
            <p:cNvGrpSpPr/>
            <p:nvPr/>
          </p:nvGrpSpPr>
          <p:grpSpPr>
            <a:xfrm rot="2048534">
              <a:off x="2928" y="816"/>
              <a:ext cx="1104" cy="144"/>
              <a:chOff x="1872" y="2880"/>
              <a:chExt cx="1104" cy="144"/>
            </a:xfrm>
          </p:grpSpPr>
          <p:grpSp>
            <p:nvGrpSpPr>
              <p:cNvPr id="155767" name="组合 155766"/>
              <p:cNvGrpSpPr/>
              <p:nvPr/>
            </p:nvGrpSpPr>
            <p:grpSpPr>
              <a:xfrm>
                <a:off x="2016" y="2880"/>
                <a:ext cx="960" cy="144"/>
                <a:chOff x="336" y="2832"/>
                <a:chExt cx="4992" cy="630"/>
              </a:xfrm>
            </p:grpSpPr>
            <p:grpSp>
              <p:nvGrpSpPr>
                <p:cNvPr id="155768" name="组合 155767"/>
                <p:cNvGrpSpPr/>
                <p:nvPr/>
              </p:nvGrpSpPr>
              <p:grpSpPr>
                <a:xfrm>
                  <a:off x="336" y="2832"/>
                  <a:ext cx="2496" cy="630"/>
                  <a:chOff x="1056" y="816"/>
                  <a:chExt cx="2496" cy="630"/>
                </a:xfrm>
              </p:grpSpPr>
              <p:sp>
                <p:nvSpPr>
                  <p:cNvPr id="155769" name="任意多边形 15576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770" name="组合 155769"/>
                  <p:cNvGrpSpPr/>
                  <p:nvPr/>
                </p:nvGrpSpPr>
                <p:grpSpPr>
                  <a:xfrm>
                    <a:off x="1056" y="816"/>
                    <a:ext cx="2016" cy="630"/>
                    <a:chOff x="1824" y="1968"/>
                    <a:chExt cx="685" cy="918"/>
                  </a:xfrm>
                </p:grpSpPr>
                <p:grpSp>
                  <p:nvGrpSpPr>
                    <p:cNvPr id="155771" name="组合 155770"/>
                    <p:cNvGrpSpPr/>
                    <p:nvPr/>
                  </p:nvGrpSpPr>
                  <p:grpSpPr>
                    <a:xfrm>
                      <a:off x="1824" y="1968"/>
                      <a:ext cx="343" cy="918"/>
                      <a:chOff x="2880" y="2112"/>
                      <a:chExt cx="2304" cy="2016"/>
                    </a:xfrm>
                  </p:grpSpPr>
                  <p:sp>
                    <p:nvSpPr>
                      <p:cNvPr id="155772" name="任意多边形 15577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73" name="任意多边形 15577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774" name="组合 155773"/>
                    <p:cNvGrpSpPr/>
                    <p:nvPr/>
                  </p:nvGrpSpPr>
                  <p:grpSpPr>
                    <a:xfrm>
                      <a:off x="2167" y="1968"/>
                      <a:ext cx="342" cy="918"/>
                      <a:chOff x="2880" y="2112"/>
                      <a:chExt cx="2304" cy="2016"/>
                    </a:xfrm>
                  </p:grpSpPr>
                  <p:sp>
                    <p:nvSpPr>
                      <p:cNvPr id="155775" name="任意多边形 15577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76" name="任意多边形 15577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5777" name="组合 155776"/>
                <p:cNvGrpSpPr/>
                <p:nvPr/>
              </p:nvGrpSpPr>
              <p:grpSpPr>
                <a:xfrm flipV="1">
                  <a:off x="2832" y="2832"/>
                  <a:ext cx="2496" cy="630"/>
                  <a:chOff x="1056" y="816"/>
                  <a:chExt cx="2496" cy="630"/>
                </a:xfrm>
              </p:grpSpPr>
              <p:sp>
                <p:nvSpPr>
                  <p:cNvPr id="155778" name="任意多边形 15577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779" name="组合 155778"/>
                  <p:cNvGrpSpPr/>
                  <p:nvPr/>
                </p:nvGrpSpPr>
                <p:grpSpPr>
                  <a:xfrm>
                    <a:off x="1056" y="816"/>
                    <a:ext cx="2016" cy="630"/>
                    <a:chOff x="1824" y="1968"/>
                    <a:chExt cx="685" cy="918"/>
                  </a:xfrm>
                </p:grpSpPr>
                <p:grpSp>
                  <p:nvGrpSpPr>
                    <p:cNvPr id="155780" name="组合 155779"/>
                    <p:cNvGrpSpPr/>
                    <p:nvPr/>
                  </p:nvGrpSpPr>
                  <p:grpSpPr>
                    <a:xfrm>
                      <a:off x="1824" y="1968"/>
                      <a:ext cx="343" cy="918"/>
                      <a:chOff x="2880" y="2112"/>
                      <a:chExt cx="2304" cy="2016"/>
                    </a:xfrm>
                  </p:grpSpPr>
                  <p:sp>
                    <p:nvSpPr>
                      <p:cNvPr id="155781" name="任意多边形 15578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82" name="任意多边形 15578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783" name="组合 155782"/>
                    <p:cNvGrpSpPr/>
                    <p:nvPr/>
                  </p:nvGrpSpPr>
                  <p:grpSpPr>
                    <a:xfrm>
                      <a:off x="2167" y="1968"/>
                      <a:ext cx="342" cy="918"/>
                      <a:chOff x="2880" y="2112"/>
                      <a:chExt cx="2304" cy="2016"/>
                    </a:xfrm>
                  </p:grpSpPr>
                  <p:sp>
                    <p:nvSpPr>
                      <p:cNvPr id="155784" name="任意多边形 15578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85" name="任意多边形 15578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5786" name="直接连接符 15578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5787" name="组合 155786"/>
            <p:cNvGrpSpPr/>
            <p:nvPr/>
          </p:nvGrpSpPr>
          <p:grpSpPr>
            <a:xfrm rot="-2153140" flipH="1">
              <a:off x="3888" y="480"/>
              <a:ext cx="1104" cy="144"/>
              <a:chOff x="1872" y="2880"/>
              <a:chExt cx="1104" cy="144"/>
            </a:xfrm>
          </p:grpSpPr>
          <p:grpSp>
            <p:nvGrpSpPr>
              <p:cNvPr id="155788" name="组合 155787"/>
              <p:cNvGrpSpPr/>
              <p:nvPr/>
            </p:nvGrpSpPr>
            <p:grpSpPr>
              <a:xfrm>
                <a:off x="2016" y="2880"/>
                <a:ext cx="960" cy="144"/>
                <a:chOff x="336" y="2832"/>
                <a:chExt cx="4992" cy="630"/>
              </a:xfrm>
            </p:grpSpPr>
            <p:grpSp>
              <p:nvGrpSpPr>
                <p:cNvPr id="155789" name="组合 155788"/>
                <p:cNvGrpSpPr/>
                <p:nvPr/>
              </p:nvGrpSpPr>
              <p:grpSpPr>
                <a:xfrm>
                  <a:off x="336" y="2832"/>
                  <a:ext cx="2496" cy="630"/>
                  <a:chOff x="1056" y="816"/>
                  <a:chExt cx="2496" cy="630"/>
                </a:xfrm>
              </p:grpSpPr>
              <p:sp>
                <p:nvSpPr>
                  <p:cNvPr id="155790" name="任意多边形 15578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791" name="组合 155790"/>
                  <p:cNvGrpSpPr/>
                  <p:nvPr/>
                </p:nvGrpSpPr>
                <p:grpSpPr>
                  <a:xfrm>
                    <a:off x="1056" y="816"/>
                    <a:ext cx="2016" cy="630"/>
                    <a:chOff x="1824" y="1968"/>
                    <a:chExt cx="685" cy="918"/>
                  </a:xfrm>
                </p:grpSpPr>
                <p:grpSp>
                  <p:nvGrpSpPr>
                    <p:cNvPr id="155792" name="组合 155791"/>
                    <p:cNvGrpSpPr/>
                    <p:nvPr/>
                  </p:nvGrpSpPr>
                  <p:grpSpPr>
                    <a:xfrm>
                      <a:off x="1824" y="1968"/>
                      <a:ext cx="343" cy="918"/>
                      <a:chOff x="2880" y="2112"/>
                      <a:chExt cx="2304" cy="2016"/>
                    </a:xfrm>
                  </p:grpSpPr>
                  <p:sp>
                    <p:nvSpPr>
                      <p:cNvPr id="155793" name="任意多边形 15579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94" name="任意多边形 15579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795" name="组合 155794"/>
                    <p:cNvGrpSpPr/>
                    <p:nvPr/>
                  </p:nvGrpSpPr>
                  <p:grpSpPr>
                    <a:xfrm>
                      <a:off x="2167" y="1968"/>
                      <a:ext cx="342" cy="918"/>
                      <a:chOff x="2880" y="2112"/>
                      <a:chExt cx="2304" cy="2016"/>
                    </a:xfrm>
                  </p:grpSpPr>
                  <p:sp>
                    <p:nvSpPr>
                      <p:cNvPr id="155796" name="任意多边形 15579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797" name="任意多边形 15579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5798" name="组合 155797"/>
                <p:cNvGrpSpPr/>
                <p:nvPr/>
              </p:nvGrpSpPr>
              <p:grpSpPr>
                <a:xfrm flipV="1">
                  <a:off x="2832" y="2832"/>
                  <a:ext cx="2496" cy="630"/>
                  <a:chOff x="1056" y="816"/>
                  <a:chExt cx="2496" cy="630"/>
                </a:xfrm>
              </p:grpSpPr>
              <p:sp>
                <p:nvSpPr>
                  <p:cNvPr id="155799" name="任意多边形 15579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800" name="组合 155799"/>
                  <p:cNvGrpSpPr/>
                  <p:nvPr/>
                </p:nvGrpSpPr>
                <p:grpSpPr>
                  <a:xfrm>
                    <a:off x="1056" y="816"/>
                    <a:ext cx="2016" cy="630"/>
                    <a:chOff x="1824" y="1968"/>
                    <a:chExt cx="685" cy="918"/>
                  </a:xfrm>
                </p:grpSpPr>
                <p:grpSp>
                  <p:nvGrpSpPr>
                    <p:cNvPr id="155801" name="组合 155800"/>
                    <p:cNvGrpSpPr/>
                    <p:nvPr/>
                  </p:nvGrpSpPr>
                  <p:grpSpPr>
                    <a:xfrm>
                      <a:off x="1824" y="1968"/>
                      <a:ext cx="343" cy="918"/>
                      <a:chOff x="2880" y="2112"/>
                      <a:chExt cx="2304" cy="2016"/>
                    </a:xfrm>
                  </p:grpSpPr>
                  <p:sp>
                    <p:nvSpPr>
                      <p:cNvPr id="155802" name="任意多边形 15580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803" name="任意多边形 15580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804" name="组合 155803"/>
                    <p:cNvGrpSpPr/>
                    <p:nvPr/>
                  </p:nvGrpSpPr>
                  <p:grpSpPr>
                    <a:xfrm>
                      <a:off x="2167" y="1968"/>
                      <a:ext cx="342" cy="918"/>
                      <a:chOff x="2880" y="2112"/>
                      <a:chExt cx="2304" cy="2016"/>
                    </a:xfrm>
                  </p:grpSpPr>
                  <p:sp>
                    <p:nvSpPr>
                      <p:cNvPr id="155805" name="任意多边形 15580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806" name="任意多边形 15580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5807" name="直接连接符 15580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5808" name="组合 155807"/>
            <p:cNvGrpSpPr/>
            <p:nvPr/>
          </p:nvGrpSpPr>
          <p:grpSpPr>
            <a:xfrm>
              <a:off x="2208" y="768"/>
              <a:ext cx="288" cy="288"/>
              <a:chOff x="2304" y="2064"/>
              <a:chExt cx="288" cy="288"/>
            </a:xfrm>
          </p:grpSpPr>
          <p:sp>
            <p:nvSpPr>
              <p:cNvPr id="155809" name="椭圆 155808"/>
              <p:cNvSpPr/>
              <p:nvPr/>
            </p:nvSpPr>
            <p:spPr>
              <a:xfrm>
                <a:off x="2352" y="2112"/>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810" name="椭圆 155809"/>
              <p:cNvSpPr/>
              <p:nvPr/>
            </p:nvSpPr>
            <p:spPr>
              <a:xfrm>
                <a:off x="2304" y="2064"/>
                <a:ext cx="288" cy="288"/>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811" name="组合 155810"/>
            <p:cNvGrpSpPr/>
            <p:nvPr/>
          </p:nvGrpSpPr>
          <p:grpSpPr>
            <a:xfrm>
              <a:off x="3840" y="1200"/>
              <a:ext cx="288" cy="288"/>
              <a:chOff x="2304" y="2064"/>
              <a:chExt cx="288" cy="288"/>
            </a:xfrm>
          </p:grpSpPr>
          <p:sp>
            <p:nvSpPr>
              <p:cNvPr id="155812" name="椭圆 155811"/>
              <p:cNvSpPr/>
              <p:nvPr/>
            </p:nvSpPr>
            <p:spPr>
              <a:xfrm>
                <a:off x="2352" y="2112"/>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813" name="椭圆 155812"/>
              <p:cNvSpPr/>
              <p:nvPr/>
            </p:nvSpPr>
            <p:spPr>
              <a:xfrm>
                <a:off x="2304" y="2064"/>
                <a:ext cx="288" cy="288"/>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814" name="组合 155813"/>
            <p:cNvGrpSpPr/>
            <p:nvPr/>
          </p:nvGrpSpPr>
          <p:grpSpPr>
            <a:xfrm>
              <a:off x="3840" y="768"/>
              <a:ext cx="288" cy="288"/>
              <a:chOff x="2304" y="2064"/>
              <a:chExt cx="288" cy="288"/>
            </a:xfrm>
          </p:grpSpPr>
          <p:sp>
            <p:nvSpPr>
              <p:cNvPr id="155815" name="椭圆 155814"/>
              <p:cNvSpPr/>
              <p:nvPr/>
            </p:nvSpPr>
            <p:spPr>
              <a:xfrm>
                <a:off x="2352" y="2112"/>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816" name="椭圆 155815"/>
              <p:cNvSpPr/>
              <p:nvPr/>
            </p:nvSpPr>
            <p:spPr>
              <a:xfrm>
                <a:off x="2304" y="2064"/>
                <a:ext cx="288" cy="288"/>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grpSp>
        <p:nvGrpSpPr>
          <p:cNvPr id="155817" name="组合 155816"/>
          <p:cNvGrpSpPr/>
          <p:nvPr/>
        </p:nvGrpSpPr>
        <p:grpSpPr>
          <a:xfrm>
            <a:off x="3155315" y="1885315"/>
            <a:ext cx="5486400" cy="1371600"/>
            <a:chOff x="1200" y="672"/>
            <a:chExt cx="3456" cy="864"/>
          </a:xfrm>
        </p:grpSpPr>
        <p:grpSp>
          <p:nvGrpSpPr>
            <p:cNvPr id="155818" name="组合 155817"/>
            <p:cNvGrpSpPr/>
            <p:nvPr/>
          </p:nvGrpSpPr>
          <p:grpSpPr>
            <a:xfrm>
              <a:off x="2736" y="1104"/>
              <a:ext cx="384" cy="384"/>
              <a:chOff x="1824" y="3312"/>
              <a:chExt cx="384" cy="384"/>
            </a:xfrm>
          </p:grpSpPr>
          <p:sp>
            <p:nvSpPr>
              <p:cNvPr id="155819" name="椭圆 155818"/>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820" name="椭圆 155819"/>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821" name="组合 155820"/>
            <p:cNvGrpSpPr/>
            <p:nvPr/>
          </p:nvGrpSpPr>
          <p:grpSpPr>
            <a:xfrm>
              <a:off x="3120" y="768"/>
              <a:ext cx="384" cy="384"/>
              <a:chOff x="1824" y="3312"/>
              <a:chExt cx="384" cy="384"/>
            </a:xfrm>
          </p:grpSpPr>
          <p:sp>
            <p:nvSpPr>
              <p:cNvPr id="155822" name="椭圆 155821"/>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823" name="椭圆 155822"/>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824" name="组合 155823"/>
            <p:cNvGrpSpPr/>
            <p:nvPr/>
          </p:nvGrpSpPr>
          <p:grpSpPr>
            <a:xfrm>
              <a:off x="3360" y="1104"/>
              <a:ext cx="384" cy="384"/>
              <a:chOff x="1824" y="3312"/>
              <a:chExt cx="384" cy="384"/>
            </a:xfrm>
          </p:grpSpPr>
          <p:sp>
            <p:nvSpPr>
              <p:cNvPr id="155825" name="椭圆 155824"/>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826" name="椭圆 155825"/>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827" name="组合 155826"/>
            <p:cNvGrpSpPr/>
            <p:nvPr/>
          </p:nvGrpSpPr>
          <p:grpSpPr>
            <a:xfrm>
              <a:off x="4272" y="864"/>
              <a:ext cx="384" cy="384"/>
              <a:chOff x="1824" y="3312"/>
              <a:chExt cx="384" cy="384"/>
            </a:xfrm>
          </p:grpSpPr>
          <p:sp>
            <p:nvSpPr>
              <p:cNvPr id="155828" name="椭圆 155827"/>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829" name="椭圆 155828"/>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830" name="组合 155829"/>
            <p:cNvGrpSpPr/>
            <p:nvPr/>
          </p:nvGrpSpPr>
          <p:grpSpPr>
            <a:xfrm>
              <a:off x="1200" y="768"/>
              <a:ext cx="384" cy="384"/>
              <a:chOff x="1824" y="3312"/>
              <a:chExt cx="384" cy="384"/>
            </a:xfrm>
          </p:grpSpPr>
          <p:sp>
            <p:nvSpPr>
              <p:cNvPr id="155831" name="椭圆 155830"/>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832" name="椭圆 155831"/>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833" name="组合 155832"/>
            <p:cNvGrpSpPr/>
            <p:nvPr/>
          </p:nvGrpSpPr>
          <p:grpSpPr>
            <a:xfrm>
              <a:off x="1248" y="1152"/>
              <a:ext cx="384" cy="384"/>
              <a:chOff x="1824" y="3312"/>
              <a:chExt cx="384" cy="384"/>
            </a:xfrm>
          </p:grpSpPr>
          <p:sp>
            <p:nvSpPr>
              <p:cNvPr id="155834" name="椭圆 155833"/>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835" name="椭圆 155834"/>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836" name="组合 155835"/>
            <p:cNvGrpSpPr/>
            <p:nvPr/>
          </p:nvGrpSpPr>
          <p:grpSpPr>
            <a:xfrm>
              <a:off x="2544" y="768"/>
              <a:ext cx="384" cy="384"/>
              <a:chOff x="1824" y="3312"/>
              <a:chExt cx="384" cy="384"/>
            </a:xfrm>
          </p:grpSpPr>
          <p:sp>
            <p:nvSpPr>
              <p:cNvPr id="155837" name="椭圆 155836"/>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838" name="椭圆 155837"/>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839" name="组合 155838"/>
            <p:cNvGrpSpPr/>
            <p:nvPr/>
          </p:nvGrpSpPr>
          <p:grpSpPr>
            <a:xfrm>
              <a:off x="3792" y="720"/>
              <a:ext cx="384" cy="384"/>
              <a:chOff x="1824" y="3312"/>
              <a:chExt cx="384" cy="384"/>
            </a:xfrm>
          </p:grpSpPr>
          <p:sp>
            <p:nvSpPr>
              <p:cNvPr id="155840" name="椭圆 155839"/>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841" name="椭圆 155840"/>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842" name="组合 155841"/>
            <p:cNvGrpSpPr/>
            <p:nvPr/>
          </p:nvGrpSpPr>
          <p:grpSpPr>
            <a:xfrm>
              <a:off x="3792" y="1104"/>
              <a:ext cx="384" cy="384"/>
              <a:chOff x="1824" y="3312"/>
              <a:chExt cx="384" cy="384"/>
            </a:xfrm>
          </p:grpSpPr>
          <p:sp>
            <p:nvSpPr>
              <p:cNvPr id="155843" name="椭圆 155842"/>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844" name="椭圆 155843"/>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845" name="组合 155844"/>
            <p:cNvGrpSpPr/>
            <p:nvPr/>
          </p:nvGrpSpPr>
          <p:grpSpPr>
            <a:xfrm>
              <a:off x="1872" y="912"/>
              <a:ext cx="384" cy="384"/>
              <a:chOff x="1824" y="3312"/>
              <a:chExt cx="384" cy="384"/>
            </a:xfrm>
          </p:grpSpPr>
          <p:sp>
            <p:nvSpPr>
              <p:cNvPr id="155846" name="椭圆 155845"/>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847" name="椭圆 155846"/>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nvGrpSpPr>
            <p:cNvPr id="155848" name="组合 155847"/>
            <p:cNvGrpSpPr/>
            <p:nvPr/>
          </p:nvGrpSpPr>
          <p:grpSpPr>
            <a:xfrm>
              <a:off x="2112" y="672"/>
              <a:ext cx="384" cy="384"/>
              <a:chOff x="1824" y="3312"/>
              <a:chExt cx="384" cy="384"/>
            </a:xfrm>
          </p:grpSpPr>
          <p:sp>
            <p:nvSpPr>
              <p:cNvPr id="155849" name="椭圆 155848"/>
              <p:cNvSpPr/>
              <p:nvPr/>
            </p:nvSpPr>
            <p:spPr>
              <a:xfrm>
                <a:off x="1920" y="3408"/>
                <a:ext cx="192" cy="192"/>
              </a:xfrm>
              <a:prstGeom prst="ellipse">
                <a:avLst/>
              </a:prstGeom>
              <a:gradFill rotWithShape="0">
                <a:gsLst>
                  <a:gs pos="0">
                    <a:srgbClr val="FF3300"/>
                  </a:gs>
                  <a:gs pos="100000">
                    <a:srgbClr val="FF3300">
                      <a:gamma/>
                      <a:shade val="56078"/>
                      <a:invGamma/>
                    </a:srgbClr>
                  </a:gs>
                </a:gsLst>
                <a:path path="shape">
                  <a:fillToRect l="50000" t="50000" r="50000" b="50000"/>
                </a:path>
                <a:tileRect/>
              </a:gradFill>
              <a:ln w="9525" cap="flat" cmpd="sng">
                <a:solidFill>
                  <a:schemeClr val="tx1"/>
                </a:solidFill>
                <a:prstDash val="solid"/>
                <a:headEnd type="none" w="med" len="med"/>
                <a:tailEnd type="none" w="med" len="med"/>
              </a:ln>
            </p:spPr>
            <p:txBody>
              <a:bodyPr/>
              <a:lstStyle/>
              <a:p>
                <a:endParaRPr lang="zh-CN" altLang="en-US"/>
              </a:p>
            </p:txBody>
          </p:sp>
          <p:sp>
            <p:nvSpPr>
              <p:cNvPr id="155850" name="椭圆 155849"/>
              <p:cNvSpPr/>
              <p:nvPr/>
            </p:nvSpPr>
            <p:spPr>
              <a:xfrm>
                <a:off x="1824" y="3312"/>
                <a:ext cx="384" cy="384"/>
              </a:xfrm>
              <a:prstGeom prst="ellipse">
                <a:avLst/>
              </a:prstGeom>
              <a:noFill/>
              <a:ln w="9525" cap="flat" cmpd="sng">
                <a:solidFill>
                  <a:srgbClr val="FFFF00"/>
                </a:solidFill>
                <a:prstDash val="solid"/>
                <a:headEnd type="none" w="med" len="med"/>
                <a:tailEnd type="none" w="med" len="med"/>
              </a:ln>
            </p:spPr>
            <p:txBody>
              <a:bodyPr/>
              <a:lstStyle/>
              <a:p>
                <a:endParaRPr lang="zh-CN" altLang="en-US"/>
              </a:p>
            </p:txBody>
          </p:sp>
        </p:grpSp>
      </p:grpSp>
      <p:grpSp>
        <p:nvGrpSpPr>
          <p:cNvPr id="155851" name="组合 155850"/>
          <p:cNvGrpSpPr/>
          <p:nvPr/>
        </p:nvGrpSpPr>
        <p:grpSpPr>
          <a:xfrm>
            <a:off x="2012315" y="3820478"/>
            <a:ext cx="7696200" cy="1676400"/>
            <a:chOff x="528" y="2304"/>
            <a:chExt cx="4848" cy="960"/>
          </a:xfrm>
        </p:grpSpPr>
        <p:grpSp>
          <p:nvGrpSpPr>
            <p:cNvPr id="155852" name="组合 155851"/>
            <p:cNvGrpSpPr/>
            <p:nvPr/>
          </p:nvGrpSpPr>
          <p:grpSpPr>
            <a:xfrm>
              <a:off x="528" y="2304"/>
              <a:ext cx="4848" cy="960"/>
              <a:chOff x="624" y="2256"/>
              <a:chExt cx="4848" cy="1440"/>
            </a:xfrm>
          </p:grpSpPr>
          <p:sp>
            <p:nvSpPr>
              <p:cNvPr id="155853" name="矩形 155852"/>
              <p:cNvSpPr/>
              <p:nvPr/>
            </p:nvSpPr>
            <p:spPr>
              <a:xfrm>
                <a:off x="1200" y="2352"/>
                <a:ext cx="3696" cy="1248"/>
              </a:xfrm>
              <a:prstGeom prst="rect">
                <a:avLst/>
              </a:prstGeom>
              <a:solidFill>
                <a:srgbClr val="33CCFF">
                  <a:alpha val="50000"/>
                </a:srgbClr>
              </a:solidFill>
              <a:ln w="9525" cap="flat" cmpd="sng">
                <a:solidFill>
                  <a:srgbClr val="FFFF00"/>
                </a:solidFill>
                <a:prstDash val="solid"/>
                <a:miter/>
                <a:headEnd type="none" w="med" len="med"/>
                <a:tailEnd type="none" w="med" len="med"/>
              </a:ln>
            </p:spPr>
            <p:txBody>
              <a:bodyPr/>
              <a:lstStyle/>
              <a:p>
                <a:endParaRPr lang="zh-CN" altLang="en-US"/>
              </a:p>
            </p:txBody>
          </p:sp>
          <p:grpSp>
            <p:nvGrpSpPr>
              <p:cNvPr id="155854" name="组合 155853"/>
              <p:cNvGrpSpPr/>
              <p:nvPr/>
            </p:nvGrpSpPr>
            <p:grpSpPr>
              <a:xfrm>
                <a:off x="624" y="2256"/>
                <a:ext cx="240" cy="1440"/>
                <a:chOff x="624" y="2400"/>
                <a:chExt cx="240" cy="1248"/>
              </a:xfrm>
            </p:grpSpPr>
            <p:sp>
              <p:nvSpPr>
                <p:cNvPr id="155855" name="矩形 155854"/>
                <p:cNvSpPr/>
                <p:nvPr/>
              </p:nvSpPr>
              <p:spPr>
                <a:xfrm>
                  <a:off x="624" y="2400"/>
                  <a:ext cx="240" cy="1248"/>
                </a:xfrm>
                <a:prstGeom prst="rect">
                  <a:avLst/>
                </a:prstGeom>
                <a:solidFill>
                  <a:srgbClr val="33CCFF">
                    <a:alpha val="50000"/>
                  </a:srgbClr>
                </a:solidFill>
                <a:ln w="9525" cap="flat" cmpd="sng">
                  <a:solidFill>
                    <a:srgbClr val="FFFF00"/>
                  </a:solidFill>
                  <a:prstDash val="solid"/>
                  <a:miter/>
                  <a:headEnd type="none" w="med" len="med"/>
                  <a:tailEnd type="none" w="med" len="med"/>
                </a:ln>
              </p:spPr>
              <p:txBody>
                <a:bodyPr/>
                <a:lstStyle/>
                <a:p>
                  <a:endParaRPr lang="zh-CN" altLang="en-US"/>
                </a:p>
              </p:txBody>
            </p:sp>
            <p:sp>
              <p:nvSpPr>
                <p:cNvPr id="155856" name="矩形 155855"/>
                <p:cNvSpPr/>
                <p:nvPr/>
              </p:nvSpPr>
              <p:spPr>
                <a:xfrm>
                  <a:off x="624" y="2400"/>
                  <a:ext cx="48" cy="1248"/>
                </a:xfrm>
                <a:prstGeom prst="rect">
                  <a:avLst/>
                </a:prstGeom>
                <a:solidFill>
                  <a:schemeClr val="bg1"/>
                </a:solidFill>
                <a:ln w="9525" cap="flat" cmpd="sng">
                  <a:solidFill>
                    <a:srgbClr val="FFFF00"/>
                  </a:solidFill>
                  <a:prstDash val="solid"/>
                  <a:miter/>
                  <a:headEnd type="none" w="med" len="med"/>
                  <a:tailEnd type="none" w="med" len="med"/>
                </a:ln>
              </p:spPr>
              <p:txBody>
                <a:bodyPr/>
                <a:lstStyle/>
                <a:p>
                  <a:endParaRPr lang="zh-CN" altLang="en-US"/>
                </a:p>
              </p:txBody>
            </p:sp>
          </p:grpSp>
          <p:grpSp>
            <p:nvGrpSpPr>
              <p:cNvPr id="155857" name="组合 155856"/>
              <p:cNvGrpSpPr/>
              <p:nvPr/>
            </p:nvGrpSpPr>
            <p:grpSpPr>
              <a:xfrm>
                <a:off x="5232" y="2256"/>
                <a:ext cx="240" cy="1440"/>
                <a:chOff x="4800" y="2352"/>
                <a:chExt cx="240" cy="1248"/>
              </a:xfrm>
            </p:grpSpPr>
            <p:sp>
              <p:nvSpPr>
                <p:cNvPr id="155858" name="矩形 155857"/>
                <p:cNvSpPr/>
                <p:nvPr/>
              </p:nvSpPr>
              <p:spPr>
                <a:xfrm>
                  <a:off x="4800" y="2352"/>
                  <a:ext cx="240" cy="1248"/>
                </a:xfrm>
                <a:prstGeom prst="rect">
                  <a:avLst/>
                </a:prstGeom>
                <a:solidFill>
                  <a:srgbClr val="33CCFF">
                    <a:alpha val="50000"/>
                  </a:srgbClr>
                </a:solidFill>
                <a:ln w="9525" cap="flat" cmpd="sng">
                  <a:solidFill>
                    <a:srgbClr val="FFFF00"/>
                  </a:solidFill>
                  <a:prstDash val="solid"/>
                  <a:miter/>
                  <a:headEnd type="none" w="med" len="med"/>
                  <a:tailEnd type="none" w="med" len="med"/>
                </a:ln>
              </p:spPr>
              <p:txBody>
                <a:bodyPr/>
                <a:lstStyle/>
                <a:p>
                  <a:endParaRPr lang="zh-CN" altLang="en-US"/>
                </a:p>
              </p:txBody>
            </p:sp>
            <p:sp>
              <p:nvSpPr>
                <p:cNvPr id="155859" name="直接连接符 155858"/>
                <p:cNvSpPr/>
                <p:nvPr/>
              </p:nvSpPr>
              <p:spPr>
                <a:xfrm>
                  <a:off x="4800" y="2352"/>
                  <a:ext cx="0" cy="1248"/>
                </a:xfrm>
                <a:prstGeom prst="line">
                  <a:avLst/>
                </a:prstGeom>
                <a:ln w="57150" cap="flat" cmpd="sng">
                  <a:solidFill>
                    <a:schemeClr val="bg1"/>
                  </a:solidFill>
                  <a:prstDash val="dash"/>
                  <a:headEnd type="none" w="med" len="med"/>
                  <a:tailEnd type="none" w="med" len="med"/>
                </a:ln>
              </p:spPr>
            </p:sp>
          </p:grpSp>
        </p:grpSp>
        <p:grpSp>
          <p:nvGrpSpPr>
            <p:cNvPr id="155860" name="组合 155859"/>
            <p:cNvGrpSpPr/>
            <p:nvPr/>
          </p:nvGrpSpPr>
          <p:grpSpPr>
            <a:xfrm>
              <a:off x="528" y="2304"/>
              <a:ext cx="240" cy="240"/>
              <a:chOff x="576" y="2400"/>
              <a:chExt cx="240" cy="240"/>
            </a:xfrm>
          </p:grpSpPr>
          <p:sp>
            <p:nvSpPr>
              <p:cNvPr id="155861" name="直接连接符 155860"/>
              <p:cNvSpPr/>
              <p:nvPr/>
            </p:nvSpPr>
            <p:spPr>
              <a:xfrm flipV="1">
                <a:off x="624" y="2448"/>
                <a:ext cx="96" cy="96"/>
              </a:xfrm>
              <a:prstGeom prst="line">
                <a:avLst/>
              </a:prstGeom>
              <a:ln w="9525" cap="flat" cmpd="sng">
                <a:solidFill>
                  <a:schemeClr val="bg1"/>
                </a:solidFill>
                <a:prstDash val="solid"/>
                <a:headEnd type="none" w="med" len="med"/>
                <a:tailEnd type="none" w="med" len="med"/>
              </a:ln>
            </p:spPr>
          </p:sp>
          <p:sp>
            <p:nvSpPr>
              <p:cNvPr id="155862" name="直接连接符 155861"/>
              <p:cNvSpPr/>
              <p:nvPr/>
            </p:nvSpPr>
            <p:spPr>
              <a:xfrm flipV="1">
                <a:off x="672" y="2496"/>
                <a:ext cx="96" cy="96"/>
              </a:xfrm>
              <a:prstGeom prst="line">
                <a:avLst/>
              </a:prstGeom>
              <a:ln w="9525" cap="flat" cmpd="sng">
                <a:solidFill>
                  <a:schemeClr val="bg1"/>
                </a:solidFill>
                <a:prstDash val="solid"/>
                <a:headEnd type="none" w="med" len="med"/>
                <a:tailEnd type="none" w="med" len="med"/>
              </a:ln>
            </p:spPr>
          </p:sp>
          <p:sp>
            <p:nvSpPr>
              <p:cNvPr id="155863" name="直接连接符 155862"/>
              <p:cNvSpPr/>
              <p:nvPr/>
            </p:nvSpPr>
            <p:spPr>
              <a:xfrm flipV="1">
                <a:off x="576" y="2400"/>
                <a:ext cx="240" cy="240"/>
              </a:xfrm>
              <a:prstGeom prst="line">
                <a:avLst/>
              </a:prstGeom>
              <a:ln w="9525" cap="flat" cmpd="sng">
                <a:solidFill>
                  <a:schemeClr val="bg1"/>
                </a:solidFill>
                <a:prstDash val="solid"/>
                <a:headEnd type="none" w="med" len="med"/>
                <a:tailEnd type="none" w="med" len="med"/>
              </a:ln>
            </p:spPr>
          </p:sp>
        </p:grpSp>
        <p:grpSp>
          <p:nvGrpSpPr>
            <p:cNvPr id="155864" name="组合 155863"/>
            <p:cNvGrpSpPr/>
            <p:nvPr/>
          </p:nvGrpSpPr>
          <p:grpSpPr>
            <a:xfrm>
              <a:off x="5136" y="2352"/>
              <a:ext cx="240" cy="240"/>
              <a:chOff x="576" y="2400"/>
              <a:chExt cx="240" cy="240"/>
            </a:xfrm>
          </p:grpSpPr>
          <p:sp>
            <p:nvSpPr>
              <p:cNvPr id="155865" name="直接连接符 155864"/>
              <p:cNvSpPr/>
              <p:nvPr/>
            </p:nvSpPr>
            <p:spPr>
              <a:xfrm flipV="1">
                <a:off x="624" y="2448"/>
                <a:ext cx="96" cy="96"/>
              </a:xfrm>
              <a:prstGeom prst="line">
                <a:avLst/>
              </a:prstGeom>
              <a:ln w="9525" cap="flat" cmpd="sng">
                <a:solidFill>
                  <a:schemeClr val="bg1"/>
                </a:solidFill>
                <a:prstDash val="solid"/>
                <a:headEnd type="none" w="med" len="med"/>
                <a:tailEnd type="none" w="med" len="med"/>
              </a:ln>
            </p:spPr>
          </p:sp>
          <p:sp>
            <p:nvSpPr>
              <p:cNvPr id="155866" name="直接连接符 155865"/>
              <p:cNvSpPr/>
              <p:nvPr/>
            </p:nvSpPr>
            <p:spPr>
              <a:xfrm flipV="1">
                <a:off x="672" y="2496"/>
                <a:ext cx="96" cy="96"/>
              </a:xfrm>
              <a:prstGeom prst="line">
                <a:avLst/>
              </a:prstGeom>
              <a:ln w="9525" cap="flat" cmpd="sng">
                <a:solidFill>
                  <a:schemeClr val="bg1"/>
                </a:solidFill>
                <a:prstDash val="solid"/>
                <a:headEnd type="none" w="med" len="med"/>
                <a:tailEnd type="none" w="med" len="med"/>
              </a:ln>
            </p:spPr>
          </p:sp>
          <p:sp>
            <p:nvSpPr>
              <p:cNvPr id="155867" name="直接连接符 155866"/>
              <p:cNvSpPr/>
              <p:nvPr/>
            </p:nvSpPr>
            <p:spPr>
              <a:xfrm flipV="1">
                <a:off x="576" y="2400"/>
                <a:ext cx="240" cy="240"/>
              </a:xfrm>
              <a:prstGeom prst="line">
                <a:avLst/>
              </a:prstGeom>
              <a:ln w="9525" cap="flat" cmpd="sng">
                <a:solidFill>
                  <a:schemeClr val="bg1"/>
                </a:solidFill>
                <a:prstDash val="solid"/>
                <a:headEnd type="none" w="med" len="med"/>
                <a:tailEnd type="none" w="med" len="med"/>
              </a:ln>
            </p:spPr>
          </p:sp>
        </p:grpSp>
        <p:grpSp>
          <p:nvGrpSpPr>
            <p:cNvPr id="155868" name="组合 155867"/>
            <p:cNvGrpSpPr/>
            <p:nvPr/>
          </p:nvGrpSpPr>
          <p:grpSpPr>
            <a:xfrm>
              <a:off x="4512" y="2928"/>
              <a:ext cx="240" cy="240"/>
              <a:chOff x="576" y="2400"/>
              <a:chExt cx="240" cy="240"/>
            </a:xfrm>
          </p:grpSpPr>
          <p:sp>
            <p:nvSpPr>
              <p:cNvPr id="155869" name="直接连接符 155868"/>
              <p:cNvSpPr/>
              <p:nvPr/>
            </p:nvSpPr>
            <p:spPr>
              <a:xfrm flipV="1">
                <a:off x="624" y="2448"/>
                <a:ext cx="96" cy="96"/>
              </a:xfrm>
              <a:prstGeom prst="line">
                <a:avLst/>
              </a:prstGeom>
              <a:ln w="9525" cap="flat" cmpd="sng">
                <a:solidFill>
                  <a:schemeClr val="bg1"/>
                </a:solidFill>
                <a:prstDash val="solid"/>
                <a:headEnd type="none" w="med" len="med"/>
                <a:tailEnd type="none" w="med" len="med"/>
              </a:ln>
            </p:spPr>
          </p:sp>
          <p:sp>
            <p:nvSpPr>
              <p:cNvPr id="155870" name="直接连接符 155869"/>
              <p:cNvSpPr/>
              <p:nvPr/>
            </p:nvSpPr>
            <p:spPr>
              <a:xfrm flipV="1">
                <a:off x="672" y="2496"/>
                <a:ext cx="96" cy="96"/>
              </a:xfrm>
              <a:prstGeom prst="line">
                <a:avLst/>
              </a:prstGeom>
              <a:ln w="9525" cap="flat" cmpd="sng">
                <a:solidFill>
                  <a:schemeClr val="bg1"/>
                </a:solidFill>
                <a:prstDash val="solid"/>
                <a:headEnd type="none" w="med" len="med"/>
                <a:tailEnd type="none" w="med" len="med"/>
              </a:ln>
            </p:spPr>
          </p:sp>
          <p:sp>
            <p:nvSpPr>
              <p:cNvPr id="155871" name="直接连接符 155870"/>
              <p:cNvSpPr/>
              <p:nvPr/>
            </p:nvSpPr>
            <p:spPr>
              <a:xfrm flipV="1">
                <a:off x="576" y="2400"/>
                <a:ext cx="240" cy="240"/>
              </a:xfrm>
              <a:prstGeom prst="line">
                <a:avLst/>
              </a:prstGeom>
              <a:ln w="9525" cap="flat" cmpd="sng">
                <a:solidFill>
                  <a:schemeClr val="bg1"/>
                </a:solidFill>
                <a:prstDash val="solid"/>
                <a:headEnd type="none" w="med" len="med"/>
                <a:tailEnd type="none" w="med" len="med"/>
              </a:ln>
            </p:spPr>
          </p:sp>
        </p:grpSp>
        <p:grpSp>
          <p:nvGrpSpPr>
            <p:cNvPr id="155872" name="组合 155871"/>
            <p:cNvGrpSpPr/>
            <p:nvPr/>
          </p:nvGrpSpPr>
          <p:grpSpPr>
            <a:xfrm>
              <a:off x="1104" y="2976"/>
              <a:ext cx="240" cy="240"/>
              <a:chOff x="576" y="2400"/>
              <a:chExt cx="240" cy="240"/>
            </a:xfrm>
          </p:grpSpPr>
          <p:sp>
            <p:nvSpPr>
              <p:cNvPr id="155873" name="直接连接符 155872"/>
              <p:cNvSpPr/>
              <p:nvPr/>
            </p:nvSpPr>
            <p:spPr>
              <a:xfrm flipV="1">
                <a:off x="624" y="2448"/>
                <a:ext cx="96" cy="96"/>
              </a:xfrm>
              <a:prstGeom prst="line">
                <a:avLst/>
              </a:prstGeom>
              <a:ln w="9525" cap="flat" cmpd="sng">
                <a:solidFill>
                  <a:schemeClr val="bg1"/>
                </a:solidFill>
                <a:prstDash val="solid"/>
                <a:headEnd type="none" w="med" len="med"/>
                <a:tailEnd type="none" w="med" len="med"/>
              </a:ln>
            </p:spPr>
          </p:sp>
          <p:sp>
            <p:nvSpPr>
              <p:cNvPr id="155874" name="直接连接符 155873"/>
              <p:cNvSpPr/>
              <p:nvPr/>
            </p:nvSpPr>
            <p:spPr>
              <a:xfrm flipV="1">
                <a:off x="672" y="2496"/>
                <a:ext cx="96" cy="96"/>
              </a:xfrm>
              <a:prstGeom prst="line">
                <a:avLst/>
              </a:prstGeom>
              <a:ln w="9525" cap="flat" cmpd="sng">
                <a:solidFill>
                  <a:schemeClr val="bg1"/>
                </a:solidFill>
                <a:prstDash val="solid"/>
                <a:headEnd type="none" w="med" len="med"/>
                <a:tailEnd type="none" w="med" len="med"/>
              </a:ln>
            </p:spPr>
          </p:sp>
          <p:sp>
            <p:nvSpPr>
              <p:cNvPr id="155875" name="直接连接符 155874"/>
              <p:cNvSpPr/>
              <p:nvPr/>
            </p:nvSpPr>
            <p:spPr>
              <a:xfrm flipV="1">
                <a:off x="576" y="2400"/>
                <a:ext cx="240" cy="240"/>
              </a:xfrm>
              <a:prstGeom prst="line">
                <a:avLst/>
              </a:prstGeom>
              <a:ln w="9525" cap="flat" cmpd="sng">
                <a:solidFill>
                  <a:schemeClr val="bg1"/>
                </a:solidFill>
                <a:prstDash val="solid"/>
                <a:headEnd type="none" w="med" len="med"/>
                <a:tailEnd type="none" w="med" len="med"/>
              </a:ln>
            </p:spPr>
          </p:sp>
        </p:grpSp>
      </p:grpSp>
      <p:grpSp>
        <p:nvGrpSpPr>
          <p:cNvPr id="155876" name="组合 155875"/>
          <p:cNvGrpSpPr/>
          <p:nvPr/>
        </p:nvGrpSpPr>
        <p:grpSpPr>
          <a:xfrm>
            <a:off x="2393315" y="4506278"/>
            <a:ext cx="1752600" cy="228600"/>
            <a:chOff x="1872" y="2880"/>
            <a:chExt cx="1104" cy="144"/>
          </a:xfrm>
        </p:grpSpPr>
        <p:grpSp>
          <p:nvGrpSpPr>
            <p:cNvPr id="155877" name="组合 155876"/>
            <p:cNvGrpSpPr/>
            <p:nvPr/>
          </p:nvGrpSpPr>
          <p:grpSpPr>
            <a:xfrm>
              <a:off x="2016" y="2880"/>
              <a:ext cx="960" cy="144"/>
              <a:chOff x="336" y="2832"/>
              <a:chExt cx="4992" cy="630"/>
            </a:xfrm>
          </p:grpSpPr>
          <p:grpSp>
            <p:nvGrpSpPr>
              <p:cNvPr id="155878" name="组合 155877"/>
              <p:cNvGrpSpPr/>
              <p:nvPr/>
            </p:nvGrpSpPr>
            <p:grpSpPr>
              <a:xfrm>
                <a:off x="336" y="2832"/>
                <a:ext cx="2496" cy="630"/>
                <a:chOff x="1056" y="816"/>
                <a:chExt cx="2496" cy="630"/>
              </a:xfrm>
            </p:grpSpPr>
            <p:sp>
              <p:nvSpPr>
                <p:cNvPr id="155879" name="任意多边形 15587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880" name="组合 155879"/>
                <p:cNvGrpSpPr/>
                <p:nvPr/>
              </p:nvGrpSpPr>
              <p:grpSpPr>
                <a:xfrm>
                  <a:off x="1056" y="816"/>
                  <a:ext cx="2016" cy="630"/>
                  <a:chOff x="1824" y="1968"/>
                  <a:chExt cx="685" cy="918"/>
                </a:xfrm>
              </p:grpSpPr>
              <p:grpSp>
                <p:nvGrpSpPr>
                  <p:cNvPr id="155881" name="组合 155880"/>
                  <p:cNvGrpSpPr/>
                  <p:nvPr/>
                </p:nvGrpSpPr>
                <p:grpSpPr>
                  <a:xfrm>
                    <a:off x="1824" y="1968"/>
                    <a:ext cx="343" cy="918"/>
                    <a:chOff x="2880" y="2112"/>
                    <a:chExt cx="2304" cy="2016"/>
                  </a:xfrm>
                </p:grpSpPr>
                <p:sp>
                  <p:nvSpPr>
                    <p:cNvPr id="155882" name="任意多边形 15588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883" name="任意多边形 15588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884" name="组合 155883"/>
                  <p:cNvGrpSpPr/>
                  <p:nvPr/>
                </p:nvGrpSpPr>
                <p:grpSpPr>
                  <a:xfrm>
                    <a:off x="2167" y="1968"/>
                    <a:ext cx="342" cy="918"/>
                    <a:chOff x="2880" y="2112"/>
                    <a:chExt cx="2304" cy="2016"/>
                  </a:xfrm>
                </p:grpSpPr>
                <p:sp>
                  <p:nvSpPr>
                    <p:cNvPr id="155885" name="任意多边形 15588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886" name="任意多边形 15588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5887" name="组合 155886"/>
              <p:cNvGrpSpPr/>
              <p:nvPr/>
            </p:nvGrpSpPr>
            <p:grpSpPr>
              <a:xfrm flipV="1">
                <a:off x="2832" y="2832"/>
                <a:ext cx="2496" cy="630"/>
                <a:chOff x="1056" y="816"/>
                <a:chExt cx="2496" cy="630"/>
              </a:xfrm>
            </p:grpSpPr>
            <p:sp>
              <p:nvSpPr>
                <p:cNvPr id="155888" name="任意多边形 15588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889" name="组合 155888"/>
                <p:cNvGrpSpPr/>
                <p:nvPr/>
              </p:nvGrpSpPr>
              <p:grpSpPr>
                <a:xfrm>
                  <a:off x="1056" y="816"/>
                  <a:ext cx="2016" cy="630"/>
                  <a:chOff x="1824" y="1968"/>
                  <a:chExt cx="685" cy="918"/>
                </a:xfrm>
              </p:grpSpPr>
              <p:grpSp>
                <p:nvGrpSpPr>
                  <p:cNvPr id="155890" name="组合 155889"/>
                  <p:cNvGrpSpPr/>
                  <p:nvPr/>
                </p:nvGrpSpPr>
                <p:grpSpPr>
                  <a:xfrm>
                    <a:off x="1824" y="1968"/>
                    <a:ext cx="343" cy="918"/>
                    <a:chOff x="2880" y="2112"/>
                    <a:chExt cx="2304" cy="2016"/>
                  </a:xfrm>
                </p:grpSpPr>
                <p:sp>
                  <p:nvSpPr>
                    <p:cNvPr id="155891" name="任意多边形 15589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892" name="任意多边形 15589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893" name="组合 155892"/>
                  <p:cNvGrpSpPr/>
                  <p:nvPr/>
                </p:nvGrpSpPr>
                <p:grpSpPr>
                  <a:xfrm>
                    <a:off x="2167" y="1968"/>
                    <a:ext cx="342" cy="918"/>
                    <a:chOff x="2880" y="2112"/>
                    <a:chExt cx="2304" cy="2016"/>
                  </a:xfrm>
                </p:grpSpPr>
                <p:sp>
                  <p:nvSpPr>
                    <p:cNvPr id="155894" name="任意多边形 15589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895" name="任意多边形 15589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5896" name="直接连接符 15589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5897" name="组合 155896"/>
          <p:cNvGrpSpPr/>
          <p:nvPr/>
        </p:nvGrpSpPr>
        <p:grpSpPr>
          <a:xfrm flipH="1">
            <a:off x="2850515" y="4353878"/>
            <a:ext cx="1752600" cy="457200"/>
            <a:chOff x="912" y="2928"/>
            <a:chExt cx="1104" cy="288"/>
          </a:xfrm>
        </p:grpSpPr>
        <p:grpSp>
          <p:nvGrpSpPr>
            <p:cNvPr id="155898" name="组合 155897"/>
            <p:cNvGrpSpPr/>
            <p:nvPr/>
          </p:nvGrpSpPr>
          <p:grpSpPr>
            <a:xfrm>
              <a:off x="912" y="2928"/>
              <a:ext cx="1104" cy="144"/>
              <a:chOff x="1872" y="2880"/>
              <a:chExt cx="1104" cy="144"/>
            </a:xfrm>
          </p:grpSpPr>
          <p:grpSp>
            <p:nvGrpSpPr>
              <p:cNvPr id="155899" name="组合 155898"/>
              <p:cNvGrpSpPr/>
              <p:nvPr/>
            </p:nvGrpSpPr>
            <p:grpSpPr>
              <a:xfrm>
                <a:off x="2016" y="2880"/>
                <a:ext cx="960" cy="144"/>
                <a:chOff x="336" y="2832"/>
                <a:chExt cx="4992" cy="630"/>
              </a:xfrm>
            </p:grpSpPr>
            <p:grpSp>
              <p:nvGrpSpPr>
                <p:cNvPr id="155900" name="组合 155899"/>
                <p:cNvGrpSpPr/>
                <p:nvPr/>
              </p:nvGrpSpPr>
              <p:grpSpPr>
                <a:xfrm>
                  <a:off x="336" y="2832"/>
                  <a:ext cx="2496" cy="630"/>
                  <a:chOff x="1056" y="816"/>
                  <a:chExt cx="2496" cy="630"/>
                </a:xfrm>
              </p:grpSpPr>
              <p:sp>
                <p:nvSpPr>
                  <p:cNvPr id="155901" name="任意多边形 15590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902" name="组合 155901"/>
                  <p:cNvGrpSpPr/>
                  <p:nvPr/>
                </p:nvGrpSpPr>
                <p:grpSpPr>
                  <a:xfrm>
                    <a:off x="1056" y="816"/>
                    <a:ext cx="2016" cy="630"/>
                    <a:chOff x="1824" y="1968"/>
                    <a:chExt cx="685" cy="918"/>
                  </a:xfrm>
                </p:grpSpPr>
                <p:grpSp>
                  <p:nvGrpSpPr>
                    <p:cNvPr id="155903" name="组合 155902"/>
                    <p:cNvGrpSpPr/>
                    <p:nvPr/>
                  </p:nvGrpSpPr>
                  <p:grpSpPr>
                    <a:xfrm>
                      <a:off x="1824" y="1968"/>
                      <a:ext cx="343" cy="918"/>
                      <a:chOff x="2880" y="2112"/>
                      <a:chExt cx="2304" cy="2016"/>
                    </a:xfrm>
                  </p:grpSpPr>
                  <p:sp>
                    <p:nvSpPr>
                      <p:cNvPr id="155904" name="任意多边形 15590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05" name="任意多边形 15590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906" name="组合 155905"/>
                    <p:cNvGrpSpPr/>
                    <p:nvPr/>
                  </p:nvGrpSpPr>
                  <p:grpSpPr>
                    <a:xfrm>
                      <a:off x="2167" y="1968"/>
                      <a:ext cx="342" cy="918"/>
                      <a:chOff x="2880" y="2112"/>
                      <a:chExt cx="2304" cy="2016"/>
                    </a:xfrm>
                  </p:grpSpPr>
                  <p:sp>
                    <p:nvSpPr>
                      <p:cNvPr id="155907" name="任意多边形 15590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08" name="任意多边形 15590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5909" name="组合 155908"/>
                <p:cNvGrpSpPr/>
                <p:nvPr/>
              </p:nvGrpSpPr>
              <p:grpSpPr>
                <a:xfrm flipV="1">
                  <a:off x="2832" y="2832"/>
                  <a:ext cx="2496" cy="630"/>
                  <a:chOff x="1056" y="816"/>
                  <a:chExt cx="2496" cy="630"/>
                </a:xfrm>
              </p:grpSpPr>
              <p:sp>
                <p:nvSpPr>
                  <p:cNvPr id="155910" name="任意多边形 15590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911" name="组合 155910"/>
                  <p:cNvGrpSpPr/>
                  <p:nvPr/>
                </p:nvGrpSpPr>
                <p:grpSpPr>
                  <a:xfrm>
                    <a:off x="1056" y="816"/>
                    <a:ext cx="2016" cy="630"/>
                    <a:chOff x="1824" y="1968"/>
                    <a:chExt cx="685" cy="918"/>
                  </a:xfrm>
                </p:grpSpPr>
                <p:grpSp>
                  <p:nvGrpSpPr>
                    <p:cNvPr id="155912" name="组合 155911"/>
                    <p:cNvGrpSpPr/>
                    <p:nvPr/>
                  </p:nvGrpSpPr>
                  <p:grpSpPr>
                    <a:xfrm>
                      <a:off x="1824" y="1968"/>
                      <a:ext cx="343" cy="918"/>
                      <a:chOff x="2880" y="2112"/>
                      <a:chExt cx="2304" cy="2016"/>
                    </a:xfrm>
                  </p:grpSpPr>
                  <p:sp>
                    <p:nvSpPr>
                      <p:cNvPr id="155913" name="任意多边形 15591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14" name="任意多边形 15591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915" name="组合 155914"/>
                    <p:cNvGrpSpPr/>
                    <p:nvPr/>
                  </p:nvGrpSpPr>
                  <p:grpSpPr>
                    <a:xfrm>
                      <a:off x="2167" y="1968"/>
                      <a:ext cx="342" cy="918"/>
                      <a:chOff x="2880" y="2112"/>
                      <a:chExt cx="2304" cy="2016"/>
                    </a:xfrm>
                  </p:grpSpPr>
                  <p:sp>
                    <p:nvSpPr>
                      <p:cNvPr id="155916" name="任意多边形 15591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17" name="任意多边形 15591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5918" name="直接连接符 15591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5919" name="组合 155918"/>
            <p:cNvGrpSpPr/>
            <p:nvPr/>
          </p:nvGrpSpPr>
          <p:grpSpPr>
            <a:xfrm>
              <a:off x="912" y="3072"/>
              <a:ext cx="1104" cy="144"/>
              <a:chOff x="1872" y="2880"/>
              <a:chExt cx="1104" cy="144"/>
            </a:xfrm>
          </p:grpSpPr>
          <p:grpSp>
            <p:nvGrpSpPr>
              <p:cNvPr id="155920" name="组合 155919"/>
              <p:cNvGrpSpPr/>
              <p:nvPr/>
            </p:nvGrpSpPr>
            <p:grpSpPr>
              <a:xfrm>
                <a:off x="2016" y="2880"/>
                <a:ext cx="960" cy="144"/>
                <a:chOff x="336" y="2832"/>
                <a:chExt cx="4992" cy="630"/>
              </a:xfrm>
            </p:grpSpPr>
            <p:grpSp>
              <p:nvGrpSpPr>
                <p:cNvPr id="155921" name="组合 155920"/>
                <p:cNvGrpSpPr/>
                <p:nvPr/>
              </p:nvGrpSpPr>
              <p:grpSpPr>
                <a:xfrm>
                  <a:off x="336" y="2832"/>
                  <a:ext cx="2496" cy="630"/>
                  <a:chOff x="1056" y="816"/>
                  <a:chExt cx="2496" cy="630"/>
                </a:xfrm>
              </p:grpSpPr>
              <p:sp>
                <p:nvSpPr>
                  <p:cNvPr id="155922" name="任意多边形 15592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923" name="组合 155922"/>
                  <p:cNvGrpSpPr/>
                  <p:nvPr/>
                </p:nvGrpSpPr>
                <p:grpSpPr>
                  <a:xfrm>
                    <a:off x="1056" y="816"/>
                    <a:ext cx="2016" cy="630"/>
                    <a:chOff x="1824" y="1968"/>
                    <a:chExt cx="685" cy="918"/>
                  </a:xfrm>
                </p:grpSpPr>
                <p:grpSp>
                  <p:nvGrpSpPr>
                    <p:cNvPr id="155924" name="组合 155923"/>
                    <p:cNvGrpSpPr/>
                    <p:nvPr/>
                  </p:nvGrpSpPr>
                  <p:grpSpPr>
                    <a:xfrm>
                      <a:off x="1824" y="1968"/>
                      <a:ext cx="343" cy="918"/>
                      <a:chOff x="2880" y="2112"/>
                      <a:chExt cx="2304" cy="2016"/>
                    </a:xfrm>
                  </p:grpSpPr>
                  <p:sp>
                    <p:nvSpPr>
                      <p:cNvPr id="155925" name="任意多边形 15592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26" name="任意多边形 15592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927" name="组合 155926"/>
                    <p:cNvGrpSpPr/>
                    <p:nvPr/>
                  </p:nvGrpSpPr>
                  <p:grpSpPr>
                    <a:xfrm>
                      <a:off x="2167" y="1968"/>
                      <a:ext cx="342" cy="918"/>
                      <a:chOff x="2880" y="2112"/>
                      <a:chExt cx="2304" cy="2016"/>
                    </a:xfrm>
                  </p:grpSpPr>
                  <p:sp>
                    <p:nvSpPr>
                      <p:cNvPr id="155928" name="任意多边形 15592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29" name="任意多边形 15592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5930" name="组合 155929"/>
                <p:cNvGrpSpPr/>
                <p:nvPr/>
              </p:nvGrpSpPr>
              <p:grpSpPr>
                <a:xfrm flipV="1">
                  <a:off x="2832" y="2832"/>
                  <a:ext cx="2496" cy="630"/>
                  <a:chOff x="1056" y="816"/>
                  <a:chExt cx="2496" cy="630"/>
                </a:xfrm>
              </p:grpSpPr>
              <p:sp>
                <p:nvSpPr>
                  <p:cNvPr id="155931" name="任意多边形 15593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932" name="组合 155931"/>
                  <p:cNvGrpSpPr/>
                  <p:nvPr/>
                </p:nvGrpSpPr>
                <p:grpSpPr>
                  <a:xfrm>
                    <a:off x="1056" y="816"/>
                    <a:ext cx="2016" cy="630"/>
                    <a:chOff x="1824" y="1968"/>
                    <a:chExt cx="685" cy="918"/>
                  </a:xfrm>
                </p:grpSpPr>
                <p:grpSp>
                  <p:nvGrpSpPr>
                    <p:cNvPr id="155933" name="组合 155932"/>
                    <p:cNvGrpSpPr/>
                    <p:nvPr/>
                  </p:nvGrpSpPr>
                  <p:grpSpPr>
                    <a:xfrm>
                      <a:off x="1824" y="1968"/>
                      <a:ext cx="343" cy="918"/>
                      <a:chOff x="2880" y="2112"/>
                      <a:chExt cx="2304" cy="2016"/>
                    </a:xfrm>
                  </p:grpSpPr>
                  <p:sp>
                    <p:nvSpPr>
                      <p:cNvPr id="155934" name="任意多边形 15593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35" name="任意多边形 15593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936" name="组合 155935"/>
                    <p:cNvGrpSpPr/>
                    <p:nvPr/>
                  </p:nvGrpSpPr>
                  <p:grpSpPr>
                    <a:xfrm>
                      <a:off x="2167" y="1968"/>
                      <a:ext cx="342" cy="918"/>
                      <a:chOff x="2880" y="2112"/>
                      <a:chExt cx="2304" cy="2016"/>
                    </a:xfrm>
                  </p:grpSpPr>
                  <p:sp>
                    <p:nvSpPr>
                      <p:cNvPr id="155937" name="任意多边形 15593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38" name="任意多边形 15593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5939" name="直接连接符 15593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5940" name="组合 155939"/>
          <p:cNvGrpSpPr/>
          <p:nvPr/>
        </p:nvGrpSpPr>
        <p:grpSpPr>
          <a:xfrm>
            <a:off x="4526915" y="4201478"/>
            <a:ext cx="1752600" cy="914400"/>
            <a:chOff x="2352" y="3024"/>
            <a:chExt cx="1104" cy="576"/>
          </a:xfrm>
        </p:grpSpPr>
        <p:grpSp>
          <p:nvGrpSpPr>
            <p:cNvPr id="155941" name="组合 155940"/>
            <p:cNvGrpSpPr/>
            <p:nvPr/>
          </p:nvGrpSpPr>
          <p:grpSpPr>
            <a:xfrm flipH="1">
              <a:off x="2352" y="3312"/>
              <a:ext cx="1104" cy="288"/>
              <a:chOff x="912" y="2928"/>
              <a:chExt cx="1104" cy="288"/>
            </a:xfrm>
          </p:grpSpPr>
          <p:grpSp>
            <p:nvGrpSpPr>
              <p:cNvPr id="155942" name="组合 155941"/>
              <p:cNvGrpSpPr/>
              <p:nvPr/>
            </p:nvGrpSpPr>
            <p:grpSpPr>
              <a:xfrm>
                <a:off x="912" y="2928"/>
                <a:ext cx="1104" cy="144"/>
                <a:chOff x="1872" y="2880"/>
                <a:chExt cx="1104" cy="144"/>
              </a:xfrm>
            </p:grpSpPr>
            <p:grpSp>
              <p:nvGrpSpPr>
                <p:cNvPr id="155943" name="组合 155942"/>
                <p:cNvGrpSpPr/>
                <p:nvPr/>
              </p:nvGrpSpPr>
              <p:grpSpPr>
                <a:xfrm>
                  <a:off x="2016" y="2880"/>
                  <a:ext cx="960" cy="144"/>
                  <a:chOff x="336" y="2832"/>
                  <a:chExt cx="4992" cy="630"/>
                </a:xfrm>
              </p:grpSpPr>
              <p:grpSp>
                <p:nvGrpSpPr>
                  <p:cNvPr id="155944" name="组合 155943"/>
                  <p:cNvGrpSpPr/>
                  <p:nvPr/>
                </p:nvGrpSpPr>
                <p:grpSpPr>
                  <a:xfrm>
                    <a:off x="336" y="2832"/>
                    <a:ext cx="2496" cy="630"/>
                    <a:chOff x="1056" y="816"/>
                    <a:chExt cx="2496" cy="630"/>
                  </a:xfrm>
                </p:grpSpPr>
                <p:sp>
                  <p:nvSpPr>
                    <p:cNvPr id="155945" name="任意多边形 15594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946" name="组合 155945"/>
                    <p:cNvGrpSpPr/>
                    <p:nvPr/>
                  </p:nvGrpSpPr>
                  <p:grpSpPr>
                    <a:xfrm>
                      <a:off x="1056" y="816"/>
                      <a:ext cx="2016" cy="630"/>
                      <a:chOff x="1824" y="1968"/>
                      <a:chExt cx="685" cy="918"/>
                    </a:xfrm>
                  </p:grpSpPr>
                  <p:grpSp>
                    <p:nvGrpSpPr>
                      <p:cNvPr id="155947" name="组合 155946"/>
                      <p:cNvGrpSpPr/>
                      <p:nvPr/>
                    </p:nvGrpSpPr>
                    <p:grpSpPr>
                      <a:xfrm>
                        <a:off x="1824" y="1968"/>
                        <a:ext cx="343" cy="918"/>
                        <a:chOff x="2880" y="2112"/>
                        <a:chExt cx="2304" cy="2016"/>
                      </a:xfrm>
                    </p:grpSpPr>
                    <p:sp>
                      <p:nvSpPr>
                        <p:cNvPr id="155948" name="任意多边形 15594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49" name="任意多边形 15594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950" name="组合 155949"/>
                      <p:cNvGrpSpPr/>
                      <p:nvPr/>
                    </p:nvGrpSpPr>
                    <p:grpSpPr>
                      <a:xfrm>
                        <a:off x="2167" y="1968"/>
                        <a:ext cx="342" cy="918"/>
                        <a:chOff x="2880" y="2112"/>
                        <a:chExt cx="2304" cy="2016"/>
                      </a:xfrm>
                    </p:grpSpPr>
                    <p:sp>
                      <p:nvSpPr>
                        <p:cNvPr id="155951" name="任意多边形 15595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52" name="任意多边形 15595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5953" name="组合 155952"/>
                  <p:cNvGrpSpPr/>
                  <p:nvPr/>
                </p:nvGrpSpPr>
                <p:grpSpPr>
                  <a:xfrm flipV="1">
                    <a:off x="2832" y="2832"/>
                    <a:ext cx="2496" cy="630"/>
                    <a:chOff x="1056" y="816"/>
                    <a:chExt cx="2496" cy="630"/>
                  </a:xfrm>
                </p:grpSpPr>
                <p:sp>
                  <p:nvSpPr>
                    <p:cNvPr id="155954" name="任意多边形 15595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955" name="组合 155954"/>
                    <p:cNvGrpSpPr/>
                    <p:nvPr/>
                  </p:nvGrpSpPr>
                  <p:grpSpPr>
                    <a:xfrm>
                      <a:off x="1056" y="816"/>
                      <a:ext cx="2016" cy="630"/>
                      <a:chOff x="1824" y="1968"/>
                      <a:chExt cx="685" cy="918"/>
                    </a:xfrm>
                  </p:grpSpPr>
                  <p:grpSp>
                    <p:nvGrpSpPr>
                      <p:cNvPr id="155956" name="组合 155955"/>
                      <p:cNvGrpSpPr/>
                      <p:nvPr/>
                    </p:nvGrpSpPr>
                    <p:grpSpPr>
                      <a:xfrm>
                        <a:off x="1824" y="1968"/>
                        <a:ext cx="343" cy="918"/>
                        <a:chOff x="2880" y="2112"/>
                        <a:chExt cx="2304" cy="2016"/>
                      </a:xfrm>
                    </p:grpSpPr>
                    <p:sp>
                      <p:nvSpPr>
                        <p:cNvPr id="155957" name="任意多边形 15595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58" name="任意多边形 15595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959" name="组合 155958"/>
                      <p:cNvGrpSpPr/>
                      <p:nvPr/>
                    </p:nvGrpSpPr>
                    <p:grpSpPr>
                      <a:xfrm>
                        <a:off x="2167" y="1968"/>
                        <a:ext cx="342" cy="918"/>
                        <a:chOff x="2880" y="2112"/>
                        <a:chExt cx="2304" cy="2016"/>
                      </a:xfrm>
                    </p:grpSpPr>
                    <p:sp>
                      <p:nvSpPr>
                        <p:cNvPr id="155960" name="任意多边形 15595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61" name="任意多边形 15596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5962" name="直接连接符 15596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5963" name="组合 155962"/>
              <p:cNvGrpSpPr/>
              <p:nvPr/>
            </p:nvGrpSpPr>
            <p:grpSpPr>
              <a:xfrm>
                <a:off x="912" y="3072"/>
                <a:ext cx="1104" cy="144"/>
                <a:chOff x="1872" y="2880"/>
                <a:chExt cx="1104" cy="144"/>
              </a:xfrm>
            </p:grpSpPr>
            <p:grpSp>
              <p:nvGrpSpPr>
                <p:cNvPr id="155964" name="组合 155963"/>
                <p:cNvGrpSpPr/>
                <p:nvPr/>
              </p:nvGrpSpPr>
              <p:grpSpPr>
                <a:xfrm>
                  <a:off x="2016" y="2880"/>
                  <a:ext cx="960" cy="144"/>
                  <a:chOff x="336" y="2832"/>
                  <a:chExt cx="4992" cy="630"/>
                </a:xfrm>
              </p:grpSpPr>
              <p:grpSp>
                <p:nvGrpSpPr>
                  <p:cNvPr id="155965" name="组合 155964"/>
                  <p:cNvGrpSpPr/>
                  <p:nvPr/>
                </p:nvGrpSpPr>
                <p:grpSpPr>
                  <a:xfrm>
                    <a:off x="336" y="2832"/>
                    <a:ext cx="2496" cy="630"/>
                    <a:chOff x="1056" y="816"/>
                    <a:chExt cx="2496" cy="630"/>
                  </a:xfrm>
                </p:grpSpPr>
                <p:sp>
                  <p:nvSpPr>
                    <p:cNvPr id="155966" name="任意多边形 15596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967" name="组合 155966"/>
                    <p:cNvGrpSpPr/>
                    <p:nvPr/>
                  </p:nvGrpSpPr>
                  <p:grpSpPr>
                    <a:xfrm>
                      <a:off x="1056" y="816"/>
                      <a:ext cx="2016" cy="630"/>
                      <a:chOff x="1824" y="1968"/>
                      <a:chExt cx="685" cy="918"/>
                    </a:xfrm>
                  </p:grpSpPr>
                  <p:grpSp>
                    <p:nvGrpSpPr>
                      <p:cNvPr id="155968" name="组合 155967"/>
                      <p:cNvGrpSpPr/>
                      <p:nvPr/>
                    </p:nvGrpSpPr>
                    <p:grpSpPr>
                      <a:xfrm>
                        <a:off x="1824" y="1968"/>
                        <a:ext cx="343" cy="918"/>
                        <a:chOff x="2880" y="2112"/>
                        <a:chExt cx="2304" cy="2016"/>
                      </a:xfrm>
                    </p:grpSpPr>
                    <p:sp>
                      <p:nvSpPr>
                        <p:cNvPr id="155969" name="任意多边形 15596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70" name="任意多边形 15596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971" name="组合 155970"/>
                      <p:cNvGrpSpPr/>
                      <p:nvPr/>
                    </p:nvGrpSpPr>
                    <p:grpSpPr>
                      <a:xfrm>
                        <a:off x="2167" y="1968"/>
                        <a:ext cx="342" cy="918"/>
                        <a:chOff x="2880" y="2112"/>
                        <a:chExt cx="2304" cy="2016"/>
                      </a:xfrm>
                    </p:grpSpPr>
                    <p:sp>
                      <p:nvSpPr>
                        <p:cNvPr id="155972" name="任意多边形 15597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73" name="任意多边形 15597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5974" name="组合 155973"/>
                  <p:cNvGrpSpPr/>
                  <p:nvPr/>
                </p:nvGrpSpPr>
                <p:grpSpPr>
                  <a:xfrm flipV="1">
                    <a:off x="2832" y="2832"/>
                    <a:ext cx="2496" cy="630"/>
                    <a:chOff x="1056" y="816"/>
                    <a:chExt cx="2496" cy="630"/>
                  </a:xfrm>
                </p:grpSpPr>
                <p:sp>
                  <p:nvSpPr>
                    <p:cNvPr id="155975" name="任意多边形 15597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976" name="组合 155975"/>
                    <p:cNvGrpSpPr/>
                    <p:nvPr/>
                  </p:nvGrpSpPr>
                  <p:grpSpPr>
                    <a:xfrm>
                      <a:off x="1056" y="816"/>
                      <a:ext cx="2016" cy="630"/>
                      <a:chOff x="1824" y="1968"/>
                      <a:chExt cx="685" cy="918"/>
                    </a:xfrm>
                  </p:grpSpPr>
                  <p:grpSp>
                    <p:nvGrpSpPr>
                      <p:cNvPr id="155977" name="组合 155976"/>
                      <p:cNvGrpSpPr/>
                      <p:nvPr/>
                    </p:nvGrpSpPr>
                    <p:grpSpPr>
                      <a:xfrm>
                        <a:off x="1824" y="1968"/>
                        <a:ext cx="343" cy="918"/>
                        <a:chOff x="2880" y="2112"/>
                        <a:chExt cx="2304" cy="2016"/>
                      </a:xfrm>
                    </p:grpSpPr>
                    <p:sp>
                      <p:nvSpPr>
                        <p:cNvPr id="155978" name="任意多边形 15597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79" name="任意多边形 15597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980" name="组合 155979"/>
                      <p:cNvGrpSpPr/>
                      <p:nvPr/>
                    </p:nvGrpSpPr>
                    <p:grpSpPr>
                      <a:xfrm>
                        <a:off x="2167" y="1968"/>
                        <a:ext cx="342" cy="918"/>
                        <a:chOff x="2880" y="2112"/>
                        <a:chExt cx="2304" cy="2016"/>
                      </a:xfrm>
                    </p:grpSpPr>
                    <p:sp>
                      <p:nvSpPr>
                        <p:cNvPr id="155981" name="任意多边形 15598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82" name="任意多边形 15598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5983" name="直接连接符 15598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5984" name="组合 155983"/>
            <p:cNvGrpSpPr/>
            <p:nvPr/>
          </p:nvGrpSpPr>
          <p:grpSpPr>
            <a:xfrm flipH="1">
              <a:off x="2352" y="3024"/>
              <a:ext cx="1104" cy="288"/>
              <a:chOff x="912" y="2928"/>
              <a:chExt cx="1104" cy="288"/>
            </a:xfrm>
          </p:grpSpPr>
          <p:grpSp>
            <p:nvGrpSpPr>
              <p:cNvPr id="155985" name="组合 155984"/>
              <p:cNvGrpSpPr/>
              <p:nvPr/>
            </p:nvGrpSpPr>
            <p:grpSpPr>
              <a:xfrm>
                <a:off x="912" y="2928"/>
                <a:ext cx="1104" cy="144"/>
                <a:chOff x="1872" y="2880"/>
                <a:chExt cx="1104" cy="144"/>
              </a:xfrm>
            </p:grpSpPr>
            <p:grpSp>
              <p:nvGrpSpPr>
                <p:cNvPr id="155986" name="组合 155985"/>
                <p:cNvGrpSpPr/>
                <p:nvPr/>
              </p:nvGrpSpPr>
              <p:grpSpPr>
                <a:xfrm>
                  <a:off x="2016" y="2880"/>
                  <a:ext cx="960" cy="144"/>
                  <a:chOff x="336" y="2832"/>
                  <a:chExt cx="4992" cy="630"/>
                </a:xfrm>
              </p:grpSpPr>
              <p:grpSp>
                <p:nvGrpSpPr>
                  <p:cNvPr id="155987" name="组合 155986"/>
                  <p:cNvGrpSpPr/>
                  <p:nvPr/>
                </p:nvGrpSpPr>
                <p:grpSpPr>
                  <a:xfrm>
                    <a:off x="336" y="2832"/>
                    <a:ext cx="2496" cy="630"/>
                    <a:chOff x="1056" y="816"/>
                    <a:chExt cx="2496" cy="630"/>
                  </a:xfrm>
                </p:grpSpPr>
                <p:sp>
                  <p:nvSpPr>
                    <p:cNvPr id="155988" name="任意多边形 15598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989" name="组合 155988"/>
                    <p:cNvGrpSpPr/>
                    <p:nvPr/>
                  </p:nvGrpSpPr>
                  <p:grpSpPr>
                    <a:xfrm>
                      <a:off x="1056" y="816"/>
                      <a:ext cx="2016" cy="630"/>
                      <a:chOff x="1824" y="1968"/>
                      <a:chExt cx="685" cy="918"/>
                    </a:xfrm>
                  </p:grpSpPr>
                  <p:grpSp>
                    <p:nvGrpSpPr>
                      <p:cNvPr id="155990" name="组合 155989"/>
                      <p:cNvGrpSpPr/>
                      <p:nvPr/>
                    </p:nvGrpSpPr>
                    <p:grpSpPr>
                      <a:xfrm>
                        <a:off x="1824" y="1968"/>
                        <a:ext cx="343" cy="918"/>
                        <a:chOff x="2880" y="2112"/>
                        <a:chExt cx="2304" cy="2016"/>
                      </a:xfrm>
                    </p:grpSpPr>
                    <p:sp>
                      <p:nvSpPr>
                        <p:cNvPr id="155991" name="任意多边形 15599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92" name="任意多边形 15599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5993" name="组合 155992"/>
                      <p:cNvGrpSpPr/>
                      <p:nvPr/>
                    </p:nvGrpSpPr>
                    <p:grpSpPr>
                      <a:xfrm>
                        <a:off x="2167" y="1968"/>
                        <a:ext cx="342" cy="918"/>
                        <a:chOff x="2880" y="2112"/>
                        <a:chExt cx="2304" cy="2016"/>
                      </a:xfrm>
                    </p:grpSpPr>
                    <p:sp>
                      <p:nvSpPr>
                        <p:cNvPr id="155994" name="任意多边形 15599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5995" name="任意多边形 15599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5996" name="组合 155995"/>
                  <p:cNvGrpSpPr/>
                  <p:nvPr/>
                </p:nvGrpSpPr>
                <p:grpSpPr>
                  <a:xfrm flipV="1">
                    <a:off x="2832" y="2832"/>
                    <a:ext cx="2496" cy="630"/>
                    <a:chOff x="1056" y="816"/>
                    <a:chExt cx="2496" cy="630"/>
                  </a:xfrm>
                </p:grpSpPr>
                <p:sp>
                  <p:nvSpPr>
                    <p:cNvPr id="155997" name="任意多边形 15599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5998" name="组合 155997"/>
                    <p:cNvGrpSpPr/>
                    <p:nvPr/>
                  </p:nvGrpSpPr>
                  <p:grpSpPr>
                    <a:xfrm>
                      <a:off x="1056" y="816"/>
                      <a:ext cx="2016" cy="630"/>
                      <a:chOff x="1824" y="1968"/>
                      <a:chExt cx="685" cy="918"/>
                    </a:xfrm>
                  </p:grpSpPr>
                  <p:grpSp>
                    <p:nvGrpSpPr>
                      <p:cNvPr id="155999" name="组合 155998"/>
                      <p:cNvGrpSpPr/>
                      <p:nvPr/>
                    </p:nvGrpSpPr>
                    <p:grpSpPr>
                      <a:xfrm>
                        <a:off x="1824" y="1968"/>
                        <a:ext cx="343" cy="918"/>
                        <a:chOff x="2880" y="2112"/>
                        <a:chExt cx="2304" cy="2016"/>
                      </a:xfrm>
                    </p:grpSpPr>
                    <p:sp>
                      <p:nvSpPr>
                        <p:cNvPr id="156000" name="任意多边形 15599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01" name="任意多边形 15600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002" name="组合 156001"/>
                      <p:cNvGrpSpPr/>
                      <p:nvPr/>
                    </p:nvGrpSpPr>
                    <p:grpSpPr>
                      <a:xfrm>
                        <a:off x="2167" y="1968"/>
                        <a:ext cx="342" cy="918"/>
                        <a:chOff x="2880" y="2112"/>
                        <a:chExt cx="2304" cy="2016"/>
                      </a:xfrm>
                    </p:grpSpPr>
                    <p:sp>
                      <p:nvSpPr>
                        <p:cNvPr id="156003" name="任意多边形 15600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04" name="任意多边形 15600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005" name="直接连接符 15600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006" name="组合 156005"/>
              <p:cNvGrpSpPr/>
              <p:nvPr/>
            </p:nvGrpSpPr>
            <p:grpSpPr>
              <a:xfrm>
                <a:off x="912" y="3072"/>
                <a:ext cx="1104" cy="144"/>
                <a:chOff x="1872" y="2880"/>
                <a:chExt cx="1104" cy="144"/>
              </a:xfrm>
            </p:grpSpPr>
            <p:grpSp>
              <p:nvGrpSpPr>
                <p:cNvPr id="156007" name="组合 156006"/>
                <p:cNvGrpSpPr/>
                <p:nvPr/>
              </p:nvGrpSpPr>
              <p:grpSpPr>
                <a:xfrm>
                  <a:off x="2016" y="2880"/>
                  <a:ext cx="960" cy="144"/>
                  <a:chOff x="336" y="2832"/>
                  <a:chExt cx="4992" cy="630"/>
                </a:xfrm>
              </p:grpSpPr>
              <p:grpSp>
                <p:nvGrpSpPr>
                  <p:cNvPr id="156008" name="组合 156007"/>
                  <p:cNvGrpSpPr/>
                  <p:nvPr/>
                </p:nvGrpSpPr>
                <p:grpSpPr>
                  <a:xfrm>
                    <a:off x="336" y="2832"/>
                    <a:ext cx="2496" cy="630"/>
                    <a:chOff x="1056" y="816"/>
                    <a:chExt cx="2496" cy="630"/>
                  </a:xfrm>
                </p:grpSpPr>
                <p:sp>
                  <p:nvSpPr>
                    <p:cNvPr id="156009" name="任意多边形 15600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010" name="组合 156009"/>
                    <p:cNvGrpSpPr/>
                    <p:nvPr/>
                  </p:nvGrpSpPr>
                  <p:grpSpPr>
                    <a:xfrm>
                      <a:off x="1056" y="816"/>
                      <a:ext cx="2016" cy="630"/>
                      <a:chOff x="1824" y="1968"/>
                      <a:chExt cx="685" cy="918"/>
                    </a:xfrm>
                  </p:grpSpPr>
                  <p:grpSp>
                    <p:nvGrpSpPr>
                      <p:cNvPr id="156011" name="组合 156010"/>
                      <p:cNvGrpSpPr/>
                      <p:nvPr/>
                    </p:nvGrpSpPr>
                    <p:grpSpPr>
                      <a:xfrm>
                        <a:off x="1824" y="1968"/>
                        <a:ext cx="343" cy="918"/>
                        <a:chOff x="2880" y="2112"/>
                        <a:chExt cx="2304" cy="2016"/>
                      </a:xfrm>
                    </p:grpSpPr>
                    <p:sp>
                      <p:nvSpPr>
                        <p:cNvPr id="156012" name="任意多边形 15601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13" name="任意多边形 15601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014" name="组合 156013"/>
                      <p:cNvGrpSpPr/>
                      <p:nvPr/>
                    </p:nvGrpSpPr>
                    <p:grpSpPr>
                      <a:xfrm>
                        <a:off x="2167" y="1968"/>
                        <a:ext cx="342" cy="918"/>
                        <a:chOff x="2880" y="2112"/>
                        <a:chExt cx="2304" cy="2016"/>
                      </a:xfrm>
                    </p:grpSpPr>
                    <p:sp>
                      <p:nvSpPr>
                        <p:cNvPr id="156015" name="任意多边形 15601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16" name="任意多边形 15601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017" name="组合 156016"/>
                  <p:cNvGrpSpPr/>
                  <p:nvPr/>
                </p:nvGrpSpPr>
                <p:grpSpPr>
                  <a:xfrm flipV="1">
                    <a:off x="2832" y="2832"/>
                    <a:ext cx="2496" cy="630"/>
                    <a:chOff x="1056" y="816"/>
                    <a:chExt cx="2496" cy="630"/>
                  </a:xfrm>
                </p:grpSpPr>
                <p:sp>
                  <p:nvSpPr>
                    <p:cNvPr id="156018" name="任意多边形 15601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019" name="组合 156018"/>
                    <p:cNvGrpSpPr/>
                    <p:nvPr/>
                  </p:nvGrpSpPr>
                  <p:grpSpPr>
                    <a:xfrm>
                      <a:off x="1056" y="816"/>
                      <a:ext cx="2016" cy="630"/>
                      <a:chOff x="1824" y="1968"/>
                      <a:chExt cx="685" cy="918"/>
                    </a:xfrm>
                  </p:grpSpPr>
                  <p:grpSp>
                    <p:nvGrpSpPr>
                      <p:cNvPr id="156020" name="组合 156019"/>
                      <p:cNvGrpSpPr/>
                      <p:nvPr/>
                    </p:nvGrpSpPr>
                    <p:grpSpPr>
                      <a:xfrm>
                        <a:off x="1824" y="1968"/>
                        <a:ext cx="343" cy="918"/>
                        <a:chOff x="2880" y="2112"/>
                        <a:chExt cx="2304" cy="2016"/>
                      </a:xfrm>
                    </p:grpSpPr>
                    <p:sp>
                      <p:nvSpPr>
                        <p:cNvPr id="156021" name="任意多边形 15602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22" name="任意多边形 15602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023" name="组合 156022"/>
                      <p:cNvGrpSpPr/>
                      <p:nvPr/>
                    </p:nvGrpSpPr>
                    <p:grpSpPr>
                      <a:xfrm>
                        <a:off x="2167" y="1968"/>
                        <a:ext cx="342" cy="918"/>
                        <a:chOff x="2880" y="2112"/>
                        <a:chExt cx="2304" cy="2016"/>
                      </a:xfrm>
                    </p:grpSpPr>
                    <p:sp>
                      <p:nvSpPr>
                        <p:cNvPr id="156024" name="任意多边形 15602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25" name="任意多边形 15602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026" name="直接连接符 15602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6027" name="组合 156026"/>
          <p:cNvGrpSpPr/>
          <p:nvPr/>
        </p:nvGrpSpPr>
        <p:grpSpPr>
          <a:xfrm>
            <a:off x="6203315" y="4049078"/>
            <a:ext cx="1752600" cy="1219200"/>
            <a:chOff x="3888" y="2784"/>
            <a:chExt cx="1104" cy="1152"/>
          </a:xfrm>
        </p:grpSpPr>
        <p:grpSp>
          <p:nvGrpSpPr>
            <p:cNvPr id="156028" name="组合 156027"/>
            <p:cNvGrpSpPr/>
            <p:nvPr/>
          </p:nvGrpSpPr>
          <p:grpSpPr>
            <a:xfrm>
              <a:off x="3888" y="2784"/>
              <a:ext cx="1104" cy="576"/>
              <a:chOff x="2352" y="3024"/>
              <a:chExt cx="1104" cy="576"/>
            </a:xfrm>
          </p:grpSpPr>
          <p:grpSp>
            <p:nvGrpSpPr>
              <p:cNvPr id="156029" name="组合 156028"/>
              <p:cNvGrpSpPr/>
              <p:nvPr/>
            </p:nvGrpSpPr>
            <p:grpSpPr>
              <a:xfrm flipH="1">
                <a:off x="2352" y="3312"/>
                <a:ext cx="1104" cy="288"/>
                <a:chOff x="912" y="2928"/>
                <a:chExt cx="1104" cy="288"/>
              </a:xfrm>
            </p:grpSpPr>
            <p:grpSp>
              <p:nvGrpSpPr>
                <p:cNvPr id="156030" name="组合 156029"/>
                <p:cNvGrpSpPr/>
                <p:nvPr/>
              </p:nvGrpSpPr>
              <p:grpSpPr>
                <a:xfrm>
                  <a:off x="912" y="2928"/>
                  <a:ext cx="1104" cy="144"/>
                  <a:chOff x="1872" y="2880"/>
                  <a:chExt cx="1104" cy="144"/>
                </a:xfrm>
              </p:grpSpPr>
              <p:grpSp>
                <p:nvGrpSpPr>
                  <p:cNvPr id="156031" name="组合 156030"/>
                  <p:cNvGrpSpPr/>
                  <p:nvPr/>
                </p:nvGrpSpPr>
                <p:grpSpPr>
                  <a:xfrm>
                    <a:off x="2016" y="2880"/>
                    <a:ext cx="960" cy="144"/>
                    <a:chOff x="336" y="2832"/>
                    <a:chExt cx="4992" cy="630"/>
                  </a:xfrm>
                </p:grpSpPr>
                <p:grpSp>
                  <p:nvGrpSpPr>
                    <p:cNvPr id="156032" name="组合 156031"/>
                    <p:cNvGrpSpPr/>
                    <p:nvPr/>
                  </p:nvGrpSpPr>
                  <p:grpSpPr>
                    <a:xfrm>
                      <a:off x="336" y="2832"/>
                      <a:ext cx="2496" cy="630"/>
                      <a:chOff x="1056" y="816"/>
                      <a:chExt cx="2496" cy="630"/>
                    </a:xfrm>
                  </p:grpSpPr>
                  <p:sp>
                    <p:nvSpPr>
                      <p:cNvPr id="156033" name="任意多边形 15603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034" name="组合 156033"/>
                      <p:cNvGrpSpPr/>
                      <p:nvPr/>
                    </p:nvGrpSpPr>
                    <p:grpSpPr>
                      <a:xfrm>
                        <a:off x="1056" y="816"/>
                        <a:ext cx="2016" cy="630"/>
                        <a:chOff x="1824" y="1968"/>
                        <a:chExt cx="685" cy="918"/>
                      </a:xfrm>
                    </p:grpSpPr>
                    <p:grpSp>
                      <p:nvGrpSpPr>
                        <p:cNvPr id="156035" name="组合 156034"/>
                        <p:cNvGrpSpPr/>
                        <p:nvPr/>
                      </p:nvGrpSpPr>
                      <p:grpSpPr>
                        <a:xfrm>
                          <a:off x="1824" y="1968"/>
                          <a:ext cx="343" cy="918"/>
                          <a:chOff x="2880" y="2112"/>
                          <a:chExt cx="2304" cy="2016"/>
                        </a:xfrm>
                      </p:grpSpPr>
                      <p:sp>
                        <p:nvSpPr>
                          <p:cNvPr id="156036" name="任意多边形 15603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37" name="任意多边形 15603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038" name="组合 156037"/>
                        <p:cNvGrpSpPr/>
                        <p:nvPr/>
                      </p:nvGrpSpPr>
                      <p:grpSpPr>
                        <a:xfrm>
                          <a:off x="2167" y="1968"/>
                          <a:ext cx="342" cy="918"/>
                          <a:chOff x="2880" y="2112"/>
                          <a:chExt cx="2304" cy="2016"/>
                        </a:xfrm>
                      </p:grpSpPr>
                      <p:sp>
                        <p:nvSpPr>
                          <p:cNvPr id="156039" name="任意多边形 15603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40" name="任意多边形 15603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041" name="组合 156040"/>
                    <p:cNvGrpSpPr/>
                    <p:nvPr/>
                  </p:nvGrpSpPr>
                  <p:grpSpPr>
                    <a:xfrm flipV="1">
                      <a:off x="2832" y="2832"/>
                      <a:ext cx="2496" cy="630"/>
                      <a:chOff x="1056" y="816"/>
                      <a:chExt cx="2496" cy="630"/>
                    </a:xfrm>
                  </p:grpSpPr>
                  <p:sp>
                    <p:nvSpPr>
                      <p:cNvPr id="156042" name="任意多边形 15604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043" name="组合 156042"/>
                      <p:cNvGrpSpPr/>
                      <p:nvPr/>
                    </p:nvGrpSpPr>
                    <p:grpSpPr>
                      <a:xfrm>
                        <a:off x="1056" y="816"/>
                        <a:ext cx="2016" cy="630"/>
                        <a:chOff x="1824" y="1968"/>
                        <a:chExt cx="685" cy="918"/>
                      </a:xfrm>
                    </p:grpSpPr>
                    <p:grpSp>
                      <p:nvGrpSpPr>
                        <p:cNvPr id="156044" name="组合 156043"/>
                        <p:cNvGrpSpPr/>
                        <p:nvPr/>
                      </p:nvGrpSpPr>
                      <p:grpSpPr>
                        <a:xfrm>
                          <a:off x="1824" y="1968"/>
                          <a:ext cx="343" cy="918"/>
                          <a:chOff x="2880" y="2112"/>
                          <a:chExt cx="2304" cy="2016"/>
                        </a:xfrm>
                      </p:grpSpPr>
                      <p:sp>
                        <p:nvSpPr>
                          <p:cNvPr id="156045" name="任意多边形 15604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46" name="任意多边形 15604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047" name="组合 156046"/>
                        <p:cNvGrpSpPr/>
                        <p:nvPr/>
                      </p:nvGrpSpPr>
                      <p:grpSpPr>
                        <a:xfrm>
                          <a:off x="2167" y="1968"/>
                          <a:ext cx="342" cy="918"/>
                          <a:chOff x="2880" y="2112"/>
                          <a:chExt cx="2304" cy="2016"/>
                        </a:xfrm>
                      </p:grpSpPr>
                      <p:sp>
                        <p:nvSpPr>
                          <p:cNvPr id="156048" name="任意多边形 15604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49" name="任意多边形 15604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050" name="直接连接符 15604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051" name="组合 156050"/>
                <p:cNvGrpSpPr/>
                <p:nvPr/>
              </p:nvGrpSpPr>
              <p:grpSpPr>
                <a:xfrm>
                  <a:off x="912" y="3072"/>
                  <a:ext cx="1104" cy="144"/>
                  <a:chOff x="1872" y="2880"/>
                  <a:chExt cx="1104" cy="144"/>
                </a:xfrm>
              </p:grpSpPr>
              <p:grpSp>
                <p:nvGrpSpPr>
                  <p:cNvPr id="156052" name="组合 156051"/>
                  <p:cNvGrpSpPr/>
                  <p:nvPr/>
                </p:nvGrpSpPr>
                <p:grpSpPr>
                  <a:xfrm>
                    <a:off x="2016" y="2880"/>
                    <a:ext cx="960" cy="144"/>
                    <a:chOff x="336" y="2832"/>
                    <a:chExt cx="4992" cy="630"/>
                  </a:xfrm>
                </p:grpSpPr>
                <p:grpSp>
                  <p:nvGrpSpPr>
                    <p:cNvPr id="156053" name="组合 156052"/>
                    <p:cNvGrpSpPr/>
                    <p:nvPr/>
                  </p:nvGrpSpPr>
                  <p:grpSpPr>
                    <a:xfrm>
                      <a:off x="336" y="2832"/>
                      <a:ext cx="2496" cy="630"/>
                      <a:chOff x="1056" y="816"/>
                      <a:chExt cx="2496" cy="630"/>
                    </a:xfrm>
                  </p:grpSpPr>
                  <p:sp>
                    <p:nvSpPr>
                      <p:cNvPr id="156054" name="任意多边形 15605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055" name="组合 156054"/>
                      <p:cNvGrpSpPr/>
                      <p:nvPr/>
                    </p:nvGrpSpPr>
                    <p:grpSpPr>
                      <a:xfrm>
                        <a:off x="1056" y="816"/>
                        <a:ext cx="2016" cy="630"/>
                        <a:chOff x="1824" y="1968"/>
                        <a:chExt cx="685" cy="918"/>
                      </a:xfrm>
                    </p:grpSpPr>
                    <p:grpSp>
                      <p:nvGrpSpPr>
                        <p:cNvPr id="156056" name="组合 156055"/>
                        <p:cNvGrpSpPr/>
                        <p:nvPr/>
                      </p:nvGrpSpPr>
                      <p:grpSpPr>
                        <a:xfrm>
                          <a:off x="1824" y="1968"/>
                          <a:ext cx="343" cy="918"/>
                          <a:chOff x="2880" y="2112"/>
                          <a:chExt cx="2304" cy="2016"/>
                        </a:xfrm>
                      </p:grpSpPr>
                      <p:sp>
                        <p:nvSpPr>
                          <p:cNvPr id="156057" name="任意多边形 15605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58" name="任意多边形 15605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059" name="组合 156058"/>
                        <p:cNvGrpSpPr/>
                        <p:nvPr/>
                      </p:nvGrpSpPr>
                      <p:grpSpPr>
                        <a:xfrm>
                          <a:off x="2167" y="1968"/>
                          <a:ext cx="342" cy="918"/>
                          <a:chOff x="2880" y="2112"/>
                          <a:chExt cx="2304" cy="2016"/>
                        </a:xfrm>
                      </p:grpSpPr>
                      <p:sp>
                        <p:nvSpPr>
                          <p:cNvPr id="156060" name="任意多边形 15605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61" name="任意多边形 15606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062" name="组合 156061"/>
                    <p:cNvGrpSpPr/>
                    <p:nvPr/>
                  </p:nvGrpSpPr>
                  <p:grpSpPr>
                    <a:xfrm flipV="1">
                      <a:off x="2832" y="2832"/>
                      <a:ext cx="2496" cy="630"/>
                      <a:chOff x="1056" y="816"/>
                      <a:chExt cx="2496" cy="630"/>
                    </a:xfrm>
                  </p:grpSpPr>
                  <p:sp>
                    <p:nvSpPr>
                      <p:cNvPr id="156063" name="任意多边形 15606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064" name="组合 156063"/>
                      <p:cNvGrpSpPr/>
                      <p:nvPr/>
                    </p:nvGrpSpPr>
                    <p:grpSpPr>
                      <a:xfrm>
                        <a:off x="1056" y="816"/>
                        <a:ext cx="2016" cy="630"/>
                        <a:chOff x="1824" y="1968"/>
                        <a:chExt cx="685" cy="918"/>
                      </a:xfrm>
                    </p:grpSpPr>
                    <p:grpSp>
                      <p:nvGrpSpPr>
                        <p:cNvPr id="156065" name="组合 156064"/>
                        <p:cNvGrpSpPr/>
                        <p:nvPr/>
                      </p:nvGrpSpPr>
                      <p:grpSpPr>
                        <a:xfrm>
                          <a:off x="1824" y="1968"/>
                          <a:ext cx="343" cy="918"/>
                          <a:chOff x="2880" y="2112"/>
                          <a:chExt cx="2304" cy="2016"/>
                        </a:xfrm>
                      </p:grpSpPr>
                      <p:sp>
                        <p:nvSpPr>
                          <p:cNvPr id="156066" name="任意多边形 15606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67" name="任意多边形 15606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068" name="组合 156067"/>
                        <p:cNvGrpSpPr/>
                        <p:nvPr/>
                      </p:nvGrpSpPr>
                      <p:grpSpPr>
                        <a:xfrm>
                          <a:off x="2167" y="1968"/>
                          <a:ext cx="342" cy="918"/>
                          <a:chOff x="2880" y="2112"/>
                          <a:chExt cx="2304" cy="2016"/>
                        </a:xfrm>
                      </p:grpSpPr>
                      <p:sp>
                        <p:nvSpPr>
                          <p:cNvPr id="156069" name="任意多边形 15606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70" name="任意多边形 15606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071" name="直接连接符 15607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6072" name="组合 156071"/>
              <p:cNvGrpSpPr/>
              <p:nvPr/>
            </p:nvGrpSpPr>
            <p:grpSpPr>
              <a:xfrm flipH="1">
                <a:off x="2352" y="3024"/>
                <a:ext cx="1104" cy="288"/>
                <a:chOff x="912" y="2928"/>
                <a:chExt cx="1104" cy="288"/>
              </a:xfrm>
            </p:grpSpPr>
            <p:grpSp>
              <p:nvGrpSpPr>
                <p:cNvPr id="156073" name="组合 156072"/>
                <p:cNvGrpSpPr/>
                <p:nvPr/>
              </p:nvGrpSpPr>
              <p:grpSpPr>
                <a:xfrm>
                  <a:off x="912" y="2928"/>
                  <a:ext cx="1104" cy="144"/>
                  <a:chOff x="1872" y="2880"/>
                  <a:chExt cx="1104" cy="144"/>
                </a:xfrm>
              </p:grpSpPr>
              <p:grpSp>
                <p:nvGrpSpPr>
                  <p:cNvPr id="156074" name="组合 156073"/>
                  <p:cNvGrpSpPr/>
                  <p:nvPr/>
                </p:nvGrpSpPr>
                <p:grpSpPr>
                  <a:xfrm>
                    <a:off x="2016" y="2880"/>
                    <a:ext cx="960" cy="144"/>
                    <a:chOff x="336" y="2832"/>
                    <a:chExt cx="4992" cy="630"/>
                  </a:xfrm>
                </p:grpSpPr>
                <p:grpSp>
                  <p:nvGrpSpPr>
                    <p:cNvPr id="156075" name="组合 156074"/>
                    <p:cNvGrpSpPr/>
                    <p:nvPr/>
                  </p:nvGrpSpPr>
                  <p:grpSpPr>
                    <a:xfrm>
                      <a:off x="336" y="2832"/>
                      <a:ext cx="2496" cy="630"/>
                      <a:chOff x="1056" y="816"/>
                      <a:chExt cx="2496" cy="630"/>
                    </a:xfrm>
                  </p:grpSpPr>
                  <p:sp>
                    <p:nvSpPr>
                      <p:cNvPr id="156076" name="任意多边形 15607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077" name="组合 156076"/>
                      <p:cNvGrpSpPr/>
                      <p:nvPr/>
                    </p:nvGrpSpPr>
                    <p:grpSpPr>
                      <a:xfrm>
                        <a:off x="1056" y="816"/>
                        <a:ext cx="2016" cy="630"/>
                        <a:chOff x="1824" y="1968"/>
                        <a:chExt cx="685" cy="918"/>
                      </a:xfrm>
                    </p:grpSpPr>
                    <p:grpSp>
                      <p:nvGrpSpPr>
                        <p:cNvPr id="156078" name="组合 156077"/>
                        <p:cNvGrpSpPr/>
                        <p:nvPr/>
                      </p:nvGrpSpPr>
                      <p:grpSpPr>
                        <a:xfrm>
                          <a:off x="1824" y="1968"/>
                          <a:ext cx="343" cy="918"/>
                          <a:chOff x="2880" y="2112"/>
                          <a:chExt cx="2304" cy="2016"/>
                        </a:xfrm>
                      </p:grpSpPr>
                      <p:sp>
                        <p:nvSpPr>
                          <p:cNvPr id="156079" name="任意多边形 15607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80" name="任意多边形 15607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081" name="组合 156080"/>
                        <p:cNvGrpSpPr/>
                        <p:nvPr/>
                      </p:nvGrpSpPr>
                      <p:grpSpPr>
                        <a:xfrm>
                          <a:off x="2167" y="1968"/>
                          <a:ext cx="342" cy="918"/>
                          <a:chOff x="2880" y="2112"/>
                          <a:chExt cx="2304" cy="2016"/>
                        </a:xfrm>
                      </p:grpSpPr>
                      <p:sp>
                        <p:nvSpPr>
                          <p:cNvPr id="156082" name="任意多边形 15608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83" name="任意多边形 15608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084" name="组合 156083"/>
                    <p:cNvGrpSpPr/>
                    <p:nvPr/>
                  </p:nvGrpSpPr>
                  <p:grpSpPr>
                    <a:xfrm flipV="1">
                      <a:off x="2832" y="2832"/>
                      <a:ext cx="2496" cy="630"/>
                      <a:chOff x="1056" y="816"/>
                      <a:chExt cx="2496" cy="630"/>
                    </a:xfrm>
                  </p:grpSpPr>
                  <p:sp>
                    <p:nvSpPr>
                      <p:cNvPr id="156085" name="任意多边形 15608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086" name="组合 156085"/>
                      <p:cNvGrpSpPr/>
                      <p:nvPr/>
                    </p:nvGrpSpPr>
                    <p:grpSpPr>
                      <a:xfrm>
                        <a:off x="1056" y="816"/>
                        <a:ext cx="2016" cy="630"/>
                        <a:chOff x="1824" y="1968"/>
                        <a:chExt cx="685" cy="918"/>
                      </a:xfrm>
                    </p:grpSpPr>
                    <p:grpSp>
                      <p:nvGrpSpPr>
                        <p:cNvPr id="156087" name="组合 156086"/>
                        <p:cNvGrpSpPr/>
                        <p:nvPr/>
                      </p:nvGrpSpPr>
                      <p:grpSpPr>
                        <a:xfrm>
                          <a:off x="1824" y="1968"/>
                          <a:ext cx="343" cy="918"/>
                          <a:chOff x="2880" y="2112"/>
                          <a:chExt cx="2304" cy="2016"/>
                        </a:xfrm>
                      </p:grpSpPr>
                      <p:sp>
                        <p:nvSpPr>
                          <p:cNvPr id="156088" name="任意多边形 15608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89" name="任意多边形 15608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090" name="组合 156089"/>
                        <p:cNvGrpSpPr/>
                        <p:nvPr/>
                      </p:nvGrpSpPr>
                      <p:grpSpPr>
                        <a:xfrm>
                          <a:off x="2167" y="1968"/>
                          <a:ext cx="342" cy="918"/>
                          <a:chOff x="2880" y="2112"/>
                          <a:chExt cx="2304" cy="2016"/>
                        </a:xfrm>
                      </p:grpSpPr>
                      <p:sp>
                        <p:nvSpPr>
                          <p:cNvPr id="156091" name="任意多边形 15609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092" name="任意多边形 15609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093" name="直接连接符 15609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094" name="组合 156093"/>
                <p:cNvGrpSpPr/>
                <p:nvPr/>
              </p:nvGrpSpPr>
              <p:grpSpPr>
                <a:xfrm>
                  <a:off x="912" y="3072"/>
                  <a:ext cx="1104" cy="144"/>
                  <a:chOff x="1872" y="2880"/>
                  <a:chExt cx="1104" cy="144"/>
                </a:xfrm>
              </p:grpSpPr>
              <p:grpSp>
                <p:nvGrpSpPr>
                  <p:cNvPr id="156095" name="组合 156094"/>
                  <p:cNvGrpSpPr/>
                  <p:nvPr/>
                </p:nvGrpSpPr>
                <p:grpSpPr>
                  <a:xfrm>
                    <a:off x="2016" y="2880"/>
                    <a:ext cx="960" cy="144"/>
                    <a:chOff x="336" y="2832"/>
                    <a:chExt cx="4992" cy="630"/>
                  </a:xfrm>
                </p:grpSpPr>
                <p:grpSp>
                  <p:nvGrpSpPr>
                    <p:cNvPr id="156096" name="组合 156095"/>
                    <p:cNvGrpSpPr/>
                    <p:nvPr/>
                  </p:nvGrpSpPr>
                  <p:grpSpPr>
                    <a:xfrm>
                      <a:off x="336" y="2832"/>
                      <a:ext cx="2496" cy="630"/>
                      <a:chOff x="1056" y="816"/>
                      <a:chExt cx="2496" cy="630"/>
                    </a:xfrm>
                  </p:grpSpPr>
                  <p:sp>
                    <p:nvSpPr>
                      <p:cNvPr id="156097" name="任意多边形 15609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098" name="组合 156097"/>
                      <p:cNvGrpSpPr/>
                      <p:nvPr/>
                    </p:nvGrpSpPr>
                    <p:grpSpPr>
                      <a:xfrm>
                        <a:off x="1056" y="816"/>
                        <a:ext cx="2016" cy="630"/>
                        <a:chOff x="1824" y="1968"/>
                        <a:chExt cx="685" cy="918"/>
                      </a:xfrm>
                    </p:grpSpPr>
                    <p:grpSp>
                      <p:nvGrpSpPr>
                        <p:cNvPr id="156099" name="组合 156098"/>
                        <p:cNvGrpSpPr/>
                        <p:nvPr/>
                      </p:nvGrpSpPr>
                      <p:grpSpPr>
                        <a:xfrm>
                          <a:off x="1824" y="1968"/>
                          <a:ext cx="343" cy="918"/>
                          <a:chOff x="2880" y="2112"/>
                          <a:chExt cx="2304" cy="2016"/>
                        </a:xfrm>
                      </p:grpSpPr>
                      <p:sp>
                        <p:nvSpPr>
                          <p:cNvPr id="156100" name="任意多边形 15609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01" name="任意多边形 15610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102" name="组合 156101"/>
                        <p:cNvGrpSpPr/>
                        <p:nvPr/>
                      </p:nvGrpSpPr>
                      <p:grpSpPr>
                        <a:xfrm>
                          <a:off x="2167" y="1968"/>
                          <a:ext cx="342" cy="918"/>
                          <a:chOff x="2880" y="2112"/>
                          <a:chExt cx="2304" cy="2016"/>
                        </a:xfrm>
                      </p:grpSpPr>
                      <p:sp>
                        <p:nvSpPr>
                          <p:cNvPr id="156103" name="任意多边形 15610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04" name="任意多边形 15610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105" name="组合 156104"/>
                    <p:cNvGrpSpPr/>
                    <p:nvPr/>
                  </p:nvGrpSpPr>
                  <p:grpSpPr>
                    <a:xfrm flipV="1">
                      <a:off x="2832" y="2832"/>
                      <a:ext cx="2496" cy="630"/>
                      <a:chOff x="1056" y="816"/>
                      <a:chExt cx="2496" cy="630"/>
                    </a:xfrm>
                  </p:grpSpPr>
                  <p:sp>
                    <p:nvSpPr>
                      <p:cNvPr id="156106" name="任意多边形 15610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107" name="组合 156106"/>
                      <p:cNvGrpSpPr/>
                      <p:nvPr/>
                    </p:nvGrpSpPr>
                    <p:grpSpPr>
                      <a:xfrm>
                        <a:off x="1056" y="816"/>
                        <a:ext cx="2016" cy="630"/>
                        <a:chOff x="1824" y="1968"/>
                        <a:chExt cx="685" cy="918"/>
                      </a:xfrm>
                    </p:grpSpPr>
                    <p:grpSp>
                      <p:nvGrpSpPr>
                        <p:cNvPr id="156108" name="组合 156107"/>
                        <p:cNvGrpSpPr/>
                        <p:nvPr/>
                      </p:nvGrpSpPr>
                      <p:grpSpPr>
                        <a:xfrm>
                          <a:off x="1824" y="1968"/>
                          <a:ext cx="343" cy="918"/>
                          <a:chOff x="2880" y="2112"/>
                          <a:chExt cx="2304" cy="2016"/>
                        </a:xfrm>
                      </p:grpSpPr>
                      <p:sp>
                        <p:nvSpPr>
                          <p:cNvPr id="156109" name="任意多边形 15610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10" name="任意多边形 15610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111" name="组合 156110"/>
                        <p:cNvGrpSpPr/>
                        <p:nvPr/>
                      </p:nvGrpSpPr>
                      <p:grpSpPr>
                        <a:xfrm>
                          <a:off x="2167" y="1968"/>
                          <a:ext cx="342" cy="918"/>
                          <a:chOff x="2880" y="2112"/>
                          <a:chExt cx="2304" cy="2016"/>
                        </a:xfrm>
                      </p:grpSpPr>
                      <p:sp>
                        <p:nvSpPr>
                          <p:cNvPr id="156112" name="任意多边形 15611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13" name="任意多边形 15611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114" name="直接连接符 15611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6115" name="组合 156114"/>
            <p:cNvGrpSpPr/>
            <p:nvPr/>
          </p:nvGrpSpPr>
          <p:grpSpPr>
            <a:xfrm>
              <a:off x="3888" y="3360"/>
              <a:ext cx="1104" cy="576"/>
              <a:chOff x="2352" y="3024"/>
              <a:chExt cx="1104" cy="576"/>
            </a:xfrm>
          </p:grpSpPr>
          <p:grpSp>
            <p:nvGrpSpPr>
              <p:cNvPr id="156116" name="组合 156115"/>
              <p:cNvGrpSpPr/>
              <p:nvPr/>
            </p:nvGrpSpPr>
            <p:grpSpPr>
              <a:xfrm flipH="1">
                <a:off x="2352" y="3312"/>
                <a:ext cx="1104" cy="288"/>
                <a:chOff x="912" y="2928"/>
                <a:chExt cx="1104" cy="288"/>
              </a:xfrm>
            </p:grpSpPr>
            <p:grpSp>
              <p:nvGrpSpPr>
                <p:cNvPr id="156117" name="组合 156116"/>
                <p:cNvGrpSpPr/>
                <p:nvPr/>
              </p:nvGrpSpPr>
              <p:grpSpPr>
                <a:xfrm>
                  <a:off x="912" y="2928"/>
                  <a:ext cx="1104" cy="144"/>
                  <a:chOff x="1872" y="2880"/>
                  <a:chExt cx="1104" cy="144"/>
                </a:xfrm>
              </p:grpSpPr>
              <p:grpSp>
                <p:nvGrpSpPr>
                  <p:cNvPr id="156118" name="组合 156117"/>
                  <p:cNvGrpSpPr/>
                  <p:nvPr/>
                </p:nvGrpSpPr>
                <p:grpSpPr>
                  <a:xfrm>
                    <a:off x="2016" y="2880"/>
                    <a:ext cx="960" cy="144"/>
                    <a:chOff x="336" y="2832"/>
                    <a:chExt cx="4992" cy="630"/>
                  </a:xfrm>
                </p:grpSpPr>
                <p:grpSp>
                  <p:nvGrpSpPr>
                    <p:cNvPr id="156119" name="组合 156118"/>
                    <p:cNvGrpSpPr/>
                    <p:nvPr/>
                  </p:nvGrpSpPr>
                  <p:grpSpPr>
                    <a:xfrm>
                      <a:off x="336" y="2832"/>
                      <a:ext cx="2496" cy="630"/>
                      <a:chOff x="1056" y="816"/>
                      <a:chExt cx="2496" cy="630"/>
                    </a:xfrm>
                  </p:grpSpPr>
                  <p:sp>
                    <p:nvSpPr>
                      <p:cNvPr id="156120" name="任意多边形 15611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121" name="组合 156120"/>
                      <p:cNvGrpSpPr/>
                      <p:nvPr/>
                    </p:nvGrpSpPr>
                    <p:grpSpPr>
                      <a:xfrm>
                        <a:off x="1056" y="816"/>
                        <a:ext cx="2016" cy="630"/>
                        <a:chOff x="1824" y="1968"/>
                        <a:chExt cx="685" cy="918"/>
                      </a:xfrm>
                    </p:grpSpPr>
                    <p:grpSp>
                      <p:nvGrpSpPr>
                        <p:cNvPr id="156122" name="组合 156121"/>
                        <p:cNvGrpSpPr/>
                        <p:nvPr/>
                      </p:nvGrpSpPr>
                      <p:grpSpPr>
                        <a:xfrm>
                          <a:off x="1824" y="1968"/>
                          <a:ext cx="343" cy="918"/>
                          <a:chOff x="2880" y="2112"/>
                          <a:chExt cx="2304" cy="2016"/>
                        </a:xfrm>
                      </p:grpSpPr>
                      <p:sp>
                        <p:nvSpPr>
                          <p:cNvPr id="156123" name="任意多边形 15612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24" name="任意多边形 15612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125" name="组合 156124"/>
                        <p:cNvGrpSpPr/>
                        <p:nvPr/>
                      </p:nvGrpSpPr>
                      <p:grpSpPr>
                        <a:xfrm>
                          <a:off x="2167" y="1968"/>
                          <a:ext cx="342" cy="918"/>
                          <a:chOff x="2880" y="2112"/>
                          <a:chExt cx="2304" cy="2016"/>
                        </a:xfrm>
                      </p:grpSpPr>
                      <p:sp>
                        <p:nvSpPr>
                          <p:cNvPr id="156126" name="任意多边形 15612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27" name="任意多边形 15612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128" name="组合 156127"/>
                    <p:cNvGrpSpPr/>
                    <p:nvPr/>
                  </p:nvGrpSpPr>
                  <p:grpSpPr>
                    <a:xfrm flipV="1">
                      <a:off x="2832" y="2832"/>
                      <a:ext cx="2496" cy="630"/>
                      <a:chOff x="1056" y="816"/>
                      <a:chExt cx="2496" cy="630"/>
                    </a:xfrm>
                  </p:grpSpPr>
                  <p:sp>
                    <p:nvSpPr>
                      <p:cNvPr id="156129" name="任意多边形 15612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130" name="组合 156129"/>
                      <p:cNvGrpSpPr/>
                      <p:nvPr/>
                    </p:nvGrpSpPr>
                    <p:grpSpPr>
                      <a:xfrm>
                        <a:off x="1056" y="816"/>
                        <a:ext cx="2016" cy="630"/>
                        <a:chOff x="1824" y="1968"/>
                        <a:chExt cx="685" cy="918"/>
                      </a:xfrm>
                    </p:grpSpPr>
                    <p:grpSp>
                      <p:nvGrpSpPr>
                        <p:cNvPr id="156131" name="组合 156130"/>
                        <p:cNvGrpSpPr/>
                        <p:nvPr/>
                      </p:nvGrpSpPr>
                      <p:grpSpPr>
                        <a:xfrm>
                          <a:off x="1824" y="1968"/>
                          <a:ext cx="343" cy="918"/>
                          <a:chOff x="2880" y="2112"/>
                          <a:chExt cx="2304" cy="2016"/>
                        </a:xfrm>
                      </p:grpSpPr>
                      <p:sp>
                        <p:nvSpPr>
                          <p:cNvPr id="156132" name="任意多边形 15613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33" name="任意多边形 15613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134" name="组合 156133"/>
                        <p:cNvGrpSpPr/>
                        <p:nvPr/>
                      </p:nvGrpSpPr>
                      <p:grpSpPr>
                        <a:xfrm>
                          <a:off x="2167" y="1968"/>
                          <a:ext cx="342" cy="918"/>
                          <a:chOff x="2880" y="2112"/>
                          <a:chExt cx="2304" cy="2016"/>
                        </a:xfrm>
                      </p:grpSpPr>
                      <p:sp>
                        <p:nvSpPr>
                          <p:cNvPr id="156135" name="任意多边形 15613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36" name="任意多边形 15613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137" name="直接连接符 15613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138" name="组合 156137"/>
                <p:cNvGrpSpPr/>
                <p:nvPr/>
              </p:nvGrpSpPr>
              <p:grpSpPr>
                <a:xfrm>
                  <a:off x="912" y="3072"/>
                  <a:ext cx="1104" cy="144"/>
                  <a:chOff x="1872" y="2880"/>
                  <a:chExt cx="1104" cy="144"/>
                </a:xfrm>
              </p:grpSpPr>
              <p:grpSp>
                <p:nvGrpSpPr>
                  <p:cNvPr id="156139" name="组合 156138"/>
                  <p:cNvGrpSpPr/>
                  <p:nvPr/>
                </p:nvGrpSpPr>
                <p:grpSpPr>
                  <a:xfrm>
                    <a:off x="2016" y="2880"/>
                    <a:ext cx="960" cy="144"/>
                    <a:chOff x="336" y="2832"/>
                    <a:chExt cx="4992" cy="630"/>
                  </a:xfrm>
                </p:grpSpPr>
                <p:grpSp>
                  <p:nvGrpSpPr>
                    <p:cNvPr id="156140" name="组合 156139"/>
                    <p:cNvGrpSpPr/>
                    <p:nvPr/>
                  </p:nvGrpSpPr>
                  <p:grpSpPr>
                    <a:xfrm>
                      <a:off x="336" y="2832"/>
                      <a:ext cx="2496" cy="630"/>
                      <a:chOff x="1056" y="816"/>
                      <a:chExt cx="2496" cy="630"/>
                    </a:xfrm>
                  </p:grpSpPr>
                  <p:sp>
                    <p:nvSpPr>
                      <p:cNvPr id="156141" name="任意多边形 15614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142" name="组合 156141"/>
                      <p:cNvGrpSpPr/>
                      <p:nvPr/>
                    </p:nvGrpSpPr>
                    <p:grpSpPr>
                      <a:xfrm>
                        <a:off x="1056" y="816"/>
                        <a:ext cx="2016" cy="630"/>
                        <a:chOff x="1824" y="1968"/>
                        <a:chExt cx="685" cy="918"/>
                      </a:xfrm>
                    </p:grpSpPr>
                    <p:grpSp>
                      <p:nvGrpSpPr>
                        <p:cNvPr id="156143" name="组合 156142"/>
                        <p:cNvGrpSpPr/>
                        <p:nvPr/>
                      </p:nvGrpSpPr>
                      <p:grpSpPr>
                        <a:xfrm>
                          <a:off x="1824" y="1968"/>
                          <a:ext cx="343" cy="918"/>
                          <a:chOff x="2880" y="2112"/>
                          <a:chExt cx="2304" cy="2016"/>
                        </a:xfrm>
                      </p:grpSpPr>
                      <p:sp>
                        <p:nvSpPr>
                          <p:cNvPr id="156144" name="任意多边形 15614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45" name="任意多边形 15614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146" name="组合 156145"/>
                        <p:cNvGrpSpPr/>
                        <p:nvPr/>
                      </p:nvGrpSpPr>
                      <p:grpSpPr>
                        <a:xfrm>
                          <a:off x="2167" y="1968"/>
                          <a:ext cx="342" cy="918"/>
                          <a:chOff x="2880" y="2112"/>
                          <a:chExt cx="2304" cy="2016"/>
                        </a:xfrm>
                      </p:grpSpPr>
                      <p:sp>
                        <p:nvSpPr>
                          <p:cNvPr id="156147" name="任意多边形 15614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48" name="任意多边形 15614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149" name="组合 156148"/>
                    <p:cNvGrpSpPr/>
                    <p:nvPr/>
                  </p:nvGrpSpPr>
                  <p:grpSpPr>
                    <a:xfrm flipV="1">
                      <a:off x="2832" y="2832"/>
                      <a:ext cx="2496" cy="630"/>
                      <a:chOff x="1056" y="816"/>
                      <a:chExt cx="2496" cy="630"/>
                    </a:xfrm>
                  </p:grpSpPr>
                  <p:sp>
                    <p:nvSpPr>
                      <p:cNvPr id="156150" name="任意多边形 15614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151" name="组合 156150"/>
                      <p:cNvGrpSpPr/>
                      <p:nvPr/>
                    </p:nvGrpSpPr>
                    <p:grpSpPr>
                      <a:xfrm>
                        <a:off x="1056" y="816"/>
                        <a:ext cx="2016" cy="630"/>
                        <a:chOff x="1824" y="1968"/>
                        <a:chExt cx="685" cy="918"/>
                      </a:xfrm>
                    </p:grpSpPr>
                    <p:grpSp>
                      <p:nvGrpSpPr>
                        <p:cNvPr id="156152" name="组合 156151"/>
                        <p:cNvGrpSpPr/>
                        <p:nvPr/>
                      </p:nvGrpSpPr>
                      <p:grpSpPr>
                        <a:xfrm>
                          <a:off x="1824" y="1968"/>
                          <a:ext cx="343" cy="918"/>
                          <a:chOff x="2880" y="2112"/>
                          <a:chExt cx="2304" cy="2016"/>
                        </a:xfrm>
                      </p:grpSpPr>
                      <p:sp>
                        <p:nvSpPr>
                          <p:cNvPr id="156153" name="任意多边形 15615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54" name="任意多边形 15615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155" name="组合 156154"/>
                        <p:cNvGrpSpPr/>
                        <p:nvPr/>
                      </p:nvGrpSpPr>
                      <p:grpSpPr>
                        <a:xfrm>
                          <a:off x="2167" y="1968"/>
                          <a:ext cx="342" cy="918"/>
                          <a:chOff x="2880" y="2112"/>
                          <a:chExt cx="2304" cy="2016"/>
                        </a:xfrm>
                      </p:grpSpPr>
                      <p:sp>
                        <p:nvSpPr>
                          <p:cNvPr id="156156" name="任意多边形 15615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57" name="任意多边形 15615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158" name="直接连接符 15615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6159" name="组合 156158"/>
              <p:cNvGrpSpPr/>
              <p:nvPr/>
            </p:nvGrpSpPr>
            <p:grpSpPr>
              <a:xfrm flipH="1">
                <a:off x="2352" y="3024"/>
                <a:ext cx="1104" cy="288"/>
                <a:chOff x="912" y="2928"/>
                <a:chExt cx="1104" cy="288"/>
              </a:xfrm>
            </p:grpSpPr>
            <p:grpSp>
              <p:nvGrpSpPr>
                <p:cNvPr id="156160" name="组合 156159"/>
                <p:cNvGrpSpPr/>
                <p:nvPr/>
              </p:nvGrpSpPr>
              <p:grpSpPr>
                <a:xfrm>
                  <a:off x="912" y="2928"/>
                  <a:ext cx="1104" cy="144"/>
                  <a:chOff x="1872" y="2880"/>
                  <a:chExt cx="1104" cy="144"/>
                </a:xfrm>
              </p:grpSpPr>
              <p:grpSp>
                <p:nvGrpSpPr>
                  <p:cNvPr id="156161" name="组合 156160"/>
                  <p:cNvGrpSpPr/>
                  <p:nvPr/>
                </p:nvGrpSpPr>
                <p:grpSpPr>
                  <a:xfrm>
                    <a:off x="2016" y="2880"/>
                    <a:ext cx="960" cy="144"/>
                    <a:chOff x="336" y="2832"/>
                    <a:chExt cx="4992" cy="630"/>
                  </a:xfrm>
                </p:grpSpPr>
                <p:grpSp>
                  <p:nvGrpSpPr>
                    <p:cNvPr id="156162" name="组合 156161"/>
                    <p:cNvGrpSpPr/>
                    <p:nvPr/>
                  </p:nvGrpSpPr>
                  <p:grpSpPr>
                    <a:xfrm>
                      <a:off x="336" y="2832"/>
                      <a:ext cx="2496" cy="630"/>
                      <a:chOff x="1056" y="816"/>
                      <a:chExt cx="2496" cy="630"/>
                    </a:xfrm>
                  </p:grpSpPr>
                  <p:sp>
                    <p:nvSpPr>
                      <p:cNvPr id="156163" name="任意多边形 15616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164" name="组合 156163"/>
                      <p:cNvGrpSpPr/>
                      <p:nvPr/>
                    </p:nvGrpSpPr>
                    <p:grpSpPr>
                      <a:xfrm>
                        <a:off x="1056" y="816"/>
                        <a:ext cx="2016" cy="630"/>
                        <a:chOff x="1824" y="1968"/>
                        <a:chExt cx="685" cy="918"/>
                      </a:xfrm>
                    </p:grpSpPr>
                    <p:grpSp>
                      <p:nvGrpSpPr>
                        <p:cNvPr id="156165" name="组合 156164"/>
                        <p:cNvGrpSpPr/>
                        <p:nvPr/>
                      </p:nvGrpSpPr>
                      <p:grpSpPr>
                        <a:xfrm>
                          <a:off x="1824" y="1968"/>
                          <a:ext cx="343" cy="918"/>
                          <a:chOff x="2880" y="2112"/>
                          <a:chExt cx="2304" cy="2016"/>
                        </a:xfrm>
                      </p:grpSpPr>
                      <p:sp>
                        <p:nvSpPr>
                          <p:cNvPr id="156166" name="任意多边形 15616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67" name="任意多边形 15616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168" name="组合 156167"/>
                        <p:cNvGrpSpPr/>
                        <p:nvPr/>
                      </p:nvGrpSpPr>
                      <p:grpSpPr>
                        <a:xfrm>
                          <a:off x="2167" y="1968"/>
                          <a:ext cx="342" cy="918"/>
                          <a:chOff x="2880" y="2112"/>
                          <a:chExt cx="2304" cy="2016"/>
                        </a:xfrm>
                      </p:grpSpPr>
                      <p:sp>
                        <p:nvSpPr>
                          <p:cNvPr id="156169" name="任意多边形 15616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70" name="任意多边形 15616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171" name="组合 156170"/>
                    <p:cNvGrpSpPr/>
                    <p:nvPr/>
                  </p:nvGrpSpPr>
                  <p:grpSpPr>
                    <a:xfrm flipV="1">
                      <a:off x="2832" y="2832"/>
                      <a:ext cx="2496" cy="630"/>
                      <a:chOff x="1056" y="816"/>
                      <a:chExt cx="2496" cy="630"/>
                    </a:xfrm>
                  </p:grpSpPr>
                  <p:sp>
                    <p:nvSpPr>
                      <p:cNvPr id="156172" name="任意多边形 15617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173" name="组合 156172"/>
                      <p:cNvGrpSpPr/>
                      <p:nvPr/>
                    </p:nvGrpSpPr>
                    <p:grpSpPr>
                      <a:xfrm>
                        <a:off x="1056" y="816"/>
                        <a:ext cx="2016" cy="630"/>
                        <a:chOff x="1824" y="1968"/>
                        <a:chExt cx="685" cy="918"/>
                      </a:xfrm>
                    </p:grpSpPr>
                    <p:grpSp>
                      <p:nvGrpSpPr>
                        <p:cNvPr id="156174" name="组合 156173"/>
                        <p:cNvGrpSpPr/>
                        <p:nvPr/>
                      </p:nvGrpSpPr>
                      <p:grpSpPr>
                        <a:xfrm>
                          <a:off x="1824" y="1968"/>
                          <a:ext cx="343" cy="918"/>
                          <a:chOff x="2880" y="2112"/>
                          <a:chExt cx="2304" cy="2016"/>
                        </a:xfrm>
                      </p:grpSpPr>
                      <p:sp>
                        <p:nvSpPr>
                          <p:cNvPr id="156175" name="任意多边形 15617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76" name="任意多边形 15617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177" name="组合 156176"/>
                        <p:cNvGrpSpPr/>
                        <p:nvPr/>
                      </p:nvGrpSpPr>
                      <p:grpSpPr>
                        <a:xfrm>
                          <a:off x="2167" y="1968"/>
                          <a:ext cx="342" cy="918"/>
                          <a:chOff x="2880" y="2112"/>
                          <a:chExt cx="2304" cy="2016"/>
                        </a:xfrm>
                      </p:grpSpPr>
                      <p:sp>
                        <p:nvSpPr>
                          <p:cNvPr id="156178" name="任意多边形 15617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79" name="任意多边形 15617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180" name="直接连接符 15617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181" name="组合 156180"/>
                <p:cNvGrpSpPr/>
                <p:nvPr/>
              </p:nvGrpSpPr>
              <p:grpSpPr>
                <a:xfrm>
                  <a:off x="912" y="3072"/>
                  <a:ext cx="1104" cy="144"/>
                  <a:chOff x="1872" y="2880"/>
                  <a:chExt cx="1104" cy="144"/>
                </a:xfrm>
              </p:grpSpPr>
              <p:grpSp>
                <p:nvGrpSpPr>
                  <p:cNvPr id="156182" name="组合 156181"/>
                  <p:cNvGrpSpPr/>
                  <p:nvPr/>
                </p:nvGrpSpPr>
                <p:grpSpPr>
                  <a:xfrm>
                    <a:off x="2016" y="2880"/>
                    <a:ext cx="960" cy="144"/>
                    <a:chOff x="336" y="2832"/>
                    <a:chExt cx="4992" cy="630"/>
                  </a:xfrm>
                </p:grpSpPr>
                <p:grpSp>
                  <p:nvGrpSpPr>
                    <p:cNvPr id="156183" name="组合 156182"/>
                    <p:cNvGrpSpPr/>
                    <p:nvPr/>
                  </p:nvGrpSpPr>
                  <p:grpSpPr>
                    <a:xfrm>
                      <a:off x="336" y="2832"/>
                      <a:ext cx="2496" cy="630"/>
                      <a:chOff x="1056" y="816"/>
                      <a:chExt cx="2496" cy="630"/>
                    </a:xfrm>
                  </p:grpSpPr>
                  <p:sp>
                    <p:nvSpPr>
                      <p:cNvPr id="156184" name="任意多边形 15618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185" name="组合 156184"/>
                      <p:cNvGrpSpPr/>
                      <p:nvPr/>
                    </p:nvGrpSpPr>
                    <p:grpSpPr>
                      <a:xfrm>
                        <a:off x="1056" y="816"/>
                        <a:ext cx="2016" cy="630"/>
                        <a:chOff x="1824" y="1968"/>
                        <a:chExt cx="685" cy="918"/>
                      </a:xfrm>
                    </p:grpSpPr>
                    <p:grpSp>
                      <p:nvGrpSpPr>
                        <p:cNvPr id="156186" name="组合 156185"/>
                        <p:cNvGrpSpPr/>
                        <p:nvPr/>
                      </p:nvGrpSpPr>
                      <p:grpSpPr>
                        <a:xfrm>
                          <a:off x="1824" y="1968"/>
                          <a:ext cx="343" cy="918"/>
                          <a:chOff x="2880" y="2112"/>
                          <a:chExt cx="2304" cy="2016"/>
                        </a:xfrm>
                      </p:grpSpPr>
                      <p:sp>
                        <p:nvSpPr>
                          <p:cNvPr id="156187" name="任意多边形 15618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88" name="任意多边形 15618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189" name="组合 156188"/>
                        <p:cNvGrpSpPr/>
                        <p:nvPr/>
                      </p:nvGrpSpPr>
                      <p:grpSpPr>
                        <a:xfrm>
                          <a:off x="2167" y="1968"/>
                          <a:ext cx="342" cy="918"/>
                          <a:chOff x="2880" y="2112"/>
                          <a:chExt cx="2304" cy="2016"/>
                        </a:xfrm>
                      </p:grpSpPr>
                      <p:sp>
                        <p:nvSpPr>
                          <p:cNvPr id="156190" name="任意多边形 15618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91" name="任意多边形 15619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192" name="组合 156191"/>
                    <p:cNvGrpSpPr/>
                    <p:nvPr/>
                  </p:nvGrpSpPr>
                  <p:grpSpPr>
                    <a:xfrm flipV="1">
                      <a:off x="2832" y="2832"/>
                      <a:ext cx="2496" cy="630"/>
                      <a:chOff x="1056" y="816"/>
                      <a:chExt cx="2496" cy="630"/>
                    </a:xfrm>
                  </p:grpSpPr>
                  <p:sp>
                    <p:nvSpPr>
                      <p:cNvPr id="156193" name="任意多边形 15619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194" name="组合 156193"/>
                      <p:cNvGrpSpPr/>
                      <p:nvPr/>
                    </p:nvGrpSpPr>
                    <p:grpSpPr>
                      <a:xfrm>
                        <a:off x="1056" y="816"/>
                        <a:ext cx="2016" cy="630"/>
                        <a:chOff x="1824" y="1968"/>
                        <a:chExt cx="685" cy="918"/>
                      </a:xfrm>
                    </p:grpSpPr>
                    <p:grpSp>
                      <p:nvGrpSpPr>
                        <p:cNvPr id="156195" name="组合 156194"/>
                        <p:cNvGrpSpPr/>
                        <p:nvPr/>
                      </p:nvGrpSpPr>
                      <p:grpSpPr>
                        <a:xfrm>
                          <a:off x="1824" y="1968"/>
                          <a:ext cx="343" cy="918"/>
                          <a:chOff x="2880" y="2112"/>
                          <a:chExt cx="2304" cy="2016"/>
                        </a:xfrm>
                      </p:grpSpPr>
                      <p:sp>
                        <p:nvSpPr>
                          <p:cNvPr id="156196" name="任意多边形 15619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197" name="任意多边形 15619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198" name="组合 156197"/>
                        <p:cNvGrpSpPr/>
                        <p:nvPr/>
                      </p:nvGrpSpPr>
                      <p:grpSpPr>
                        <a:xfrm>
                          <a:off x="2167" y="1968"/>
                          <a:ext cx="342" cy="918"/>
                          <a:chOff x="2880" y="2112"/>
                          <a:chExt cx="2304" cy="2016"/>
                        </a:xfrm>
                      </p:grpSpPr>
                      <p:sp>
                        <p:nvSpPr>
                          <p:cNvPr id="156199" name="任意多边形 15619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00" name="任意多边形 15619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201" name="直接连接符 15620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56202" name="组合 156201"/>
          <p:cNvGrpSpPr/>
          <p:nvPr/>
        </p:nvGrpSpPr>
        <p:grpSpPr>
          <a:xfrm flipH="1">
            <a:off x="3917315" y="3972878"/>
            <a:ext cx="1752600" cy="1295400"/>
            <a:chOff x="3072" y="2880"/>
            <a:chExt cx="1104" cy="1440"/>
          </a:xfrm>
        </p:grpSpPr>
        <p:grpSp>
          <p:nvGrpSpPr>
            <p:cNvPr id="156203" name="组合 156202"/>
            <p:cNvGrpSpPr/>
            <p:nvPr/>
          </p:nvGrpSpPr>
          <p:grpSpPr>
            <a:xfrm>
              <a:off x="3072" y="2880"/>
              <a:ext cx="1104" cy="768"/>
              <a:chOff x="3888" y="2784"/>
              <a:chExt cx="1104" cy="1152"/>
            </a:xfrm>
          </p:grpSpPr>
          <p:grpSp>
            <p:nvGrpSpPr>
              <p:cNvPr id="156204" name="组合 156203"/>
              <p:cNvGrpSpPr/>
              <p:nvPr/>
            </p:nvGrpSpPr>
            <p:grpSpPr>
              <a:xfrm>
                <a:off x="3888" y="2784"/>
                <a:ext cx="1104" cy="576"/>
                <a:chOff x="2352" y="3024"/>
                <a:chExt cx="1104" cy="576"/>
              </a:xfrm>
            </p:grpSpPr>
            <p:grpSp>
              <p:nvGrpSpPr>
                <p:cNvPr id="156205" name="组合 156204"/>
                <p:cNvGrpSpPr/>
                <p:nvPr/>
              </p:nvGrpSpPr>
              <p:grpSpPr>
                <a:xfrm flipH="1">
                  <a:off x="2352" y="3312"/>
                  <a:ext cx="1104" cy="288"/>
                  <a:chOff x="912" y="2928"/>
                  <a:chExt cx="1104" cy="288"/>
                </a:xfrm>
              </p:grpSpPr>
              <p:grpSp>
                <p:nvGrpSpPr>
                  <p:cNvPr id="156206" name="组合 156205"/>
                  <p:cNvGrpSpPr/>
                  <p:nvPr/>
                </p:nvGrpSpPr>
                <p:grpSpPr>
                  <a:xfrm>
                    <a:off x="912" y="2928"/>
                    <a:ext cx="1104" cy="144"/>
                    <a:chOff x="1872" y="2880"/>
                    <a:chExt cx="1104" cy="144"/>
                  </a:xfrm>
                </p:grpSpPr>
                <p:grpSp>
                  <p:nvGrpSpPr>
                    <p:cNvPr id="156207" name="组合 156206"/>
                    <p:cNvGrpSpPr/>
                    <p:nvPr/>
                  </p:nvGrpSpPr>
                  <p:grpSpPr>
                    <a:xfrm>
                      <a:off x="2016" y="2880"/>
                      <a:ext cx="960" cy="144"/>
                      <a:chOff x="336" y="2832"/>
                      <a:chExt cx="4992" cy="630"/>
                    </a:xfrm>
                  </p:grpSpPr>
                  <p:grpSp>
                    <p:nvGrpSpPr>
                      <p:cNvPr id="156208" name="组合 156207"/>
                      <p:cNvGrpSpPr/>
                      <p:nvPr/>
                    </p:nvGrpSpPr>
                    <p:grpSpPr>
                      <a:xfrm>
                        <a:off x="336" y="2832"/>
                        <a:ext cx="2496" cy="630"/>
                        <a:chOff x="1056" y="816"/>
                        <a:chExt cx="2496" cy="630"/>
                      </a:xfrm>
                    </p:grpSpPr>
                    <p:sp>
                      <p:nvSpPr>
                        <p:cNvPr id="156209" name="任意多边形 15620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210" name="组合 156209"/>
                        <p:cNvGrpSpPr/>
                        <p:nvPr/>
                      </p:nvGrpSpPr>
                      <p:grpSpPr>
                        <a:xfrm>
                          <a:off x="1056" y="816"/>
                          <a:ext cx="2016" cy="630"/>
                          <a:chOff x="1824" y="1968"/>
                          <a:chExt cx="685" cy="918"/>
                        </a:xfrm>
                      </p:grpSpPr>
                      <p:grpSp>
                        <p:nvGrpSpPr>
                          <p:cNvPr id="156211" name="组合 156210"/>
                          <p:cNvGrpSpPr/>
                          <p:nvPr/>
                        </p:nvGrpSpPr>
                        <p:grpSpPr>
                          <a:xfrm>
                            <a:off x="1824" y="1968"/>
                            <a:ext cx="343" cy="918"/>
                            <a:chOff x="2880" y="2112"/>
                            <a:chExt cx="2304" cy="2016"/>
                          </a:xfrm>
                        </p:grpSpPr>
                        <p:sp>
                          <p:nvSpPr>
                            <p:cNvPr id="156212" name="任意多边形 15621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13" name="任意多边形 15621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214" name="组合 156213"/>
                          <p:cNvGrpSpPr/>
                          <p:nvPr/>
                        </p:nvGrpSpPr>
                        <p:grpSpPr>
                          <a:xfrm>
                            <a:off x="2167" y="1968"/>
                            <a:ext cx="342" cy="918"/>
                            <a:chOff x="2880" y="2112"/>
                            <a:chExt cx="2304" cy="2016"/>
                          </a:xfrm>
                        </p:grpSpPr>
                        <p:sp>
                          <p:nvSpPr>
                            <p:cNvPr id="156215" name="任意多边形 15621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16" name="任意多边形 15621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217" name="组合 156216"/>
                      <p:cNvGrpSpPr/>
                      <p:nvPr/>
                    </p:nvGrpSpPr>
                    <p:grpSpPr>
                      <a:xfrm flipV="1">
                        <a:off x="2832" y="2832"/>
                        <a:ext cx="2496" cy="630"/>
                        <a:chOff x="1056" y="816"/>
                        <a:chExt cx="2496" cy="630"/>
                      </a:xfrm>
                    </p:grpSpPr>
                    <p:sp>
                      <p:nvSpPr>
                        <p:cNvPr id="156218" name="任意多边形 15621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219" name="组合 156218"/>
                        <p:cNvGrpSpPr/>
                        <p:nvPr/>
                      </p:nvGrpSpPr>
                      <p:grpSpPr>
                        <a:xfrm>
                          <a:off x="1056" y="816"/>
                          <a:ext cx="2016" cy="630"/>
                          <a:chOff x="1824" y="1968"/>
                          <a:chExt cx="685" cy="918"/>
                        </a:xfrm>
                      </p:grpSpPr>
                      <p:grpSp>
                        <p:nvGrpSpPr>
                          <p:cNvPr id="156220" name="组合 156219"/>
                          <p:cNvGrpSpPr/>
                          <p:nvPr/>
                        </p:nvGrpSpPr>
                        <p:grpSpPr>
                          <a:xfrm>
                            <a:off x="1824" y="1968"/>
                            <a:ext cx="343" cy="918"/>
                            <a:chOff x="2880" y="2112"/>
                            <a:chExt cx="2304" cy="2016"/>
                          </a:xfrm>
                        </p:grpSpPr>
                        <p:sp>
                          <p:nvSpPr>
                            <p:cNvPr id="156221" name="任意多边形 15622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22" name="任意多边形 15622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223" name="组合 156222"/>
                          <p:cNvGrpSpPr/>
                          <p:nvPr/>
                        </p:nvGrpSpPr>
                        <p:grpSpPr>
                          <a:xfrm>
                            <a:off x="2167" y="1968"/>
                            <a:ext cx="342" cy="918"/>
                            <a:chOff x="2880" y="2112"/>
                            <a:chExt cx="2304" cy="2016"/>
                          </a:xfrm>
                        </p:grpSpPr>
                        <p:sp>
                          <p:nvSpPr>
                            <p:cNvPr id="156224" name="任意多边形 15622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25" name="任意多边形 15622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226" name="直接连接符 15622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227" name="组合 156226"/>
                  <p:cNvGrpSpPr/>
                  <p:nvPr/>
                </p:nvGrpSpPr>
                <p:grpSpPr>
                  <a:xfrm>
                    <a:off x="912" y="3072"/>
                    <a:ext cx="1104" cy="144"/>
                    <a:chOff x="1872" y="2880"/>
                    <a:chExt cx="1104" cy="144"/>
                  </a:xfrm>
                </p:grpSpPr>
                <p:grpSp>
                  <p:nvGrpSpPr>
                    <p:cNvPr id="156228" name="组合 156227"/>
                    <p:cNvGrpSpPr/>
                    <p:nvPr/>
                  </p:nvGrpSpPr>
                  <p:grpSpPr>
                    <a:xfrm>
                      <a:off x="2016" y="2880"/>
                      <a:ext cx="960" cy="144"/>
                      <a:chOff x="336" y="2832"/>
                      <a:chExt cx="4992" cy="630"/>
                    </a:xfrm>
                  </p:grpSpPr>
                  <p:grpSp>
                    <p:nvGrpSpPr>
                      <p:cNvPr id="156229" name="组合 156228"/>
                      <p:cNvGrpSpPr/>
                      <p:nvPr/>
                    </p:nvGrpSpPr>
                    <p:grpSpPr>
                      <a:xfrm>
                        <a:off x="336" y="2832"/>
                        <a:ext cx="2496" cy="630"/>
                        <a:chOff x="1056" y="816"/>
                        <a:chExt cx="2496" cy="630"/>
                      </a:xfrm>
                    </p:grpSpPr>
                    <p:sp>
                      <p:nvSpPr>
                        <p:cNvPr id="156230" name="任意多边形 15622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231" name="组合 156230"/>
                        <p:cNvGrpSpPr/>
                        <p:nvPr/>
                      </p:nvGrpSpPr>
                      <p:grpSpPr>
                        <a:xfrm>
                          <a:off x="1056" y="816"/>
                          <a:ext cx="2016" cy="630"/>
                          <a:chOff x="1824" y="1968"/>
                          <a:chExt cx="685" cy="918"/>
                        </a:xfrm>
                      </p:grpSpPr>
                      <p:grpSp>
                        <p:nvGrpSpPr>
                          <p:cNvPr id="156232" name="组合 156231"/>
                          <p:cNvGrpSpPr/>
                          <p:nvPr/>
                        </p:nvGrpSpPr>
                        <p:grpSpPr>
                          <a:xfrm>
                            <a:off x="1824" y="1968"/>
                            <a:ext cx="343" cy="918"/>
                            <a:chOff x="2880" y="2112"/>
                            <a:chExt cx="2304" cy="2016"/>
                          </a:xfrm>
                        </p:grpSpPr>
                        <p:sp>
                          <p:nvSpPr>
                            <p:cNvPr id="156233" name="任意多边形 15623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34" name="任意多边形 15623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235" name="组合 156234"/>
                          <p:cNvGrpSpPr/>
                          <p:nvPr/>
                        </p:nvGrpSpPr>
                        <p:grpSpPr>
                          <a:xfrm>
                            <a:off x="2167" y="1968"/>
                            <a:ext cx="342" cy="918"/>
                            <a:chOff x="2880" y="2112"/>
                            <a:chExt cx="2304" cy="2016"/>
                          </a:xfrm>
                        </p:grpSpPr>
                        <p:sp>
                          <p:nvSpPr>
                            <p:cNvPr id="156236" name="任意多边形 15623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37" name="任意多边形 15623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238" name="组合 156237"/>
                      <p:cNvGrpSpPr/>
                      <p:nvPr/>
                    </p:nvGrpSpPr>
                    <p:grpSpPr>
                      <a:xfrm flipV="1">
                        <a:off x="2832" y="2832"/>
                        <a:ext cx="2496" cy="630"/>
                        <a:chOff x="1056" y="816"/>
                        <a:chExt cx="2496" cy="630"/>
                      </a:xfrm>
                    </p:grpSpPr>
                    <p:sp>
                      <p:nvSpPr>
                        <p:cNvPr id="156239" name="任意多边形 15623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240" name="组合 156239"/>
                        <p:cNvGrpSpPr/>
                        <p:nvPr/>
                      </p:nvGrpSpPr>
                      <p:grpSpPr>
                        <a:xfrm>
                          <a:off x="1056" y="816"/>
                          <a:ext cx="2016" cy="630"/>
                          <a:chOff x="1824" y="1968"/>
                          <a:chExt cx="685" cy="918"/>
                        </a:xfrm>
                      </p:grpSpPr>
                      <p:grpSp>
                        <p:nvGrpSpPr>
                          <p:cNvPr id="156241" name="组合 156240"/>
                          <p:cNvGrpSpPr/>
                          <p:nvPr/>
                        </p:nvGrpSpPr>
                        <p:grpSpPr>
                          <a:xfrm>
                            <a:off x="1824" y="1968"/>
                            <a:ext cx="343" cy="918"/>
                            <a:chOff x="2880" y="2112"/>
                            <a:chExt cx="2304" cy="2016"/>
                          </a:xfrm>
                        </p:grpSpPr>
                        <p:sp>
                          <p:nvSpPr>
                            <p:cNvPr id="156242" name="任意多边形 15624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43" name="任意多边形 15624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244" name="组合 156243"/>
                          <p:cNvGrpSpPr/>
                          <p:nvPr/>
                        </p:nvGrpSpPr>
                        <p:grpSpPr>
                          <a:xfrm>
                            <a:off x="2167" y="1968"/>
                            <a:ext cx="342" cy="918"/>
                            <a:chOff x="2880" y="2112"/>
                            <a:chExt cx="2304" cy="2016"/>
                          </a:xfrm>
                        </p:grpSpPr>
                        <p:sp>
                          <p:nvSpPr>
                            <p:cNvPr id="156245" name="任意多边形 15624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46" name="任意多边形 15624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247" name="直接连接符 15624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6248" name="组合 156247"/>
                <p:cNvGrpSpPr/>
                <p:nvPr/>
              </p:nvGrpSpPr>
              <p:grpSpPr>
                <a:xfrm flipH="1">
                  <a:off x="2352" y="3024"/>
                  <a:ext cx="1104" cy="288"/>
                  <a:chOff x="912" y="2928"/>
                  <a:chExt cx="1104" cy="288"/>
                </a:xfrm>
              </p:grpSpPr>
              <p:grpSp>
                <p:nvGrpSpPr>
                  <p:cNvPr id="156249" name="组合 156248"/>
                  <p:cNvGrpSpPr/>
                  <p:nvPr/>
                </p:nvGrpSpPr>
                <p:grpSpPr>
                  <a:xfrm>
                    <a:off x="912" y="2928"/>
                    <a:ext cx="1104" cy="144"/>
                    <a:chOff x="1872" y="2880"/>
                    <a:chExt cx="1104" cy="144"/>
                  </a:xfrm>
                </p:grpSpPr>
                <p:grpSp>
                  <p:nvGrpSpPr>
                    <p:cNvPr id="156250" name="组合 156249"/>
                    <p:cNvGrpSpPr/>
                    <p:nvPr/>
                  </p:nvGrpSpPr>
                  <p:grpSpPr>
                    <a:xfrm>
                      <a:off x="2016" y="2880"/>
                      <a:ext cx="960" cy="144"/>
                      <a:chOff x="336" y="2832"/>
                      <a:chExt cx="4992" cy="630"/>
                    </a:xfrm>
                  </p:grpSpPr>
                  <p:grpSp>
                    <p:nvGrpSpPr>
                      <p:cNvPr id="156251" name="组合 156250"/>
                      <p:cNvGrpSpPr/>
                      <p:nvPr/>
                    </p:nvGrpSpPr>
                    <p:grpSpPr>
                      <a:xfrm>
                        <a:off x="336" y="2832"/>
                        <a:ext cx="2496" cy="630"/>
                        <a:chOff x="1056" y="816"/>
                        <a:chExt cx="2496" cy="630"/>
                      </a:xfrm>
                    </p:grpSpPr>
                    <p:sp>
                      <p:nvSpPr>
                        <p:cNvPr id="156252" name="任意多边形 15625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253" name="组合 156252"/>
                        <p:cNvGrpSpPr/>
                        <p:nvPr/>
                      </p:nvGrpSpPr>
                      <p:grpSpPr>
                        <a:xfrm>
                          <a:off x="1056" y="816"/>
                          <a:ext cx="2016" cy="630"/>
                          <a:chOff x="1824" y="1968"/>
                          <a:chExt cx="685" cy="918"/>
                        </a:xfrm>
                      </p:grpSpPr>
                      <p:grpSp>
                        <p:nvGrpSpPr>
                          <p:cNvPr id="156254" name="组合 156253"/>
                          <p:cNvGrpSpPr/>
                          <p:nvPr/>
                        </p:nvGrpSpPr>
                        <p:grpSpPr>
                          <a:xfrm>
                            <a:off x="1824" y="1968"/>
                            <a:ext cx="343" cy="918"/>
                            <a:chOff x="2880" y="2112"/>
                            <a:chExt cx="2304" cy="2016"/>
                          </a:xfrm>
                        </p:grpSpPr>
                        <p:sp>
                          <p:nvSpPr>
                            <p:cNvPr id="156255" name="任意多边形 15625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56" name="任意多边形 15625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257" name="组合 156256"/>
                          <p:cNvGrpSpPr/>
                          <p:nvPr/>
                        </p:nvGrpSpPr>
                        <p:grpSpPr>
                          <a:xfrm>
                            <a:off x="2167" y="1968"/>
                            <a:ext cx="342" cy="918"/>
                            <a:chOff x="2880" y="2112"/>
                            <a:chExt cx="2304" cy="2016"/>
                          </a:xfrm>
                        </p:grpSpPr>
                        <p:sp>
                          <p:nvSpPr>
                            <p:cNvPr id="156258" name="任意多边形 15625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59" name="任意多边形 15625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260" name="组合 156259"/>
                      <p:cNvGrpSpPr/>
                      <p:nvPr/>
                    </p:nvGrpSpPr>
                    <p:grpSpPr>
                      <a:xfrm flipV="1">
                        <a:off x="2832" y="2832"/>
                        <a:ext cx="2496" cy="630"/>
                        <a:chOff x="1056" y="816"/>
                        <a:chExt cx="2496" cy="630"/>
                      </a:xfrm>
                    </p:grpSpPr>
                    <p:sp>
                      <p:nvSpPr>
                        <p:cNvPr id="156261" name="任意多边形 15626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262" name="组合 156261"/>
                        <p:cNvGrpSpPr/>
                        <p:nvPr/>
                      </p:nvGrpSpPr>
                      <p:grpSpPr>
                        <a:xfrm>
                          <a:off x="1056" y="816"/>
                          <a:ext cx="2016" cy="630"/>
                          <a:chOff x="1824" y="1968"/>
                          <a:chExt cx="685" cy="918"/>
                        </a:xfrm>
                      </p:grpSpPr>
                      <p:grpSp>
                        <p:nvGrpSpPr>
                          <p:cNvPr id="156263" name="组合 156262"/>
                          <p:cNvGrpSpPr/>
                          <p:nvPr/>
                        </p:nvGrpSpPr>
                        <p:grpSpPr>
                          <a:xfrm>
                            <a:off x="1824" y="1968"/>
                            <a:ext cx="343" cy="918"/>
                            <a:chOff x="2880" y="2112"/>
                            <a:chExt cx="2304" cy="2016"/>
                          </a:xfrm>
                        </p:grpSpPr>
                        <p:sp>
                          <p:nvSpPr>
                            <p:cNvPr id="156264" name="任意多边形 15626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65" name="任意多边形 15626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266" name="组合 156265"/>
                          <p:cNvGrpSpPr/>
                          <p:nvPr/>
                        </p:nvGrpSpPr>
                        <p:grpSpPr>
                          <a:xfrm>
                            <a:off x="2167" y="1968"/>
                            <a:ext cx="342" cy="918"/>
                            <a:chOff x="2880" y="2112"/>
                            <a:chExt cx="2304" cy="2016"/>
                          </a:xfrm>
                        </p:grpSpPr>
                        <p:sp>
                          <p:nvSpPr>
                            <p:cNvPr id="156267" name="任意多边形 15626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68" name="任意多边形 15626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269" name="直接连接符 15626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270" name="组合 156269"/>
                  <p:cNvGrpSpPr/>
                  <p:nvPr/>
                </p:nvGrpSpPr>
                <p:grpSpPr>
                  <a:xfrm>
                    <a:off x="912" y="3072"/>
                    <a:ext cx="1104" cy="144"/>
                    <a:chOff x="1872" y="2880"/>
                    <a:chExt cx="1104" cy="144"/>
                  </a:xfrm>
                </p:grpSpPr>
                <p:grpSp>
                  <p:nvGrpSpPr>
                    <p:cNvPr id="156271" name="组合 156270"/>
                    <p:cNvGrpSpPr/>
                    <p:nvPr/>
                  </p:nvGrpSpPr>
                  <p:grpSpPr>
                    <a:xfrm>
                      <a:off x="2016" y="2880"/>
                      <a:ext cx="960" cy="144"/>
                      <a:chOff x="336" y="2832"/>
                      <a:chExt cx="4992" cy="630"/>
                    </a:xfrm>
                  </p:grpSpPr>
                  <p:grpSp>
                    <p:nvGrpSpPr>
                      <p:cNvPr id="156272" name="组合 156271"/>
                      <p:cNvGrpSpPr/>
                      <p:nvPr/>
                    </p:nvGrpSpPr>
                    <p:grpSpPr>
                      <a:xfrm>
                        <a:off x="336" y="2832"/>
                        <a:ext cx="2496" cy="630"/>
                        <a:chOff x="1056" y="816"/>
                        <a:chExt cx="2496" cy="630"/>
                      </a:xfrm>
                    </p:grpSpPr>
                    <p:sp>
                      <p:nvSpPr>
                        <p:cNvPr id="156273" name="任意多边形 15627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274" name="组合 156273"/>
                        <p:cNvGrpSpPr/>
                        <p:nvPr/>
                      </p:nvGrpSpPr>
                      <p:grpSpPr>
                        <a:xfrm>
                          <a:off x="1056" y="816"/>
                          <a:ext cx="2016" cy="630"/>
                          <a:chOff x="1824" y="1968"/>
                          <a:chExt cx="685" cy="918"/>
                        </a:xfrm>
                      </p:grpSpPr>
                      <p:grpSp>
                        <p:nvGrpSpPr>
                          <p:cNvPr id="156275" name="组合 156274"/>
                          <p:cNvGrpSpPr/>
                          <p:nvPr/>
                        </p:nvGrpSpPr>
                        <p:grpSpPr>
                          <a:xfrm>
                            <a:off x="1824" y="1968"/>
                            <a:ext cx="343" cy="918"/>
                            <a:chOff x="2880" y="2112"/>
                            <a:chExt cx="2304" cy="2016"/>
                          </a:xfrm>
                        </p:grpSpPr>
                        <p:sp>
                          <p:nvSpPr>
                            <p:cNvPr id="156276" name="任意多边形 15627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77" name="任意多边形 15627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278" name="组合 156277"/>
                          <p:cNvGrpSpPr/>
                          <p:nvPr/>
                        </p:nvGrpSpPr>
                        <p:grpSpPr>
                          <a:xfrm>
                            <a:off x="2167" y="1968"/>
                            <a:ext cx="342" cy="918"/>
                            <a:chOff x="2880" y="2112"/>
                            <a:chExt cx="2304" cy="2016"/>
                          </a:xfrm>
                        </p:grpSpPr>
                        <p:sp>
                          <p:nvSpPr>
                            <p:cNvPr id="156279" name="任意多边形 15627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80" name="任意多边形 15627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281" name="组合 156280"/>
                      <p:cNvGrpSpPr/>
                      <p:nvPr/>
                    </p:nvGrpSpPr>
                    <p:grpSpPr>
                      <a:xfrm flipV="1">
                        <a:off x="2832" y="2832"/>
                        <a:ext cx="2496" cy="630"/>
                        <a:chOff x="1056" y="816"/>
                        <a:chExt cx="2496" cy="630"/>
                      </a:xfrm>
                    </p:grpSpPr>
                    <p:sp>
                      <p:nvSpPr>
                        <p:cNvPr id="156282" name="任意多边形 15628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283" name="组合 156282"/>
                        <p:cNvGrpSpPr/>
                        <p:nvPr/>
                      </p:nvGrpSpPr>
                      <p:grpSpPr>
                        <a:xfrm>
                          <a:off x="1056" y="816"/>
                          <a:ext cx="2016" cy="630"/>
                          <a:chOff x="1824" y="1968"/>
                          <a:chExt cx="685" cy="918"/>
                        </a:xfrm>
                      </p:grpSpPr>
                      <p:grpSp>
                        <p:nvGrpSpPr>
                          <p:cNvPr id="156284" name="组合 156283"/>
                          <p:cNvGrpSpPr/>
                          <p:nvPr/>
                        </p:nvGrpSpPr>
                        <p:grpSpPr>
                          <a:xfrm>
                            <a:off x="1824" y="1968"/>
                            <a:ext cx="343" cy="918"/>
                            <a:chOff x="2880" y="2112"/>
                            <a:chExt cx="2304" cy="2016"/>
                          </a:xfrm>
                        </p:grpSpPr>
                        <p:sp>
                          <p:nvSpPr>
                            <p:cNvPr id="156285" name="任意多边形 15628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86" name="任意多边形 15628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287" name="组合 156286"/>
                          <p:cNvGrpSpPr/>
                          <p:nvPr/>
                        </p:nvGrpSpPr>
                        <p:grpSpPr>
                          <a:xfrm>
                            <a:off x="2167" y="1968"/>
                            <a:ext cx="342" cy="918"/>
                            <a:chOff x="2880" y="2112"/>
                            <a:chExt cx="2304" cy="2016"/>
                          </a:xfrm>
                        </p:grpSpPr>
                        <p:sp>
                          <p:nvSpPr>
                            <p:cNvPr id="156288" name="任意多边形 15628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289" name="任意多边形 15628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290" name="直接连接符 15628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6291" name="组合 156290"/>
              <p:cNvGrpSpPr/>
              <p:nvPr/>
            </p:nvGrpSpPr>
            <p:grpSpPr>
              <a:xfrm>
                <a:off x="3888" y="3360"/>
                <a:ext cx="1104" cy="576"/>
                <a:chOff x="2352" y="3024"/>
                <a:chExt cx="1104" cy="576"/>
              </a:xfrm>
            </p:grpSpPr>
            <p:grpSp>
              <p:nvGrpSpPr>
                <p:cNvPr id="156292" name="组合 156291"/>
                <p:cNvGrpSpPr/>
                <p:nvPr/>
              </p:nvGrpSpPr>
              <p:grpSpPr>
                <a:xfrm flipH="1">
                  <a:off x="2352" y="3312"/>
                  <a:ext cx="1104" cy="288"/>
                  <a:chOff x="912" y="2928"/>
                  <a:chExt cx="1104" cy="288"/>
                </a:xfrm>
              </p:grpSpPr>
              <p:grpSp>
                <p:nvGrpSpPr>
                  <p:cNvPr id="156293" name="组合 156292"/>
                  <p:cNvGrpSpPr/>
                  <p:nvPr/>
                </p:nvGrpSpPr>
                <p:grpSpPr>
                  <a:xfrm>
                    <a:off x="912" y="2928"/>
                    <a:ext cx="1104" cy="144"/>
                    <a:chOff x="1872" y="2880"/>
                    <a:chExt cx="1104" cy="144"/>
                  </a:xfrm>
                </p:grpSpPr>
                <p:grpSp>
                  <p:nvGrpSpPr>
                    <p:cNvPr id="156294" name="组合 156293"/>
                    <p:cNvGrpSpPr/>
                    <p:nvPr/>
                  </p:nvGrpSpPr>
                  <p:grpSpPr>
                    <a:xfrm>
                      <a:off x="2016" y="2880"/>
                      <a:ext cx="960" cy="144"/>
                      <a:chOff x="336" y="2832"/>
                      <a:chExt cx="4992" cy="630"/>
                    </a:xfrm>
                  </p:grpSpPr>
                  <p:grpSp>
                    <p:nvGrpSpPr>
                      <p:cNvPr id="156295" name="组合 156294"/>
                      <p:cNvGrpSpPr/>
                      <p:nvPr/>
                    </p:nvGrpSpPr>
                    <p:grpSpPr>
                      <a:xfrm>
                        <a:off x="336" y="2832"/>
                        <a:ext cx="2496" cy="630"/>
                        <a:chOff x="1056" y="816"/>
                        <a:chExt cx="2496" cy="630"/>
                      </a:xfrm>
                    </p:grpSpPr>
                    <p:sp>
                      <p:nvSpPr>
                        <p:cNvPr id="156296" name="任意多边形 15629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297" name="组合 156296"/>
                        <p:cNvGrpSpPr/>
                        <p:nvPr/>
                      </p:nvGrpSpPr>
                      <p:grpSpPr>
                        <a:xfrm>
                          <a:off x="1056" y="816"/>
                          <a:ext cx="2016" cy="630"/>
                          <a:chOff x="1824" y="1968"/>
                          <a:chExt cx="685" cy="918"/>
                        </a:xfrm>
                      </p:grpSpPr>
                      <p:grpSp>
                        <p:nvGrpSpPr>
                          <p:cNvPr id="156298" name="组合 156297"/>
                          <p:cNvGrpSpPr/>
                          <p:nvPr/>
                        </p:nvGrpSpPr>
                        <p:grpSpPr>
                          <a:xfrm>
                            <a:off x="1824" y="1968"/>
                            <a:ext cx="343" cy="918"/>
                            <a:chOff x="2880" y="2112"/>
                            <a:chExt cx="2304" cy="2016"/>
                          </a:xfrm>
                        </p:grpSpPr>
                        <p:sp>
                          <p:nvSpPr>
                            <p:cNvPr id="156299" name="任意多边形 15629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00" name="任意多边形 15629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301" name="组合 156300"/>
                          <p:cNvGrpSpPr/>
                          <p:nvPr/>
                        </p:nvGrpSpPr>
                        <p:grpSpPr>
                          <a:xfrm>
                            <a:off x="2167" y="1968"/>
                            <a:ext cx="342" cy="918"/>
                            <a:chOff x="2880" y="2112"/>
                            <a:chExt cx="2304" cy="2016"/>
                          </a:xfrm>
                        </p:grpSpPr>
                        <p:sp>
                          <p:nvSpPr>
                            <p:cNvPr id="156302" name="任意多边形 15630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03" name="任意多边形 15630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304" name="组合 156303"/>
                      <p:cNvGrpSpPr/>
                      <p:nvPr/>
                    </p:nvGrpSpPr>
                    <p:grpSpPr>
                      <a:xfrm flipV="1">
                        <a:off x="2832" y="2832"/>
                        <a:ext cx="2496" cy="630"/>
                        <a:chOff x="1056" y="816"/>
                        <a:chExt cx="2496" cy="630"/>
                      </a:xfrm>
                    </p:grpSpPr>
                    <p:sp>
                      <p:nvSpPr>
                        <p:cNvPr id="156305" name="任意多边形 15630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306" name="组合 156305"/>
                        <p:cNvGrpSpPr/>
                        <p:nvPr/>
                      </p:nvGrpSpPr>
                      <p:grpSpPr>
                        <a:xfrm>
                          <a:off x="1056" y="816"/>
                          <a:ext cx="2016" cy="630"/>
                          <a:chOff x="1824" y="1968"/>
                          <a:chExt cx="685" cy="918"/>
                        </a:xfrm>
                      </p:grpSpPr>
                      <p:grpSp>
                        <p:nvGrpSpPr>
                          <p:cNvPr id="156307" name="组合 156306"/>
                          <p:cNvGrpSpPr/>
                          <p:nvPr/>
                        </p:nvGrpSpPr>
                        <p:grpSpPr>
                          <a:xfrm>
                            <a:off x="1824" y="1968"/>
                            <a:ext cx="343" cy="918"/>
                            <a:chOff x="2880" y="2112"/>
                            <a:chExt cx="2304" cy="2016"/>
                          </a:xfrm>
                        </p:grpSpPr>
                        <p:sp>
                          <p:nvSpPr>
                            <p:cNvPr id="156308" name="任意多边形 15630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09" name="任意多边形 15630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310" name="组合 156309"/>
                          <p:cNvGrpSpPr/>
                          <p:nvPr/>
                        </p:nvGrpSpPr>
                        <p:grpSpPr>
                          <a:xfrm>
                            <a:off x="2167" y="1968"/>
                            <a:ext cx="342" cy="918"/>
                            <a:chOff x="2880" y="2112"/>
                            <a:chExt cx="2304" cy="2016"/>
                          </a:xfrm>
                        </p:grpSpPr>
                        <p:sp>
                          <p:nvSpPr>
                            <p:cNvPr id="156311" name="任意多边形 15631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12" name="任意多边形 15631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313" name="直接连接符 15631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314" name="组合 156313"/>
                  <p:cNvGrpSpPr/>
                  <p:nvPr/>
                </p:nvGrpSpPr>
                <p:grpSpPr>
                  <a:xfrm>
                    <a:off x="912" y="3072"/>
                    <a:ext cx="1104" cy="144"/>
                    <a:chOff x="1872" y="2880"/>
                    <a:chExt cx="1104" cy="144"/>
                  </a:xfrm>
                </p:grpSpPr>
                <p:grpSp>
                  <p:nvGrpSpPr>
                    <p:cNvPr id="156315" name="组合 156314"/>
                    <p:cNvGrpSpPr/>
                    <p:nvPr/>
                  </p:nvGrpSpPr>
                  <p:grpSpPr>
                    <a:xfrm>
                      <a:off x="2016" y="2880"/>
                      <a:ext cx="960" cy="144"/>
                      <a:chOff x="336" y="2832"/>
                      <a:chExt cx="4992" cy="630"/>
                    </a:xfrm>
                  </p:grpSpPr>
                  <p:grpSp>
                    <p:nvGrpSpPr>
                      <p:cNvPr id="156316" name="组合 156315"/>
                      <p:cNvGrpSpPr/>
                      <p:nvPr/>
                    </p:nvGrpSpPr>
                    <p:grpSpPr>
                      <a:xfrm>
                        <a:off x="336" y="2832"/>
                        <a:ext cx="2496" cy="630"/>
                        <a:chOff x="1056" y="816"/>
                        <a:chExt cx="2496" cy="630"/>
                      </a:xfrm>
                    </p:grpSpPr>
                    <p:sp>
                      <p:nvSpPr>
                        <p:cNvPr id="156317" name="任意多边形 15631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318" name="组合 156317"/>
                        <p:cNvGrpSpPr/>
                        <p:nvPr/>
                      </p:nvGrpSpPr>
                      <p:grpSpPr>
                        <a:xfrm>
                          <a:off x="1056" y="816"/>
                          <a:ext cx="2016" cy="630"/>
                          <a:chOff x="1824" y="1968"/>
                          <a:chExt cx="685" cy="918"/>
                        </a:xfrm>
                      </p:grpSpPr>
                      <p:grpSp>
                        <p:nvGrpSpPr>
                          <p:cNvPr id="156319" name="组合 156318"/>
                          <p:cNvGrpSpPr/>
                          <p:nvPr/>
                        </p:nvGrpSpPr>
                        <p:grpSpPr>
                          <a:xfrm>
                            <a:off x="1824" y="1968"/>
                            <a:ext cx="343" cy="918"/>
                            <a:chOff x="2880" y="2112"/>
                            <a:chExt cx="2304" cy="2016"/>
                          </a:xfrm>
                        </p:grpSpPr>
                        <p:sp>
                          <p:nvSpPr>
                            <p:cNvPr id="156320" name="任意多边形 15631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21" name="任意多边形 15632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322" name="组合 156321"/>
                          <p:cNvGrpSpPr/>
                          <p:nvPr/>
                        </p:nvGrpSpPr>
                        <p:grpSpPr>
                          <a:xfrm>
                            <a:off x="2167" y="1968"/>
                            <a:ext cx="342" cy="918"/>
                            <a:chOff x="2880" y="2112"/>
                            <a:chExt cx="2304" cy="2016"/>
                          </a:xfrm>
                        </p:grpSpPr>
                        <p:sp>
                          <p:nvSpPr>
                            <p:cNvPr id="156323" name="任意多边形 15632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24" name="任意多边形 15632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325" name="组合 156324"/>
                      <p:cNvGrpSpPr/>
                      <p:nvPr/>
                    </p:nvGrpSpPr>
                    <p:grpSpPr>
                      <a:xfrm flipV="1">
                        <a:off x="2832" y="2832"/>
                        <a:ext cx="2496" cy="630"/>
                        <a:chOff x="1056" y="816"/>
                        <a:chExt cx="2496" cy="630"/>
                      </a:xfrm>
                    </p:grpSpPr>
                    <p:sp>
                      <p:nvSpPr>
                        <p:cNvPr id="156326" name="任意多边形 15632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327" name="组合 156326"/>
                        <p:cNvGrpSpPr/>
                        <p:nvPr/>
                      </p:nvGrpSpPr>
                      <p:grpSpPr>
                        <a:xfrm>
                          <a:off x="1056" y="816"/>
                          <a:ext cx="2016" cy="630"/>
                          <a:chOff x="1824" y="1968"/>
                          <a:chExt cx="685" cy="918"/>
                        </a:xfrm>
                      </p:grpSpPr>
                      <p:grpSp>
                        <p:nvGrpSpPr>
                          <p:cNvPr id="156328" name="组合 156327"/>
                          <p:cNvGrpSpPr/>
                          <p:nvPr/>
                        </p:nvGrpSpPr>
                        <p:grpSpPr>
                          <a:xfrm>
                            <a:off x="1824" y="1968"/>
                            <a:ext cx="343" cy="918"/>
                            <a:chOff x="2880" y="2112"/>
                            <a:chExt cx="2304" cy="2016"/>
                          </a:xfrm>
                        </p:grpSpPr>
                        <p:sp>
                          <p:nvSpPr>
                            <p:cNvPr id="156329" name="任意多边形 15632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30" name="任意多边形 15632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331" name="组合 156330"/>
                          <p:cNvGrpSpPr/>
                          <p:nvPr/>
                        </p:nvGrpSpPr>
                        <p:grpSpPr>
                          <a:xfrm>
                            <a:off x="2167" y="1968"/>
                            <a:ext cx="342" cy="918"/>
                            <a:chOff x="2880" y="2112"/>
                            <a:chExt cx="2304" cy="2016"/>
                          </a:xfrm>
                        </p:grpSpPr>
                        <p:sp>
                          <p:nvSpPr>
                            <p:cNvPr id="156332" name="任意多边形 15633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33" name="任意多边形 15633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334" name="直接连接符 15633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6335" name="组合 156334"/>
                <p:cNvGrpSpPr/>
                <p:nvPr/>
              </p:nvGrpSpPr>
              <p:grpSpPr>
                <a:xfrm flipH="1">
                  <a:off x="2352" y="3024"/>
                  <a:ext cx="1104" cy="288"/>
                  <a:chOff x="912" y="2928"/>
                  <a:chExt cx="1104" cy="288"/>
                </a:xfrm>
              </p:grpSpPr>
              <p:grpSp>
                <p:nvGrpSpPr>
                  <p:cNvPr id="156336" name="组合 156335"/>
                  <p:cNvGrpSpPr/>
                  <p:nvPr/>
                </p:nvGrpSpPr>
                <p:grpSpPr>
                  <a:xfrm>
                    <a:off x="912" y="2928"/>
                    <a:ext cx="1104" cy="144"/>
                    <a:chOff x="1872" y="2880"/>
                    <a:chExt cx="1104" cy="144"/>
                  </a:xfrm>
                </p:grpSpPr>
                <p:grpSp>
                  <p:nvGrpSpPr>
                    <p:cNvPr id="156337" name="组合 156336"/>
                    <p:cNvGrpSpPr/>
                    <p:nvPr/>
                  </p:nvGrpSpPr>
                  <p:grpSpPr>
                    <a:xfrm>
                      <a:off x="2016" y="2880"/>
                      <a:ext cx="960" cy="144"/>
                      <a:chOff x="336" y="2832"/>
                      <a:chExt cx="4992" cy="630"/>
                    </a:xfrm>
                  </p:grpSpPr>
                  <p:grpSp>
                    <p:nvGrpSpPr>
                      <p:cNvPr id="156338" name="组合 156337"/>
                      <p:cNvGrpSpPr/>
                      <p:nvPr/>
                    </p:nvGrpSpPr>
                    <p:grpSpPr>
                      <a:xfrm>
                        <a:off x="336" y="2832"/>
                        <a:ext cx="2496" cy="630"/>
                        <a:chOff x="1056" y="816"/>
                        <a:chExt cx="2496" cy="630"/>
                      </a:xfrm>
                    </p:grpSpPr>
                    <p:sp>
                      <p:nvSpPr>
                        <p:cNvPr id="156339" name="任意多边形 15633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340" name="组合 156339"/>
                        <p:cNvGrpSpPr/>
                        <p:nvPr/>
                      </p:nvGrpSpPr>
                      <p:grpSpPr>
                        <a:xfrm>
                          <a:off x="1056" y="816"/>
                          <a:ext cx="2016" cy="630"/>
                          <a:chOff x="1824" y="1968"/>
                          <a:chExt cx="685" cy="918"/>
                        </a:xfrm>
                      </p:grpSpPr>
                      <p:grpSp>
                        <p:nvGrpSpPr>
                          <p:cNvPr id="156341" name="组合 156340"/>
                          <p:cNvGrpSpPr/>
                          <p:nvPr/>
                        </p:nvGrpSpPr>
                        <p:grpSpPr>
                          <a:xfrm>
                            <a:off x="1824" y="1968"/>
                            <a:ext cx="343" cy="918"/>
                            <a:chOff x="2880" y="2112"/>
                            <a:chExt cx="2304" cy="2016"/>
                          </a:xfrm>
                        </p:grpSpPr>
                        <p:sp>
                          <p:nvSpPr>
                            <p:cNvPr id="156342" name="任意多边形 15634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43" name="任意多边形 15634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344" name="组合 156343"/>
                          <p:cNvGrpSpPr/>
                          <p:nvPr/>
                        </p:nvGrpSpPr>
                        <p:grpSpPr>
                          <a:xfrm>
                            <a:off x="2167" y="1968"/>
                            <a:ext cx="342" cy="918"/>
                            <a:chOff x="2880" y="2112"/>
                            <a:chExt cx="2304" cy="2016"/>
                          </a:xfrm>
                        </p:grpSpPr>
                        <p:sp>
                          <p:nvSpPr>
                            <p:cNvPr id="156345" name="任意多边形 15634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46" name="任意多边形 15634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347" name="组合 156346"/>
                      <p:cNvGrpSpPr/>
                      <p:nvPr/>
                    </p:nvGrpSpPr>
                    <p:grpSpPr>
                      <a:xfrm flipV="1">
                        <a:off x="2832" y="2832"/>
                        <a:ext cx="2496" cy="630"/>
                        <a:chOff x="1056" y="816"/>
                        <a:chExt cx="2496" cy="630"/>
                      </a:xfrm>
                    </p:grpSpPr>
                    <p:sp>
                      <p:nvSpPr>
                        <p:cNvPr id="156348" name="任意多边形 15634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349" name="组合 156348"/>
                        <p:cNvGrpSpPr/>
                        <p:nvPr/>
                      </p:nvGrpSpPr>
                      <p:grpSpPr>
                        <a:xfrm>
                          <a:off x="1056" y="816"/>
                          <a:ext cx="2016" cy="630"/>
                          <a:chOff x="1824" y="1968"/>
                          <a:chExt cx="685" cy="918"/>
                        </a:xfrm>
                      </p:grpSpPr>
                      <p:grpSp>
                        <p:nvGrpSpPr>
                          <p:cNvPr id="156350" name="组合 156349"/>
                          <p:cNvGrpSpPr/>
                          <p:nvPr/>
                        </p:nvGrpSpPr>
                        <p:grpSpPr>
                          <a:xfrm>
                            <a:off x="1824" y="1968"/>
                            <a:ext cx="343" cy="918"/>
                            <a:chOff x="2880" y="2112"/>
                            <a:chExt cx="2304" cy="2016"/>
                          </a:xfrm>
                        </p:grpSpPr>
                        <p:sp>
                          <p:nvSpPr>
                            <p:cNvPr id="156351" name="任意多边形 15635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52" name="任意多边形 15635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353" name="组合 156352"/>
                          <p:cNvGrpSpPr/>
                          <p:nvPr/>
                        </p:nvGrpSpPr>
                        <p:grpSpPr>
                          <a:xfrm>
                            <a:off x="2167" y="1968"/>
                            <a:ext cx="342" cy="918"/>
                            <a:chOff x="2880" y="2112"/>
                            <a:chExt cx="2304" cy="2016"/>
                          </a:xfrm>
                        </p:grpSpPr>
                        <p:sp>
                          <p:nvSpPr>
                            <p:cNvPr id="156354" name="任意多边形 15635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55" name="任意多边形 15635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356" name="直接连接符 15635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357" name="组合 156356"/>
                  <p:cNvGrpSpPr/>
                  <p:nvPr/>
                </p:nvGrpSpPr>
                <p:grpSpPr>
                  <a:xfrm>
                    <a:off x="912" y="3072"/>
                    <a:ext cx="1104" cy="144"/>
                    <a:chOff x="1872" y="2880"/>
                    <a:chExt cx="1104" cy="144"/>
                  </a:xfrm>
                </p:grpSpPr>
                <p:grpSp>
                  <p:nvGrpSpPr>
                    <p:cNvPr id="156358" name="组合 156357"/>
                    <p:cNvGrpSpPr/>
                    <p:nvPr/>
                  </p:nvGrpSpPr>
                  <p:grpSpPr>
                    <a:xfrm>
                      <a:off x="2016" y="2880"/>
                      <a:ext cx="960" cy="144"/>
                      <a:chOff x="336" y="2832"/>
                      <a:chExt cx="4992" cy="630"/>
                    </a:xfrm>
                  </p:grpSpPr>
                  <p:grpSp>
                    <p:nvGrpSpPr>
                      <p:cNvPr id="156359" name="组合 156358"/>
                      <p:cNvGrpSpPr/>
                      <p:nvPr/>
                    </p:nvGrpSpPr>
                    <p:grpSpPr>
                      <a:xfrm>
                        <a:off x="336" y="2832"/>
                        <a:ext cx="2496" cy="630"/>
                        <a:chOff x="1056" y="816"/>
                        <a:chExt cx="2496" cy="630"/>
                      </a:xfrm>
                    </p:grpSpPr>
                    <p:sp>
                      <p:nvSpPr>
                        <p:cNvPr id="156360" name="任意多边形 15635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361" name="组合 156360"/>
                        <p:cNvGrpSpPr/>
                        <p:nvPr/>
                      </p:nvGrpSpPr>
                      <p:grpSpPr>
                        <a:xfrm>
                          <a:off x="1056" y="816"/>
                          <a:ext cx="2016" cy="630"/>
                          <a:chOff x="1824" y="1968"/>
                          <a:chExt cx="685" cy="918"/>
                        </a:xfrm>
                      </p:grpSpPr>
                      <p:grpSp>
                        <p:nvGrpSpPr>
                          <p:cNvPr id="156362" name="组合 156361"/>
                          <p:cNvGrpSpPr/>
                          <p:nvPr/>
                        </p:nvGrpSpPr>
                        <p:grpSpPr>
                          <a:xfrm>
                            <a:off x="1824" y="1968"/>
                            <a:ext cx="343" cy="918"/>
                            <a:chOff x="2880" y="2112"/>
                            <a:chExt cx="2304" cy="2016"/>
                          </a:xfrm>
                        </p:grpSpPr>
                        <p:sp>
                          <p:nvSpPr>
                            <p:cNvPr id="156363" name="任意多边形 15636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64" name="任意多边形 15636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365" name="组合 156364"/>
                          <p:cNvGrpSpPr/>
                          <p:nvPr/>
                        </p:nvGrpSpPr>
                        <p:grpSpPr>
                          <a:xfrm>
                            <a:off x="2167" y="1968"/>
                            <a:ext cx="342" cy="918"/>
                            <a:chOff x="2880" y="2112"/>
                            <a:chExt cx="2304" cy="2016"/>
                          </a:xfrm>
                        </p:grpSpPr>
                        <p:sp>
                          <p:nvSpPr>
                            <p:cNvPr id="156366" name="任意多边形 15636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67" name="任意多边形 15636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368" name="组合 156367"/>
                      <p:cNvGrpSpPr/>
                      <p:nvPr/>
                    </p:nvGrpSpPr>
                    <p:grpSpPr>
                      <a:xfrm flipV="1">
                        <a:off x="2832" y="2832"/>
                        <a:ext cx="2496" cy="630"/>
                        <a:chOff x="1056" y="816"/>
                        <a:chExt cx="2496" cy="630"/>
                      </a:xfrm>
                    </p:grpSpPr>
                    <p:sp>
                      <p:nvSpPr>
                        <p:cNvPr id="156369" name="任意多边形 15636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370" name="组合 156369"/>
                        <p:cNvGrpSpPr/>
                        <p:nvPr/>
                      </p:nvGrpSpPr>
                      <p:grpSpPr>
                        <a:xfrm>
                          <a:off x="1056" y="816"/>
                          <a:ext cx="2016" cy="630"/>
                          <a:chOff x="1824" y="1968"/>
                          <a:chExt cx="685" cy="918"/>
                        </a:xfrm>
                      </p:grpSpPr>
                      <p:grpSp>
                        <p:nvGrpSpPr>
                          <p:cNvPr id="156371" name="组合 156370"/>
                          <p:cNvGrpSpPr/>
                          <p:nvPr/>
                        </p:nvGrpSpPr>
                        <p:grpSpPr>
                          <a:xfrm>
                            <a:off x="1824" y="1968"/>
                            <a:ext cx="343" cy="918"/>
                            <a:chOff x="2880" y="2112"/>
                            <a:chExt cx="2304" cy="2016"/>
                          </a:xfrm>
                        </p:grpSpPr>
                        <p:sp>
                          <p:nvSpPr>
                            <p:cNvPr id="156372" name="任意多边形 15637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73" name="任意多边形 15637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374" name="组合 156373"/>
                          <p:cNvGrpSpPr/>
                          <p:nvPr/>
                        </p:nvGrpSpPr>
                        <p:grpSpPr>
                          <a:xfrm>
                            <a:off x="2167" y="1968"/>
                            <a:ext cx="342" cy="918"/>
                            <a:chOff x="2880" y="2112"/>
                            <a:chExt cx="2304" cy="2016"/>
                          </a:xfrm>
                        </p:grpSpPr>
                        <p:sp>
                          <p:nvSpPr>
                            <p:cNvPr id="156375" name="任意多边形 15637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76" name="任意多边形 15637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377" name="直接连接符 15637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56378" name="组合 156377"/>
            <p:cNvGrpSpPr/>
            <p:nvPr/>
          </p:nvGrpSpPr>
          <p:grpSpPr>
            <a:xfrm>
              <a:off x="3072" y="3552"/>
              <a:ext cx="1104" cy="768"/>
              <a:chOff x="3888" y="2784"/>
              <a:chExt cx="1104" cy="1152"/>
            </a:xfrm>
          </p:grpSpPr>
          <p:grpSp>
            <p:nvGrpSpPr>
              <p:cNvPr id="156379" name="组合 156378"/>
              <p:cNvGrpSpPr/>
              <p:nvPr/>
            </p:nvGrpSpPr>
            <p:grpSpPr>
              <a:xfrm>
                <a:off x="3888" y="2784"/>
                <a:ext cx="1104" cy="576"/>
                <a:chOff x="2352" y="3024"/>
                <a:chExt cx="1104" cy="576"/>
              </a:xfrm>
            </p:grpSpPr>
            <p:grpSp>
              <p:nvGrpSpPr>
                <p:cNvPr id="156380" name="组合 156379"/>
                <p:cNvGrpSpPr/>
                <p:nvPr/>
              </p:nvGrpSpPr>
              <p:grpSpPr>
                <a:xfrm flipH="1">
                  <a:off x="2352" y="3312"/>
                  <a:ext cx="1104" cy="288"/>
                  <a:chOff x="912" y="2928"/>
                  <a:chExt cx="1104" cy="288"/>
                </a:xfrm>
              </p:grpSpPr>
              <p:grpSp>
                <p:nvGrpSpPr>
                  <p:cNvPr id="156381" name="组合 156380"/>
                  <p:cNvGrpSpPr/>
                  <p:nvPr/>
                </p:nvGrpSpPr>
                <p:grpSpPr>
                  <a:xfrm>
                    <a:off x="912" y="2928"/>
                    <a:ext cx="1104" cy="144"/>
                    <a:chOff x="1872" y="2880"/>
                    <a:chExt cx="1104" cy="144"/>
                  </a:xfrm>
                </p:grpSpPr>
                <p:grpSp>
                  <p:nvGrpSpPr>
                    <p:cNvPr id="156382" name="组合 156381"/>
                    <p:cNvGrpSpPr/>
                    <p:nvPr/>
                  </p:nvGrpSpPr>
                  <p:grpSpPr>
                    <a:xfrm>
                      <a:off x="2016" y="2880"/>
                      <a:ext cx="960" cy="144"/>
                      <a:chOff x="336" y="2832"/>
                      <a:chExt cx="4992" cy="630"/>
                    </a:xfrm>
                  </p:grpSpPr>
                  <p:grpSp>
                    <p:nvGrpSpPr>
                      <p:cNvPr id="156383" name="组合 156382"/>
                      <p:cNvGrpSpPr/>
                      <p:nvPr/>
                    </p:nvGrpSpPr>
                    <p:grpSpPr>
                      <a:xfrm>
                        <a:off x="336" y="2832"/>
                        <a:ext cx="2496" cy="630"/>
                        <a:chOff x="1056" y="816"/>
                        <a:chExt cx="2496" cy="630"/>
                      </a:xfrm>
                    </p:grpSpPr>
                    <p:sp>
                      <p:nvSpPr>
                        <p:cNvPr id="156384" name="任意多边形 15638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385" name="组合 156384"/>
                        <p:cNvGrpSpPr/>
                        <p:nvPr/>
                      </p:nvGrpSpPr>
                      <p:grpSpPr>
                        <a:xfrm>
                          <a:off x="1056" y="816"/>
                          <a:ext cx="2016" cy="630"/>
                          <a:chOff x="1824" y="1968"/>
                          <a:chExt cx="685" cy="918"/>
                        </a:xfrm>
                      </p:grpSpPr>
                      <p:grpSp>
                        <p:nvGrpSpPr>
                          <p:cNvPr id="156386" name="组合 156385"/>
                          <p:cNvGrpSpPr/>
                          <p:nvPr/>
                        </p:nvGrpSpPr>
                        <p:grpSpPr>
                          <a:xfrm>
                            <a:off x="1824" y="1968"/>
                            <a:ext cx="343" cy="918"/>
                            <a:chOff x="2880" y="2112"/>
                            <a:chExt cx="2304" cy="2016"/>
                          </a:xfrm>
                        </p:grpSpPr>
                        <p:sp>
                          <p:nvSpPr>
                            <p:cNvPr id="156387" name="任意多边形 15638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88" name="任意多边形 15638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389" name="组合 156388"/>
                          <p:cNvGrpSpPr/>
                          <p:nvPr/>
                        </p:nvGrpSpPr>
                        <p:grpSpPr>
                          <a:xfrm>
                            <a:off x="2167" y="1968"/>
                            <a:ext cx="342" cy="918"/>
                            <a:chOff x="2880" y="2112"/>
                            <a:chExt cx="2304" cy="2016"/>
                          </a:xfrm>
                        </p:grpSpPr>
                        <p:sp>
                          <p:nvSpPr>
                            <p:cNvPr id="156390" name="任意多边形 15638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91" name="任意多边形 15639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392" name="组合 156391"/>
                      <p:cNvGrpSpPr/>
                      <p:nvPr/>
                    </p:nvGrpSpPr>
                    <p:grpSpPr>
                      <a:xfrm flipV="1">
                        <a:off x="2832" y="2832"/>
                        <a:ext cx="2496" cy="630"/>
                        <a:chOff x="1056" y="816"/>
                        <a:chExt cx="2496" cy="630"/>
                      </a:xfrm>
                    </p:grpSpPr>
                    <p:sp>
                      <p:nvSpPr>
                        <p:cNvPr id="156393" name="任意多边形 15639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394" name="组合 156393"/>
                        <p:cNvGrpSpPr/>
                        <p:nvPr/>
                      </p:nvGrpSpPr>
                      <p:grpSpPr>
                        <a:xfrm>
                          <a:off x="1056" y="816"/>
                          <a:ext cx="2016" cy="630"/>
                          <a:chOff x="1824" y="1968"/>
                          <a:chExt cx="685" cy="918"/>
                        </a:xfrm>
                      </p:grpSpPr>
                      <p:grpSp>
                        <p:nvGrpSpPr>
                          <p:cNvPr id="156395" name="组合 156394"/>
                          <p:cNvGrpSpPr/>
                          <p:nvPr/>
                        </p:nvGrpSpPr>
                        <p:grpSpPr>
                          <a:xfrm>
                            <a:off x="1824" y="1968"/>
                            <a:ext cx="343" cy="918"/>
                            <a:chOff x="2880" y="2112"/>
                            <a:chExt cx="2304" cy="2016"/>
                          </a:xfrm>
                        </p:grpSpPr>
                        <p:sp>
                          <p:nvSpPr>
                            <p:cNvPr id="156396" name="任意多边形 15639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397" name="任意多边形 15639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398" name="组合 156397"/>
                          <p:cNvGrpSpPr/>
                          <p:nvPr/>
                        </p:nvGrpSpPr>
                        <p:grpSpPr>
                          <a:xfrm>
                            <a:off x="2167" y="1968"/>
                            <a:ext cx="342" cy="918"/>
                            <a:chOff x="2880" y="2112"/>
                            <a:chExt cx="2304" cy="2016"/>
                          </a:xfrm>
                        </p:grpSpPr>
                        <p:sp>
                          <p:nvSpPr>
                            <p:cNvPr id="156399" name="任意多边形 15639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00" name="任意多边形 15639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401" name="直接连接符 15640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402" name="组合 156401"/>
                  <p:cNvGrpSpPr/>
                  <p:nvPr/>
                </p:nvGrpSpPr>
                <p:grpSpPr>
                  <a:xfrm>
                    <a:off x="912" y="3072"/>
                    <a:ext cx="1104" cy="144"/>
                    <a:chOff x="1872" y="2880"/>
                    <a:chExt cx="1104" cy="144"/>
                  </a:xfrm>
                </p:grpSpPr>
                <p:grpSp>
                  <p:nvGrpSpPr>
                    <p:cNvPr id="156403" name="组合 156402"/>
                    <p:cNvGrpSpPr/>
                    <p:nvPr/>
                  </p:nvGrpSpPr>
                  <p:grpSpPr>
                    <a:xfrm>
                      <a:off x="2016" y="2880"/>
                      <a:ext cx="960" cy="144"/>
                      <a:chOff x="336" y="2832"/>
                      <a:chExt cx="4992" cy="630"/>
                    </a:xfrm>
                  </p:grpSpPr>
                  <p:grpSp>
                    <p:nvGrpSpPr>
                      <p:cNvPr id="156404" name="组合 156403"/>
                      <p:cNvGrpSpPr/>
                      <p:nvPr/>
                    </p:nvGrpSpPr>
                    <p:grpSpPr>
                      <a:xfrm>
                        <a:off x="336" y="2832"/>
                        <a:ext cx="2496" cy="630"/>
                        <a:chOff x="1056" y="816"/>
                        <a:chExt cx="2496" cy="630"/>
                      </a:xfrm>
                    </p:grpSpPr>
                    <p:sp>
                      <p:nvSpPr>
                        <p:cNvPr id="156405" name="任意多边形 15640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406" name="组合 156405"/>
                        <p:cNvGrpSpPr/>
                        <p:nvPr/>
                      </p:nvGrpSpPr>
                      <p:grpSpPr>
                        <a:xfrm>
                          <a:off x="1056" y="816"/>
                          <a:ext cx="2016" cy="630"/>
                          <a:chOff x="1824" y="1968"/>
                          <a:chExt cx="685" cy="918"/>
                        </a:xfrm>
                      </p:grpSpPr>
                      <p:grpSp>
                        <p:nvGrpSpPr>
                          <p:cNvPr id="156407" name="组合 156406"/>
                          <p:cNvGrpSpPr/>
                          <p:nvPr/>
                        </p:nvGrpSpPr>
                        <p:grpSpPr>
                          <a:xfrm>
                            <a:off x="1824" y="1968"/>
                            <a:ext cx="343" cy="918"/>
                            <a:chOff x="2880" y="2112"/>
                            <a:chExt cx="2304" cy="2016"/>
                          </a:xfrm>
                        </p:grpSpPr>
                        <p:sp>
                          <p:nvSpPr>
                            <p:cNvPr id="156408" name="任意多边形 15640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09" name="任意多边形 15640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410" name="组合 156409"/>
                          <p:cNvGrpSpPr/>
                          <p:nvPr/>
                        </p:nvGrpSpPr>
                        <p:grpSpPr>
                          <a:xfrm>
                            <a:off x="2167" y="1968"/>
                            <a:ext cx="342" cy="918"/>
                            <a:chOff x="2880" y="2112"/>
                            <a:chExt cx="2304" cy="2016"/>
                          </a:xfrm>
                        </p:grpSpPr>
                        <p:sp>
                          <p:nvSpPr>
                            <p:cNvPr id="156411" name="任意多边形 15641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12" name="任意多边形 15641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413" name="组合 156412"/>
                      <p:cNvGrpSpPr/>
                      <p:nvPr/>
                    </p:nvGrpSpPr>
                    <p:grpSpPr>
                      <a:xfrm flipV="1">
                        <a:off x="2832" y="2832"/>
                        <a:ext cx="2496" cy="630"/>
                        <a:chOff x="1056" y="816"/>
                        <a:chExt cx="2496" cy="630"/>
                      </a:xfrm>
                    </p:grpSpPr>
                    <p:sp>
                      <p:nvSpPr>
                        <p:cNvPr id="156414" name="任意多边形 15641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415" name="组合 156414"/>
                        <p:cNvGrpSpPr/>
                        <p:nvPr/>
                      </p:nvGrpSpPr>
                      <p:grpSpPr>
                        <a:xfrm>
                          <a:off x="1056" y="816"/>
                          <a:ext cx="2016" cy="630"/>
                          <a:chOff x="1824" y="1968"/>
                          <a:chExt cx="685" cy="918"/>
                        </a:xfrm>
                      </p:grpSpPr>
                      <p:grpSp>
                        <p:nvGrpSpPr>
                          <p:cNvPr id="156416" name="组合 156415"/>
                          <p:cNvGrpSpPr/>
                          <p:nvPr/>
                        </p:nvGrpSpPr>
                        <p:grpSpPr>
                          <a:xfrm>
                            <a:off x="1824" y="1968"/>
                            <a:ext cx="343" cy="918"/>
                            <a:chOff x="2880" y="2112"/>
                            <a:chExt cx="2304" cy="2016"/>
                          </a:xfrm>
                        </p:grpSpPr>
                        <p:sp>
                          <p:nvSpPr>
                            <p:cNvPr id="156417" name="任意多边形 15641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18" name="任意多边形 15641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419" name="组合 156418"/>
                          <p:cNvGrpSpPr/>
                          <p:nvPr/>
                        </p:nvGrpSpPr>
                        <p:grpSpPr>
                          <a:xfrm>
                            <a:off x="2167" y="1968"/>
                            <a:ext cx="342" cy="918"/>
                            <a:chOff x="2880" y="2112"/>
                            <a:chExt cx="2304" cy="2016"/>
                          </a:xfrm>
                        </p:grpSpPr>
                        <p:sp>
                          <p:nvSpPr>
                            <p:cNvPr id="156420" name="任意多边形 15641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21" name="任意多边形 15642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422" name="直接连接符 15642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6423" name="组合 156422"/>
                <p:cNvGrpSpPr/>
                <p:nvPr/>
              </p:nvGrpSpPr>
              <p:grpSpPr>
                <a:xfrm flipH="1">
                  <a:off x="2352" y="3024"/>
                  <a:ext cx="1104" cy="288"/>
                  <a:chOff x="912" y="2928"/>
                  <a:chExt cx="1104" cy="288"/>
                </a:xfrm>
              </p:grpSpPr>
              <p:grpSp>
                <p:nvGrpSpPr>
                  <p:cNvPr id="156424" name="组合 156423"/>
                  <p:cNvGrpSpPr/>
                  <p:nvPr/>
                </p:nvGrpSpPr>
                <p:grpSpPr>
                  <a:xfrm>
                    <a:off x="912" y="2928"/>
                    <a:ext cx="1104" cy="144"/>
                    <a:chOff x="1872" y="2880"/>
                    <a:chExt cx="1104" cy="144"/>
                  </a:xfrm>
                </p:grpSpPr>
                <p:grpSp>
                  <p:nvGrpSpPr>
                    <p:cNvPr id="156425" name="组合 156424"/>
                    <p:cNvGrpSpPr/>
                    <p:nvPr/>
                  </p:nvGrpSpPr>
                  <p:grpSpPr>
                    <a:xfrm>
                      <a:off x="2016" y="2880"/>
                      <a:ext cx="960" cy="144"/>
                      <a:chOff x="336" y="2832"/>
                      <a:chExt cx="4992" cy="630"/>
                    </a:xfrm>
                  </p:grpSpPr>
                  <p:grpSp>
                    <p:nvGrpSpPr>
                      <p:cNvPr id="156426" name="组合 156425"/>
                      <p:cNvGrpSpPr/>
                      <p:nvPr/>
                    </p:nvGrpSpPr>
                    <p:grpSpPr>
                      <a:xfrm>
                        <a:off x="336" y="2832"/>
                        <a:ext cx="2496" cy="630"/>
                        <a:chOff x="1056" y="816"/>
                        <a:chExt cx="2496" cy="630"/>
                      </a:xfrm>
                    </p:grpSpPr>
                    <p:sp>
                      <p:nvSpPr>
                        <p:cNvPr id="156427" name="任意多边形 15642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428" name="组合 156427"/>
                        <p:cNvGrpSpPr/>
                        <p:nvPr/>
                      </p:nvGrpSpPr>
                      <p:grpSpPr>
                        <a:xfrm>
                          <a:off x="1056" y="816"/>
                          <a:ext cx="2016" cy="630"/>
                          <a:chOff x="1824" y="1968"/>
                          <a:chExt cx="685" cy="918"/>
                        </a:xfrm>
                      </p:grpSpPr>
                      <p:grpSp>
                        <p:nvGrpSpPr>
                          <p:cNvPr id="156429" name="组合 156428"/>
                          <p:cNvGrpSpPr/>
                          <p:nvPr/>
                        </p:nvGrpSpPr>
                        <p:grpSpPr>
                          <a:xfrm>
                            <a:off x="1824" y="1968"/>
                            <a:ext cx="343" cy="918"/>
                            <a:chOff x="2880" y="2112"/>
                            <a:chExt cx="2304" cy="2016"/>
                          </a:xfrm>
                        </p:grpSpPr>
                        <p:sp>
                          <p:nvSpPr>
                            <p:cNvPr id="156430" name="任意多边形 15642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31" name="任意多边形 15643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432" name="组合 156431"/>
                          <p:cNvGrpSpPr/>
                          <p:nvPr/>
                        </p:nvGrpSpPr>
                        <p:grpSpPr>
                          <a:xfrm>
                            <a:off x="2167" y="1968"/>
                            <a:ext cx="342" cy="918"/>
                            <a:chOff x="2880" y="2112"/>
                            <a:chExt cx="2304" cy="2016"/>
                          </a:xfrm>
                        </p:grpSpPr>
                        <p:sp>
                          <p:nvSpPr>
                            <p:cNvPr id="156433" name="任意多边形 15643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34" name="任意多边形 15643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435" name="组合 156434"/>
                      <p:cNvGrpSpPr/>
                      <p:nvPr/>
                    </p:nvGrpSpPr>
                    <p:grpSpPr>
                      <a:xfrm flipV="1">
                        <a:off x="2832" y="2832"/>
                        <a:ext cx="2496" cy="630"/>
                        <a:chOff x="1056" y="816"/>
                        <a:chExt cx="2496" cy="630"/>
                      </a:xfrm>
                    </p:grpSpPr>
                    <p:sp>
                      <p:nvSpPr>
                        <p:cNvPr id="156436" name="任意多边形 15643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437" name="组合 156436"/>
                        <p:cNvGrpSpPr/>
                        <p:nvPr/>
                      </p:nvGrpSpPr>
                      <p:grpSpPr>
                        <a:xfrm>
                          <a:off x="1056" y="816"/>
                          <a:ext cx="2016" cy="630"/>
                          <a:chOff x="1824" y="1968"/>
                          <a:chExt cx="685" cy="918"/>
                        </a:xfrm>
                      </p:grpSpPr>
                      <p:grpSp>
                        <p:nvGrpSpPr>
                          <p:cNvPr id="156438" name="组合 156437"/>
                          <p:cNvGrpSpPr/>
                          <p:nvPr/>
                        </p:nvGrpSpPr>
                        <p:grpSpPr>
                          <a:xfrm>
                            <a:off x="1824" y="1968"/>
                            <a:ext cx="343" cy="918"/>
                            <a:chOff x="2880" y="2112"/>
                            <a:chExt cx="2304" cy="2016"/>
                          </a:xfrm>
                        </p:grpSpPr>
                        <p:sp>
                          <p:nvSpPr>
                            <p:cNvPr id="156439" name="任意多边形 15643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40" name="任意多边形 15643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441" name="组合 156440"/>
                          <p:cNvGrpSpPr/>
                          <p:nvPr/>
                        </p:nvGrpSpPr>
                        <p:grpSpPr>
                          <a:xfrm>
                            <a:off x="2167" y="1968"/>
                            <a:ext cx="342" cy="918"/>
                            <a:chOff x="2880" y="2112"/>
                            <a:chExt cx="2304" cy="2016"/>
                          </a:xfrm>
                        </p:grpSpPr>
                        <p:sp>
                          <p:nvSpPr>
                            <p:cNvPr id="156442" name="任意多边形 15644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43" name="任意多边形 15644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444" name="直接连接符 15644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445" name="组合 156444"/>
                  <p:cNvGrpSpPr/>
                  <p:nvPr/>
                </p:nvGrpSpPr>
                <p:grpSpPr>
                  <a:xfrm>
                    <a:off x="912" y="3072"/>
                    <a:ext cx="1104" cy="144"/>
                    <a:chOff x="1872" y="2880"/>
                    <a:chExt cx="1104" cy="144"/>
                  </a:xfrm>
                </p:grpSpPr>
                <p:grpSp>
                  <p:nvGrpSpPr>
                    <p:cNvPr id="156446" name="组合 156445"/>
                    <p:cNvGrpSpPr/>
                    <p:nvPr/>
                  </p:nvGrpSpPr>
                  <p:grpSpPr>
                    <a:xfrm>
                      <a:off x="2016" y="2880"/>
                      <a:ext cx="960" cy="144"/>
                      <a:chOff x="336" y="2832"/>
                      <a:chExt cx="4992" cy="630"/>
                    </a:xfrm>
                  </p:grpSpPr>
                  <p:grpSp>
                    <p:nvGrpSpPr>
                      <p:cNvPr id="156447" name="组合 156446"/>
                      <p:cNvGrpSpPr/>
                      <p:nvPr/>
                    </p:nvGrpSpPr>
                    <p:grpSpPr>
                      <a:xfrm>
                        <a:off x="336" y="2832"/>
                        <a:ext cx="2496" cy="630"/>
                        <a:chOff x="1056" y="816"/>
                        <a:chExt cx="2496" cy="630"/>
                      </a:xfrm>
                    </p:grpSpPr>
                    <p:sp>
                      <p:nvSpPr>
                        <p:cNvPr id="156448" name="任意多边形 15644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449" name="组合 156448"/>
                        <p:cNvGrpSpPr/>
                        <p:nvPr/>
                      </p:nvGrpSpPr>
                      <p:grpSpPr>
                        <a:xfrm>
                          <a:off x="1056" y="816"/>
                          <a:ext cx="2016" cy="630"/>
                          <a:chOff x="1824" y="1968"/>
                          <a:chExt cx="685" cy="918"/>
                        </a:xfrm>
                      </p:grpSpPr>
                      <p:grpSp>
                        <p:nvGrpSpPr>
                          <p:cNvPr id="156450" name="组合 156449"/>
                          <p:cNvGrpSpPr/>
                          <p:nvPr/>
                        </p:nvGrpSpPr>
                        <p:grpSpPr>
                          <a:xfrm>
                            <a:off x="1824" y="1968"/>
                            <a:ext cx="343" cy="918"/>
                            <a:chOff x="2880" y="2112"/>
                            <a:chExt cx="2304" cy="2016"/>
                          </a:xfrm>
                        </p:grpSpPr>
                        <p:sp>
                          <p:nvSpPr>
                            <p:cNvPr id="156451" name="任意多边形 15645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52" name="任意多边形 15645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453" name="组合 156452"/>
                          <p:cNvGrpSpPr/>
                          <p:nvPr/>
                        </p:nvGrpSpPr>
                        <p:grpSpPr>
                          <a:xfrm>
                            <a:off x="2167" y="1968"/>
                            <a:ext cx="342" cy="918"/>
                            <a:chOff x="2880" y="2112"/>
                            <a:chExt cx="2304" cy="2016"/>
                          </a:xfrm>
                        </p:grpSpPr>
                        <p:sp>
                          <p:nvSpPr>
                            <p:cNvPr id="156454" name="任意多边形 15645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55" name="任意多边形 15645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456" name="组合 156455"/>
                      <p:cNvGrpSpPr/>
                      <p:nvPr/>
                    </p:nvGrpSpPr>
                    <p:grpSpPr>
                      <a:xfrm flipV="1">
                        <a:off x="2832" y="2832"/>
                        <a:ext cx="2496" cy="630"/>
                        <a:chOff x="1056" y="816"/>
                        <a:chExt cx="2496" cy="630"/>
                      </a:xfrm>
                    </p:grpSpPr>
                    <p:sp>
                      <p:nvSpPr>
                        <p:cNvPr id="156457" name="任意多边形 15645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458" name="组合 156457"/>
                        <p:cNvGrpSpPr/>
                        <p:nvPr/>
                      </p:nvGrpSpPr>
                      <p:grpSpPr>
                        <a:xfrm>
                          <a:off x="1056" y="816"/>
                          <a:ext cx="2016" cy="630"/>
                          <a:chOff x="1824" y="1968"/>
                          <a:chExt cx="685" cy="918"/>
                        </a:xfrm>
                      </p:grpSpPr>
                      <p:grpSp>
                        <p:nvGrpSpPr>
                          <p:cNvPr id="156459" name="组合 156458"/>
                          <p:cNvGrpSpPr/>
                          <p:nvPr/>
                        </p:nvGrpSpPr>
                        <p:grpSpPr>
                          <a:xfrm>
                            <a:off x="1824" y="1968"/>
                            <a:ext cx="343" cy="918"/>
                            <a:chOff x="2880" y="2112"/>
                            <a:chExt cx="2304" cy="2016"/>
                          </a:xfrm>
                        </p:grpSpPr>
                        <p:sp>
                          <p:nvSpPr>
                            <p:cNvPr id="156460" name="任意多边形 15645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61" name="任意多边形 15646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462" name="组合 156461"/>
                          <p:cNvGrpSpPr/>
                          <p:nvPr/>
                        </p:nvGrpSpPr>
                        <p:grpSpPr>
                          <a:xfrm>
                            <a:off x="2167" y="1968"/>
                            <a:ext cx="342" cy="918"/>
                            <a:chOff x="2880" y="2112"/>
                            <a:chExt cx="2304" cy="2016"/>
                          </a:xfrm>
                        </p:grpSpPr>
                        <p:sp>
                          <p:nvSpPr>
                            <p:cNvPr id="156463" name="任意多边形 15646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64" name="任意多边形 15646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465" name="直接连接符 15646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6466" name="组合 156465"/>
              <p:cNvGrpSpPr/>
              <p:nvPr/>
            </p:nvGrpSpPr>
            <p:grpSpPr>
              <a:xfrm>
                <a:off x="3888" y="3360"/>
                <a:ext cx="1104" cy="576"/>
                <a:chOff x="2352" y="3024"/>
                <a:chExt cx="1104" cy="576"/>
              </a:xfrm>
            </p:grpSpPr>
            <p:grpSp>
              <p:nvGrpSpPr>
                <p:cNvPr id="156467" name="组合 156466"/>
                <p:cNvGrpSpPr/>
                <p:nvPr/>
              </p:nvGrpSpPr>
              <p:grpSpPr>
                <a:xfrm flipH="1">
                  <a:off x="2352" y="3312"/>
                  <a:ext cx="1104" cy="288"/>
                  <a:chOff x="912" y="2928"/>
                  <a:chExt cx="1104" cy="288"/>
                </a:xfrm>
              </p:grpSpPr>
              <p:grpSp>
                <p:nvGrpSpPr>
                  <p:cNvPr id="156468" name="组合 156467"/>
                  <p:cNvGrpSpPr/>
                  <p:nvPr/>
                </p:nvGrpSpPr>
                <p:grpSpPr>
                  <a:xfrm>
                    <a:off x="912" y="2928"/>
                    <a:ext cx="1104" cy="144"/>
                    <a:chOff x="1872" y="2880"/>
                    <a:chExt cx="1104" cy="144"/>
                  </a:xfrm>
                </p:grpSpPr>
                <p:grpSp>
                  <p:nvGrpSpPr>
                    <p:cNvPr id="156469" name="组合 156468"/>
                    <p:cNvGrpSpPr/>
                    <p:nvPr/>
                  </p:nvGrpSpPr>
                  <p:grpSpPr>
                    <a:xfrm>
                      <a:off x="2016" y="2880"/>
                      <a:ext cx="960" cy="144"/>
                      <a:chOff x="336" y="2832"/>
                      <a:chExt cx="4992" cy="630"/>
                    </a:xfrm>
                  </p:grpSpPr>
                  <p:grpSp>
                    <p:nvGrpSpPr>
                      <p:cNvPr id="156470" name="组合 156469"/>
                      <p:cNvGrpSpPr/>
                      <p:nvPr/>
                    </p:nvGrpSpPr>
                    <p:grpSpPr>
                      <a:xfrm>
                        <a:off x="336" y="2832"/>
                        <a:ext cx="2496" cy="630"/>
                        <a:chOff x="1056" y="816"/>
                        <a:chExt cx="2496" cy="630"/>
                      </a:xfrm>
                    </p:grpSpPr>
                    <p:sp>
                      <p:nvSpPr>
                        <p:cNvPr id="156471" name="任意多边形 15647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472" name="组合 156471"/>
                        <p:cNvGrpSpPr/>
                        <p:nvPr/>
                      </p:nvGrpSpPr>
                      <p:grpSpPr>
                        <a:xfrm>
                          <a:off x="1056" y="816"/>
                          <a:ext cx="2016" cy="630"/>
                          <a:chOff x="1824" y="1968"/>
                          <a:chExt cx="685" cy="918"/>
                        </a:xfrm>
                      </p:grpSpPr>
                      <p:grpSp>
                        <p:nvGrpSpPr>
                          <p:cNvPr id="156473" name="组合 156472"/>
                          <p:cNvGrpSpPr/>
                          <p:nvPr/>
                        </p:nvGrpSpPr>
                        <p:grpSpPr>
                          <a:xfrm>
                            <a:off x="1824" y="1968"/>
                            <a:ext cx="343" cy="918"/>
                            <a:chOff x="2880" y="2112"/>
                            <a:chExt cx="2304" cy="2016"/>
                          </a:xfrm>
                        </p:grpSpPr>
                        <p:sp>
                          <p:nvSpPr>
                            <p:cNvPr id="156474" name="任意多边形 15647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75" name="任意多边形 15647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476" name="组合 156475"/>
                          <p:cNvGrpSpPr/>
                          <p:nvPr/>
                        </p:nvGrpSpPr>
                        <p:grpSpPr>
                          <a:xfrm>
                            <a:off x="2167" y="1968"/>
                            <a:ext cx="342" cy="918"/>
                            <a:chOff x="2880" y="2112"/>
                            <a:chExt cx="2304" cy="2016"/>
                          </a:xfrm>
                        </p:grpSpPr>
                        <p:sp>
                          <p:nvSpPr>
                            <p:cNvPr id="156477" name="任意多边形 15647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78" name="任意多边形 15647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479" name="组合 156478"/>
                      <p:cNvGrpSpPr/>
                      <p:nvPr/>
                    </p:nvGrpSpPr>
                    <p:grpSpPr>
                      <a:xfrm flipV="1">
                        <a:off x="2832" y="2832"/>
                        <a:ext cx="2496" cy="630"/>
                        <a:chOff x="1056" y="816"/>
                        <a:chExt cx="2496" cy="630"/>
                      </a:xfrm>
                    </p:grpSpPr>
                    <p:sp>
                      <p:nvSpPr>
                        <p:cNvPr id="156480" name="任意多边形 15647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481" name="组合 156480"/>
                        <p:cNvGrpSpPr/>
                        <p:nvPr/>
                      </p:nvGrpSpPr>
                      <p:grpSpPr>
                        <a:xfrm>
                          <a:off x="1056" y="816"/>
                          <a:ext cx="2016" cy="630"/>
                          <a:chOff x="1824" y="1968"/>
                          <a:chExt cx="685" cy="918"/>
                        </a:xfrm>
                      </p:grpSpPr>
                      <p:grpSp>
                        <p:nvGrpSpPr>
                          <p:cNvPr id="156482" name="组合 156481"/>
                          <p:cNvGrpSpPr/>
                          <p:nvPr/>
                        </p:nvGrpSpPr>
                        <p:grpSpPr>
                          <a:xfrm>
                            <a:off x="1824" y="1968"/>
                            <a:ext cx="343" cy="918"/>
                            <a:chOff x="2880" y="2112"/>
                            <a:chExt cx="2304" cy="2016"/>
                          </a:xfrm>
                        </p:grpSpPr>
                        <p:sp>
                          <p:nvSpPr>
                            <p:cNvPr id="156483" name="任意多边形 15648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84" name="任意多边形 15648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485" name="组合 156484"/>
                          <p:cNvGrpSpPr/>
                          <p:nvPr/>
                        </p:nvGrpSpPr>
                        <p:grpSpPr>
                          <a:xfrm>
                            <a:off x="2167" y="1968"/>
                            <a:ext cx="342" cy="918"/>
                            <a:chOff x="2880" y="2112"/>
                            <a:chExt cx="2304" cy="2016"/>
                          </a:xfrm>
                        </p:grpSpPr>
                        <p:sp>
                          <p:nvSpPr>
                            <p:cNvPr id="156486" name="任意多边形 15648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87" name="任意多边形 15648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488" name="直接连接符 15648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489" name="组合 156488"/>
                  <p:cNvGrpSpPr/>
                  <p:nvPr/>
                </p:nvGrpSpPr>
                <p:grpSpPr>
                  <a:xfrm>
                    <a:off x="912" y="3072"/>
                    <a:ext cx="1104" cy="144"/>
                    <a:chOff x="1872" y="2880"/>
                    <a:chExt cx="1104" cy="144"/>
                  </a:xfrm>
                </p:grpSpPr>
                <p:grpSp>
                  <p:nvGrpSpPr>
                    <p:cNvPr id="156490" name="组合 156489"/>
                    <p:cNvGrpSpPr/>
                    <p:nvPr/>
                  </p:nvGrpSpPr>
                  <p:grpSpPr>
                    <a:xfrm>
                      <a:off x="2016" y="2880"/>
                      <a:ext cx="960" cy="144"/>
                      <a:chOff x="336" y="2832"/>
                      <a:chExt cx="4992" cy="630"/>
                    </a:xfrm>
                  </p:grpSpPr>
                  <p:grpSp>
                    <p:nvGrpSpPr>
                      <p:cNvPr id="156491" name="组合 156490"/>
                      <p:cNvGrpSpPr/>
                      <p:nvPr/>
                    </p:nvGrpSpPr>
                    <p:grpSpPr>
                      <a:xfrm>
                        <a:off x="336" y="2832"/>
                        <a:ext cx="2496" cy="630"/>
                        <a:chOff x="1056" y="816"/>
                        <a:chExt cx="2496" cy="630"/>
                      </a:xfrm>
                    </p:grpSpPr>
                    <p:sp>
                      <p:nvSpPr>
                        <p:cNvPr id="156492" name="任意多边形 15649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493" name="组合 156492"/>
                        <p:cNvGrpSpPr/>
                        <p:nvPr/>
                      </p:nvGrpSpPr>
                      <p:grpSpPr>
                        <a:xfrm>
                          <a:off x="1056" y="816"/>
                          <a:ext cx="2016" cy="630"/>
                          <a:chOff x="1824" y="1968"/>
                          <a:chExt cx="685" cy="918"/>
                        </a:xfrm>
                      </p:grpSpPr>
                      <p:grpSp>
                        <p:nvGrpSpPr>
                          <p:cNvPr id="156494" name="组合 156493"/>
                          <p:cNvGrpSpPr/>
                          <p:nvPr/>
                        </p:nvGrpSpPr>
                        <p:grpSpPr>
                          <a:xfrm>
                            <a:off x="1824" y="1968"/>
                            <a:ext cx="343" cy="918"/>
                            <a:chOff x="2880" y="2112"/>
                            <a:chExt cx="2304" cy="2016"/>
                          </a:xfrm>
                        </p:grpSpPr>
                        <p:sp>
                          <p:nvSpPr>
                            <p:cNvPr id="156495" name="任意多边形 15649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96" name="任意多边形 15649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497" name="组合 156496"/>
                          <p:cNvGrpSpPr/>
                          <p:nvPr/>
                        </p:nvGrpSpPr>
                        <p:grpSpPr>
                          <a:xfrm>
                            <a:off x="2167" y="1968"/>
                            <a:ext cx="342" cy="918"/>
                            <a:chOff x="2880" y="2112"/>
                            <a:chExt cx="2304" cy="2016"/>
                          </a:xfrm>
                        </p:grpSpPr>
                        <p:sp>
                          <p:nvSpPr>
                            <p:cNvPr id="156498" name="任意多边形 15649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499" name="任意多边形 15649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500" name="组合 156499"/>
                      <p:cNvGrpSpPr/>
                      <p:nvPr/>
                    </p:nvGrpSpPr>
                    <p:grpSpPr>
                      <a:xfrm flipV="1">
                        <a:off x="2832" y="2832"/>
                        <a:ext cx="2496" cy="630"/>
                        <a:chOff x="1056" y="816"/>
                        <a:chExt cx="2496" cy="630"/>
                      </a:xfrm>
                    </p:grpSpPr>
                    <p:sp>
                      <p:nvSpPr>
                        <p:cNvPr id="156501" name="任意多边形 15650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502" name="组合 156501"/>
                        <p:cNvGrpSpPr/>
                        <p:nvPr/>
                      </p:nvGrpSpPr>
                      <p:grpSpPr>
                        <a:xfrm>
                          <a:off x="1056" y="816"/>
                          <a:ext cx="2016" cy="630"/>
                          <a:chOff x="1824" y="1968"/>
                          <a:chExt cx="685" cy="918"/>
                        </a:xfrm>
                      </p:grpSpPr>
                      <p:grpSp>
                        <p:nvGrpSpPr>
                          <p:cNvPr id="156503" name="组合 156502"/>
                          <p:cNvGrpSpPr/>
                          <p:nvPr/>
                        </p:nvGrpSpPr>
                        <p:grpSpPr>
                          <a:xfrm>
                            <a:off x="1824" y="1968"/>
                            <a:ext cx="343" cy="918"/>
                            <a:chOff x="2880" y="2112"/>
                            <a:chExt cx="2304" cy="2016"/>
                          </a:xfrm>
                        </p:grpSpPr>
                        <p:sp>
                          <p:nvSpPr>
                            <p:cNvPr id="156504" name="任意多边形 15650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05" name="任意多边形 15650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506" name="组合 156505"/>
                          <p:cNvGrpSpPr/>
                          <p:nvPr/>
                        </p:nvGrpSpPr>
                        <p:grpSpPr>
                          <a:xfrm>
                            <a:off x="2167" y="1968"/>
                            <a:ext cx="342" cy="918"/>
                            <a:chOff x="2880" y="2112"/>
                            <a:chExt cx="2304" cy="2016"/>
                          </a:xfrm>
                        </p:grpSpPr>
                        <p:sp>
                          <p:nvSpPr>
                            <p:cNvPr id="156507" name="任意多边形 15650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08" name="任意多边形 15650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509" name="直接连接符 15650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6510" name="组合 156509"/>
                <p:cNvGrpSpPr/>
                <p:nvPr/>
              </p:nvGrpSpPr>
              <p:grpSpPr>
                <a:xfrm flipH="1">
                  <a:off x="2352" y="3024"/>
                  <a:ext cx="1104" cy="288"/>
                  <a:chOff x="912" y="2928"/>
                  <a:chExt cx="1104" cy="288"/>
                </a:xfrm>
              </p:grpSpPr>
              <p:grpSp>
                <p:nvGrpSpPr>
                  <p:cNvPr id="156511" name="组合 156510"/>
                  <p:cNvGrpSpPr/>
                  <p:nvPr/>
                </p:nvGrpSpPr>
                <p:grpSpPr>
                  <a:xfrm>
                    <a:off x="912" y="2928"/>
                    <a:ext cx="1104" cy="144"/>
                    <a:chOff x="1872" y="2880"/>
                    <a:chExt cx="1104" cy="144"/>
                  </a:xfrm>
                </p:grpSpPr>
                <p:grpSp>
                  <p:nvGrpSpPr>
                    <p:cNvPr id="156512" name="组合 156511"/>
                    <p:cNvGrpSpPr/>
                    <p:nvPr/>
                  </p:nvGrpSpPr>
                  <p:grpSpPr>
                    <a:xfrm>
                      <a:off x="2016" y="2880"/>
                      <a:ext cx="960" cy="144"/>
                      <a:chOff x="336" y="2832"/>
                      <a:chExt cx="4992" cy="630"/>
                    </a:xfrm>
                  </p:grpSpPr>
                  <p:grpSp>
                    <p:nvGrpSpPr>
                      <p:cNvPr id="156513" name="组合 156512"/>
                      <p:cNvGrpSpPr/>
                      <p:nvPr/>
                    </p:nvGrpSpPr>
                    <p:grpSpPr>
                      <a:xfrm>
                        <a:off x="336" y="2832"/>
                        <a:ext cx="2496" cy="630"/>
                        <a:chOff x="1056" y="816"/>
                        <a:chExt cx="2496" cy="630"/>
                      </a:xfrm>
                    </p:grpSpPr>
                    <p:sp>
                      <p:nvSpPr>
                        <p:cNvPr id="156514" name="任意多边形 15651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515" name="组合 156514"/>
                        <p:cNvGrpSpPr/>
                        <p:nvPr/>
                      </p:nvGrpSpPr>
                      <p:grpSpPr>
                        <a:xfrm>
                          <a:off x="1056" y="816"/>
                          <a:ext cx="2016" cy="630"/>
                          <a:chOff x="1824" y="1968"/>
                          <a:chExt cx="685" cy="918"/>
                        </a:xfrm>
                      </p:grpSpPr>
                      <p:grpSp>
                        <p:nvGrpSpPr>
                          <p:cNvPr id="156516" name="组合 156515"/>
                          <p:cNvGrpSpPr/>
                          <p:nvPr/>
                        </p:nvGrpSpPr>
                        <p:grpSpPr>
                          <a:xfrm>
                            <a:off x="1824" y="1968"/>
                            <a:ext cx="343" cy="918"/>
                            <a:chOff x="2880" y="2112"/>
                            <a:chExt cx="2304" cy="2016"/>
                          </a:xfrm>
                        </p:grpSpPr>
                        <p:sp>
                          <p:nvSpPr>
                            <p:cNvPr id="156517" name="任意多边形 15651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18" name="任意多边形 15651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519" name="组合 156518"/>
                          <p:cNvGrpSpPr/>
                          <p:nvPr/>
                        </p:nvGrpSpPr>
                        <p:grpSpPr>
                          <a:xfrm>
                            <a:off x="2167" y="1968"/>
                            <a:ext cx="342" cy="918"/>
                            <a:chOff x="2880" y="2112"/>
                            <a:chExt cx="2304" cy="2016"/>
                          </a:xfrm>
                        </p:grpSpPr>
                        <p:sp>
                          <p:nvSpPr>
                            <p:cNvPr id="156520" name="任意多边形 15651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21" name="任意多边形 15652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522" name="组合 156521"/>
                      <p:cNvGrpSpPr/>
                      <p:nvPr/>
                    </p:nvGrpSpPr>
                    <p:grpSpPr>
                      <a:xfrm flipV="1">
                        <a:off x="2832" y="2832"/>
                        <a:ext cx="2496" cy="630"/>
                        <a:chOff x="1056" y="816"/>
                        <a:chExt cx="2496" cy="630"/>
                      </a:xfrm>
                    </p:grpSpPr>
                    <p:sp>
                      <p:nvSpPr>
                        <p:cNvPr id="156523" name="任意多边形 15652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524" name="组合 156523"/>
                        <p:cNvGrpSpPr/>
                        <p:nvPr/>
                      </p:nvGrpSpPr>
                      <p:grpSpPr>
                        <a:xfrm>
                          <a:off x="1056" y="816"/>
                          <a:ext cx="2016" cy="630"/>
                          <a:chOff x="1824" y="1968"/>
                          <a:chExt cx="685" cy="918"/>
                        </a:xfrm>
                      </p:grpSpPr>
                      <p:grpSp>
                        <p:nvGrpSpPr>
                          <p:cNvPr id="156525" name="组合 156524"/>
                          <p:cNvGrpSpPr/>
                          <p:nvPr/>
                        </p:nvGrpSpPr>
                        <p:grpSpPr>
                          <a:xfrm>
                            <a:off x="1824" y="1968"/>
                            <a:ext cx="343" cy="918"/>
                            <a:chOff x="2880" y="2112"/>
                            <a:chExt cx="2304" cy="2016"/>
                          </a:xfrm>
                        </p:grpSpPr>
                        <p:sp>
                          <p:nvSpPr>
                            <p:cNvPr id="156526" name="任意多边形 15652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27" name="任意多边形 15652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528" name="组合 156527"/>
                          <p:cNvGrpSpPr/>
                          <p:nvPr/>
                        </p:nvGrpSpPr>
                        <p:grpSpPr>
                          <a:xfrm>
                            <a:off x="2167" y="1968"/>
                            <a:ext cx="342" cy="918"/>
                            <a:chOff x="2880" y="2112"/>
                            <a:chExt cx="2304" cy="2016"/>
                          </a:xfrm>
                        </p:grpSpPr>
                        <p:sp>
                          <p:nvSpPr>
                            <p:cNvPr id="156529" name="任意多边形 15652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30" name="任意多边形 15652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531" name="直接连接符 15653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532" name="组合 156531"/>
                  <p:cNvGrpSpPr/>
                  <p:nvPr/>
                </p:nvGrpSpPr>
                <p:grpSpPr>
                  <a:xfrm>
                    <a:off x="912" y="3072"/>
                    <a:ext cx="1104" cy="144"/>
                    <a:chOff x="1872" y="2880"/>
                    <a:chExt cx="1104" cy="144"/>
                  </a:xfrm>
                </p:grpSpPr>
                <p:grpSp>
                  <p:nvGrpSpPr>
                    <p:cNvPr id="156533" name="组合 156532"/>
                    <p:cNvGrpSpPr/>
                    <p:nvPr/>
                  </p:nvGrpSpPr>
                  <p:grpSpPr>
                    <a:xfrm>
                      <a:off x="2016" y="2880"/>
                      <a:ext cx="960" cy="144"/>
                      <a:chOff x="336" y="2832"/>
                      <a:chExt cx="4992" cy="630"/>
                    </a:xfrm>
                  </p:grpSpPr>
                  <p:grpSp>
                    <p:nvGrpSpPr>
                      <p:cNvPr id="156534" name="组合 156533"/>
                      <p:cNvGrpSpPr/>
                      <p:nvPr/>
                    </p:nvGrpSpPr>
                    <p:grpSpPr>
                      <a:xfrm>
                        <a:off x="336" y="2832"/>
                        <a:ext cx="2496" cy="630"/>
                        <a:chOff x="1056" y="816"/>
                        <a:chExt cx="2496" cy="630"/>
                      </a:xfrm>
                    </p:grpSpPr>
                    <p:sp>
                      <p:nvSpPr>
                        <p:cNvPr id="156535" name="任意多边形 15653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536" name="组合 156535"/>
                        <p:cNvGrpSpPr/>
                        <p:nvPr/>
                      </p:nvGrpSpPr>
                      <p:grpSpPr>
                        <a:xfrm>
                          <a:off x="1056" y="816"/>
                          <a:ext cx="2016" cy="630"/>
                          <a:chOff x="1824" y="1968"/>
                          <a:chExt cx="685" cy="918"/>
                        </a:xfrm>
                      </p:grpSpPr>
                      <p:grpSp>
                        <p:nvGrpSpPr>
                          <p:cNvPr id="156537" name="组合 156536"/>
                          <p:cNvGrpSpPr/>
                          <p:nvPr/>
                        </p:nvGrpSpPr>
                        <p:grpSpPr>
                          <a:xfrm>
                            <a:off x="1824" y="1968"/>
                            <a:ext cx="343" cy="918"/>
                            <a:chOff x="2880" y="2112"/>
                            <a:chExt cx="2304" cy="2016"/>
                          </a:xfrm>
                        </p:grpSpPr>
                        <p:sp>
                          <p:nvSpPr>
                            <p:cNvPr id="156538" name="任意多边形 15653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39" name="任意多边形 15653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540" name="组合 156539"/>
                          <p:cNvGrpSpPr/>
                          <p:nvPr/>
                        </p:nvGrpSpPr>
                        <p:grpSpPr>
                          <a:xfrm>
                            <a:off x="2167" y="1968"/>
                            <a:ext cx="342" cy="918"/>
                            <a:chOff x="2880" y="2112"/>
                            <a:chExt cx="2304" cy="2016"/>
                          </a:xfrm>
                        </p:grpSpPr>
                        <p:sp>
                          <p:nvSpPr>
                            <p:cNvPr id="156541" name="任意多边形 15654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42" name="任意多边形 15654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543" name="组合 156542"/>
                      <p:cNvGrpSpPr/>
                      <p:nvPr/>
                    </p:nvGrpSpPr>
                    <p:grpSpPr>
                      <a:xfrm flipV="1">
                        <a:off x="2832" y="2832"/>
                        <a:ext cx="2496" cy="630"/>
                        <a:chOff x="1056" y="816"/>
                        <a:chExt cx="2496" cy="630"/>
                      </a:xfrm>
                    </p:grpSpPr>
                    <p:sp>
                      <p:nvSpPr>
                        <p:cNvPr id="156544" name="任意多边形 15654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545" name="组合 156544"/>
                        <p:cNvGrpSpPr/>
                        <p:nvPr/>
                      </p:nvGrpSpPr>
                      <p:grpSpPr>
                        <a:xfrm>
                          <a:off x="1056" y="816"/>
                          <a:ext cx="2016" cy="630"/>
                          <a:chOff x="1824" y="1968"/>
                          <a:chExt cx="685" cy="918"/>
                        </a:xfrm>
                      </p:grpSpPr>
                      <p:grpSp>
                        <p:nvGrpSpPr>
                          <p:cNvPr id="156546" name="组合 156545"/>
                          <p:cNvGrpSpPr/>
                          <p:nvPr/>
                        </p:nvGrpSpPr>
                        <p:grpSpPr>
                          <a:xfrm>
                            <a:off x="1824" y="1968"/>
                            <a:ext cx="343" cy="918"/>
                            <a:chOff x="2880" y="2112"/>
                            <a:chExt cx="2304" cy="2016"/>
                          </a:xfrm>
                        </p:grpSpPr>
                        <p:sp>
                          <p:nvSpPr>
                            <p:cNvPr id="156547" name="任意多边形 15654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48" name="任意多边形 15654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549" name="组合 156548"/>
                          <p:cNvGrpSpPr/>
                          <p:nvPr/>
                        </p:nvGrpSpPr>
                        <p:grpSpPr>
                          <a:xfrm>
                            <a:off x="2167" y="1968"/>
                            <a:ext cx="342" cy="918"/>
                            <a:chOff x="2880" y="2112"/>
                            <a:chExt cx="2304" cy="2016"/>
                          </a:xfrm>
                        </p:grpSpPr>
                        <p:sp>
                          <p:nvSpPr>
                            <p:cNvPr id="156550" name="任意多边形 15654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51" name="任意多边形 15655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552" name="直接连接符 15655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grpSp>
        <p:nvGrpSpPr>
          <p:cNvPr id="156553" name="组合 156552"/>
          <p:cNvGrpSpPr/>
          <p:nvPr/>
        </p:nvGrpSpPr>
        <p:grpSpPr>
          <a:xfrm>
            <a:off x="7346315" y="4049078"/>
            <a:ext cx="1981200" cy="1219200"/>
            <a:chOff x="3072" y="2880"/>
            <a:chExt cx="1104" cy="1440"/>
          </a:xfrm>
        </p:grpSpPr>
        <p:grpSp>
          <p:nvGrpSpPr>
            <p:cNvPr id="156554" name="组合 156553"/>
            <p:cNvGrpSpPr/>
            <p:nvPr/>
          </p:nvGrpSpPr>
          <p:grpSpPr>
            <a:xfrm>
              <a:off x="3072" y="2880"/>
              <a:ext cx="1104" cy="768"/>
              <a:chOff x="3888" y="2784"/>
              <a:chExt cx="1104" cy="1152"/>
            </a:xfrm>
          </p:grpSpPr>
          <p:grpSp>
            <p:nvGrpSpPr>
              <p:cNvPr id="156555" name="组合 156554"/>
              <p:cNvGrpSpPr/>
              <p:nvPr/>
            </p:nvGrpSpPr>
            <p:grpSpPr>
              <a:xfrm>
                <a:off x="3888" y="2784"/>
                <a:ext cx="1104" cy="576"/>
                <a:chOff x="2352" y="3024"/>
                <a:chExt cx="1104" cy="576"/>
              </a:xfrm>
            </p:grpSpPr>
            <p:grpSp>
              <p:nvGrpSpPr>
                <p:cNvPr id="156556" name="组合 156555"/>
                <p:cNvGrpSpPr/>
                <p:nvPr/>
              </p:nvGrpSpPr>
              <p:grpSpPr>
                <a:xfrm flipH="1">
                  <a:off x="2352" y="3312"/>
                  <a:ext cx="1104" cy="288"/>
                  <a:chOff x="912" y="2928"/>
                  <a:chExt cx="1104" cy="288"/>
                </a:xfrm>
              </p:grpSpPr>
              <p:grpSp>
                <p:nvGrpSpPr>
                  <p:cNvPr id="156557" name="组合 156556"/>
                  <p:cNvGrpSpPr/>
                  <p:nvPr/>
                </p:nvGrpSpPr>
                <p:grpSpPr>
                  <a:xfrm>
                    <a:off x="912" y="2928"/>
                    <a:ext cx="1104" cy="144"/>
                    <a:chOff x="1872" y="2880"/>
                    <a:chExt cx="1104" cy="144"/>
                  </a:xfrm>
                </p:grpSpPr>
                <p:grpSp>
                  <p:nvGrpSpPr>
                    <p:cNvPr id="156558" name="组合 156557"/>
                    <p:cNvGrpSpPr/>
                    <p:nvPr/>
                  </p:nvGrpSpPr>
                  <p:grpSpPr>
                    <a:xfrm>
                      <a:off x="2016" y="2880"/>
                      <a:ext cx="960" cy="144"/>
                      <a:chOff x="336" y="2832"/>
                      <a:chExt cx="4992" cy="630"/>
                    </a:xfrm>
                  </p:grpSpPr>
                  <p:grpSp>
                    <p:nvGrpSpPr>
                      <p:cNvPr id="156559" name="组合 156558"/>
                      <p:cNvGrpSpPr/>
                      <p:nvPr/>
                    </p:nvGrpSpPr>
                    <p:grpSpPr>
                      <a:xfrm>
                        <a:off x="336" y="2832"/>
                        <a:ext cx="2496" cy="630"/>
                        <a:chOff x="1056" y="816"/>
                        <a:chExt cx="2496" cy="630"/>
                      </a:xfrm>
                    </p:grpSpPr>
                    <p:sp>
                      <p:nvSpPr>
                        <p:cNvPr id="156560" name="任意多边形 15655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561" name="组合 156560"/>
                        <p:cNvGrpSpPr/>
                        <p:nvPr/>
                      </p:nvGrpSpPr>
                      <p:grpSpPr>
                        <a:xfrm>
                          <a:off x="1056" y="816"/>
                          <a:ext cx="2016" cy="630"/>
                          <a:chOff x="1824" y="1968"/>
                          <a:chExt cx="685" cy="918"/>
                        </a:xfrm>
                      </p:grpSpPr>
                      <p:grpSp>
                        <p:nvGrpSpPr>
                          <p:cNvPr id="156562" name="组合 156561"/>
                          <p:cNvGrpSpPr/>
                          <p:nvPr/>
                        </p:nvGrpSpPr>
                        <p:grpSpPr>
                          <a:xfrm>
                            <a:off x="1824" y="1968"/>
                            <a:ext cx="343" cy="918"/>
                            <a:chOff x="2880" y="2112"/>
                            <a:chExt cx="2304" cy="2016"/>
                          </a:xfrm>
                        </p:grpSpPr>
                        <p:sp>
                          <p:nvSpPr>
                            <p:cNvPr id="156563" name="任意多边形 15656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64" name="任意多边形 15656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565" name="组合 156564"/>
                          <p:cNvGrpSpPr/>
                          <p:nvPr/>
                        </p:nvGrpSpPr>
                        <p:grpSpPr>
                          <a:xfrm>
                            <a:off x="2167" y="1968"/>
                            <a:ext cx="342" cy="918"/>
                            <a:chOff x="2880" y="2112"/>
                            <a:chExt cx="2304" cy="2016"/>
                          </a:xfrm>
                        </p:grpSpPr>
                        <p:sp>
                          <p:nvSpPr>
                            <p:cNvPr id="156566" name="任意多边形 15656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67" name="任意多边形 15656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568" name="组合 156567"/>
                      <p:cNvGrpSpPr/>
                      <p:nvPr/>
                    </p:nvGrpSpPr>
                    <p:grpSpPr>
                      <a:xfrm flipV="1">
                        <a:off x="2832" y="2832"/>
                        <a:ext cx="2496" cy="630"/>
                        <a:chOff x="1056" y="816"/>
                        <a:chExt cx="2496" cy="630"/>
                      </a:xfrm>
                    </p:grpSpPr>
                    <p:sp>
                      <p:nvSpPr>
                        <p:cNvPr id="156569" name="任意多边形 15656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570" name="组合 156569"/>
                        <p:cNvGrpSpPr/>
                        <p:nvPr/>
                      </p:nvGrpSpPr>
                      <p:grpSpPr>
                        <a:xfrm>
                          <a:off x="1056" y="816"/>
                          <a:ext cx="2016" cy="630"/>
                          <a:chOff x="1824" y="1968"/>
                          <a:chExt cx="685" cy="918"/>
                        </a:xfrm>
                      </p:grpSpPr>
                      <p:grpSp>
                        <p:nvGrpSpPr>
                          <p:cNvPr id="156571" name="组合 156570"/>
                          <p:cNvGrpSpPr/>
                          <p:nvPr/>
                        </p:nvGrpSpPr>
                        <p:grpSpPr>
                          <a:xfrm>
                            <a:off x="1824" y="1968"/>
                            <a:ext cx="343" cy="918"/>
                            <a:chOff x="2880" y="2112"/>
                            <a:chExt cx="2304" cy="2016"/>
                          </a:xfrm>
                        </p:grpSpPr>
                        <p:sp>
                          <p:nvSpPr>
                            <p:cNvPr id="156572" name="任意多边形 15657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73" name="任意多边形 15657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574" name="组合 156573"/>
                          <p:cNvGrpSpPr/>
                          <p:nvPr/>
                        </p:nvGrpSpPr>
                        <p:grpSpPr>
                          <a:xfrm>
                            <a:off x="2167" y="1968"/>
                            <a:ext cx="342" cy="918"/>
                            <a:chOff x="2880" y="2112"/>
                            <a:chExt cx="2304" cy="2016"/>
                          </a:xfrm>
                        </p:grpSpPr>
                        <p:sp>
                          <p:nvSpPr>
                            <p:cNvPr id="156575" name="任意多边形 15657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76" name="任意多边形 15657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577" name="直接连接符 15657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578" name="组合 156577"/>
                  <p:cNvGrpSpPr/>
                  <p:nvPr/>
                </p:nvGrpSpPr>
                <p:grpSpPr>
                  <a:xfrm>
                    <a:off x="912" y="3072"/>
                    <a:ext cx="1104" cy="144"/>
                    <a:chOff x="1872" y="2880"/>
                    <a:chExt cx="1104" cy="144"/>
                  </a:xfrm>
                </p:grpSpPr>
                <p:grpSp>
                  <p:nvGrpSpPr>
                    <p:cNvPr id="156579" name="组合 156578"/>
                    <p:cNvGrpSpPr/>
                    <p:nvPr/>
                  </p:nvGrpSpPr>
                  <p:grpSpPr>
                    <a:xfrm>
                      <a:off x="2016" y="2880"/>
                      <a:ext cx="960" cy="144"/>
                      <a:chOff x="336" y="2832"/>
                      <a:chExt cx="4992" cy="630"/>
                    </a:xfrm>
                  </p:grpSpPr>
                  <p:grpSp>
                    <p:nvGrpSpPr>
                      <p:cNvPr id="156580" name="组合 156579"/>
                      <p:cNvGrpSpPr/>
                      <p:nvPr/>
                    </p:nvGrpSpPr>
                    <p:grpSpPr>
                      <a:xfrm>
                        <a:off x="336" y="2832"/>
                        <a:ext cx="2496" cy="630"/>
                        <a:chOff x="1056" y="816"/>
                        <a:chExt cx="2496" cy="630"/>
                      </a:xfrm>
                    </p:grpSpPr>
                    <p:sp>
                      <p:nvSpPr>
                        <p:cNvPr id="156581" name="任意多边形 15658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582" name="组合 156581"/>
                        <p:cNvGrpSpPr/>
                        <p:nvPr/>
                      </p:nvGrpSpPr>
                      <p:grpSpPr>
                        <a:xfrm>
                          <a:off x="1056" y="816"/>
                          <a:ext cx="2016" cy="630"/>
                          <a:chOff x="1824" y="1968"/>
                          <a:chExt cx="685" cy="918"/>
                        </a:xfrm>
                      </p:grpSpPr>
                      <p:grpSp>
                        <p:nvGrpSpPr>
                          <p:cNvPr id="156583" name="组合 156582"/>
                          <p:cNvGrpSpPr/>
                          <p:nvPr/>
                        </p:nvGrpSpPr>
                        <p:grpSpPr>
                          <a:xfrm>
                            <a:off x="1824" y="1968"/>
                            <a:ext cx="343" cy="918"/>
                            <a:chOff x="2880" y="2112"/>
                            <a:chExt cx="2304" cy="2016"/>
                          </a:xfrm>
                        </p:grpSpPr>
                        <p:sp>
                          <p:nvSpPr>
                            <p:cNvPr id="156584" name="任意多边形 15658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85" name="任意多边形 15658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586" name="组合 156585"/>
                          <p:cNvGrpSpPr/>
                          <p:nvPr/>
                        </p:nvGrpSpPr>
                        <p:grpSpPr>
                          <a:xfrm>
                            <a:off x="2167" y="1968"/>
                            <a:ext cx="342" cy="918"/>
                            <a:chOff x="2880" y="2112"/>
                            <a:chExt cx="2304" cy="2016"/>
                          </a:xfrm>
                        </p:grpSpPr>
                        <p:sp>
                          <p:nvSpPr>
                            <p:cNvPr id="156587" name="任意多边形 15658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88" name="任意多边形 15658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589" name="组合 156588"/>
                      <p:cNvGrpSpPr/>
                      <p:nvPr/>
                    </p:nvGrpSpPr>
                    <p:grpSpPr>
                      <a:xfrm flipV="1">
                        <a:off x="2832" y="2832"/>
                        <a:ext cx="2496" cy="630"/>
                        <a:chOff x="1056" y="816"/>
                        <a:chExt cx="2496" cy="630"/>
                      </a:xfrm>
                    </p:grpSpPr>
                    <p:sp>
                      <p:nvSpPr>
                        <p:cNvPr id="156590" name="任意多边形 15658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591" name="组合 156590"/>
                        <p:cNvGrpSpPr/>
                        <p:nvPr/>
                      </p:nvGrpSpPr>
                      <p:grpSpPr>
                        <a:xfrm>
                          <a:off x="1056" y="816"/>
                          <a:ext cx="2016" cy="630"/>
                          <a:chOff x="1824" y="1968"/>
                          <a:chExt cx="685" cy="918"/>
                        </a:xfrm>
                      </p:grpSpPr>
                      <p:grpSp>
                        <p:nvGrpSpPr>
                          <p:cNvPr id="156592" name="组合 156591"/>
                          <p:cNvGrpSpPr/>
                          <p:nvPr/>
                        </p:nvGrpSpPr>
                        <p:grpSpPr>
                          <a:xfrm>
                            <a:off x="1824" y="1968"/>
                            <a:ext cx="343" cy="918"/>
                            <a:chOff x="2880" y="2112"/>
                            <a:chExt cx="2304" cy="2016"/>
                          </a:xfrm>
                        </p:grpSpPr>
                        <p:sp>
                          <p:nvSpPr>
                            <p:cNvPr id="156593" name="任意多边形 15659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94" name="任意多边形 15659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595" name="组合 156594"/>
                          <p:cNvGrpSpPr/>
                          <p:nvPr/>
                        </p:nvGrpSpPr>
                        <p:grpSpPr>
                          <a:xfrm>
                            <a:off x="2167" y="1968"/>
                            <a:ext cx="342" cy="918"/>
                            <a:chOff x="2880" y="2112"/>
                            <a:chExt cx="2304" cy="2016"/>
                          </a:xfrm>
                        </p:grpSpPr>
                        <p:sp>
                          <p:nvSpPr>
                            <p:cNvPr id="156596" name="任意多边形 15659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597" name="任意多边形 15659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598" name="直接连接符 15659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6599" name="组合 156598"/>
                <p:cNvGrpSpPr/>
                <p:nvPr/>
              </p:nvGrpSpPr>
              <p:grpSpPr>
                <a:xfrm flipH="1">
                  <a:off x="2352" y="3024"/>
                  <a:ext cx="1104" cy="288"/>
                  <a:chOff x="912" y="2928"/>
                  <a:chExt cx="1104" cy="288"/>
                </a:xfrm>
              </p:grpSpPr>
              <p:grpSp>
                <p:nvGrpSpPr>
                  <p:cNvPr id="156600" name="组合 156599"/>
                  <p:cNvGrpSpPr/>
                  <p:nvPr/>
                </p:nvGrpSpPr>
                <p:grpSpPr>
                  <a:xfrm>
                    <a:off x="912" y="2928"/>
                    <a:ext cx="1104" cy="144"/>
                    <a:chOff x="1872" y="2880"/>
                    <a:chExt cx="1104" cy="144"/>
                  </a:xfrm>
                </p:grpSpPr>
                <p:grpSp>
                  <p:nvGrpSpPr>
                    <p:cNvPr id="156601" name="组合 156600"/>
                    <p:cNvGrpSpPr/>
                    <p:nvPr/>
                  </p:nvGrpSpPr>
                  <p:grpSpPr>
                    <a:xfrm>
                      <a:off x="2016" y="2880"/>
                      <a:ext cx="960" cy="144"/>
                      <a:chOff x="336" y="2832"/>
                      <a:chExt cx="4992" cy="630"/>
                    </a:xfrm>
                  </p:grpSpPr>
                  <p:grpSp>
                    <p:nvGrpSpPr>
                      <p:cNvPr id="156602" name="组合 156601"/>
                      <p:cNvGrpSpPr/>
                      <p:nvPr/>
                    </p:nvGrpSpPr>
                    <p:grpSpPr>
                      <a:xfrm>
                        <a:off x="336" y="2832"/>
                        <a:ext cx="2496" cy="630"/>
                        <a:chOff x="1056" y="816"/>
                        <a:chExt cx="2496" cy="630"/>
                      </a:xfrm>
                    </p:grpSpPr>
                    <p:sp>
                      <p:nvSpPr>
                        <p:cNvPr id="156603" name="任意多边形 15660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604" name="组合 156603"/>
                        <p:cNvGrpSpPr/>
                        <p:nvPr/>
                      </p:nvGrpSpPr>
                      <p:grpSpPr>
                        <a:xfrm>
                          <a:off x="1056" y="816"/>
                          <a:ext cx="2016" cy="630"/>
                          <a:chOff x="1824" y="1968"/>
                          <a:chExt cx="685" cy="918"/>
                        </a:xfrm>
                      </p:grpSpPr>
                      <p:grpSp>
                        <p:nvGrpSpPr>
                          <p:cNvPr id="156605" name="组合 156604"/>
                          <p:cNvGrpSpPr/>
                          <p:nvPr/>
                        </p:nvGrpSpPr>
                        <p:grpSpPr>
                          <a:xfrm>
                            <a:off x="1824" y="1968"/>
                            <a:ext cx="343" cy="918"/>
                            <a:chOff x="2880" y="2112"/>
                            <a:chExt cx="2304" cy="2016"/>
                          </a:xfrm>
                        </p:grpSpPr>
                        <p:sp>
                          <p:nvSpPr>
                            <p:cNvPr id="156606" name="任意多边形 15660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07" name="任意多边形 15660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608" name="组合 156607"/>
                          <p:cNvGrpSpPr/>
                          <p:nvPr/>
                        </p:nvGrpSpPr>
                        <p:grpSpPr>
                          <a:xfrm>
                            <a:off x="2167" y="1968"/>
                            <a:ext cx="342" cy="918"/>
                            <a:chOff x="2880" y="2112"/>
                            <a:chExt cx="2304" cy="2016"/>
                          </a:xfrm>
                        </p:grpSpPr>
                        <p:sp>
                          <p:nvSpPr>
                            <p:cNvPr id="156609" name="任意多边形 15660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10" name="任意多边形 15660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611" name="组合 156610"/>
                      <p:cNvGrpSpPr/>
                      <p:nvPr/>
                    </p:nvGrpSpPr>
                    <p:grpSpPr>
                      <a:xfrm flipV="1">
                        <a:off x="2832" y="2832"/>
                        <a:ext cx="2496" cy="630"/>
                        <a:chOff x="1056" y="816"/>
                        <a:chExt cx="2496" cy="630"/>
                      </a:xfrm>
                    </p:grpSpPr>
                    <p:sp>
                      <p:nvSpPr>
                        <p:cNvPr id="156612" name="任意多边形 15661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613" name="组合 156612"/>
                        <p:cNvGrpSpPr/>
                        <p:nvPr/>
                      </p:nvGrpSpPr>
                      <p:grpSpPr>
                        <a:xfrm>
                          <a:off x="1056" y="816"/>
                          <a:ext cx="2016" cy="630"/>
                          <a:chOff x="1824" y="1968"/>
                          <a:chExt cx="685" cy="918"/>
                        </a:xfrm>
                      </p:grpSpPr>
                      <p:grpSp>
                        <p:nvGrpSpPr>
                          <p:cNvPr id="156614" name="组合 156613"/>
                          <p:cNvGrpSpPr/>
                          <p:nvPr/>
                        </p:nvGrpSpPr>
                        <p:grpSpPr>
                          <a:xfrm>
                            <a:off x="1824" y="1968"/>
                            <a:ext cx="343" cy="918"/>
                            <a:chOff x="2880" y="2112"/>
                            <a:chExt cx="2304" cy="2016"/>
                          </a:xfrm>
                        </p:grpSpPr>
                        <p:sp>
                          <p:nvSpPr>
                            <p:cNvPr id="156615" name="任意多边形 15661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16" name="任意多边形 15661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617" name="组合 156616"/>
                          <p:cNvGrpSpPr/>
                          <p:nvPr/>
                        </p:nvGrpSpPr>
                        <p:grpSpPr>
                          <a:xfrm>
                            <a:off x="2167" y="1968"/>
                            <a:ext cx="342" cy="918"/>
                            <a:chOff x="2880" y="2112"/>
                            <a:chExt cx="2304" cy="2016"/>
                          </a:xfrm>
                        </p:grpSpPr>
                        <p:sp>
                          <p:nvSpPr>
                            <p:cNvPr id="156618" name="任意多边形 15661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19" name="任意多边形 15661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620" name="直接连接符 15661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621" name="组合 156620"/>
                  <p:cNvGrpSpPr/>
                  <p:nvPr/>
                </p:nvGrpSpPr>
                <p:grpSpPr>
                  <a:xfrm>
                    <a:off x="912" y="3072"/>
                    <a:ext cx="1104" cy="144"/>
                    <a:chOff x="1872" y="2880"/>
                    <a:chExt cx="1104" cy="144"/>
                  </a:xfrm>
                </p:grpSpPr>
                <p:grpSp>
                  <p:nvGrpSpPr>
                    <p:cNvPr id="156622" name="组合 156621"/>
                    <p:cNvGrpSpPr/>
                    <p:nvPr/>
                  </p:nvGrpSpPr>
                  <p:grpSpPr>
                    <a:xfrm>
                      <a:off x="2016" y="2880"/>
                      <a:ext cx="960" cy="144"/>
                      <a:chOff x="336" y="2832"/>
                      <a:chExt cx="4992" cy="630"/>
                    </a:xfrm>
                  </p:grpSpPr>
                  <p:grpSp>
                    <p:nvGrpSpPr>
                      <p:cNvPr id="156623" name="组合 156622"/>
                      <p:cNvGrpSpPr/>
                      <p:nvPr/>
                    </p:nvGrpSpPr>
                    <p:grpSpPr>
                      <a:xfrm>
                        <a:off x="336" y="2832"/>
                        <a:ext cx="2496" cy="630"/>
                        <a:chOff x="1056" y="816"/>
                        <a:chExt cx="2496" cy="630"/>
                      </a:xfrm>
                    </p:grpSpPr>
                    <p:sp>
                      <p:nvSpPr>
                        <p:cNvPr id="156624" name="任意多边形 15662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625" name="组合 156624"/>
                        <p:cNvGrpSpPr/>
                        <p:nvPr/>
                      </p:nvGrpSpPr>
                      <p:grpSpPr>
                        <a:xfrm>
                          <a:off x="1056" y="816"/>
                          <a:ext cx="2016" cy="630"/>
                          <a:chOff x="1824" y="1968"/>
                          <a:chExt cx="685" cy="918"/>
                        </a:xfrm>
                      </p:grpSpPr>
                      <p:grpSp>
                        <p:nvGrpSpPr>
                          <p:cNvPr id="156626" name="组合 156625"/>
                          <p:cNvGrpSpPr/>
                          <p:nvPr/>
                        </p:nvGrpSpPr>
                        <p:grpSpPr>
                          <a:xfrm>
                            <a:off x="1824" y="1968"/>
                            <a:ext cx="343" cy="918"/>
                            <a:chOff x="2880" y="2112"/>
                            <a:chExt cx="2304" cy="2016"/>
                          </a:xfrm>
                        </p:grpSpPr>
                        <p:sp>
                          <p:nvSpPr>
                            <p:cNvPr id="156627" name="任意多边形 15662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28" name="任意多边形 15662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629" name="组合 156628"/>
                          <p:cNvGrpSpPr/>
                          <p:nvPr/>
                        </p:nvGrpSpPr>
                        <p:grpSpPr>
                          <a:xfrm>
                            <a:off x="2167" y="1968"/>
                            <a:ext cx="342" cy="918"/>
                            <a:chOff x="2880" y="2112"/>
                            <a:chExt cx="2304" cy="2016"/>
                          </a:xfrm>
                        </p:grpSpPr>
                        <p:sp>
                          <p:nvSpPr>
                            <p:cNvPr id="156630" name="任意多边形 15662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31" name="任意多边形 15663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632" name="组合 156631"/>
                      <p:cNvGrpSpPr/>
                      <p:nvPr/>
                    </p:nvGrpSpPr>
                    <p:grpSpPr>
                      <a:xfrm flipV="1">
                        <a:off x="2832" y="2832"/>
                        <a:ext cx="2496" cy="630"/>
                        <a:chOff x="1056" y="816"/>
                        <a:chExt cx="2496" cy="630"/>
                      </a:xfrm>
                    </p:grpSpPr>
                    <p:sp>
                      <p:nvSpPr>
                        <p:cNvPr id="156633" name="任意多边形 15663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634" name="组合 156633"/>
                        <p:cNvGrpSpPr/>
                        <p:nvPr/>
                      </p:nvGrpSpPr>
                      <p:grpSpPr>
                        <a:xfrm>
                          <a:off x="1056" y="816"/>
                          <a:ext cx="2016" cy="630"/>
                          <a:chOff x="1824" y="1968"/>
                          <a:chExt cx="685" cy="918"/>
                        </a:xfrm>
                      </p:grpSpPr>
                      <p:grpSp>
                        <p:nvGrpSpPr>
                          <p:cNvPr id="156635" name="组合 156634"/>
                          <p:cNvGrpSpPr/>
                          <p:nvPr/>
                        </p:nvGrpSpPr>
                        <p:grpSpPr>
                          <a:xfrm>
                            <a:off x="1824" y="1968"/>
                            <a:ext cx="343" cy="918"/>
                            <a:chOff x="2880" y="2112"/>
                            <a:chExt cx="2304" cy="2016"/>
                          </a:xfrm>
                        </p:grpSpPr>
                        <p:sp>
                          <p:nvSpPr>
                            <p:cNvPr id="156636" name="任意多边形 15663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37" name="任意多边形 15663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638" name="组合 156637"/>
                          <p:cNvGrpSpPr/>
                          <p:nvPr/>
                        </p:nvGrpSpPr>
                        <p:grpSpPr>
                          <a:xfrm>
                            <a:off x="2167" y="1968"/>
                            <a:ext cx="342" cy="918"/>
                            <a:chOff x="2880" y="2112"/>
                            <a:chExt cx="2304" cy="2016"/>
                          </a:xfrm>
                        </p:grpSpPr>
                        <p:sp>
                          <p:nvSpPr>
                            <p:cNvPr id="156639" name="任意多边形 15663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40" name="任意多边形 15663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641" name="直接连接符 15664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6642" name="组合 156641"/>
              <p:cNvGrpSpPr/>
              <p:nvPr/>
            </p:nvGrpSpPr>
            <p:grpSpPr>
              <a:xfrm>
                <a:off x="3888" y="3360"/>
                <a:ext cx="1104" cy="576"/>
                <a:chOff x="2352" y="3024"/>
                <a:chExt cx="1104" cy="576"/>
              </a:xfrm>
            </p:grpSpPr>
            <p:grpSp>
              <p:nvGrpSpPr>
                <p:cNvPr id="156643" name="组合 156642"/>
                <p:cNvGrpSpPr/>
                <p:nvPr/>
              </p:nvGrpSpPr>
              <p:grpSpPr>
                <a:xfrm flipH="1">
                  <a:off x="2352" y="3312"/>
                  <a:ext cx="1104" cy="288"/>
                  <a:chOff x="912" y="2928"/>
                  <a:chExt cx="1104" cy="288"/>
                </a:xfrm>
              </p:grpSpPr>
              <p:grpSp>
                <p:nvGrpSpPr>
                  <p:cNvPr id="156644" name="组合 156643"/>
                  <p:cNvGrpSpPr/>
                  <p:nvPr/>
                </p:nvGrpSpPr>
                <p:grpSpPr>
                  <a:xfrm>
                    <a:off x="912" y="2928"/>
                    <a:ext cx="1104" cy="144"/>
                    <a:chOff x="1872" y="2880"/>
                    <a:chExt cx="1104" cy="144"/>
                  </a:xfrm>
                </p:grpSpPr>
                <p:grpSp>
                  <p:nvGrpSpPr>
                    <p:cNvPr id="156645" name="组合 156644"/>
                    <p:cNvGrpSpPr/>
                    <p:nvPr/>
                  </p:nvGrpSpPr>
                  <p:grpSpPr>
                    <a:xfrm>
                      <a:off x="2016" y="2880"/>
                      <a:ext cx="960" cy="144"/>
                      <a:chOff x="336" y="2832"/>
                      <a:chExt cx="4992" cy="630"/>
                    </a:xfrm>
                  </p:grpSpPr>
                  <p:grpSp>
                    <p:nvGrpSpPr>
                      <p:cNvPr id="156646" name="组合 156645"/>
                      <p:cNvGrpSpPr/>
                      <p:nvPr/>
                    </p:nvGrpSpPr>
                    <p:grpSpPr>
                      <a:xfrm>
                        <a:off x="336" y="2832"/>
                        <a:ext cx="2496" cy="630"/>
                        <a:chOff x="1056" y="816"/>
                        <a:chExt cx="2496" cy="630"/>
                      </a:xfrm>
                    </p:grpSpPr>
                    <p:sp>
                      <p:nvSpPr>
                        <p:cNvPr id="156647" name="任意多边形 15664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648" name="组合 156647"/>
                        <p:cNvGrpSpPr/>
                        <p:nvPr/>
                      </p:nvGrpSpPr>
                      <p:grpSpPr>
                        <a:xfrm>
                          <a:off x="1056" y="816"/>
                          <a:ext cx="2016" cy="630"/>
                          <a:chOff x="1824" y="1968"/>
                          <a:chExt cx="685" cy="918"/>
                        </a:xfrm>
                      </p:grpSpPr>
                      <p:grpSp>
                        <p:nvGrpSpPr>
                          <p:cNvPr id="156649" name="组合 156648"/>
                          <p:cNvGrpSpPr/>
                          <p:nvPr/>
                        </p:nvGrpSpPr>
                        <p:grpSpPr>
                          <a:xfrm>
                            <a:off x="1824" y="1968"/>
                            <a:ext cx="343" cy="918"/>
                            <a:chOff x="2880" y="2112"/>
                            <a:chExt cx="2304" cy="2016"/>
                          </a:xfrm>
                        </p:grpSpPr>
                        <p:sp>
                          <p:nvSpPr>
                            <p:cNvPr id="156650" name="任意多边形 15664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51" name="任意多边形 15665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652" name="组合 156651"/>
                          <p:cNvGrpSpPr/>
                          <p:nvPr/>
                        </p:nvGrpSpPr>
                        <p:grpSpPr>
                          <a:xfrm>
                            <a:off x="2167" y="1968"/>
                            <a:ext cx="342" cy="918"/>
                            <a:chOff x="2880" y="2112"/>
                            <a:chExt cx="2304" cy="2016"/>
                          </a:xfrm>
                        </p:grpSpPr>
                        <p:sp>
                          <p:nvSpPr>
                            <p:cNvPr id="156653" name="任意多边形 15665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54" name="任意多边形 15665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655" name="组合 156654"/>
                      <p:cNvGrpSpPr/>
                      <p:nvPr/>
                    </p:nvGrpSpPr>
                    <p:grpSpPr>
                      <a:xfrm flipV="1">
                        <a:off x="2832" y="2832"/>
                        <a:ext cx="2496" cy="630"/>
                        <a:chOff x="1056" y="816"/>
                        <a:chExt cx="2496" cy="630"/>
                      </a:xfrm>
                    </p:grpSpPr>
                    <p:sp>
                      <p:nvSpPr>
                        <p:cNvPr id="156656" name="任意多边形 15665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657" name="组合 156656"/>
                        <p:cNvGrpSpPr/>
                        <p:nvPr/>
                      </p:nvGrpSpPr>
                      <p:grpSpPr>
                        <a:xfrm>
                          <a:off x="1056" y="816"/>
                          <a:ext cx="2016" cy="630"/>
                          <a:chOff x="1824" y="1968"/>
                          <a:chExt cx="685" cy="918"/>
                        </a:xfrm>
                      </p:grpSpPr>
                      <p:grpSp>
                        <p:nvGrpSpPr>
                          <p:cNvPr id="156658" name="组合 156657"/>
                          <p:cNvGrpSpPr/>
                          <p:nvPr/>
                        </p:nvGrpSpPr>
                        <p:grpSpPr>
                          <a:xfrm>
                            <a:off x="1824" y="1968"/>
                            <a:ext cx="343" cy="918"/>
                            <a:chOff x="2880" y="2112"/>
                            <a:chExt cx="2304" cy="2016"/>
                          </a:xfrm>
                        </p:grpSpPr>
                        <p:sp>
                          <p:nvSpPr>
                            <p:cNvPr id="156659" name="任意多边形 15665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60" name="任意多边形 15665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661" name="组合 156660"/>
                          <p:cNvGrpSpPr/>
                          <p:nvPr/>
                        </p:nvGrpSpPr>
                        <p:grpSpPr>
                          <a:xfrm>
                            <a:off x="2167" y="1968"/>
                            <a:ext cx="342" cy="918"/>
                            <a:chOff x="2880" y="2112"/>
                            <a:chExt cx="2304" cy="2016"/>
                          </a:xfrm>
                        </p:grpSpPr>
                        <p:sp>
                          <p:nvSpPr>
                            <p:cNvPr id="156662" name="任意多边形 15666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63" name="任意多边形 15666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664" name="直接连接符 15666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665" name="组合 156664"/>
                  <p:cNvGrpSpPr/>
                  <p:nvPr/>
                </p:nvGrpSpPr>
                <p:grpSpPr>
                  <a:xfrm>
                    <a:off x="912" y="3072"/>
                    <a:ext cx="1104" cy="144"/>
                    <a:chOff x="1872" y="2880"/>
                    <a:chExt cx="1104" cy="144"/>
                  </a:xfrm>
                </p:grpSpPr>
                <p:grpSp>
                  <p:nvGrpSpPr>
                    <p:cNvPr id="156666" name="组合 156665"/>
                    <p:cNvGrpSpPr/>
                    <p:nvPr/>
                  </p:nvGrpSpPr>
                  <p:grpSpPr>
                    <a:xfrm>
                      <a:off x="2016" y="2880"/>
                      <a:ext cx="960" cy="144"/>
                      <a:chOff x="336" y="2832"/>
                      <a:chExt cx="4992" cy="630"/>
                    </a:xfrm>
                  </p:grpSpPr>
                  <p:grpSp>
                    <p:nvGrpSpPr>
                      <p:cNvPr id="156667" name="组合 156666"/>
                      <p:cNvGrpSpPr/>
                      <p:nvPr/>
                    </p:nvGrpSpPr>
                    <p:grpSpPr>
                      <a:xfrm>
                        <a:off x="336" y="2832"/>
                        <a:ext cx="2496" cy="630"/>
                        <a:chOff x="1056" y="816"/>
                        <a:chExt cx="2496" cy="630"/>
                      </a:xfrm>
                    </p:grpSpPr>
                    <p:sp>
                      <p:nvSpPr>
                        <p:cNvPr id="156668" name="任意多边形 15666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669" name="组合 156668"/>
                        <p:cNvGrpSpPr/>
                        <p:nvPr/>
                      </p:nvGrpSpPr>
                      <p:grpSpPr>
                        <a:xfrm>
                          <a:off x="1056" y="816"/>
                          <a:ext cx="2016" cy="630"/>
                          <a:chOff x="1824" y="1968"/>
                          <a:chExt cx="685" cy="918"/>
                        </a:xfrm>
                      </p:grpSpPr>
                      <p:grpSp>
                        <p:nvGrpSpPr>
                          <p:cNvPr id="156670" name="组合 156669"/>
                          <p:cNvGrpSpPr/>
                          <p:nvPr/>
                        </p:nvGrpSpPr>
                        <p:grpSpPr>
                          <a:xfrm>
                            <a:off x="1824" y="1968"/>
                            <a:ext cx="343" cy="918"/>
                            <a:chOff x="2880" y="2112"/>
                            <a:chExt cx="2304" cy="2016"/>
                          </a:xfrm>
                        </p:grpSpPr>
                        <p:sp>
                          <p:nvSpPr>
                            <p:cNvPr id="156671" name="任意多边形 15667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72" name="任意多边形 15667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673" name="组合 156672"/>
                          <p:cNvGrpSpPr/>
                          <p:nvPr/>
                        </p:nvGrpSpPr>
                        <p:grpSpPr>
                          <a:xfrm>
                            <a:off x="2167" y="1968"/>
                            <a:ext cx="342" cy="918"/>
                            <a:chOff x="2880" y="2112"/>
                            <a:chExt cx="2304" cy="2016"/>
                          </a:xfrm>
                        </p:grpSpPr>
                        <p:sp>
                          <p:nvSpPr>
                            <p:cNvPr id="156674" name="任意多边形 15667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75" name="任意多边形 15667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676" name="组合 156675"/>
                      <p:cNvGrpSpPr/>
                      <p:nvPr/>
                    </p:nvGrpSpPr>
                    <p:grpSpPr>
                      <a:xfrm flipV="1">
                        <a:off x="2832" y="2832"/>
                        <a:ext cx="2496" cy="630"/>
                        <a:chOff x="1056" y="816"/>
                        <a:chExt cx="2496" cy="630"/>
                      </a:xfrm>
                    </p:grpSpPr>
                    <p:sp>
                      <p:nvSpPr>
                        <p:cNvPr id="156677" name="任意多边形 15667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678" name="组合 156677"/>
                        <p:cNvGrpSpPr/>
                        <p:nvPr/>
                      </p:nvGrpSpPr>
                      <p:grpSpPr>
                        <a:xfrm>
                          <a:off x="1056" y="816"/>
                          <a:ext cx="2016" cy="630"/>
                          <a:chOff x="1824" y="1968"/>
                          <a:chExt cx="685" cy="918"/>
                        </a:xfrm>
                      </p:grpSpPr>
                      <p:grpSp>
                        <p:nvGrpSpPr>
                          <p:cNvPr id="156679" name="组合 156678"/>
                          <p:cNvGrpSpPr/>
                          <p:nvPr/>
                        </p:nvGrpSpPr>
                        <p:grpSpPr>
                          <a:xfrm>
                            <a:off x="1824" y="1968"/>
                            <a:ext cx="343" cy="918"/>
                            <a:chOff x="2880" y="2112"/>
                            <a:chExt cx="2304" cy="2016"/>
                          </a:xfrm>
                        </p:grpSpPr>
                        <p:sp>
                          <p:nvSpPr>
                            <p:cNvPr id="156680" name="任意多边形 15667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81" name="任意多边形 15668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682" name="组合 156681"/>
                          <p:cNvGrpSpPr/>
                          <p:nvPr/>
                        </p:nvGrpSpPr>
                        <p:grpSpPr>
                          <a:xfrm>
                            <a:off x="2167" y="1968"/>
                            <a:ext cx="342" cy="918"/>
                            <a:chOff x="2880" y="2112"/>
                            <a:chExt cx="2304" cy="2016"/>
                          </a:xfrm>
                        </p:grpSpPr>
                        <p:sp>
                          <p:nvSpPr>
                            <p:cNvPr id="156683" name="任意多边形 15668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84" name="任意多边形 15668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685" name="直接连接符 15668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6686" name="组合 156685"/>
                <p:cNvGrpSpPr/>
                <p:nvPr/>
              </p:nvGrpSpPr>
              <p:grpSpPr>
                <a:xfrm flipH="1">
                  <a:off x="2352" y="3024"/>
                  <a:ext cx="1104" cy="288"/>
                  <a:chOff x="912" y="2928"/>
                  <a:chExt cx="1104" cy="288"/>
                </a:xfrm>
              </p:grpSpPr>
              <p:grpSp>
                <p:nvGrpSpPr>
                  <p:cNvPr id="156687" name="组合 156686"/>
                  <p:cNvGrpSpPr/>
                  <p:nvPr/>
                </p:nvGrpSpPr>
                <p:grpSpPr>
                  <a:xfrm>
                    <a:off x="912" y="2928"/>
                    <a:ext cx="1104" cy="144"/>
                    <a:chOff x="1872" y="2880"/>
                    <a:chExt cx="1104" cy="144"/>
                  </a:xfrm>
                </p:grpSpPr>
                <p:grpSp>
                  <p:nvGrpSpPr>
                    <p:cNvPr id="156688" name="组合 156687"/>
                    <p:cNvGrpSpPr/>
                    <p:nvPr/>
                  </p:nvGrpSpPr>
                  <p:grpSpPr>
                    <a:xfrm>
                      <a:off x="2016" y="2880"/>
                      <a:ext cx="960" cy="144"/>
                      <a:chOff x="336" y="2832"/>
                      <a:chExt cx="4992" cy="630"/>
                    </a:xfrm>
                  </p:grpSpPr>
                  <p:grpSp>
                    <p:nvGrpSpPr>
                      <p:cNvPr id="156689" name="组合 156688"/>
                      <p:cNvGrpSpPr/>
                      <p:nvPr/>
                    </p:nvGrpSpPr>
                    <p:grpSpPr>
                      <a:xfrm>
                        <a:off x="336" y="2832"/>
                        <a:ext cx="2496" cy="630"/>
                        <a:chOff x="1056" y="816"/>
                        <a:chExt cx="2496" cy="630"/>
                      </a:xfrm>
                    </p:grpSpPr>
                    <p:sp>
                      <p:nvSpPr>
                        <p:cNvPr id="156690" name="任意多边形 15668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691" name="组合 156690"/>
                        <p:cNvGrpSpPr/>
                        <p:nvPr/>
                      </p:nvGrpSpPr>
                      <p:grpSpPr>
                        <a:xfrm>
                          <a:off x="1056" y="816"/>
                          <a:ext cx="2016" cy="630"/>
                          <a:chOff x="1824" y="1968"/>
                          <a:chExt cx="685" cy="918"/>
                        </a:xfrm>
                      </p:grpSpPr>
                      <p:grpSp>
                        <p:nvGrpSpPr>
                          <p:cNvPr id="156692" name="组合 156691"/>
                          <p:cNvGrpSpPr/>
                          <p:nvPr/>
                        </p:nvGrpSpPr>
                        <p:grpSpPr>
                          <a:xfrm>
                            <a:off x="1824" y="1968"/>
                            <a:ext cx="343" cy="918"/>
                            <a:chOff x="2880" y="2112"/>
                            <a:chExt cx="2304" cy="2016"/>
                          </a:xfrm>
                        </p:grpSpPr>
                        <p:sp>
                          <p:nvSpPr>
                            <p:cNvPr id="156693" name="任意多边形 15669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94" name="任意多边形 15669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695" name="组合 156694"/>
                          <p:cNvGrpSpPr/>
                          <p:nvPr/>
                        </p:nvGrpSpPr>
                        <p:grpSpPr>
                          <a:xfrm>
                            <a:off x="2167" y="1968"/>
                            <a:ext cx="342" cy="918"/>
                            <a:chOff x="2880" y="2112"/>
                            <a:chExt cx="2304" cy="2016"/>
                          </a:xfrm>
                        </p:grpSpPr>
                        <p:sp>
                          <p:nvSpPr>
                            <p:cNvPr id="156696" name="任意多边形 15669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697" name="任意多边形 15669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698" name="组合 156697"/>
                      <p:cNvGrpSpPr/>
                      <p:nvPr/>
                    </p:nvGrpSpPr>
                    <p:grpSpPr>
                      <a:xfrm flipV="1">
                        <a:off x="2832" y="2832"/>
                        <a:ext cx="2496" cy="630"/>
                        <a:chOff x="1056" y="816"/>
                        <a:chExt cx="2496" cy="630"/>
                      </a:xfrm>
                    </p:grpSpPr>
                    <p:sp>
                      <p:nvSpPr>
                        <p:cNvPr id="156699" name="任意多边形 15669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700" name="组合 156699"/>
                        <p:cNvGrpSpPr/>
                        <p:nvPr/>
                      </p:nvGrpSpPr>
                      <p:grpSpPr>
                        <a:xfrm>
                          <a:off x="1056" y="816"/>
                          <a:ext cx="2016" cy="630"/>
                          <a:chOff x="1824" y="1968"/>
                          <a:chExt cx="685" cy="918"/>
                        </a:xfrm>
                      </p:grpSpPr>
                      <p:grpSp>
                        <p:nvGrpSpPr>
                          <p:cNvPr id="156701" name="组合 156700"/>
                          <p:cNvGrpSpPr/>
                          <p:nvPr/>
                        </p:nvGrpSpPr>
                        <p:grpSpPr>
                          <a:xfrm>
                            <a:off x="1824" y="1968"/>
                            <a:ext cx="343" cy="918"/>
                            <a:chOff x="2880" y="2112"/>
                            <a:chExt cx="2304" cy="2016"/>
                          </a:xfrm>
                        </p:grpSpPr>
                        <p:sp>
                          <p:nvSpPr>
                            <p:cNvPr id="156702" name="任意多边形 15670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03" name="任意多边形 15670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704" name="组合 156703"/>
                          <p:cNvGrpSpPr/>
                          <p:nvPr/>
                        </p:nvGrpSpPr>
                        <p:grpSpPr>
                          <a:xfrm>
                            <a:off x="2167" y="1968"/>
                            <a:ext cx="342" cy="918"/>
                            <a:chOff x="2880" y="2112"/>
                            <a:chExt cx="2304" cy="2016"/>
                          </a:xfrm>
                        </p:grpSpPr>
                        <p:sp>
                          <p:nvSpPr>
                            <p:cNvPr id="156705" name="任意多边形 15670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06" name="任意多边形 15670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707" name="直接连接符 15670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708" name="组合 156707"/>
                  <p:cNvGrpSpPr/>
                  <p:nvPr/>
                </p:nvGrpSpPr>
                <p:grpSpPr>
                  <a:xfrm>
                    <a:off x="912" y="3072"/>
                    <a:ext cx="1104" cy="144"/>
                    <a:chOff x="1872" y="2880"/>
                    <a:chExt cx="1104" cy="144"/>
                  </a:xfrm>
                </p:grpSpPr>
                <p:grpSp>
                  <p:nvGrpSpPr>
                    <p:cNvPr id="156709" name="组合 156708"/>
                    <p:cNvGrpSpPr/>
                    <p:nvPr/>
                  </p:nvGrpSpPr>
                  <p:grpSpPr>
                    <a:xfrm>
                      <a:off x="2016" y="2880"/>
                      <a:ext cx="960" cy="144"/>
                      <a:chOff x="336" y="2832"/>
                      <a:chExt cx="4992" cy="630"/>
                    </a:xfrm>
                  </p:grpSpPr>
                  <p:grpSp>
                    <p:nvGrpSpPr>
                      <p:cNvPr id="156710" name="组合 156709"/>
                      <p:cNvGrpSpPr/>
                      <p:nvPr/>
                    </p:nvGrpSpPr>
                    <p:grpSpPr>
                      <a:xfrm>
                        <a:off x="336" y="2832"/>
                        <a:ext cx="2496" cy="630"/>
                        <a:chOff x="1056" y="816"/>
                        <a:chExt cx="2496" cy="630"/>
                      </a:xfrm>
                    </p:grpSpPr>
                    <p:sp>
                      <p:nvSpPr>
                        <p:cNvPr id="156711" name="任意多边形 15671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712" name="组合 156711"/>
                        <p:cNvGrpSpPr/>
                        <p:nvPr/>
                      </p:nvGrpSpPr>
                      <p:grpSpPr>
                        <a:xfrm>
                          <a:off x="1056" y="816"/>
                          <a:ext cx="2016" cy="630"/>
                          <a:chOff x="1824" y="1968"/>
                          <a:chExt cx="685" cy="918"/>
                        </a:xfrm>
                      </p:grpSpPr>
                      <p:grpSp>
                        <p:nvGrpSpPr>
                          <p:cNvPr id="156713" name="组合 156712"/>
                          <p:cNvGrpSpPr/>
                          <p:nvPr/>
                        </p:nvGrpSpPr>
                        <p:grpSpPr>
                          <a:xfrm>
                            <a:off x="1824" y="1968"/>
                            <a:ext cx="343" cy="918"/>
                            <a:chOff x="2880" y="2112"/>
                            <a:chExt cx="2304" cy="2016"/>
                          </a:xfrm>
                        </p:grpSpPr>
                        <p:sp>
                          <p:nvSpPr>
                            <p:cNvPr id="156714" name="任意多边形 15671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15" name="任意多边形 15671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716" name="组合 156715"/>
                          <p:cNvGrpSpPr/>
                          <p:nvPr/>
                        </p:nvGrpSpPr>
                        <p:grpSpPr>
                          <a:xfrm>
                            <a:off x="2167" y="1968"/>
                            <a:ext cx="342" cy="918"/>
                            <a:chOff x="2880" y="2112"/>
                            <a:chExt cx="2304" cy="2016"/>
                          </a:xfrm>
                        </p:grpSpPr>
                        <p:sp>
                          <p:nvSpPr>
                            <p:cNvPr id="156717" name="任意多边形 15671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18" name="任意多边形 15671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719" name="组合 156718"/>
                      <p:cNvGrpSpPr/>
                      <p:nvPr/>
                    </p:nvGrpSpPr>
                    <p:grpSpPr>
                      <a:xfrm flipV="1">
                        <a:off x="2832" y="2832"/>
                        <a:ext cx="2496" cy="630"/>
                        <a:chOff x="1056" y="816"/>
                        <a:chExt cx="2496" cy="630"/>
                      </a:xfrm>
                    </p:grpSpPr>
                    <p:sp>
                      <p:nvSpPr>
                        <p:cNvPr id="156720" name="任意多边形 15671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721" name="组合 156720"/>
                        <p:cNvGrpSpPr/>
                        <p:nvPr/>
                      </p:nvGrpSpPr>
                      <p:grpSpPr>
                        <a:xfrm>
                          <a:off x="1056" y="816"/>
                          <a:ext cx="2016" cy="630"/>
                          <a:chOff x="1824" y="1968"/>
                          <a:chExt cx="685" cy="918"/>
                        </a:xfrm>
                      </p:grpSpPr>
                      <p:grpSp>
                        <p:nvGrpSpPr>
                          <p:cNvPr id="156722" name="组合 156721"/>
                          <p:cNvGrpSpPr/>
                          <p:nvPr/>
                        </p:nvGrpSpPr>
                        <p:grpSpPr>
                          <a:xfrm>
                            <a:off x="1824" y="1968"/>
                            <a:ext cx="343" cy="918"/>
                            <a:chOff x="2880" y="2112"/>
                            <a:chExt cx="2304" cy="2016"/>
                          </a:xfrm>
                        </p:grpSpPr>
                        <p:sp>
                          <p:nvSpPr>
                            <p:cNvPr id="156723" name="任意多边形 15672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24" name="任意多边形 15672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725" name="组合 156724"/>
                          <p:cNvGrpSpPr/>
                          <p:nvPr/>
                        </p:nvGrpSpPr>
                        <p:grpSpPr>
                          <a:xfrm>
                            <a:off x="2167" y="1968"/>
                            <a:ext cx="342" cy="918"/>
                            <a:chOff x="2880" y="2112"/>
                            <a:chExt cx="2304" cy="2016"/>
                          </a:xfrm>
                        </p:grpSpPr>
                        <p:sp>
                          <p:nvSpPr>
                            <p:cNvPr id="156726" name="任意多边形 15672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27" name="任意多边形 15672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728" name="直接连接符 15672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56729" name="组合 156728"/>
            <p:cNvGrpSpPr/>
            <p:nvPr/>
          </p:nvGrpSpPr>
          <p:grpSpPr>
            <a:xfrm>
              <a:off x="3072" y="3552"/>
              <a:ext cx="1104" cy="768"/>
              <a:chOff x="3888" y="2784"/>
              <a:chExt cx="1104" cy="1152"/>
            </a:xfrm>
          </p:grpSpPr>
          <p:grpSp>
            <p:nvGrpSpPr>
              <p:cNvPr id="156730" name="组合 156729"/>
              <p:cNvGrpSpPr/>
              <p:nvPr/>
            </p:nvGrpSpPr>
            <p:grpSpPr>
              <a:xfrm>
                <a:off x="3888" y="2784"/>
                <a:ext cx="1104" cy="576"/>
                <a:chOff x="2352" y="3024"/>
                <a:chExt cx="1104" cy="576"/>
              </a:xfrm>
            </p:grpSpPr>
            <p:grpSp>
              <p:nvGrpSpPr>
                <p:cNvPr id="156731" name="组合 156730"/>
                <p:cNvGrpSpPr/>
                <p:nvPr/>
              </p:nvGrpSpPr>
              <p:grpSpPr>
                <a:xfrm flipH="1">
                  <a:off x="2352" y="3312"/>
                  <a:ext cx="1104" cy="288"/>
                  <a:chOff x="912" y="2928"/>
                  <a:chExt cx="1104" cy="288"/>
                </a:xfrm>
              </p:grpSpPr>
              <p:grpSp>
                <p:nvGrpSpPr>
                  <p:cNvPr id="156732" name="组合 156731"/>
                  <p:cNvGrpSpPr/>
                  <p:nvPr/>
                </p:nvGrpSpPr>
                <p:grpSpPr>
                  <a:xfrm>
                    <a:off x="912" y="2928"/>
                    <a:ext cx="1104" cy="144"/>
                    <a:chOff x="1872" y="2880"/>
                    <a:chExt cx="1104" cy="144"/>
                  </a:xfrm>
                </p:grpSpPr>
                <p:grpSp>
                  <p:nvGrpSpPr>
                    <p:cNvPr id="156733" name="组合 156732"/>
                    <p:cNvGrpSpPr/>
                    <p:nvPr/>
                  </p:nvGrpSpPr>
                  <p:grpSpPr>
                    <a:xfrm>
                      <a:off x="2016" y="2880"/>
                      <a:ext cx="960" cy="144"/>
                      <a:chOff x="336" y="2832"/>
                      <a:chExt cx="4992" cy="630"/>
                    </a:xfrm>
                  </p:grpSpPr>
                  <p:grpSp>
                    <p:nvGrpSpPr>
                      <p:cNvPr id="156734" name="组合 156733"/>
                      <p:cNvGrpSpPr/>
                      <p:nvPr/>
                    </p:nvGrpSpPr>
                    <p:grpSpPr>
                      <a:xfrm>
                        <a:off x="336" y="2832"/>
                        <a:ext cx="2496" cy="630"/>
                        <a:chOff x="1056" y="816"/>
                        <a:chExt cx="2496" cy="630"/>
                      </a:xfrm>
                    </p:grpSpPr>
                    <p:sp>
                      <p:nvSpPr>
                        <p:cNvPr id="156735" name="任意多边形 15673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736" name="组合 156735"/>
                        <p:cNvGrpSpPr/>
                        <p:nvPr/>
                      </p:nvGrpSpPr>
                      <p:grpSpPr>
                        <a:xfrm>
                          <a:off x="1056" y="816"/>
                          <a:ext cx="2016" cy="630"/>
                          <a:chOff x="1824" y="1968"/>
                          <a:chExt cx="685" cy="918"/>
                        </a:xfrm>
                      </p:grpSpPr>
                      <p:grpSp>
                        <p:nvGrpSpPr>
                          <p:cNvPr id="156737" name="组合 156736"/>
                          <p:cNvGrpSpPr/>
                          <p:nvPr/>
                        </p:nvGrpSpPr>
                        <p:grpSpPr>
                          <a:xfrm>
                            <a:off x="1824" y="1968"/>
                            <a:ext cx="343" cy="918"/>
                            <a:chOff x="2880" y="2112"/>
                            <a:chExt cx="2304" cy="2016"/>
                          </a:xfrm>
                        </p:grpSpPr>
                        <p:sp>
                          <p:nvSpPr>
                            <p:cNvPr id="156738" name="任意多边形 15673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39" name="任意多边形 15673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740" name="组合 156739"/>
                          <p:cNvGrpSpPr/>
                          <p:nvPr/>
                        </p:nvGrpSpPr>
                        <p:grpSpPr>
                          <a:xfrm>
                            <a:off x="2167" y="1968"/>
                            <a:ext cx="342" cy="918"/>
                            <a:chOff x="2880" y="2112"/>
                            <a:chExt cx="2304" cy="2016"/>
                          </a:xfrm>
                        </p:grpSpPr>
                        <p:sp>
                          <p:nvSpPr>
                            <p:cNvPr id="156741" name="任意多边形 15674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42" name="任意多边形 15674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743" name="组合 156742"/>
                      <p:cNvGrpSpPr/>
                      <p:nvPr/>
                    </p:nvGrpSpPr>
                    <p:grpSpPr>
                      <a:xfrm flipV="1">
                        <a:off x="2832" y="2832"/>
                        <a:ext cx="2496" cy="630"/>
                        <a:chOff x="1056" y="816"/>
                        <a:chExt cx="2496" cy="630"/>
                      </a:xfrm>
                    </p:grpSpPr>
                    <p:sp>
                      <p:nvSpPr>
                        <p:cNvPr id="156744" name="任意多边形 15674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745" name="组合 156744"/>
                        <p:cNvGrpSpPr/>
                        <p:nvPr/>
                      </p:nvGrpSpPr>
                      <p:grpSpPr>
                        <a:xfrm>
                          <a:off x="1056" y="816"/>
                          <a:ext cx="2016" cy="630"/>
                          <a:chOff x="1824" y="1968"/>
                          <a:chExt cx="685" cy="918"/>
                        </a:xfrm>
                      </p:grpSpPr>
                      <p:grpSp>
                        <p:nvGrpSpPr>
                          <p:cNvPr id="156746" name="组合 156745"/>
                          <p:cNvGrpSpPr/>
                          <p:nvPr/>
                        </p:nvGrpSpPr>
                        <p:grpSpPr>
                          <a:xfrm>
                            <a:off x="1824" y="1968"/>
                            <a:ext cx="343" cy="918"/>
                            <a:chOff x="2880" y="2112"/>
                            <a:chExt cx="2304" cy="2016"/>
                          </a:xfrm>
                        </p:grpSpPr>
                        <p:sp>
                          <p:nvSpPr>
                            <p:cNvPr id="156747" name="任意多边形 15674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48" name="任意多边形 15674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749" name="组合 156748"/>
                          <p:cNvGrpSpPr/>
                          <p:nvPr/>
                        </p:nvGrpSpPr>
                        <p:grpSpPr>
                          <a:xfrm>
                            <a:off x="2167" y="1968"/>
                            <a:ext cx="342" cy="918"/>
                            <a:chOff x="2880" y="2112"/>
                            <a:chExt cx="2304" cy="2016"/>
                          </a:xfrm>
                        </p:grpSpPr>
                        <p:sp>
                          <p:nvSpPr>
                            <p:cNvPr id="156750" name="任意多边形 15674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51" name="任意多边形 15675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752" name="直接连接符 15675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753" name="组合 156752"/>
                  <p:cNvGrpSpPr/>
                  <p:nvPr/>
                </p:nvGrpSpPr>
                <p:grpSpPr>
                  <a:xfrm>
                    <a:off x="912" y="3072"/>
                    <a:ext cx="1104" cy="144"/>
                    <a:chOff x="1872" y="2880"/>
                    <a:chExt cx="1104" cy="144"/>
                  </a:xfrm>
                </p:grpSpPr>
                <p:grpSp>
                  <p:nvGrpSpPr>
                    <p:cNvPr id="156754" name="组合 156753"/>
                    <p:cNvGrpSpPr/>
                    <p:nvPr/>
                  </p:nvGrpSpPr>
                  <p:grpSpPr>
                    <a:xfrm>
                      <a:off x="2016" y="2880"/>
                      <a:ext cx="960" cy="144"/>
                      <a:chOff x="336" y="2832"/>
                      <a:chExt cx="4992" cy="630"/>
                    </a:xfrm>
                  </p:grpSpPr>
                  <p:grpSp>
                    <p:nvGrpSpPr>
                      <p:cNvPr id="156755" name="组合 156754"/>
                      <p:cNvGrpSpPr/>
                      <p:nvPr/>
                    </p:nvGrpSpPr>
                    <p:grpSpPr>
                      <a:xfrm>
                        <a:off x="336" y="2832"/>
                        <a:ext cx="2496" cy="630"/>
                        <a:chOff x="1056" y="816"/>
                        <a:chExt cx="2496" cy="630"/>
                      </a:xfrm>
                    </p:grpSpPr>
                    <p:sp>
                      <p:nvSpPr>
                        <p:cNvPr id="156756" name="任意多边形 15675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757" name="组合 156756"/>
                        <p:cNvGrpSpPr/>
                        <p:nvPr/>
                      </p:nvGrpSpPr>
                      <p:grpSpPr>
                        <a:xfrm>
                          <a:off x="1056" y="816"/>
                          <a:ext cx="2016" cy="630"/>
                          <a:chOff x="1824" y="1968"/>
                          <a:chExt cx="685" cy="918"/>
                        </a:xfrm>
                      </p:grpSpPr>
                      <p:grpSp>
                        <p:nvGrpSpPr>
                          <p:cNvPr id="156758" name="组合 156757"/>
                          <p:cNvGrpSpPr/>
                          <p:nvPr/>
                        </p:nvGrpSpPr>
                        <p:grpSpPr>
                          <a:xfrm>
                            <a:off x="1824" y="1968"/>
                            <a:ext cx="343" cy="918"/>
                            <a:chOff x="2880" y="2112"/>
                            <a:chExt cx="2304" cy="2016"/>
                          </a:xfrm>
                        </p:grpSpPr>
                        <p:sp>
                          <p:nvSpPr>
                            <p:cNvPr id="156759" name="任意多边形 15675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60" name="任意多边形 15675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761" name="组合 156760"/>
                          <p:cNvGrpSpPr/>
                          <p:nvPr/>
                        </p:nvGrpSpPr>
                        <p:grpSpPr>
                          <a:xfrm>
                            <a:off x="2167" y="1968"/>
                            <a:ext cx="342" cy="918"/>
                            <a:chOff x="2880" y="2112"/>
                            <a:chExt cx="2304" cy="2016"/>
                          </a:xfrm>
                        </p:grpSpPr>
                        <p:sp>
                          <p:nvSpPr>
                            <p:cNvPr id="156762" name="任意多边形 15676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63" name="任意多边形 15676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764" name="组合 156763"/>
                      <p:cNvGrpSpPr/>
                      <p:nvPr/>
                    </p:nvGrpSpPr>
                    <p:grpSpPr>
                      <a:xfrm flipV="1">
                        <a:off x="2832" y="2832"/>
                        <a:ext cx="2496" cy="630"/>
                        <a:chOff x="1056" y="816"/>
                        <a:chExt cx="2496" cy="630"/>
                      </a:xfrm>
                    </p:grpSpPr>
                    <p:sp>
                      <p:nvSpPr>
                        <p:cNvPr id="156765" name="任意多边形 15676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766" name="组合 156765"/>
                        <p:cNvGrpSpPr/>
                        <p:nvPr/>
                      </p:nvGrpSpPr>
                      <p:grpSpPr>
                        <a:xfrm>
                          <a:off x="1056" y="816"/>
                          <a:ext cx="2016" cy="630"/>
                          <a:chOff x="1824" y="1968"/>
                          <a:chExt cx="685" cy="918"/>
                        </a:xfrm>
                      </p:grpSpPr>
                      <p:grpSp>
                        <p:nvGrpSpPr>
                          <p:cNvPr id="156767" name="组合 156766"/>
                          <p:cNvGrpSpPr/>
                          <p:nvPr/>
                        </p:nvGrpSpPr>
                        <p:grpSpPr>
                          <a:xfrm>
                            <a:off x="1824" y="1968"/>
                            <a:ext cx="343" cy="918"/>
                            <a:chOff x="2880" y="2112"/>
                            <a:chExt cx="2304" cy="2016"/>
                          </a:xfrm>
                        </p:grpSpPr>
                        <p:sp>
                          <p:nvSpPr>
                            <p:cNvPr id="156768" name="任意多边形 15676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69" name="任意多边形 15676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770" name="组合 156769"/>
                          <p:cNvGrpSpPr/>
                          <p:nvPr/>
                        </p:nvGrpSpPr>
                        <p:grpSpPr>
                          <a:xfrm>
                            <a:off x="2167" y="1968"/>
                            <a:ext cx="342" cy="918"/>
                            <a:chOff x="2880" y="2112"/>
                            <a:chExt cx="2304" cy="2016"/>
                          </a:xfrm>
                        </p:grpSpPr>
                        <p:sp>
                          <p:nvSpPr>
                            <p:cNvPr id="156771" name="任意多边形 15677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72" name="任意多边形 15677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773" name="直接连接符 15677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6774" name="组合 156773"/>
                <p:cNvGrpSpPr/>
                <p:nvPr/>
              </p:nvGrpSpPr>
              <p:grpSpPr>
                <a:xfrm flipH="1">
                  <a:off x="2352" y="3024"/>
                  <a:ext cx="1104" cy="288"/>
                  <a:chOff x="912" y="2928"/>
                  <a:chExt cx="1104" cy="288"/>
                </a:xfrm>
              </p:grpSpPr>
              <p:grpSp>
                <p:nvGrpSpPr>
                  <p:cNvPr id="156775" name="组合 156774"/>
                  <p:cNvGrpSpPr/>
                  <p:nvPr/>
                </p:nvGrpSpPr>
                <p:grpSpPr>
                  <a:xfrm>
                    <a:off x="912" y="2928"/>
                    <a:ext cx="1104" cy="144"/>
                    <a:chOff x="1872" y="2880"/>
                    <a:chExt cx="1104" cy="144"/>
                  </a:xfrm>
                </p:grpSpPr>
                <p:grpSp>
                  <p:nvGrpSpPr>
                    <p:cNvPr id="156776" name="组合 156775"/>
                    <p:cNvGrpSpPr/>
                    <p:nvPr/>
                  </p:nvGrpSpPr>
                  <p:grpSpPr>
                    <a:xfrm>
                      <a:off x="2016" y="2880"/>
                      <a:ext cx="960" cy="144"/>
                      <a:chOff x="336" y="2832"/>
                      <a:chExt cx="4992" cy="630"/>
                    </a:xfrm>
                  </p:grpSpPr>
                  <p:grpSp>
                    <p:nvGrpSpPr>
                      <p:cNvPr id="156777" name="组合 156776"/>
                      <p:cNvGrpSpPr/>
                      <p:nvPr/>
                    </p:nvGrpSpPr>
                    <p:grpSpPr>
                      <a:xfrm>
                        <a:off x="336" y="2832"/>
                        <a:ext cx="2496" cy="630"/>
                        <a:chOff x="1056" y="816"/>
                        <a:chExt cx="2496" cy="630"/>
                      </a:xfrm>
                    </p:grpSpPr>
                    <p:sp>
                      <p:nvSpPr>
                        <p:cNvPr id="156778" name="任意多边形 15677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779" name="组合 156778"/>
                        <p:cNvGrpSpPr/>
                        <p:nvPr/>
                      </p:nvGrpSpPr>
                      <p:grpSpPr>
                        <a:xfrm>
                          <a:off x="1056" y="816"/>
                          <a:ext cx="2016" cy="630"/>
                          <a:chOff x="1824" y="1968"/>
                          <a:chExt cx="685" cy="918"/>
                        </a:xfrm>
                      </p:grpSpPr>
                      <p:grpSp>
                        <p:nvGrpSpPr>
                          <p:cNvPr id="156780" name="组合 156779"/>
                          <p:cNvGrpSpPr/>
                          <p:nvPr/>
                        </p:nvGrpSpPr>
                        <p:grpSpPr>
                          <a:xfrm>
                            <a:off x="1824" y="1968"/>
                            <a:ext cx="343" cy="918"/>
                            <a:chOff x="2880" y="2112"/>
                            <a:chExt cx="2304" cy="2016"/>
                          </a:xfrm>
                        </p:grpSpPr>
                        <p:sp>
                          <p:nvSpPr>
                            <p:cNvPr id="156781" name="任意多边形 15678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82" name="任意多边形 15678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783" name="组合 156782"/>
                          <p:cNvGrpSpPr/>
                          <p:nvPr/>
                        </p:nvGrpSpPr>
                        <p:grpSpPr>
                          <a:xfrm>
                            <a:off x="2167" y="1968"/>
                            <a:ext cx="342" cy="918"/>
                            <a:chOff x="2880" y="2112"/>
                            <a:chExt cx="2304" cy="2016"/>
                          </a:xfrm>
                        </p:grpSpPr>
                        <p:sp>
                          <p:nvSpPr>
                            <p:cNvPr id="156784" name="任意多边形 15678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85" name="任意多边形 15678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786" name="组合 156785"/>
                      <p:cNvGrpSpPr/>
                      <p:nvPr/>
                    </p:nvGrpSpPr>
                    <p:grpSpPr>
                      <a:xfrm flipV="1">
                        <a:off x="2832" y="2832"/>
                        <a:ext cx="2496" cy="630"/>
                        <a:chOff x="1056" y="816"/>
                        <a:chExt cx="2496" cy="630"/>
                      </a:xfrm>
                    </p:grpSpPr>
                    <p:sp>
                      <p:nvSpPr>
                        <p:cNvPr id="156787" name="任意多边形 15678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788" name="组合 156787"/>
                        <p:cNvGrpSpPr/>
                        <p:nvPr/>
                      </p:nvGrpSpPr>
                      <p:grpSpPr>
                        <a:xfrm>
                          <a:off x="1056" y="816"/>
                          <a:ext cx="2016" cy="630"/>
                          <a:chOff x="1824" y="1968"/>
                          <a:chExt cx="685" cy="918"/>
                        </a:xfrm>
                      </p:grpSpPr>
                      <p:grpSp>
                        <p:nvGrpSpPr>
                          <p:cNvPr id="156789" name="组合 156788"/>
                          <p:cNvGrpSpPr/>
                          <p:nvPr/>
                        </p:nvGrpSpPr>
                        <p:grpSpPr>
                          <a:xfrm>
                            <a:off x="1824" y="1968"/>
                            <a:ext cx="343" cy="918"/>
                            <a:chOff x="2880" y="2112"/>
                            <a:chExt cx="2304" cy="2016"/>
                          </a:xfrm>
                        </p:grpSpPr>
                        <p:sp>
                          <p:nvSpPr>
                            <p:cNvPr id="156790" name="任意多边形 15678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91" name="任意多边形 15679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792" name="组合 156791"/>
                          <p:cNvGrpSpPr/>
                          <p:nvPr/>
                        </p:nvGrpSpPr>
                        <p:grpSpPr>
                          <a:xfrm>
                            <a:off x="2167" y="1968"/>
                            <a:ext cx="342" cy="918"/>
                            <a:chOff x="2880" y="2112"/>
                            <a:chExt cx="2304" cy="2016"/>
                          </a:xfrm>
                        </p:grpSpPr>
                        <p:sp>
                          <p:nvSpPr>
                            <p:cNvPr id="156793" name="任意多边形 15679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794" name="任意多边形 15679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795" name="直接连接符 15679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796" name="组合 156795"/>
                  <p:cNvGrpSpPr/>
                  <p:nvPr/>
                </p:nvGrpSpPr>
                <p:grpSpPr>
                  <a:xfrm>
                    <a:off x="912" y="3072"/>
                    <a:ext cx="1104" cy="144"/>
                    <a:chOff x="1872" y="2880"/>
                    <a:chExt cx="1104" cy="144"/>
                  </a:xfrm>
                </p:grpSpPr>
                <p:grpSp>
                  <p:nvGrpSpPr>
                    <p:cNvPr id="156797" name="组合 156796"/>
                    <p:cNvGrpSpPr/>
                    <p:nvPr/>
                  </p:nvGrpSpPr>
                  <p:grpSpPr>
                    <a:xfrm>
                      <a:off x="2016" y="2880"/>
                      <a:ext cx="960" cy="144"/>
                      <a:chOff x="336" y="2832"/>
                      <a:chExt cx="4992" cy="630"/>
                    </a:xfrm>
                  </p:grpSpPr>
                  <p:grpSp>
                    <p:nvGrpSpPr>
                      <p:cNvPr id="156798" name="组合 156797"/>
                      <p:cNvGrpSpPr/>
                      <p:nvPr/>
                    </p:nvGrpSpPr>
                    <p:grpSpPr>
                      <a:xfrm>
                        <a:off x="336" y="2832"/>
                        <a:ext cx="2496" cy="630"/>
                        <a:chOff x="1056" y="816"/>
                        <a:chExt cx="2496" cy="630"/>
                      </a:xfrm>
                    </p:grpSpPr>
                    <p:sp>
                      <p:nvSpPr>
                        <p:cNvPr id="156799" name="任意多边形 15679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800" name="组合 156799"/>
                        <p:cNvGrpSpPr/>
                        <p:nvPr/>
                      </p:nvGrpSpPr>
                      <p:grpSpPr>
                        <a:xfrm>
                          <a:off x="1056" y="816"/>
                          <a:ext cx="2016" cy="630"/>
                          <a:chOff x="1824" y="1968"/>
                          <a:chExt cx="685" cy="918"/>
                        </a:xfrm>
                      </p:grpSpPr>
                      <p:grpSp>
                        <p:nvGrpSpPr>
                          <p:cNvPr id="156801" name="组合 156800"/>
                          <p:cNvGrpSpPr/>
                          <p:nvPr/>
                        </p:nvGrpSpPr>
                        <p:grpSpPr>
                          <a:xfrm>
                            <a:off x="1824" y="1968"/>
                            <a:ext cx="343" cy="918"/>
                            <a:chOff x="2880" y="2112"/>
                            <a:chExt cx="2304" cy="2016"/>
                          </a:xfrm>
                        </p:grpSpPr>
                        <p:sp>
                          <p:nvSpPr>
                            <p:cNvPr id="156802" name="任意多边形 15680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03" name="任意多边形 15680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804" name="组合 156803"/>
                          <p:cNvGrpSpPr/>
                          <p:nvPr/>
                        </p:nvGrpSpPr>
                        <p:grpSpPr>
                          <a:xfrm>
                            <a:off x="2167" y="1968"/>
                            <a:ext cx="342" cy="918"/>
                            <a:chOff x="2880" y="2112"/>
                            <a:chExt cx="2304" cy="2016"/>
                          </a:xfrm>
                        </p:grpSpPr>
                        <p:sp>
                          <p:nvSpPr>
                            <p:cNvPr id="156805" name="任意多边形 15680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06" name="任意多边形 15680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807" name="组合 156806"/>
                      <p:cNvGrpSpPr/>
                      <p:nvPr/>
                    </p:nvGrpSpPr>
                    <p:grpSpPr>
                      <a:xfrm flipV="1">
                        <a:off x="2832" y="2832"/>
                        <a:ext cx="2496" cy="630"/>
                        <a:chOff x="1056" y="816"/>
                        <a:chExt cx="2496" cy="630"/>
                      </a:xfrm>
                    </p:grpSpPr>
                    <p:sp>
                      <p:nvSpPr>
                        <p:cNvPr id="156808" name="任意多边形 15680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809" name="组合 156808"/>
                        <p:cNvGrpSpPr/>
                        <p:nvPr/>
                      </p:nvGrpSpPr>
                      <p:grpSpPr>
                        <a:xfrm>
                          <a:off x="1056" y="816"/>
                          <a:ext cx="2016" cy="630"/>
                          <a:chOff x="1824" y="1968"/>
                          <a:chExt cx="685" cy="918"/>
                        </a:xfrm>
                      </p:grpSpPr>
                      <p:grpSp>
                        <p:nvGrpSpPr>
                          <p:cNvPr id="156810" name="组合 156809"/>
                          <p:cNvGrpSpPr/>
                          <p:nvPr/>
                        </p:nvGrpSpPr>
                        <p:grpSpPr>
                          <a:xfrm>
                            <a:off x="1824" y="1968"/>
                            <a:ext cx="343" cy="918"/>
                            <a:chOff x="2880" y="2112"/>
                            <a:chExt cx="2304" cy="2016"/>
                          </a:xfrm>
                        </p:grpSpPr>
                        <p:sp>
                          <p:nvSpPr>
                            <p:cNvPr id="156811" name="任意多边形 15681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12" name="任意多边形 15681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813" name="组合 156812"/>
                          <p:cNvGrpSpPr/>
                          <p:nvPr/>
                        </p:nvGrpSpPr>
                        <p:grpSpPr>
                          <a:xfrm>
                            <a:off x="2167" y="1968"/>
                            <a:ext cx="342" cy="918"/>
                            <a:chOff x="2880" y="2112"/>
                            <a:chExt cx="2304" cy="2016"/>
                          </a:xfrm>
                        </p:grpSpPr>
                        <p:sp>
                          <p:nvSpPr>
                            <p:cNvPr id="156814" name="任意多边形 15681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15" name="任意多边形 15681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816" name="直接连接符 15681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6817" name="组合 156816"/>
              <p:cNvGrpSpPr/>
              <p:nvPr/>
            </p:nvGrpSpPr>
            <p:grpSpPr>
              <a:xfrm>
                <a:off x="3888" y="3360"/>
                <a:ext cx="1104" cy="576"/>
                <a:chOff x="2352" y="3024"/>
                <a:chExt cx="1104" cy="576"/>
              </a:xfrm>
            </p:grpSpPr>
            <p:grpSp>
              <p:nvGrpSpPr>
                <p:cNvPr id="156818" name="组合 156817"/>
                <p:cNvGrpSpPr/>
                <p:nvPr/>
              </p:nvGrpSpPr>
              <p:grpSpPr>
                <a:xfrm flipH="1">
                  <a:off x="2352" y="3312"/>
                  <a:ext cx="1104" cy="288"/>
                  <a:chOff x="912" y="2928"/>
                  <a:chExt cx="1104" cy="288"/>
                </a:xfrm>
              </p:grpSpPr>
              <p:grpSp>
                <p:nvGrpSpPr>
                  <p:cNvPr id="156819" name="组合 156818"/>
                  <p:cNvGrpSpPr/>
                  <p:nvPr/>
                </p:nvGrpSpPr>
                <p:grpSpPr>
                  <a:xfrm>
                    <a:off x="912" y="2928"/>
                    <a:ext cx="1104" cy="144"/>
                    <a:chOff x="1872" y="2880"/>
                    <a:chExt cx="1104" cy="144"/>
                  </a:xfrm>
                </p:grpSpPr>
                <p:grpSp>
                  <p:nvGrpSpPr>
                    <p:cNvPr id="156820" name="组合 156819"/>
                    <p:cNvGrpSpPr/>
                    <p:nvPr/>
                  </p:nvGrpSpPr>
                  <p:grpSpPr>
                    <a:xfrm>
                      <a:off x="2016" y="2880"/>
                      <a:ext cx="960" cy="144"/>
                      <a:chOff x="336" y="2832"/>
                      <a:chExt cx="4992" cy="630"/>
                    </a:xfrm>
                  </p:grpSpPr>
                  <p:grpSp>
                    <p:nvGrpSpPr>
                      <p:cNvPr id="156821" name="组合 156820"/>
                      <p:cNvGrpSpPr/>
                      <p:nvPr/>
                    </p:nvGrpSpPr>
                    <p:grpSpPr>
                      <a:xfrm>
                        <a:off x="336" y="2832"/>
                        <a:ext cx="2496" cy="630"/>
                        <a:chOff x="1056" y="816"/>
                        <a:chExt cx="2496" cy="630"/>
                      </a:xfrm>
                    </p:grpSpPr>
                    <p:sp>
                      <p:nvSpPr>
                        <p:cNvPr id="156822" name="任意多边形 15682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823" name="组合 156822"/>
                        <p:cNvGrpSpPr/>
                        <p:nvPr/>
                      </p:nvGrpSpPr>
                      <p:grpSpPr>
                        <a:xfrm>
                          <a:off x="1056" y="816"/>
                          <a:ext cx="2016" cy="630"/>
                          <a:chOff x="1824" y="1968"/>
                          <a:chExt cx="685" cy="918"/>
                        </a:xfrm>
                      </p:grpSpPr>
                      <p:grpSp>
                        <p:nvGrpSpPr>
                          <p:cNvPr id="156824" name="组合 156823"/>
                          <p:cNvGrpSpPr/>
                          <p:nvPr/>
                        </p:nvGrpSpPr>
                        <p:grpSpPr>
                          <a:xfrm>
                            <a:off x="1824" y="1968"/>
                            <a:ext cx="343" cy="918"/>
                            <a:chOff x="2880" y="2112"/>
                            <a:chExt cx="2304" cy="2016"/>
                          </a:xfrm>
                        </p:grpSpPr>
                        <p:sp>
                          <p:nvSpPr>
                            <p:cNvPr id="156825" name="任意多边形 15682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26" name="任意多边形 15682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827" name="组合 156826"/>
                          <p:cNvGrpSpPr/>
                          <p:nvPr/>
                        </p:nvGrpSpPr>
                        <p:grpSpPr>
                          <a:xfrm>
                            <a:off x="2167" y="1968"/>
                            <a:ext cx="342" cy="918"/>
                            <a:chOff x="2880" y="2112"/>
                            <a:chExt cx="2304" cy="2016"/>
                          </a:xfrm>
                        </p:grpSpPr>
                        <p:sp>
                          <p:nvSpPr>
                            <p:cNvPr id="156828" name="任意多边形 15682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29" name="任意多边形 15682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830" name="组合 156829"/>
                      <p:cNvGrpSpPr/>
                      <p:nvPr/>
                    </p:nvGrpSpPr>
                    <p:grpSpPr>
                      <a:xfrm flipV="1">
                        <a:off x="2832" y="2832"/>
                        <a:ext cx="2496" cy="630"/>
                        <a:chOff x="1056" y="816"/>
                        <a:chExt cx="2496" cy="630"/>
                      </a:xfrm>
                    </p:grpSpPr>
                    <p:sp>
                      <p:nvSpPr>
                        <p:cNvPr id="156831" name="任意多边形 15683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832" name="组合 156831"/>
                        <p:cNvGrpSpPr/>
                        <p:nvPr/>
                      </p:nvGrpSpPr>
                      <p:grpSpPr>
                        <a:xfrm>
                          <a:off x="1056" y="816"/>
                          <a:ext cx="2016" cy="630"/>
                          <a:chOff x="1824" y="1968"/>
                          <a:chExt cx="685" cy="918"/>
                        </a:xfrm>
                      </p:grpSpPr>
                      <p:grpSp>
                        <p:nvGrpSpPr>
                          <p:cNvPr id="156833" name="组合 156832"/>
                          <p:cNvGrpSpPr/>
                          <p:nvPr/>
                        </p:nvGrpSpPr>
                        <p:grpSpPr>
                          <a:xfrm>
                            <a:off x="1824" y="1968"/>
                            <a:ext cx="343" cy="918"/>
                            <a:chOff x="2880" y="2112"/>
                            <a:chExt cx="2304" cy="2016"/>
                          </a:xfrm>
                        </p:grpSpPr>
                        <p:sp>
                          <p:nvSpPr>
                            <p:cNvPr id="156834" name="任意多边形 15683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35" name="任意多边形 15683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836" name="组合 156835"/>
                          <p:cNvGrpSpPr/>
                          <p:nvPr/>
                        </p:nvGrpSpPr>
                        <p:grpSpPr>
                          <a:xfrm>
                            <a:off x="2167" y="1968"/>
                            <a:ext cx="342" cy="918"/>
                            <a:chOff x="2880" y="2112"/>
                            <a:chExt cx="2304" cy="2016"/>
                          </a:xfrm>
                        </p:grpSpPr>
                        <p:sp>
                          <p:nvSpPr>
                            <p:cNvPr id="156837" name="任意多边形 15683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38" name="任意多边形 15683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839" name="直接连接符 15683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840" name="组合 156839"/>
                  <p:cNvGrpSpPr/>
                  <p:nvPr/>
                </p:nvGrpSpPr>
                <p:grpSpPr>
                  <a:xfrm>
                    <a:off x="912" y="3072"/>
                    <a:ext cx="1104" cy="144"/>
                    <a:chOff x="1872" y="2880"/>
                    <a:chExt cx="1104" cy="144"/>
                  </a:xfrm>
                </p:grpSpPr>
                <p:grpSp>
                  <p:nvGrpSpPr>
                    <p:cNvPr id="156841" name="组合 156840"/>
                    <p:cNvGrpSpPr/>
                    <p:nvPr/>
                  </p:nvGrpSpPr>
                  <p:grpSpPr>
                    <a:xfrm>
                      <a:off x="2016" y="2880"/>
                      <a:ext cx="960" cy="144"/>
                      <a:chOff x="336" y="2832"/>
                      <a:chExt cx="4992" cy="630"/>
                    </a:xfrm>
                  </p:grpSpPr>
                  <p:grpSp>
                    <p:nvGrpSpPr>
                      <p:cNvPr id="156842" name="组合 156841"/>
                      <p:cNvGrpSpPr/>
                      <p:nvPr/>
                    </p:nvGrpSpPr>
                    <p:grpSpPr>
                      <a:xfrm>
                        <a:off x="336" y="2832"/>
                        <a:ext cx="2496" cy="630"/>
                        <a:chOff x="1056" y="816"/>
                        <a:chExt cx="2496" cy="630"/>
                      </a:xfrm>
                    </p:grpSpPr>
                    <p:sp>
                      <p:nvSpPr>
                        <p:cNvPr id="156843" name="任意多边形 15684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844" name="组合 156843"/>
                        <p:cNvGrpSpPr/>
                        <p:nvPr/>
                      </p:nvGrpSpPr>
                      <p:grpSpPr>
                        <a:xfrm>
                          <a:off x="1056" y="816"/>
                          <a:ext cx="2016" cy="630"/>
                          <a:chOff x="1824" y="1968"/>
                          <a:chExt cx="685" cy="918"/>
                        </a:xfrm>
                      </p:grpSpPr>
                      <p:grpSp>
                        <p:nvGrpSpPr>
                          <p:cNvPr id="156845" name="组合 156844"/>
                          <p:cNvGrpSpPr/>
                          <p:nvPr/>
                        </p:nvGrpSpPr>
                        <p:grpSpPr>
                          <a:xfrm>
                            <a:off x="1824" y="1968"/>
                            <a:ext cx="343" cy="918"/>
                            <a:chOff x="2880" y="2112"/>
                            <a:chExt cx="2304" cy="2016"/>
                          </a:xfrm>
                        </p:grpSpPr>
                        <p:sp>
                          <p:nvSpPr>
                            <p:cNvPr id="156846" name="任意多边形 15684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47" name="任意多边形 15684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848" name="组合 156847"/>
                          <p:cNvGrpSpPr/>
                          <p:nvPr/>
                        </p:nvGrpSpPr>
                        <p:grpSpPr>
                          <a:xfrm>
                            <a:off x="2167" y="1968"/>
                            <a:ext cx="342" cy="918"/>
                            <a:chOff x="2880" y="2112"/>
                            <a:chExt cx="2304" cy="2016"/>
                          </a:xfrm>
                        </p:grpSpPr>
                        <p:sp>
                          <p:nvSpPr>
                            <p:cNvPr id="156849" name="任意多边形 15684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50" name="任意多边形 15684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851" name="组合 156850"/>
                      <p:cNvGrpSpPr/>
                      <p:nvPr/>
                    </p:nvGrpSpPr>
                    <p:grpSpPr>
                      <a:xfrm flipV="1">
                        <a:off x="2832" y="2832"/>
                        <a:ext cx="2496" cy="630"/>
                        <a:chOff x="1056" y="816"/>
                        <a:chExt cx="2496" cy="630"/>
                      </a:xfrm>
                    </p:grpSpPr>
                    <p:sp>
                      <p:nvSpPr>
                        <p:cNvPr id="156852" name="任意多边形 15685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853" name="组合 156852"/>
                        <p:cNvGrpSpPr/>
                        <p:nvPr/>
                      </p:nvGrpSpPr>
                      <p:grpSpPr>
                        <a:xfrm>
                          <a:off x="1056" y="816"/>
                          <a:ext cx="2016" cy="630"/>
                          <a:chOff x="1824" y="1968"/>
                          <a:chExt cx="685" cy="918"/>
                        </a:xfrm>
                      </p:grpSpPr>
                      <p:grpSp>
                        <p:nvGrpSpPr>
                          <p:cNvPr id="156854" name="组合 156853"/>
                          <p:cNvGrpSpPr/>
                          <p:nvPr/>
                        </p:nvGrpSpPr>
                        <p:grpSpPr>
                          <a:xfrm>
                            <a:off x="1824" y="1968"/>
                            <a:ext cx="343" cy="918"/>
                            <a:chOff x="2880" y="2112"/>
                            <a:chExt cx="2304" cy="2016"/>
                          </a:xfrm>
                        </p:grpSpPr>
                        <p:sp>
                          <p:nvSpPr>
                            <p:cNvPr id="156855" name="任意多边形 15685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56" name="任意多边形 15685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857" name="组合 156856"/>
                          <p:cNvGrpSpPr/>
                          <p:nvPr/>
                        </p:nvGrpSpPr>
                        <p:grpSpPr>
                          <a:xfrm>
                            <a:off x="2167" y="1968"/>
                            <a:ext cx="342" cy="918"/>
                            <a:chOff x="2880" y="2112"/>
                            <a:chExt cx="2304" cy="2016"/>
                          </a:xfrm>
                        </p:grpSpPr>
                        <p:sp>
                          <p:nvSpPr>
                            <p:cNvPr id="156858" name="任意多边形 15685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59" name="任意多边形 15685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860" name="直接连接符 15685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6861" name="组合 156860"/>
                <p:cNvGrpSpPr/>
                <p:nvPr/>
              </p:nvGrpSpPr>
              <p:grpSpPr>
                <a:xfrm flipH="1">
                  <a:off x="2352" y="3024"/>
                  <a:ext cx="1104" cy="288"/>
                  <a:chOff x="912" y="2928"/>
                  <a:chExt cx="1104" cy="288"/>
                </a:xfrm>
              </p:grpSpPr>
              <p:grpSp>
                <p:nvGrpSpPr>
                  <p:cNvPr id="156862" name="组合 156861"/>
                  <p:cNvGrpSpPr/>
                  <p:nvPr/>
                </p:nvGrpSpPr>
                <p:grpSpPr>
                  <a:xfrm>
                    <a:off x="912" y="2928"/>
                    <a:ext cx="1104" cy="144"/>
                    <a:chOff x="1872" y="2880"/>
                    <a:chExt cx="1104" cy="144"/>
                  </a:xfrm>
                </p:grpSpPr>
                <p:grpSp>
                  <p:nvGrpSpPr>
                    <p:cNvPr id="156863" name="组合 156862"/>
                    <p:cNvGrpSpPr/>
                    <p:nvPr/>
                  </p:nvGrpSpPr>
                  <p:grpSpPr>
                    <a:xfrm>
                      <a:off x="2016" y="2880"/>
                      <a:ext cx="960" cy="144"/>
                      <a:chOff x="336" y="2832"/>
                      <a:chExt cx="4992" cy="630"/>
                    </a:xfrm>
                  </p:grpSpPr>
                  <p:grpSp>
                    <p:nvGrpSpPr>
                      <p:cNvPr id="156864" name="组合 156863"/>
                      <p:cNvGrpSpPr/>
                      <p:nvPr/>
                    </p:nvGrpSpPr>
                    <p:grpSpPr>
                      <a:xfrm>
                        <a:off x="336" y="2832"/>
                        <a:ext cx="2496" cy="630"/>
                        <a:chOff x="1056" y="816"/>
                        <a:chExt cx="2496" cy="630"/>
                      </a:xfrm>
                    </p:grpSpPr>
                    <p:sp>
                      <p:nvSpPr>
                        <p:cNvPr id="156865" name="任意多边形 15686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866" name="组合 156865"/>
                        <p:cNvGrpSpPr/>
                        <p:nvPr/>
                      </p:nvGrpSpPr>
                      <p:grpSpPr>
                        <a:xfrm>
                          <a:off x="1056" y="816"/>
                          <a:ext cx="2016" cy="630"/>
                          <a:chOff x="1824" y="1968"/>
                          <a:chExt cx="685" cy="918"/>
                        </a:xfrm>
                      </p:grpSpPr>
                      <p:grpSp>
                        <p:nvGrpSpPr>
                          <p:cNvPr id="156867" name="组合 156866"/>
                          <p:cNvGrpSpPr/>
                          <p:nvPr/>
                        </p:nvGrpSpPr>
                        <p:grpSpPr>
                          <a:xfrm>
                            <a:off x="1824" y="1968"/>
                            <a:ext cx="343" cy="918"/>
                            <a:chOff x="2880" y="2112"/>
                            <a:chExt cx="2304" cy="2016"/>
                          </a:xfrm>
                        </p:grpSpPr>
                        <p:sp>
                          <p:nvSpPr>
                            <p:cNvPr id="156868" name="任意多边形 15686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69" name="任意多边形 15686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870" name="组合 156869"/>
                          <p:cNvGrpSpPr/>
                          <p:nvPr/>
                        </p:nvGrpSpPr>
                        <p:grpSpPr>
                          <a:xfrm>
                            <a:off x="2167" y="1968"/>
                            <a:ext cx="342" cy="918"/>
                            <a:chOff x="2880" y="2112"/>
                            <a:chExt cx="2304" cy="2016"/>
                          </a:xfrm>
                        </p:grpSpPr>
                        <p:sp>
                          <p:nvSpPr>
                            <p:cNvPr id="156871" name="任意多边形 15687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72" name="任意多边形 15687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873" name="组合 156872"/>
                      <p:cNvGrpSpPr/>
                      <p:nvPr/>
                    </p:nvGrpSpPr>
                    <p:grpSpPr>
                      <a:xfrm flipV="1">
                        <a:off x="2832" y="2832"/>
                        <a:ext cx="2496" cy="630"/>
                        <a:chOff x="1056" y="816"/>
                        <a:chExt cx="2496" cy="630"/>
                      </a:xfrm>
                    </p:grpSpPr>
                    <p:sp>
                      <p:nvSpPr>
                        <p:cNvPr id="156874" name="任意多边形 15687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875" name="组合 156874"/>
                        <p:cNvGrpSpPr/>
                        <p:nvPr/>
                      </p:nvGrpSpPr>
                      <p:grpSpPr>
                        <a:xfrm>
                          <a:off x="1056" y="816"/>
                          <a:ext cx="2016" cy="630"/>
                          <a:chOff x="1824" y="1968"/>
                          <a:chExt cx="685" cy="918"/>
                        </a:xfrm>
                      </p:grpSpPr>
                      <p:grpSp>
                        <p:nvGrpSpPr>
                          <p:cNvPr id="156876" name="组合 156875"/>
                          <p:cNvGrpSpPr/>
                          <p:nvPr/>
                        </p:nvGrpSpPr>
                        <p:grpSpPr>
                          <a:xfrm>
                            <a:off x="1824" y="1968"/>
                            <a:ext cx="343" cy="918"/>
                            <a:chOff x="2880" y="2112"/>
                            <a:chExt cx="2304" cy="2016"/>
                          </a:xfrm>
                        </p:grpSpPr>
                        <p:sp>
                          <p:nvSpPr>
                            <p:cNvPr id="156877" name="任意多边形 15687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78" name="任意多边形 15687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879" name="组合 156878"/>
                          <p:cNvGrpSpPr/>
                          <p:nvPr/>
                        </p:nvGrpSpPr>
                        <p:grpSpPr>
                          <a:xfrm>
                            <a:off x="2167" y="1968"/>
                            <a:ext cx="342" cy="918"/>
                            <a:chOff x="2880" y="2112"/>
                            <a:chExt cx="2304" cy="2016"/>
                          </a:xfrm>
                        </p:grpSpPr>
                        <p:sp>
                          <p:nvSpPr>
                            <p:cNvPr id="156880" name="任意多边形 15687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81" name="任意多边形 15688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882" name="直接连接符 15688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883" name="组合 156882"/>
                  <p:cNvGrpSpPr/>
                  <p:nvPr/>
                </p:nvGrpSpPr>
                <p:grpSpPr>
                  <a:xfrm>
                    <a:off x="912" y="3072"/>
                    <a:ext cx="1104" cy="144"/>
                    <a:chOff x="1872" y="2880"/>
                    <a:chExt cx="1104" cy="144"/>
                  </a:xfrm>
                </p:grpSpPr>
                <p:grpSp>
                  <p:nvGrpSpPr>
                    <p:cNvPr id="156884" name="组合 156883"/>
                    <p:cNvGrpSpPr/>
                    <p:nvPr/>
                  </p:nvGrpSpPr>
                  <p:grpSpPr>
                    <a:xfrm>
                      <a:off x="2016" y="2880"/>
                      <a:ext cx="960" cy="144"/>
                      <a:chOff x="336" y="2832"/>
                      <a:chExt cx="4992" cy="630"/>
                    </a:xfrm>
                  </p:grpSpPr>
                  <p:grpSp>
                    <p:nvGrpSpPr>
                      <p:cNvPr id="156885" name="组合 156884"/>
                      <p:cNvGrpSpPr/>
                      <p:nvPr/>
                    </p:nvGrpSpPr>
                    <p:grpSpPr>
                      <a:xfrm>
                        <a:off x="336" y="2832"/>
                        <a:ext cx="2496" cy="630"/>
                        <a:chOff x="1056" y="816"/>
                        <a:chExt cx="2496" cy="630"/>
                      </a:xfrm>
                    </p:grpSpPr>
                    <p:sp>
                      <p:nvSpPr>
                        <p:cNvPr id="156886" name="任意多边形 15688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887" name="组合 156886"/>
                        <p:cNvGrpSpPr/>
                        <p:nvPr/>
                      </p:nvGrpSpPr>
                      <p:grpSpPr>
                        <a:xfrm>
                          <a:off x="1056" y="816"/>
                          <a:ext cx="2016" cy="630"/>
                          <a:chOff x="1824" y="1968"/>
                          <a:chExt cx="685" cy="918"/>
                        </a:xfrm>
                      </p:grpSpPr>
                      <p:grpSp>
                        <p:nvGrpSpPr>
                          <p:cNvPr id="156888" name="组合 156887"/>
                          <p:cNvGrpSpPr/>
                          <p:nvPr/>
                        </p:nvGrpSpPr>
                        <p:grpSpPr>
                          <a:xfrm>
                            <a:off x="1824" y="1968"/>
                            <a:ext cx="343" cy="918"/>
                            <a:chOff x="2880" y="2112"/>
                            <a:chExt cx="2304" cy="2016"/>
                          </a:xfrm>
                        </p:grpSpPr>
                        <p:sp>
                          <p:nvSpPr>
                            <p:cNvPr id="156889" name="任意多边形 15688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90" name="任意多边形 15688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891" name="组合 156890"/>
                          <p:cNvGrpSpPr/>
                          <p:nvPr/>
                        </p:nvGrpSpPr>
                        <p:grpSpPr>
                          <a:xfrm>
                            <a:off x="2167" y="1968"/>
                            <a:ext cx="342" cy="918"/>
                            <a:chOff x="2880" y="2112"/>
                            <a:chExt cx="2304" cy="2016"/>
                          </a:xfrm>
                        </p:grpSpPr>
                        <p:sp>
                          <p:nvSpPr>
                            <p:cNvPr id="156892" name="任意多边形 15689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93" name="任意多边形 15689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894" name="组合 156893"/>
                      <p:cNvGrpSpPr/>
                      <p:nvPr/>
                    </p:nvGrpSpPr>
                    <p:grpSpPr>
                      <a:xfrm flipV="1">
                        <a:off x="2832" y="2832"/>
                        <a:ext cx="2496" cy="630"/>
                        <a:chOff x="1056" y="816"/>
                        <a:chExt cx="2496" cy="630"/>
                      </a:xfrm>
                    </p:grpSpPr>
                    <p:sp>
                      <p:nvSpPr>
                        <p:cNvPr id="156895" name="任意多边形 15689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896" name="组合 156895"/>
                        <p:cNvGrpSpPr/>
                        <p:nvPr/>
                      </p:nvGrpSpPr>
                      <p:grpSpPr>
                        <a:xfrm>
                          <a:off x="1056" y="816"/>
                          <a:ext cx="2016" cy="630"/>
                          <a:chOff x="1824" y="1968"/>
                          <a:chExt cx="685" cy="918"/>
                        </a:xfrm>
                      </p:grpSpPr>
                      <p:grpSp>
                        <p:nvGrpSpPr>
                          <p:cNvPr id="156897" name="组合 156896"/>
                          <p:cNvGrpSpPr/>
                          <p:nvPr/>
                        </p:nvGrpSpPr>
                        <p:grpSpPr>
                          <a:xfrm>
                            <a:off x="1824" y="1968"/>
                            <a:ext cx="343" cy="918"/>
                            <a:chOff x="2880" y="2112"/>
                            <a:chExt cx="2304" cy="2016"/>
                          </a:xfrm>
                        </p:grpSpPr>
                        <p:sp>
                          <p:nvSpPr>
                            <p:cNvPr id="156898" name="任意多边形 15689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899" name="任意多边形 15689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900" name="组合 156899"/>
                          <p:cNvGrpSpPr/>
                          <p:nvPr/>
                        </p:nvGrpSpPr>
                        <p:grpSpPr>
                          <a:xfrm>
                            <a:off x="2167" y="1968"/>
                            <a:ext cx="342" cy="918"/>
                            <a:chOff x="2880" y="2112"/>
                            <a:chExt cx="2304" cy="2016"/>
                          </a:xfrm>
                        </p:grpSpPr>
                        <p:sp>
                          <p:nvSpPr>
                            <p:cNvPr id="156901" name="任意多边形 15690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02" name="任意多边形 15690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903" name="直接连接符 15690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grpSp>
        <p:nvGrpSpPr>
          <p:cNvPr id="156904" name="组合 156903"/>
          <p:cNvGrpSpPr/>
          <p:nvPr/>
        </p:nvGrpSpPr>
        <p:grpSpPr>
          <a:xfrm flipH="1">
            <a:off x="8641715" y="4353878"/>
            <a:ext cx="1752600" cy="457200"/>
            <a:chOff x="912" y="2928"/>
            <a:chExt cx="1104" cy="288"/>
          </a:xfrm>
        </p:grpSpPr>
        <p:grpSp>
          <p:nvGrpSpPr>
            <p:cNvPr id="156905" name="组合 156904"/>
            <p:cNvGrpSpPr/>
            <p:nvPr/>
          </p:nvGrpSpPr>
          <p:grpSpPr>
            <a:xfrm>
              <a:off x="912" y="2928"/>
              <a:ext cx="1104" cy="144"/>
              <a:chOff x="1872" y="2880"/>
              <a:chExt cx="1104" cy="144"/>
            </a:xfrm>
          </p:grpSpPr>
          <p:grpSp>
            <p:nvGrpSpPr>
              <p:cNvPr id="156906" name="组合 156905"/>
              <p:cNvGrpSpPr/>
              <p:nvPr/>
            </p:nvGrpSpPr>
            <p:grpSpPr>
              <a:xfrm>
                <a:off x="2016" y="2880"/>
                <a:ext cx="960" cy="144"/>
                <a:chOff x="336" y="2832"/>
                <a:chExt cx="4992" cy="630"/>
              </a:xfrm>
            </p:grpSpPr>
            <p:grpSp>
              <p:nvGrpSpPr>
                <p:cNvPr id="156907" name="组合 156906"/>
                <p:cNvGrpSpPr/>
                <p:nvPr/>
              </p:nvGrpSpPr>
              <p:grpSpPr>
                <a:xfrm>
                  <a:off x="336" y="2832"/>
                  <a:ext cx="2496" cy="630"/>
                  <a:chOff x="1056" y="816"/>
                  <a:chExt cx="2496" cy="630"/>
                </a:xfrm>
              </p:grpSpPr>
              <p:sp>
                <p:nvSpPr>
                  <p:cNvPr id="156908" name="任意多边形 15690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909" name="组合 156908"/>
                  <p:cNvGrpSpPr/>
                  <p:nvPr/>
                </p:nvGrpSpPr>
                <p:grpSpPr>
                  <a:xfrm>
                    <a:off x="1056" y="816"/>
                    <a:ext cx="2016" cy="630"/>
                    <a:chOff x="1824" y="1968"/>
                    <a:chExt cx="685" cy="918"/>
                  </a:xfrm>
                </p:grpSpPr>
                <p:grpSp>
                  <p:nvGrpSpPr>
                    <p:cNvPr id="156910" name="组合 156909"/>
                    <p:cNvGrpSpPr/>
                    <p:nvPr/>
                  </p:nvGrpSpPr>
                  <p:grpSpPr>
                    <a:xfrm>
                      <a:off x="1824" y="1968"/>
                      <a:ext cx="343" cy="918"/>
                      <a:chOff x="2880" y="2112"/>
                      <a:chExt cx="2304" cy="2016"/>
                    </a:xfrm>
                  </p:grpSpPr>
                  <p:sp>
                    <p:nvSpPr>
                      <p:cNvPr id="156911" name="任意多边形 15691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12" name="任意多边形 15691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913" name="组合 156912"/>
                    <p:cNvGrpSpPr/>
                    <p:nvPr/>
                  </p:nvGrpSpPr>
                  <p:grpSpPr>
                    <a:xfrm>
                      <a:off x="2167" y="1968"/>
                      <a:ext cx="342" cy="918"/>
                      <a:chOff x="2880" y="2112"/>
                      <a:chExt cx="2304" cy="2016"/>
                    </a:xfrm>
                  </p:grpSpPr>
                  <p:sp>
                    <p:nvSpPr>
                      <p:cNvPr id="156914" name="任意多边形 15691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15" name="任意多边形 15691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916" name="组合 156915"/>
                <p:cNvGrpSpPr/>
                <p:nvPr/>
              </p:nvGrpSpPr>
              <p:grpSpPr>
                <a:xfrm flipV="1">
                  <a:off x="2832" y="2832"/>
                  <a:ext cx="2496" cy="630"/>
                  <a:chOff x="1056" y="816"/>
                  <a:chExt cx="2496" cy="630"/>
                </a:xfrm>
              </p:grpSpPr>
              <p:sp>
                <p:nvSpPr>
                  <p:cNvPr id="156917" name="任意多边形 15691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918" name="组合 156917"/>
                  <p:cNvGrpSpPr/>
                  <p:nvPr/>
                </p:nvGrpSpPr>
                <p:grpSpPr>
                  <a:xfrm>
                    <a:off x="1056" y="816"/>
                    <a:ext cx="2016" cy="630"/>
                    <a:chOff x="1824" y="1968"/>
                    <a:chExt cx="685" cy="918"/>
                  </a:xfrm>
                </p:grpSpPr>
                <p:grpSp>
                  <p:nvGrpSpPr>
                    <p:cNvPr id="156919" name="组合 156918"/>
                    <p:cNvGrpSpPr/>
                    <p:nvPr/>
                  </p:nvGrpSpPr>
                  <p:grpSpPr>
                    <a:xfrm>
                      <a:off x="1824" y="1968"/>
                      <a:ext cx="343" cy="918"/>
                      <a:chOff x="2880" y="2112"/>
                      <a:chExt cx="2304" cy="2016"/>
                    </a:xfrm>
                  </p:grpSpPr>
                  <p:sp>
                    <p:nvSpPr>
                      <p:cNvPr id="156920" name="任意多边形 15691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21" name="任意多边形 15692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922" name="组合 156921"/>
                    <p:cNvGrpSpPr/>
                    <p:nvPr/>
                  </p:nvGrpSpPr>
                  <p:grpSpPr>
                    <a:xfrm>
                      <a:off x="2167" y="1968"/>
                      <a:ext cx="342" cy="918"/>
                      <a:chOff x="2880" y="2112"/>
                      <a:chExt cx="2304" cy="2016"/>
                    </a:xfrm>
                  </p:grpSpPr>
                  <p:sp>
                    <p:nvSpPr>
                      <p:cNvPr id="156923" name="任意多边形 15692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24" name="任意多边形 15692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925" name="直接连接符 15692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926" name="组合 156925"/>
            <p:cNvGrpSpPr/>
            <p:nvPr/>
          </p:nvGrpSpPr>
          <p:grpSpPr>
            <a:xfrm>
              <a:off x="912" y="3072"/>
              <a:ext cx="1104" cy="144"/>
              <a:chOff x="1872" y="2880"/>
              <a:chExt cx="1104" cy="144"/>
            </a:xfrm>
          </p:grpSpPr>
          <p:grpSp>
            <p:nvGrpSpPr>
              <p:cNvPr id="156927" name="组合 156926"/>
              <p:cNvGrpSpPr/>
              <p:nvPr/>
            </p:nvGrpSpPr>
            <p:grpSpPr>
              <a:xfrm>
                <a:off x="2016" y="2880"/>
                <a:ext cx="960" cy="144"/>
                <a:chOff x="336" y="2832"/>
                <a:chExt cx="4992" cy="630"/>
              </a:xfrm>
            </p:grpSpPr>
            <p:grpSp>
              <p:nvGrpSpPr>
                <p:cNvPr id="156928" name="组合 156927"/>
                <p:cNvGrpSpPr/>
                <p:nvPr/>
              </p:nvGrpSpPr>
              <p:grpSpPr>
                <a:xfrm>
                  <a:off x="336" y="2832"/>
                  <a:ext cx="2496" cy="630"/>
                  <a:chOff x="1056" y="816"/>
                  <a:chExt cx="2496" cy="630"/>
                </a:xfrm>
              </p:grpSpPr>
              <p:sp>
                <p:nvSpPr>
                  <p:cNvPr id="156929" name="任意多边形 15692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930" name="组合 156929"/>
                  <p:cNvGrpSpPr/>
                  <p:nvPr/>
                </p:nvGrpSpPr>
                <p:grpSpPr>
                  <a:xfrm>
                    <a:off x="1056" y="816"/>
                    <a:ext cx="2016" cy="630"/>
                    <a:chOff x="1824" y="1968"/>
                    <a:chExt cx="685" cy="918"/>
                  </a:xfrm>
                </p:grpSpPr>
                <p:grpSp>
                  <p:nvGrpSpPr>
                    <p:cNvPr id="156931" name="组合 156930"/>
                    <p:cNvGrpSpPr/>
                    <p:nvPr/>
                  </p:nvGrpSpPr>
                  <p:grpSpPr>
                    <a:xfrm>
                      <a:off x="1824" y="1968"/>
                      <a:ext cx="343" cy="918"/>
                      <a:chOff x="2880" y="2112"/>
                      <a:chExt cx="2304" cy="2016"/>
                    </a:xfrm>
                  </p:grpSpPr>
                  <p:sp>
                    <p:nvSpPr>
                      <p:cNvPr id="156932" name="任意多边形 15693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33" name="任意多边形 15693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934" name="组合 156933"/>
                    <p:cNvGrpSpPr/>
                    <p:nvPr/>
                  </p:nvGrpSpPr>
                  <p:grpSpPr>
                    <a:xfrm>
                      <a:off x="2167" y="1968"/>
                      <a:ext cx="342" cy="918"/>
                      <a:chOff x="2880" y="2112"/>
                      <a:chExt cx="2304" cy="2016"/>
                    </a:xfrm>
                  </p:grpSpPr>
                  <p:sp>
                    <p:nvSpPr>
                      <p:cNvPr id="156935" name="任意多边形 15693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36" name="任意多边形 15693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937" name="组合 156936"/>
                <p:cNvGrpSpPr/>
                <p:nvPr/>
              </p:nvGrpSpPr>
              <p:grpSpPr>
                <a:xfrm flipV="1">
                  <a:off x="2832" y="2832"/>
                  <a:ext cx="2496" cy="630"/>
                  <a:chOff x="1056" y="816"/>
                  <a:chExt cx="2496" cy="630"/>
                </a:xfrm>
              </p:grpSpPr>
              <p:sp>
                <p:nvSpPr>
                  <p:cNvPr id="156938" name="任意多边形 15693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939" name="组合 156938"/>
                  <p:cNvGrpSpPr/>
                  <p:nvPr/>
                </p:nvGrpSpPr>
                <p:grpSpPr>
                  <a:xfrm>
                    <a:off x="1056" y="816"/>
                    <a:ext cx="2016" cy="630"/>
                    <a:chOff x="1824" y="1968"/>
                    <a:chExt cx="685" cy="918"/>
                  </a:xfrm>
                </p:grpSpPr>
                <p:grpSp>
                  <p:nvGrpSpPr>
                    <p:cNvPr id="156940" name="组合 156939"/>
                    <p:cNvGrpSpPr/>
                    <p:nvPr/>
                  </p:nvGrpSpPr>
                  <p:grpSpPr>
                    <a:xfrm>
                      <a:off x="1824" y="1968"/>
                      <a:ext cx="343" cy="918"/>
                      <a:chOff x="2880" y="2112"/>
                      <a:chExt cx="2304" cy="2016"/>
                    </a:xfrm>
                  </p:grpSpPr>
                  <p:sp>
                    <p:nvSpPr>
                      <p:cNvPr id="156941" name="任意多边形 15694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42" name="任意多边形 15694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943" name="组合 156942"/>
                    <p:cNvGrpSpPr/>
                    <p:nvPr/>
                  </p:nvGrpSpPr>
                  <p:grpSpPr>
                    <a:xfrm>
                      <a:off x="2167" y="1968"/>
                      <a:ext cx="342" cy="918"/>
                      <a:chOff x="2880" y="2112"/>
                      <a:chExt cx="2304" cy="2016"/>
                    </a:xfrm>
                  </p:grpSpPr>
                  <p:sp>
                    <p:nvSpPr>
                      <p:cNvPr id="156944" name="任意多边形 15694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45" name="任意多边形 15694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946" name="直接连接符 15694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6947" name="组合 156946"/>
          <p:cNvGrpSpPr/>
          <p:nvPr/>
        </p:nvGrpSpPr>
        <p:grpSpPr>
          <a:xfrm flipH="1">
            <a:off x="5669915" y="3972878"/>
            <a:ext cx="1752600" cy="1295400"/>
            <a:chOff x="3072" y="2880"/>
            <a:chExt cx="1104" cy="1440"/>
          </a:xfrm>
        </p:grpSpPr>
        <p:grpSp>
          <p:nvGrpSpPr>
            <p:cNvPr id="156948" name="组合 156947"/>
            <p:cNvGrpSpPr/>
            <p:nvPr/>
          </p:nvGrpSpPr>
          <p:grpSpPr>
            <a:xfrm>
              <a:off x="3072" y="2880"/>
              <a:ext cx="1104" cy="768"/>
              <a:chOff x="3888" y="2784"/>
              <a:chExt cx="1104" cy="1152"/>
            </a:xfrm>
          </p:grpSpPr>
          <p:grpSp>
            <p:nvGrpSpPr>
              <p:cNvPr id="156949" name="组合 156948"/>
              <p:cNvGrpSpPr/>
              <p:nvPr/>
            </p:nvGrpSpPr>
            <p:grpSpPr>
              <a:xfrm>
                <a:off x="3888" y="2784"/>
                <a:ext cx="1104" cy="576"/>
                <a:chOff x="2352" y="3024"/>
                <a:chExt cx="1104" cy="576"/>
              </a:xfrm>
            </p:grpSpPr>
            <p:grpSp>
              <p:nvGrpSpPr>
                <p:cNvPr id="156950" name="组合 156949"/>
                <p:cNvGrpSpPr/>
                <p:nvPr/>
              </p:nvGrpSpPr>
              <p:grpSpPr>
                <a:xfrm flipH="1">
                  <a:off x="2352" y="3312"/>
                  <a:ext cx="1104" cy="288"/>
                  <a:chOff x="912" y="2928"/>
                  <a:chExt cx="1104" cy="288"/>
                </a:xfrm>
              </p:grpSpPr>
              <p:grpSp>
                <p:nvGrpSpPr>
                  <p:cNvPr id="156951" name="组合 156950"/>
                  <p:cNvGrpSpPr/>
                  <p:nvPr/>
                </p:nvGrpSpPr>
                <p:grpSpPr>
                  <a:xfrm>
                    <a:off x="912" y="2928"/>
                    <a:ext cx="1104" cy="144"/>
                    <a:chOff x="1872" y="2880"/>
                    <a:chExt cx="1104" cy="144"/>
                  </a:xfrm>
                </p:grpSpPr>
                <p:grpSp>
                  <p:nvGrpSpPr>
                    <p:cNvPr id="156952" name="组合 156951"/>
                    <p:cNvGrpSpPr/>
                    <p:nvPr/>
                  </p:nvGrpSpPr>
                  <p:grpSpPr>
                    <a:xfrm>
                      <a:off x="2016" y="2880"/>
                      <a:ext cx="960" cy="144"/>
                      <a:chOff x="336" y="2832"/>
                      <a:chExt cx="4992" cy="630"/>
                    </a:xfrm>
                  </p:grpSpPr>
                  <p:grpSp>
                    <p:nvGrpSpPr>
                      <p:cNvPr id="156953" name="组合 156952"/>
                      <p:cNvGrpSpPr/>
                      <p:nvPr/>
                    </p:nvGrpSpPr>
                    <p:grpSpPr>
                      <a:xfrm>
                        <a:off x="336" y="2832"/>
                        <a:ext cx="2496" cy="630"/>
                        <a:chOff x="1056" y="816"/>
                        <a:chExt cx="2496" cy="630"/>
                      </a:xfrm>
                    </p:grpSpPr>
                    <p:sp>
                      <p:nvSpPr>
                        <p:cNvPr id="156954" name="任意多边形 15695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955" name="组合 156954"/>
                        <p:cNvGrpSpPr/>
                        <p:nvPr/>
                      </p:nvGrpSpPr>
                      <p:grpSpPr>
                        <a:xfrm>
                          <a:off x="1056" y="816"/>
                          <a:ext cx="2016" cy="630"/>
                          <a:chOff x="1824" y="1968"/>
                          <a:chExt cx="685" cy="918"/>
                        </a:xfrm>
                      </p:grpSpPr>
                      <p:grpSp>
                        <p:nvGrpSpPr>
                          <p:cNvPr id="156956" name="组合 156955"/>
                          <p:cNvGrpSpPr/>
                          <p:nvPr/>
                        </p:nvGrpSpPr>
                        <p:grpSpPr>
                          <a:xfrm>
                            <a:off x="1824" y="1968"/>
                            <a:ext cx="343" cy="918"/>
                            <a:chOff x="2880" y="2112"/>
                            <a:chExt cx="2304" cy="2016"/>
                          </a:xfrm>
                        </p:grpSpPr>
                        <p:sp>
                          <p:nvSpPr>
                            <p:cNvPr id="156957" name="任意多边形 15695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58" name="任意多边形 15695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959" name="组合 156958"/>
                          <p:cNvGrpSpPr/>
                          <p:nvPr/>
                        </p:nvGrpSpPr>
                        <p:grpSpPr>
                          <a:xfrm>
                            <a:off x="2167" y="1968"/>
                            <a:ext cx="342" cy="918"/>
                            <a:chOff x="2880" y="2112"/>
                            <a:chExt cx="2304" cy="2016"/>
                          </a:xfrm>
                        </p:grpSpPr>
                        <p:sp>
                          <p:nvSpPr>
                            <p:cNvPr id="156960" name="任意多边形 15695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61" name="任意多边形 15696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962" name="组合 156961"/>
                      <p:cNvGrpSpPr/>
                      <p:nvPr/>
                    </p:nvGrpSpPr>
                    <p:grpSpPr>
                      <a:xfrm flipV="1">
                        <a:off x="2832" y="2832"/>
                        <a:ext cx="2496" cy="630"/>
                        <a:chOff x="1056" y="816"/>
                        <a:chExt cx="2496" cy="630"/>
                      </a:xfrm>
                    </p:grpSpPr>
                    <p:sp>
                      <p:nvSpPr>
                        <p:cNvPr id="156963" name="任意多边形 15696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964" name="组合 156963"/>
                        <p:cNvGrpSpPr/>
                        <p:nvPr/>
                      </p:nvGrpSpPr>
                      <p:grpSpPr>
                        <a:xfrm>
                          <a:off x="1056" y="816"/>
                          <a:ext cx="2016" cy="630"/>
                          <a:chOff x="1824" y="1968"/>
                          <a:chExt cx="685" cy="918"/>
                        </a:xfrm>
                      </p:grpSpPr>
                      <p:grpSp>
                        <p:nvGrpSpPr>
                          <p:cNvPr id="156965" name="组合 156964"/>
                          <p:cNvGrpSpPr/>
                          <p:nvPr/>
                        </p:nvGrpSpPr>
                        <p:grpSpPr>
                          <a:xfrm>
                            <a:off x="1824" y="1968"/>
                            <a:ext cx="343" cy="918"/>
                            <a:chOff x="2880" y="2112"/>
                            <a:chExt cx="2304" cy="2016"/>
                          </a:xfrm>
                        </p:grpSpPr>
                        <p:sp>
                          <p:nvSpPr>
                            <p:cNvPr id="156966" name="任意多边形 15696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67" name="任意多边形 15696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968" name="组合 156967"/>
                          <p:cNvGrpSpPr/>
                          <p:nvPr/>
                        </p:nvGrpSpPr>
                        <p:grpSpPr>
                          <a:xfrm>
                            <a:off x="2167" y="1968"/>
                            <a:ext cx="342" cy="918"/>
                            <a:chOff x="2880" y="2112"/>
                            <a:chExt cx="2304" cy="2016"/>
                          </a:xfrm>
                        </p:grpSpPr>
                        <p:sp>
                          <p:nvSpPr>
                            <p:cNvPr id="156969" name="任意多边形 15696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70" name="任意多边形 15696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971" name="直接连接符 15697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6972" name="组合 156971"/>
                  <p:cNvGrpSpPr/>
                  <p:nvPr/>
                </p:nvGrpSpPr>
                <p:grpSpPr>
                  <a:xfrm>
                    <a:off x="912" y="3072"/>
                    <a:ext cx="1104" cy="144"/>
                    <a:chOff x="1872" y="2880"/>
                    <a:chExt cx="1104" cy="144"/>
                  </a:xfrm>
                </p:grpSpPr>
                <p:grpSp>
                  <p:nvGrpSpPr>
                    <p:cNvPr id="156973" name="组合 156972"/>
                    <p:cNvGrpSpPr/>
                    <p:nvPr/>
                  </p:nvGrpSpPr>
                  <p:grpSpPr>
                    <a:xfrm>
                      <a:off x="2016" y="2880"/>
                      <a:ext cx="960" cy="144"/>
                      <a:chOff x="336" y="2832"/>
                      <a:chExt cx="4992" cy="630"/>
                    </a:xfrm>
                  </p:grpSpPr>
                  <p:grpSp>
                    <p:nvGrpSpPr>
                      <p:cNvPr id="156974" name="组合 156973"/>
                      <p:cNvGrpSpPr/>
                      <p:nvPr/>
                    </p:nvGrpSpPr>
                    <p:grpSpPr>
                      <a:xfrm>
                        <a:off x="336" y="2832"/>
                        <a:ext cx="2496" cy="630"/>
                        <a:chOff x="1056" y="816"/>
                        <a:chExt cx="2496" cy="630"/>
                      </a:xfrm>
                    </p:grpSpPr>
                    <p:sp>
                      <p:nvSpPr>
                        <p:cNvPr id="156975" name="任意多边形 15697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976" name="组合 156975"/>
                        <p:cNvGrpSpPr/>
                        <p:nvPr/>
                      </p:nvGrpSpPr>
                      <p:grpSpPr>
                        <a:xfrm>
                          <a:off x="1056" y="816"/>
                          <a:ext cx="2016" cy="630"/>
                          <a:chOff x="1824" y="1968"/>
                          <a:chExt cx="685" cy="918"/>
                        </a:xfrm>
                      </p:grpSpPr>
                      <p:grpSp>
                        <p:nvGrpSpPr>
                          <p:cNvPr id="156977" name="组合 156976"/>
                          <p:cNvGrpSpPr/>
                          <p:nvPr/>
                        </p:nvGrpSpPr>
                        <p:grpSpPr>
                          <a:xfrm>
                            <a:off x="1824" y="1968"/>
                            <a:ext cx="343" cy="918"/>
                            <a:chOff x="2880" y="2112"/>
                            <a:chExt cx="2304" cy="2016"/>
                          </a:xfrm>
                        </p:grpSpPr>
                        <p:sp>
                          <p:nvSpPr>
                            <p:cNvPr id="156978" name="任意多边形 15697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79" name="任意多边形 15697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980" name="组合 156979"/>
                          <p:cNvGrpSpPr/>
                          <p:nvPr/>
                        </p:nvGrpSpPr>
                        <p:grpSpPr>
                          <a:xfrm>
                            <a:off x="2167" y="1968"/>
                            <a:ext cx="342" cy="918"/>
                            <a:chOff x="2880" y="2112"/>
                            <a:chExt cx="2304" cy="2016"/>
                          </a:xfrm>
                        </p:grpSpPr>
                        <p:sp>
                          <p:nvSpPr>
                            <p:cNvPr id="156981" name="任意多边形 15698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82" name="任意多边形 15698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6983" name="组合 156982"/>
                      <p:cNvGrpSpPr/>
                      <p:nvPr/>
                    </p:nvGrpSpPr>
                    <p:grpSpPr>
                      <a:xfrm flipV="1">
                        <a:off x="2832" y="2832"/>
                        <a:ext cx="2496" cy="630"/>
                        <a:chOff x="1056" y="816"/>
                        <a:chExt cx="2496" cy="630"/>
                      </a:xfrm>
                    </p:grpSpPr>
                    <p:sp>
                      <p:nvSpPr>
                        <p:cNvPr id="156984" name="任意多边形 15698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985" name="组合 156984"/>
                        <p:cNvGrpSpPr/>
                        <p:nvPr/>
                      </p:nvGrpSpPr>
                      <p:grpSpPr>
                        <a:xfrm>
                          <a:off x="1056" y="816"/>
                          <a:ext cx="2016" cy="630"/>
                          <a:chOff x="1824" y="1968"/>
                          <a:chExt cx="685" cy="918"/>
                        </a:xfrm>
                      </p:grpSpPr>
                      <p:grpSp>
                        <p:nvGrpSpPr>
                          <p:cNvPr id="156986" name="组合 156985"/>
                          <p:cNvGrpSpPr/>
                          <p:nvPr/>
                        </p:nvGrpSpPr>
                        <p:grpSpPr>
                          <a:xfrm>
                            <a:off x="1824" y="1968"/>
                            <a:ext cx="343" cy="918"/>
                            <a:chOff x="2880" y="2112"/>
                            <a:chExt cx="2304" cy="2016"/>
                          </a:xfrm>
                        </p:grpSpPr>
                        <p:sp>
                          <p:nvSpPr>
                            <p:cNvPr id="156987" name="任意多边形 15698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88" name="任意多边形 15698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6989" name="组合 156988"/>
                          <p:cNvGrpSpPr/>
                          <p:nvPr/>
                        </p:nvGrpSpPr>
                        <p:grpSpPr>
                          <a:xfrm>
                            <a:off x="2167" y="1968"/>
                            <a:ext cx="342" cy="918"/>
                            <a:chOff x="2880" y="2112"/>
                            <a:chExt cx="2304" cy="2016"/>
                          </a:xfrm>
                        </p:grpSpPr>
                        <p:sp>
                          <p:nvSpPr>
                            <p:cNvPr id="156990" name="任意多边形 15698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6991" name="任意多边形 15699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6992" name="直接连接符 15699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6993" name="组合 156992"/>
                <p:cNvGrpSpPr/>
                <p:nvPr/>
              </p:nvGrpSpPr>
              <p:grpSpPr>
                <a:xfrm flipH="1">
                  <a:off x="2352" y="3024"/>
                  <a:ext cx="1104" cy="288"/>
                  <a:chOff x="912" y="2928"/>
                  <a:chExt cx="1104" cy="288"/>
                </a:xfrm>
              </p:grpSpPr>
              <p:grpSp>
                <p:nvGrpSpPr>
                  <p:cNvPr id="156994" name="组合 156993"/>
                  <p:cNvGrpSpPr/>
                  <p:nvPr/>
                </p:nvGrpSpPr>
                <p:grpSpPr>
                  <a:xfrm>
                    <a:off x="912" y="2928"/>
                    <a:ext cx="1104" cy="144"/>
                    <a:chOff x="1872" y="2880"/>
                    <a:chExt cx="1104" cy="144"/>
                  </a:xfrm>
                </p:grpSpPr>
                <p:grpSp>
                  <p:nvGrpSpPr>
                    <p:cNvPr id="156995" name="组合 156994"/>
                    <p:cNvGrpSpPr/>
                    <p:nvPr/>
                  </p:nvGrpSpPr>
                  <p:grpSpPr>
                    <a:xfrm>
                      <a:off x="2016" y="2880"/>
                      <a:ext cx="960" cy="144"/>
                      <a:chOff x="336" y="2832"/>
                      <a:chExt cx="4992" cy="630"/>
                    </a:xfrm>
                  </p:grpSpPr>
                  <p:grpSp>
                    <p:nvGrpSpPr>
                      <p:cNvPr id="156996" name="组合 156995"/>
                      <p:cNvGrpSpPr/>
                      <p:nvPr/>
                    </p:nvGrpSpPr>
                    <p:grpSpPr>
                      <a:xfrm>
                        <a:off x="336" y="2832"/>
                        <a:ext cx="2496" cy="630"/>
                        <a:chOff x="1056" y="816"/>
                        <a:chExt cx="2496" cy="630"/>
                      </a:xfrm>
                    </p:grpSpPr>
                    <p:sp>
                      <p:nvSpPr>
                        <p:cNvPr id="156997" name="任意多边形 15699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6998" name="组合 156997"/>
                        <p:cNvGrpSpPr/>
                        <p:nvPr/>
                      </p:nvGrpSpPr>
                      <p:grpSpPr>
                        <a:xfrm>
                          <a:off x="1056" y="816"/>
                          <a:ext cx="2016" cy="630"/>
                          <a:chOff x="1824" y="1968"/>
                          <a:chExt cx="685" cy="918"/>
                        </a:xfrm>
                      </p:grpSpPr>
                      <p:grpSp>
                        <p:nvGrpSpPr>
                          <p:cNvPr id="156999" name="组合 156998"/>
                          <p:cNvGrpSpPr/>
                          <p:nvPr/>
                        </p:nvGrpSpPr>
                        <p:grpSpPr>
                          <a:xfrm>
                            <a:off x="1824" y="1968"/>
                            <a:ext cx="343" cy="918"/>
                            <a:chOff x="2880" y="2112"/>
                            <a:chExt cx="2304" cy="2016"/>
                          </a:xfrm>
                        </p:grpSpPr>
                        <p:sp>
                          <p:nvSpPr>
                            <p:cNvPr id="157000" name="任意多边形 15699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01" name="任意多边形 15700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002" name="组合 157001"/>
                          <p:cNvGrpSpPr/>
                          <p:nvPr/>
                        </p:nvGrpSpPr>
                        <p:grpSpPr>
                          <a:xfrm>
                            <a:off x="2167" y="1968"/>
                            <a:ext cx="342" cy="918"/>
                            <a:chOff x="2880" y="2112"/>
                            <a:chExt cx="2304" cy="2016"/>
                          </a:xfrm>
                        </p:grpSpPr>
                        <p:sp>
                          <p:nvSpPr>
                            <p:cNvPr id="157003" name="任意多边形 15700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04" name="任意多边形 15700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005" name="组合 157004"/>
                      <p:cNvGrpSpPr/>
                      <p:nvPr/>
                    </p:nvGrpSpPr>
                    <p:grpSpPr>
                      <a:xfrm flipV="1">
                        <a:off x="2832" y="2832"/>
                        <a:ext cx="2496" cy="630"/>
                        <a:chOff x="1056" y="816"/>
                        <a:chExt cx="2496" cy="630"/>
                      </a:xfrm>
                    </p:grpSpPr>
                    <p:sp>
                      <p:nvSpPr>
                        <p:cNvPr id="157006" name="任意多边形 15700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007" name="组合 157006"/>
                        <p:cNvGrpSpPr/>
                        <p:nvPr/>
                      </p:nvGrpSpPr>
                      <p:grpSpPr>
                        <a:xfrm>
                          <a:off x="1056" y="816"/>
                          <a:ext cx="2016" cy="630"/>
                          <a:chOff x="1824" y="1968"/>
                          <a:chExt cx="685" cy="918"/>
                        </a:xfrm>
                      </p:grpSpPr>
                      <p:grpSp>
                        <p:nvGrpSpPr>
                          <p:cNvPr id="157008" name="组合 157007"/>
                          <p:cNvGrpSpPr/>
                          <p:nvPr/>
                        </p:nvGrpSpPr>
                        <p:grpSpPr>
                          <a:xfrm>
                            <a:off x="1824" y="1968"/>
                            <a:ext cx="343" cy="918"/>
                            <a:chOff x="2880" y="2112"/>
                            <a:chExt cx="2304" cy="2016"/>
                          </a:xfrm>
                        </p:grpSpPr>
                        <p:sp>
                          <p:nvSpPr>
                            <p:cNvPr id="157009" name="任意多边形 15700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10" name="任意多边形 15700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011" name="组合 157010"/>
                          <p:cNvGrpSpPr/>
                          <p:nvPr/>
                        </p:nvGrpSpPr>
                        <p:grpSpPr>
                          <a:xfrm>
                            <a:off x="2167" y="1968"/>
                            <a:ext cx="342" cy="918"/>
                            <a:chOff x="2880" y="2112"/>
                            <a:chExt cx="2304" cy="2016"/>
                          </a:xfrm>
                        </p:grpSpPr>
                        <p:sp>
                          <p:nvSpPr>
                            <p:cNvPr id="157012" name="任意多边形 15701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13" name="任意多边形 15701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014" name="直接连接符 15701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015" name="组合 157014"/>
                  <p:cNvGrpSpPr/>
                  <p:nvPr/>
                </p:nvGrpSpPr>
                <p:grpSpPr>
                  <a:xfrm>
                    <a:off x="912" y="3072"/>
                    <a:ext cx="1104" cy="144"/>
                    <a:chOff x="1872" y="2880"/>
                    <a:chExt cx="1104" cy="144"/>
                  </a:xfrm>
                </p:grpSpPr>
                <p:grpSp>
                  <p:nvGrpSpPr>
                    <p:cNvPr id="157016" name="组合 157015"/>
                    <p:cNvGrpSpPr/>
                    <p:nvPr/>
                  </p:nvGrpSpPr>
                  <p:grpSpPr>
                    <a:xfrm>
                      <a:off x="2016" y="2880"/>
                      <a:ext cx="960" cy="144"/>
                      <a:chOff x="336" y="2832"/>
                      <a:chExt cx="4992" cy="630"/>
                    </a:xfrm>
                  </p:grpSpPr>
                  <p:grpSp>
                    <p:nvGrpSpPr>
                      <p:cNvPr id="157017" name="组合 157016"/>
                      <p:cNvGrpSpPr/>
                      <p:nvPr/>
                    </p:nvGrpSpPr>
                    <p:grpSpPr>
                      <a:xfrm>
                        <a:off x="336" y="2832"/>
                        <a:ext cx="2496" cy="630"/>
                        <a:chOff x="1056" y="816"/>
                        <a:chExt cx="2496" cy="630"/>
                      </a:xfrm>
                    </p:grpSpPr>
                    <p:sp>
                      <p:nvSpPr>
                        <p:cNvPr id="157018" name="任意多边形 15701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019" name="组合 157018"/>
                        <p:cNvGrpSpPr/>
                        <p:nvPr/>
                      </p:nvGrpSpPr>
                      <p:grpSpPr>
                        <a:xfrm>
                          <a:off x="1056" y="816"/>
                          <a:ext cx="2016" cy="630"/>
                          <a:chOff x="1824" y="1968"/>
                          <a:chExt cx="685" cy="918"/>
                        </a:xfrm>
                      </p:grpSpPr>
                      <p:grpSp>
                        <p:nvGrpSpPr>
                          <p:cNvPr id="157020" name="组合 157019"/>
                          <p:cNvGrpSpPr/>
                          <p:nvPr/>
                        </p:nvGrpSpPr>
                        <p:grpSpPr>
                          <a:xfrm>
                            <a:off x="1824" y="1968"/>
                            <a:ext cx="343" cy="918"/>
                            <a:chOff x="2880" y="2112"/>
                            <a:chExt cx="2304" cy="2016"/>
                          </a:xfrm>
                        </p:grpSpPr>
                        <p:sp>
                          <p:nvSpPr>
                            <p:cNvPr id="157021" name="任意多边形 15702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22" name="任意多边形 15702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023" name="组合 157022"/>
                          <p:cNvGrpSpPr/>
                          <p:nvPr/>
                        </p:nvGrpSpPr>
                        <p:grpSpPr>
                          <a:xfrm>
                            <a:off x="2167" y="1968"/>
                            <a:ext cx="342" cy="918"/>
                            <a:chOff x="2880" y="2112"/>
                            <a:chExt cx="2304" cy="2016"/>
                          </a:xfrm>
                        </p:grpSpPr>
                        <p:sp>
                          <p:nvSpPr>
                            <p:cNvPr id="157024" name="任意多边形 15702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25" name="任意多边形 15702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026" name="组合 157025"/>
                      <p:cNvGrpSpPr/>
                      <p:nvPr/>
                    </p:nvGrpSpPr>
                    <p:grpSpPr>
                      <a:xfrm flipV="1">
                        <a:off x="2832" y="2832"/>
                        <a:ext cx="2496" cy="630"/>
                        <a:chOff x="1056" y="816"/>
                        <a:chExt cx="2496" cy="630"/>
                      </a:xfrm>
                    </p:grpSpPr>
                    <p:sp>
                      <p:nvSpPr>
                        <p:cNvPr id="157027" name="任意多边形 15702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028" name="组合 157027"/>
                        <p:cNvGrpSpPr/>
                        <p:nvPr/>
                      </p:nvGrpSpPr>
                      <p:grpSpPr>
                        <a:xfrm>
                          <a:off x="1056" y="816"/>
                          <a:ext cx="2016" cy="630"/>
                          <a:chOff x="1824" y="1968"/>
                          <a:chExt cx="685" cy="918"/>
                        </a:xfrm>
                      </p:grpSpPr>
                      <p:grpSp>
                        <p:nvGrpSpPr>
                          <p:cNvPr id="157029" name="组合 157028"/>
                          <p:cNvGrpSpPr/>
                          <p:nvPr/>
                        </p:nvGrpSpPr>
                        <p:grpSpPr>
                          <a:xfrm>
                            <a:off x="1824" y="1968"/>
                            <a:ext cx="343" cy="918"/>
                            <a:chOff x="2880" y="2112"/>
                            <a:chExt cx="2304" cy="2016"/>
                          </a:xfrm>
                        </p:grpSpPr>
                        <p:sp>
                          <p:nvSpPr>
                            <p:cNvPr id="157030" name="任意多边形 15702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31" name="任意多边形 15703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032" name="组合 157031"/>
                          <p:cNvGrpSpPr/>
                          <p:nvPr/>
                        </p:nvGrpSpPr>
                        <p:grpSpPr>
                          <a:xfrm>
                            <a:off x="2167" y="1968"/>
                            <a:ext cx="342" cy="918"/>
                            <a:chOff x="2880" y="2112"/>
                            <a:chExt cx="2304" cy="2016"/>
                          </a:xfrm>
                        </p:grpSpPr>
                        <p:sp>
                          <p:nvSpPr>
                            <p:cNvPr id="157033" name="任意多边形 15703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34" name="任意多边形 15703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035" name="直接连接符 15703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7036" name="组合 157035"/>
              <p:cNvGrpSpPr/>
              <p:nvPr/>
            </p:nvGrpSpPr>
            <p:grpSpPr>
              <a:xfrm>
                <a:off x="3888" y="3360"/>
                <a:ext cx="1104" cy="576"/>
                <a:chOff x="2352" y="3024"/>
                <a:chExt cx="1104" cy="576"/>
              </a:xfrm>
            </p:grpSpPr>
            <p:grpSp>
              <p:nvGrpSpPr>
                <p:cNvPr id="157037" name="组合 157036"/>
                <p:cNvGrpSpPr/>
                <p:nvPr/>
              </p:nvGrpSpPr>
              <p:grpSpPr>
                <a:xfrm flipH="1">
                  <a:off x="2352" y="3312"/>
                  <a:ext cx="1104" cy="288"/>
                  <a:chOff x="912" y="2928"/>
                  <a:chExt cx="1104" cy="288"/>
                </a:xfrm>
              </p:grpSpPr>
              <p:grpSp>
                <p:nvGrpSpPr>
                  <p:cNvPr id="157038" name="组合 157037"/>
                  <p:cNvGrpSpPr/>
                  <p:nvPr/>
                </p:nvGrpSpPr>
                <p:grpSpPr>
                  <a:xfrm>
                    <a:off x="912" y="2928"/>
                    <a:ext cx="1104" cy="144"/>
                    <a:chOff x="1872" y="2880"/>
                    <a:chExt cx="1104" cy="144"/>
                  </a:xfrm>
                </p:grpSpPr>
                <p:grpSp>
                  <p:nvGrpSpPr>
                    <p:cNvPr id="157039" name="组合 157038"/>
                    <p:cNvGrpSpPr/>
                    <p:nvPr/>
                  </p:nvGrpSpPr>
                  <p:grpSpPr>
                    <a:xfrm>
                      <a:off x="2016" y="2880"/>
                      <a:ext cx="960" cy="144"/>
                      <a:chOff x="336" y="2832"/>
                      <a:chExt cx="4992" cy="630"/>
                    </a:xfrm>
                  </p:grpSpPr>
                  <p:grpSp>
                    <p:nvGrpSpPr>
                      <p:cNvPr id="157040" name="组合 157039"/>
                      <p:cNvGrpSpPr/>
                      <p:nvPr/>
                    </p:nvGrpSpPr>
                    <p:grpSpPr>
                      <a:xfrm>
                        <a:off x="336" y="2832"/>
                        <a:ext cx="2496" cy="630"/>
                        <a:chOff x="1056" y="816"/>
                        <a:chExt cx="2496" cy="630"/>
                      </a:xfrm>
                    </p:grpSpPr>
                    <p:sp>
                      <p:nvSpPr>
                        <p:cNvPr id="157041" name="任意多边形 15704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042" name="组合 157041"/>
                        <p:cNvGrpSpPr/>
                        <p:nvPr/>
                      </p:nvGrpSpPr>
                      <p:grpSpPr>
                        <a:xfrm>
                          <a:off x="1056" y="816"/>
                          <a:ext cx="2016" cy="630"/>
                          <a:chOff x="1824" y="1968"/>
                          <a:chExt cx="685" cy="918"/>
                        </a:xfrm>
                      </p:grpSpPr>
                      <p:grpSp>
                        <p:nvGrpSpPr>
                          <p:cNvPr id="157043" name="组合 157042"/>
                          <p:cNvGrpSpPr/>
                          <p:nvPr/>
                        </p:nvGrpSpPr>
                        <p:grpSpPr>
                          <a:xfrm>
                            <a:off x="1824" y="1968"/>
                            <a:ext cx="343" cy="918"/>
                            <a:chOff x="2880" y="2112"/>
                            <a:chExt cx="2304" cy="2016"/>
                          </a:xfrm>
                        </p:grpSpPr>
                        <p:sp>
                          <p:nvSpPr>
                            <p:cNvPr id="157044" name="任意多边形 15704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45" name="任意多边形 15704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046" name="组合 157045"/>
                          <p:cNvGrpSpPr/>
                          <p:nvPr/>
                        </p:nvGrpSpPr>
                        <p:grpSpPr>
                          <a:xfrm>
                            <a:off x="2167" y="1968"/>
                            <a:ext cx="342" cy="918"/>
                            <a:chOff x="2880" y="2112"/>
                            <a:chExt cx="2304" cy="2016"/>
                          </a:xfrm>
                        </p:grpSpPr>
                        <p:sp>
                          <p:nvSpPr>
                            <p:cNvPr id="157047" name="任意多边形 15704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48" name="任意多边形 15704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049" name="组合 157048"/>
                      <p:cNvGrpSpPr/>
                      <p:nvPr/>
                    </p:nvGrpSpPr>
                    <p:grpSpPr>
                      <a:xfrm flipV="1">
                        <a:off x="2832" y="2832"/>
                        <a:ext cx="2496" cy="630"/>
                        <a:chOff x="1056" y="816"/>
                        <a:chExt cx="2496" cy="630"/>
                      </a:xfrm>
                    </p:grpSpPr>
                    <p:sp>
                      <p:nvSpPr>
                        <p:cNvPr id="157050" name="任意多边形 15704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051" name="组合 157050"/>
                        <p:cNvGrpSpPr/>
                        <p:nvPr/>
                      </p:nvGrpSpPr>
                      <p:grpSpPr>
                        <a:xfrm>
                          <a:off x="1056" y="816"/>
                          <a:ext cx="2016" cy="630"/>
                          <a:chOff x="1824" y="1968"/>
                          <a:chExt cx="685" cy="918"/>
                        </a:xfrm>
                      </p:grpSpPr>
                      <p:grpSp>
                        <p:nvGrpSpPr>
                          <p:cNvPr id="157052" name="组合 157051"/>
                          <p:cNvGrpSpPr/>
                          <p:nvPr/>
                        </p:nvGrpSpPr>
                        <p:grpSpPr>
                          <a:xfrm>
                            <a:off x="1824" y="1968"/>
                            <a:ext cx="343" cy="918"/>
                            <a:chOff x="2880" y="2112"/>
                            <a:chExt cx="2304" cy="2016"/>
                          </a:xfrm>
                        </p:grpSpPr>
                        <p:sp>
                          <p:nvSpPr>
                            <p:cNvPr id="157053" name="任意多边形 15705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54" name="任意多边形 15705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055" name="组合 157054"/>
                          <p:cNvGrpSpPr/>
                          <p:nvPr/>
                        </p:nvGrpSpPr>
                        <p:grpSpPr>
                          <a:xfrm>
                            <a:off x="2167" y="1968"/>
                            <a:ext cx="342" cy="918"/>
                            <a:chOff x="2880" y="2112"/>
                            <a:chExt cx="2304" cy="2016"/>
                          </a:xfrm>
                        </p:grpSpPr>
                        <p:sp>
                          <p:nvSpPr>
                            <p:cNvPr id="157056" name="任意多边形 15705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57" name="任意多边形 15705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058" name="直接连接符 15705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059" name="组合 157058"/>
                  <p:cNvGrpSpPr/>
                  <p:nvPr/>
                </p:nvGrpSpPr>
                <p:grpSpPr>
                  <a:xfrm>
                    <a:off x="912" y="3072"/>
                    <a:ext cx="1104" cy="144"/>
                    <a:chOff x="1872" y="2880"/>
                    <a:chExt cx="1104" cy="144"/>
                  </a:xfrm>
                </p:grpSpPr>
                <p:grpSp>
                  <p:nvGrpSpPr>
                    <p:cNvPr id="157060" name="组合 157059"/>
                    <p:cNvGrpSpPr/>
                    <p:nvPr/>
                  </p:nvGrpSpPr>
                  <p:grpSpPr>
                    <a:xfrm>
                      <a:off x="2016" y="2880"/>
                      <a:ext cx="960" cy="144"/>
                      <a:chOff x="336" y="2832"/>
                      <a:chExt cx="4992" cy="630"/>
                    </a:xfrm>
                  </p:grpSpPr>
                  <p:grpSp>
                    <p:nvGrpSpPr>
                      <p:cNvPr id="157061" name="组合 157060"/>
                      <p:cNvGrpSpPr/>
                      <p:nvPr/>
                    </p:nvGrpSpPr>
                    <p:grpSpPr>
                      <a:xfrm>
                        <a:off x="336" y="2832"/>
                        <a:ext cx="2496" cy="630"/>
                        <a:chOff x="1056" y="816"/>
                        <a:chExt cx="2496" cy="630"/>
                      </a:xfrm>
                    </p:grpSpPr>
                    <p:sp>
                      <p:nvSpPr>
                        <p:cNvPr id="157062" name="任意多边形 15706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063" name="组合 157062"/>
                        <p:cNvGrpSpPr/>
                        <p:nvPr/>
                      </p:nvGrpSpPr>
                      <p:grpSpPr>
                        <a:xfrm>
                          <a:off x="1056" y="816"/>
                          <a:ext cx="2016" cy="630"/>
                          <a:chOff x="1824" y="1968"/>
                          <a:chExt cx="685" cy="918"/>
                        </a:xfrm>
                      </p:grpSpPr>
                      <p:grpSp>
                        <p:nvGrpSpPr>
                          <p:cNvPr id="157064" name="组合 157063"/>
                          <p:cNvGrpSpPr/>
                          <p:nvPr/>
                        </p:nvGrpSpPr>
                        <p:grpSpPr>
                          <a:xfrm>
                            <a:off x="1824" y="1968"/>
                            <a:ext cx="343" cy="918"/>
                            <a:chOff x="2880" y="2112"/>
                            <a:chExt cx="2304" cy="2016"/>
                          </a:xfrm>
                        </p:grpSpPr>
                        <p:sp>
                          <p:nvSpPr>
                            <p:cNvPr id="157065" name="任意多边形 15706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66" name="任意多边形 15706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067" name="组合 157066"/>
                          <p:cNvGrpSpPr/>
                          <p:nvPr/>
                        </p:nvGrpSpPr>
                        <p:grpSpPr>
                          <a:xfrm>
                            <a:off x="2167" y="1968"/>
                            <a:ext cx="342" cy="918"/>
                            <a:chOff x="2880" y="2112"/>
                            <a:chExt cx="2304" cy="2016"/>
                          </a:xfrm>
                        </p:grpSpPr>
                        <p:sp>
                          <p:nvSpPr>
                            <p:cNvPr id="157068" name="任意多边形 15706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69" name="任意多边形 15706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070" name="组合 157069"/>
                      <p:cNvGrpSpPr/>
                      <p:nvPr/>
                    </p:nvGrpSpPr>
                    <p:grpSpPr>
                      <a:xfrm flipV="1">
                        <a:off x="2832" y="2832"/>
                        <a:ext cx="2496" cy="630"/>
                        <a:chOff x="1056" y="816"/>
                        <a:chExt cx="2496" cy="630"/>
                      </a:xfrm>
                    </p:grpSpPr>
                    <p:sp>
                      <p:nvSpPr>
                        <p:cNvPr id="157071" name="任意多边形 15707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072" name="组合 157071"/>
                        <p:cNvGrpSpPr/>
                        <p:nvPr/>
                      </p:nvGrpSpPr>
                      <p:grpSpPr>
                        <a:xfrm>
                          <a:off x="1056" y="816"/>
                          <a:ext cx="2016" cy="630"/>
                          <a:chOff x="1824" y="1968"/>
                          <a:chExt cx="685" cy="918"/>
                        </a:xfrm>
                      </p:grpSpPr>
                      <p:grpSp>
                        <p:nvGrpSpPr>
                          <p:cNvPr id="157073" name="组合 157072"/>
                          <p:cNvGrpSpPr/>
                          <p:nvPr/>
                        </p:nvGrpSpPr>
                        <p:grpSpPr>
                          <a:xfrm>
                            <a:off x="1824" y="1968"/>
                            <a:ext cx="343" cy="918"/>
                            <a:chOff x="2880" y="2112"/>
                            <a:chExt cx="2304" cy="2016"/>
                          </a:xfrm>
                        </p:grpSpPr>
                        <p:sp>
                          <p:nvSpPr>
                            <p:cNvPr id="157074" name="任意多边形 15707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75" name="任意多边形 15707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076" name="组合 157075"/>
                          <p:cNvGrpSpPr/>
                          <p:nvPr/>
                        </p:nvGrpSpPr>
                        <p:grpSpPr>
                          <a:xfrm>
                            <a:off x="2167" y="1968"/>
                            <a:ext cx="342" cy="918"/>
                            <a:chOff x="2880" y="2112"/>
                            <a:chExt cx="2304" cy="2016"/>
                          </a:xfrm>
                        </p:grpSpPr>
                        <p:sp>
                          <p:nvSpPr>
                            <p:cNvPr id="157077" name="任意多边形 15707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78" name="任意多边形 15707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079" name="直接连接符 15707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7080" name="组合 157079"/>
                <p:cNvGrpSpPr/>
                <p:nvPr/>
              </p:nvGrpSpPr>
              <p:grpSpPr>
                <a:xfrm flipH="1">
                  <a:off x="2352" y="3024"/>
                  <a:ext cx="1104" cy="288"/>
                  <a:chOff x="912" y="2928"/>
                  <a:chExt cx="1104" cy="288"/>
                </a:xfrm>
              </p:grpSpPr>
              <p:grpSp>
                <p:nvGrpSpPr>
                  <p:cNvPr id="157081" name="组合 157080"/>
                  <p:cNvGrpSpPr/>
                  <p:nvPr/>
                </p:nvGrpSpPr>
                <p:grpSpPr>
                  <a:xfrm>
                    <a:off x="912" y="2928"/>
                    <a:ext cx="1104" cy="144"/>
                    <a:chOff x="1872" y="2880"/>
                    <a:chExt cx="1104" cy="144"/>
                  </a:xfrm>
                </p:grpSpPr>
                <p:grpSp>
                  <p:nvGrpSpPr>
                    <p:cNvPr id="157082" name="组合 157081"/>
                    <p:cNvGrpSpPr/>
                    <p:nvPr/>
                  </p:nvGrpSpPr>
                  <p:grpSpPr>
                    <a:xfrm>
                      <a:off x="2016" y="2880"/>
                      <a:ext cx="960" cy="144"/>
                      <a:chOff x="336" y="2832"/>
                      <a:chExt cx="4992" cy="630"/>
                    </a:xfrm>
                  </p:grpSpPr>
                  <p:grpSp>
                    <p:nvGrpSpPr>
                      <p:cNvPr id="157083" name="组合 157082"/>
                      <p:cNvGrpSpPr/>
                      <p:nvPr/>
                    </p:nvGrpSpPr>
                    <p:grpSpPr>
                      <a:xfrm>
                        <a:off x="336" y="2832"/>
                        <a:ext cx="2496" cy="630"/>
                        <a:chOff x="1056" y="816"/>
                        <a:chExt cx="2496" cy="630"/>
                      </a:xfrm>
                    </p:grpSpPr>
                    <p:sp>
                      <p:nvSpPr>
                        <p:cNvPr id="157084" name="任意多边形 15708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085" name="组合 157084"/>
                        <p:cNvGrpSpPr/>
                        <p:nvPr/>
                      </p:nvGrpSpPr>
                      <p:grpSpPr>
                        <a:xfrm>
                          <a:off x="1056" y="816"/>
                          <a:ext cx="2016" cy="630"/>
                          <a:chOff x="1824" y="1968"/>
                          <a:chExt cx="685" cy="918"/>
                        </a:xfrm>
                      </p:grpSpPr>
                      <p:grpSp>
                        <p:nvGrpSpPr>
                          <p:cNvPr id="157086" name="组合 157085"/>
                          <p:cNvGrpSpPr/>
                          <p:nvPr/>
                        </p:nvGrpSpPr>
                        <p:grpSpPr>
                          <a:xfrm>
                            <a:off x="1824" y="1968"/>
                            <a:ext cx="343" cy="918"/>
                            <a:chOff x="2880" y="2112"/>
                            <a:chExt cx="2304" cy="2016"/>
                          </a:xfrm>
                        </p:grpSpPr>
                        <p:sp>
                          <p:nvSpPr>
                            <p:cNvPr id="157087" name="任意多边形 15708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88" name="任意多边形 15708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089" name="组合 157088"/>
                          <p:cNvGrpSpPr/>
                          <p:nvPr/>
                        </p:nvGrpSpPr>
                        <p:grpSpPr>
                          <a:xfrm>
                            <a:off x="2167" y="1968"/>
                            <a:ext cx="342" cy="918"/>
                            <a:chOff x="2880" y="2112"/>
                            <a:chExt cx="2304" cy="2016"/>
                          </a:xfrm>
                        </p:grpSpPr>
                        <p:sp>
                          <p:nvSpPr>
                            <p:cNvPr id="157090" name="任意多边形 15708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91" name="任意多边形 15709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092" name="组合 157091"/>
                      <p:cNvGrpSpPr/>
                      <p:nvPr/>
                    </p:nvGrpSpPr>
                    <p:grpSpPr>
                      <a:xfrm flipV="1">
                        <a:off x="2832" y="2832"/>
                        <a:ext cx="2496" cy="630"/>
                        <a:chOff x="1056" y="816"/>
                        <a:chExt cx="2496" cy="630"/>
                      </a:xfrm>
                    </p:grpSpPr>
                    <p:sp>
                      <p:nvSpPr>
                        <p:cNvPr id="157093" name="任意多边形 15709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094" name="组合 157093"/>
                        <p:cNvGrpSpPr/>
                        <p:nvPr/>
                      </p:nvGrpSpPr>
                      <p:grpSpPr>
                        <a:xfrm>
                          <a:off x="1056" y="816"/>
                          <a:ext cx="2016" cy="630"/>
                          <a:chOff x="1824" y="1968"/>
                          <a:chExt cx="685" cy="918"/>
                        </a:xfrm>
                      </p:grpSpPr>
                      <p:grpSp>
                        <p:nvGrpSpPr>
                          <p:cNvPr id="157095" name="组合 157094"/>
                          <p:cNvGrpSpPr/>
                          <p:nvPr/>
                        </p:nvGrpSpPr>
                        <p:grpSpPr>
                          <a:xfrm>
                            <a:off x="1824" y="1968"/>
                            <a:ext cx="343" cy="918"/>
                            <a:chOff x="2880" y="2112"/>
                            <a:chExt cx="2304" cy="2016"/>
                          </a:xfrm>
                        </p:grpSpPr>
                        <p:sp>
                          <p:nvSpPr>
                            <p:cNvPr id="157096" name="任意多边形 15709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097" name="任意多边形 15709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098" name="组合 157097"/>
                          <p:cNvGrpSpPr/>
                          <p:nvPr/>
                        </p:nvGrpSpPr>
                        <p:grpSpPr>
                          <a:xfrm>
                            <a:off x="2167" y="1968"/>
                            <a:ext cx="342" cy="918"/>
                            <a:chOff x="2880" y="2112"/>
                            <a:chExt cx="2304" cy="2016"/>
                          </a:xfrm>
                        </p:grpSpPr>
                        <p:sp>
                          <p:nvSpPr>
                            <p:cNvPr id="157099" name="任意多边形 15709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00" name="任意多边形 15709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101" name="直接连接符 15710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102" name="组合 157101"/>
                  <p:cNvGrpSpPr/>
                  <p:nvPr/>
                </p:nvGrpSpPr>
                <p:grpSpPr>
                  <a:xfrm>
                    <a:off x="912" y="3072"/>
                    <a:ext cx="1104" cy="144"/>
                    <a:chOff x="1872" y="2880"/>
                    <a:chExt cx="1104" cy="144"/>
                  </a:xfrm>
                </p:grpSpPr>
                <p:grpSp>
                  <p:nvGrpSpPr>
                    <p:cNvPr id="157103" name="组合 157102"/>
                    <p:cNvGrpSpPr/>
                    <p:nvPr/>
                  </p:nvGrpSpPr>
                  <p:grpSpPr>
                    <a:xfrm>
                      <a:off x="2016" y="2880"/>
                      <a:ext cx="960" cy="144"/>
                      <a:chOff x="336" y="2832"/>
                      <a:chExt cx="4992" cy="630"/>
                    </a:xfrm>
                  </p:grpSpPr>
                  <p:grpSp>
                    <p:nvGrpSpPr>
                      <p:cNvPr id="157104" name="组合 157103"/>
                      <p:cNvGrpSpPr/>
                      <p:nvPr/>
                    </p:nvGrpSpPr>
                    <p:grpSpPr>
                      <a:xfrm>
                        <a:off x="336" y="2832"/>
                        <a:ext cx="2496" cy="630"/>
                        <a:chOff x="1056" y="816"/>
                        <a:chExt cx="2496" cy="630"/>
                      </a:xfrm>
                    </p:grpSpPr>
                    <p:sp>
                      <p:nvSpPr>
                        <p:cNvPr id="157105" name="任意多边形 15710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106" name="组合 157105"/>
                        <p:cNvGrpSpPr/>
                        <p:nvPr/>
                      </p:nvGrpSpPr>
                      <p:grpSpPr>
                        <a:xfrm>
                          <a:off x="1056" y="816"/>
                          <a:ext cx="2016" cy="630"/>
                          <a:chOff x="1824" y="1968"/>
                          <a:chExt cx="685" cy="918"/>
                        </a:xfrm>
                      </p:grpSpPr>
                      <p:grpSp>
                        <p:nvGrpSpPr>
                          <p:cNvPr id="157107" name="组合 157106"/>
                          <p:cNvGrpSpPr/>
                          <p:nvPr/>
                        </p:nvGrpSpPr>
                        <p:grpSpPr>
                          <a:xfrm>
                            <a:off x="1824" y="1968"/>
                            <a:ext cx="343" cy="918"/>
                            <a:chOff x="2880" y="2112"/>
                            <a:chExt cx="2304" cy="2016"/>
                          </a:xfrm>
                        </p:grpSpPr>
                        <p:sp>
                          <p:nvSpPr>
                            <p:cNvPr id="157108" name="任意多边形 15710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09" name="任意多边形 15710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110" name="组合 157109"/>
                          <p:cNvGrpSpPr/>
                          <p:nvPr/>
                        </p:nvGrpSpPr>
                        <p:grpSpPr>
                          <a:xfrm>
                            <a:off x="2167" y="1968"/>
                            <a:ext cx="342" cy="918"/>
                            <a:chOff x="2880" y="2112"/>
                            <a:chExt cx="2304" cy="2016"/>
                          </a:xfrm>
                        </p:grpSpPr>
                        <p:sp>
                          <p:nvSpPr>
                            <p:cNvPr id="157111" name="任意多边形 15711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12" name="任意多边形 15711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113" name="组合 157112"/>
                      <p:cNvGrpSpPr/>
                      <p:nvPr/>
                    </p:nvGrpSpPr>
                    <p:grpSpPr>
                      <a:xfrm flipV="1">
                        <a:off x="2832" y="2832"/>
                        <a:ext cx="2496" cy="630"/>
                        <a:chOff x="1056" y="816"/>
                        <a:chExt cx="2496" cy="630"/>
                      </a:xfrm>
                    </p:grpSpPr>
                    <p:sp>
                      <p:nvSpPr>
                        <p:cNvPr id="157114" name="任意多边形 15711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115" name="组合 157114"/>
                        <p:cNvGrpSpPr/>
                        <p:nvPr/>
                      </p:nvGrpSpPr>
                      <p:grpSpPr>
                        <a:xfrm>
                          <a:off x="1056" y="816"/>
                          <a:ext cx="2016" cy="630"/>
                          <a:chOff x="1824" y="1968"/>
                          <a:chExt cx="685" cy="918"/>
                        </a:xfrm>
                      </p:grpSpPr>
                      <p:grpSp>
                        <p:nvGrpSpPr>
                          <p:cNvPr id="157116" name="组合 157115"/>
                          <p:cNvGrpSpPr/>
                          <p:nvPr/>
                        </p:nvGrpSpPr>
                        <p:grpSpPr>
                          <a:xfrm>
                            <a:off x="1824" y="1968"/>
                            <a:ext cx="343" cy="918"/>
                            <a:chOff x="2880" y="2112"/>
                            <a:chExt cx="2304" cy="2016"/>
                          </a:xfrm>
                        </p:grpSpPr>
                        <p:sp>
                          <p:nvSpPr>
                            <p:cNvPr id="157117" name="任意多边形 15711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18" name="任意多边形 15711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119" name="组合 157118"/>
                          <p:cNvGrpSpPr/>
                          <p:nvPr/>
                        </p:nvGrpSpPr>
                        <p:grpSpPr>
                          <a:xfrm>
                            <a:off x="2167" y="1968"/>
                            <a:ext cx="342" cy="918"/>
                            <a:chOff x="2880" y="2112"/>
                            <a:chExt cx="2304" cy="2016"/>
                          </a:xfrm>
                        </p:grpSpPr>
                        <p:sp>
                          <p:nvSpPr>
                            <p:cNvPr id="157120" name="任意多边形 15711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21" name="任意多边形 15712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122" name="直接连接符 15712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57123" name="组合 157122"/>
            <p:cNvGrpSpPr/>
            <p:nvPr/>
          </p:nvGrpSpPr>
          <p:grpSpPr>
            <a:xfrm>
              <a:off x="3072" y="3552"/>
              <a:ext cx="1104" cy="768"/>
              <a:chOff x="3888" y="2784"/>
              <a:chExt cx="1104" cy="1152"/>
            </a:xfrm>
          </p:grpSpPr>
          <p:grpSp>
            <p:nvGrpSpPr>
              <p:cNvPr id="157124" name="组合 157123"/>
              <p:cNvGrpSpPr/>
              <p:nvPr/>
            </p:nvGrpSpPr>
            <p:grpSpPr>
              <a:xfrm>
                <a:off x="3888" y="2784"/>
                <a:ext cx="1104" cy="576"/>
                <a:chOff x="2352" y="3024"/>
                <a:chExt cx="1104" cy="576"/>
              </a:xfrm>
            </p:grpSpPr>
            <p:grpSp>
              <p:nvGrpSpPr>
                <p:cNvPr id="157125" name="组合 157124"/>
                <p:cNvGrpSpPr/>
                <p:nvPr/>
              </p:nvGrpSpPr>
              <p:grpSpPr>
                <a:xfrm flipH="1">
                  <a:off x="2352" y="3312"/>
                  <a:ext cx="1104" cy="288"/>
                  <a:chOff x="912" y="2928"/>
                  <a:chExt cx="1104" cy="288"/>
                </a:xfrm>
              </p:grpSpPr>
              <p:grpSp>
                <p:nvGrpSpPr>
                  <p:cNvPr id="157126" name="组合 157125"/>
                  <p:cNvGrpSpPr/>
                  <p:nvPr/>
                </p:nvGrpSpPr>
                <p:grpSpPr>
                  <a:xfrm>
                    <a:off x="912" y="2928"/>
                    <a:ext cx="1104" cy="144"/>
                    <a:chOff x="1872" y="2880"/>
                    <a:chExt cx="1104" cy="144"/>
                  </a:xfrm>
                </p:grpSpPr>
                <p:grpSp>
                  <p:nvGrpSpPr>
                    <p:cNvPr id="157127" name="组合 157126"/>
                    <p:cNvGrpSpPr/>
                    <p:nvPr/>
                  </p:nvGrpSpPr>
                  <p:grpSpPr>
                    <a:xfrm>
                      <a:off x="2016" y="2880"/>
                      <a:ext cx="960" cy="144"/>
                      <a:chOff x="336" y="2832"/>
                      <a:chExt cx="4992" cy="630"/>
                    </a:xfrm>
                  </p:grpSpPr>
                  <p:grpSp>
                    <p:nvGrpSpPr>
                      <p:cNvPr id="157128" name="组合 157127"/>
                      <p:cNvGrpSpPr/>
                      <p:nvPr/>
                    </p:nvGrpSpPr>
                    <p:grpSpPr>
                      <a:xfrm>
                        <a:off x="336" y="2832"/>
                        <a:ext cx="2496" cy="630"/>
                        <a:chOff x="1056" y="816"/>
                        <a:chExt cx="2496" cy="630"/>
                      </a:xfrm>
                    </p:grpSpPr>
                    <p:sp>
                      <p:nvSpPr>
                        <p:cNvPr id="157129" name="任意多边形 15712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130" name="组合 157129"/>
                        <p:cNvGrpSpPr/>
                        <p:nvPr/>
                      </p:nvGrpSpPr>
                      <p:grpSpPr>
                        <a:xfrm>
                          <a:off x="1056" y="816"/>
                          <a:ext cx="2016" cy="630"/>
                          <a:chOff x="1824" y="1968"/>
                          <a:chExt cx="685" cy="918"/>
                        </a:xfrm>
                      </p:grpSpPr>
                      <p:grpSp>
                        <p:nvGrpSpPr>
                          <p:cNvPr id="157131" name="组合 157130"/>
                          <p:cNvGrpSpPr/>
                          <p:nvPr/>
                        </p:nvGrpSpPr>
                        <p:grpSpPr>
                          <a:xfrm>
                            <a:off x="1824" y="1968"/>
                            <a:ext cx="343" cy="918"/>
                            <a:chOff x="2880" y="2112"/>
                            <a:chExt cx="2304" cy="2016"/>
                          </a:xfrm>
                        </p:grpSpPr>
                        <p:sp>
                          <p:nvSpPr>
                            <p:cNvPr id="157132" name="任意多边形 15713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33" name="任意多边形 15713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134" name="组合 157133"/>
                          <p:cNvGrpSpPr/>
                          <p:nvPr/>
                        </p:nvGrpSpPr>
                        <p:grpSpPr>
                          <a:xfrm>
                            <a:off x="2167" y="1968"/>
                            <a:ext cx="342" cy="918"/>
                            <a:chOff x="2880" y="2112"/>
                            <a:chExt cx="2304" cy="2016"/>
                          </a:xfrm>
                        </p:grpSpPr>
                        <p:sp>
                          <p:nvSpPr>
                            <p:cNvPr id="157135" name="任意多边形 15713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36" name="任意多边形 15713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137" name="组合 157136"/>
                      <p:cNvGrpSpPr/>
                      <p:nvPr/>
                    </p:nvGrpSpPr>
                    <p:grpSpPr>
                      <a:xfrm flipV="1">
                        <a:off x="2832" y="2832"/>
                        <a:ext cx="2496" cy="630"/>
                        <a:chOff x="1056" y="816"/>
                        <a:chExt cx="2496" cy="630"/>
                      </a:xfrm>
                    </p:grpSpPr>
                    <p:sp>
                      <p:nvSpPr>
                        <p:cNvPr id="157138" name="任意多边形 15713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139" name="组合 157138"/>
                        <p:cNvGrpSpPr/>
                        <p:nvPr/>
                      </p:nvGrpSpPr>
                      <p:grpSpPr>
                        <a:xfrm>
                          <a:off x="1056" y="816"/>
                          <a:ext cx="2016" cy="630"/>
                          <a:chOff x="1824" y="1968"/>
                          <a:chExt cx="685" cy="918"/>
                        </a:xfrm>
                      </p:grpSpPr>
                      <p:grpSp>
                        <p:nvGrpSpPr>
                          <p:cNvPr id="157140" name="组合 157139"/>
                          <p:cNvGrpSpPr/>
                          <p:nvPr/>
                        </p:nvGrpSpPr>
                        <p:grpSpPr>
                          <a:xfrm>
                            <a:off x="1824" y="1968"/>
                            <a:ext cx="343" cy="918"/>
                            <a:chOff x="2880" y="2112"/>
                            <a:chExt cx="2304" cy="2016"/>
                          </a:xfrm>
                        </p:grpSpPr>
                        <p:sp>
                          <p:nvSpPr>
                            <p:cNvPr id="157141" name="任意多边形 15714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42" name="任意多边形 15714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143" name="组合 157142"/>
                          <p:cNvGrpSpPr/>
                          <p:nvPr/>
                        </p:nvGrpSpPr>
                        <p:grpSpPr>
                          <a:xfrm>
                            <a:off x="2167" y="1968"/>
                            <a:ext cx="342" cy="918"/>
                            <a:chOff x="2880" y="2112"/>
                            <a:chExt cx="2304" cy="2016"/>
                          </a:xfrm>
                        </p:grpSpPr>
                        <p:sp>
                          <p:nvSpPr>
                            <p:cNvPr id="157144" name="任意多边形 15714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45" name="任意多边形 15714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146" name="直接连接符 15714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147" name="组合 157146"/>
                  <p:cNvGrpSpPr/>
                  <p:nvPr/>
                </p:nvGrpSpPr>
                <p:grpSpPr>
                  <a:xfrm>
                    <a:off x="912" y="3072"/>
                    <a:ext cx="1104" cy="144"/>
                    <a:chOff x="1872" y="2880"/>
                    <a:chExt cx="1104" cy="144"/>
                  </a:xfrm>
                </p:grpSpPr>
                <p:grpSp>
                  <p:nvGrpSpPr>
                    <p:cNvPr id="157148" name="组合 157147"/>
                    <p:cNvGrpSpPr/>
                    <p:nvPr/>
                  </p:nvGrpSpPr>
                  <p:grpSpPr>
                    <a:xfrm>
                      <a:off x="2016" y="2880"/>
                      <a:ext cx="960" cy="144"/>
                      <a:chOff x="336" y="2832"/>
                      <a:chExt cx="4992" cy="630"/>
                    </a:xfrm>
                  </p:grpSpPr>
                  <p:grpSp>
                    <p:nvGrpSpPr>
                      <p:cNvPr id="157149" name="组合 157148"/>
                      <p:cNvGrpSpPr/>
                      <p:nvPr/>
                    </p:nvGrpSpPr>
                    <p:grpSpPr>
                      <a:xfrm>
                        <a:off x="336" y="2832"/>
                        <a:ext cx="2496" cy="630"/>
                        <a:chOff x="1056" y="816"/>
                        <a:chExt cx="2496" cy="630"/>
                      </a:xfrm>
                    </p:grpSpPr>
                    <p:sp>
                      <p:nvSpPr>
                        <p:cNvPr id="157150" name="任意多边形 15714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151" name="组合 157150"/>
                        <p:cNvGrpSpPr/>
                        <p:nvPr/>
                      </p:nvGrpSpPr>
                      <p:grpSpPr>
                        <a:xfrm>
                          <a:off x="1056" y="816"/>
                          <a:ext cx="2016" cy="630"/>
                          <a:chOff x="1824" y="1968"/>
                          <a:chExt cx="685" cy="918"/>
                        </a:xfrm>
                      </p:grpSpPr>
                      <p:grpSp>
                        <p:nvGrpSpPr>
                          <p:cNvPr id="157152" name="组合 157151"/>
                          <p:cNvGrpSpPr/>
                          <p:nvPr/>
                        </p:nvGrpSpPr>
                        <p:grpSpPr>
                          <a:xfrm>
                            <a:off x="1824" y="1968"/>
                            <a:ext cx="343" cy="918"/>
                            <a:chOff x="2880" y="2112"/>
                            <a:chExt cx="2304" cy="2016"/>
                          </a:xfrm>
                        </p:grpSpPr>
                        <p:sp>
                          <p:nvSpPr>
                            <p:cNvPr id="157153" name="任意多边形 15715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54" name="任意多边形 15715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155" name="组合 157154"/>
                          <p:cNvGrpSpPr/>
                          <p:nvPr/>
                        </p:nvGrpSpPr>
                        <p:grpSpPr>
                          <a:xfrm>
                            <a:off x="2167" y="1968"/>
                            <a:ext cx="342" cy="918"/>
                            <a:chOff x="2880" y="2112"/>
                            <a:chExt cx="2304" cy="2016"/>
                          </a:xfrm>
                        </p:grpSpPr>
                        <p:sp>
                          <p:nvSpPr>
                            <p:cNvPr id="157156" name="任意多边形 15715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57" name="任意多边形 15715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158" name="组合 157157"/>
                      <p:cNvGrpSpPr/>
                      <p:nvPr/>
                    </p:nvGrpSpPr>
                    <p:grpSpPr>
                      <a:xfrm flipV="1">
                        <a:off x="2832" y="2832"/>
                        <a:ext cx="2496" cy="630"/>
                        <a:chOff x="1056" y="816"/>
                        <a:chExt cx="2496" cy="630"/>
                      </a:xfrm>
                    </p:grpSpPr>
                    <p:sp>
                      <p:nvSpPr>
                        <p:cNvPr id="157159" name="任意多边形 15715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160" name="组合 157159"/>
                        <p:cNvGrpSpPr/>
                        <p:nvPr/>
                      </p:nvGrpSpPr>
                      <p:grpSpPr>
                        <a:xfrm>
                          <a:off x="1056" y="816"/>
                          <a:ext cx="2016" cy="630"/>
                          <a:chOff x="1824" y="1968"/>
                          <a:chExt cx="685" cy="918"/>
                        </a:xfrm>
                      </p:grpSpPr>
                      <p:grpSp>
                        <p:nvGrpSpPr>
                          <p:cNvPr id="157161" name="组合 157160"/>
                          <p:cNvGrpSpPr/>
                          <p:nvPr/>
                        </p:nvGrpSpPr>
                        <p:grpSpPr>
                          <a:xfrm>
                            <a:off x="1824" y="1968"/>
                            <a:ext cx="343" cy="918"/>
                            <a:chOff x="2880" y="2112"/>
                            <a:chExt cx="2304" cy="2016"/>
                          </a:xfrm>
                        </p:grpSpPr>
                        <p:sp>
                          <p:nvSpPr>
                            <p:cNvPr id="157162" name="任意多边形 15716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63" name="任意多边形 15716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164" name="组合 157163"/>
                          <p:cNvGrpSpPr/>
                          <p:nvPr/>
                        </p:nvGrpSpPr>
                        <p:grpSpPr>
                          <a:xfrm>
                            <a:off x="2167" y="1968"/>
                            <a:ext cx="342" cy="918"/>
                            <a:chOff x="2880" y="2112"/>
                            <a:chExt cx="2304" cy="2016"/>
                          </a:xfrm>
                        </p:grpSpPr>
                        <p:sp>
                          <p:nvSpPr>
                            <p:cNvPr id="157165" name="任意多边形 15716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66" name="任意多边形 15716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167" name="直接连接符 15716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7168" name="组合 157167"/>
                <p:cNvGrpSpPr/>
                <p:nvPr/>
              </p:nvGrpSpPr>
              <p:grpSpPr>
                <a:xfrm flipH="1">
                  <a:off x="2352" y="3024"/>
                  <a:ext cx="1104" cy="288"/>
                  <a:chOff x="912" y="2928"/>
                  <a:chExt cx="1104" cy="288"/>
                </a:xfrm>
              </p:grpSpPr>
              <p:grpSp>
                <p:nvGrpSpPr>
                  <p:cNvPr id="157169" name="组合 157168"/>
                  <p:cNvGrpSpPr/>
                  <p:nvPr/>
                </p:nvGrpSpPr>
                <p:grpSpPr>
                  <a:xfrm>
                    <a:off x="912" y="2928"/>
                    <a:ext cx="1104" cy="144"/>
                    <a:chOff x="1872" y="2880"/>
                    <a:chExt cx="1104" cy="144"/>
                  </a:xfrm>
                </p:grpSpPr>
                <p:grpSp>
                  <p:nvGrpSpPr>
                    <p:cNvPr id="157170" name="组合 157169"/>
                    <p:cNvGrpSpPr/>
                    <p:nvPr/>
                  </p:nvGrpSpPr>
                  <p:grpSpPr>
                    <a:xfrm>
                      <a:off x="2016" y="2880"/>
                      <a:ext cx="960" cy="144"/>
                      <a:chOff x="336" y="2832"/>
                      <a:chExt cx="4992" cy="630"/>
                    </a:xfrm>
                  </p:grpSpPr>
                  <p:grpSp>
                    <p:nvGrpSpPr>
                      <p:cNvPr id="157171" name="组合 157170"/>
                      <p:cNvGrpSpPr/>
                      <p:nvPr/>
                    </p:nvGrpSpPr>
                    <p:grpSpPr>
                      <a:xfrm>
                        <a:off x="336" y="2832"/>
                        <a:ext cx="2496" cy="630"/>
                        <a:chOff x="1056" y="816"/>
                        <a:chExt cx="2496" cy="630"/>
                      </a:xfrm>
                    </p:grpSpPr>
                    <p:sp>
                      <p:nvSpPr>
                        <p:cNvPr id="157172" name="任意多边形 15717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173" name="组合 157172"/>
                        <p:cNvGrpSpPr/>
                        <p:nvPr/>
                      </p:nvGrpSpPr>
                      <p:grpSpPr>
                        <a:xfrm>
                          <a:off x="1056" y="816"/>
                          <a:ext cx="2016" cy="630"/>
                          <a:chOff x="1824" y="1968"/>
                          <a:chExt cx="685" cy="918"/>
                        </a:xfrm>
                      </p:grpSpPr>
                      <p:grpSp>
                        <p:nvGrpSpPr>
                          <p:cNvPr id="157174" name="组合 157173"/>
                          <p:cNvGrpSpPr/>
                          <p:nvPr/>
                        </p:nvGrpSpPr>
                        <p:grpSpPr>
                          <a:xfrm>
                            <a:off x="1824" y="1968"/>
                            <a:ext cx="343" cy="918"/>
                            <a:chOff x="2880" y="2112"/>
                            <a:chExt cx="2304" cy="2016"/>
                          </a:xfrm>
                        </p:grpSpPr>
                        <p:sp>
                          <p:nvSpPr>
                            <p:cNvPr id="157175" name="任意多边形 15717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76" name="任意多边形 15717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177" name="组合 157176"/>
                          <p:cNvGrpSpPr/>
                          <p:nvPr/>
                        </p:nvGrpSpPr>
                        <p:grpSpPr>
                          <a:xfrm>
                            <a:off x="2167" y="1968"/>
                            <a:ext cx="342" cy="918"/>
                            <a:chOff x="2880" y="2112"/>
                            <a:chExt cx="2304" cy="2016"/>
                          </a:xfrm>
                        </p:grpSpPr>
                        <p:sp>
                          <p:nvSpPr>
                            <p:cNvPr id="157178" name="任意多边形 15717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79" name="任意多边形 15717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180" name="组合 157179"/>
                      <p:cNvGrpSpPr/>
                      <p:nvPr/>
                    </p:nvGrpSpPr>
                    <p:grpSpPr>
                      <a:xfrm flipV="1">
                        <a:off x="2832" y="2832"/>
                        <a:ext cx="2496" cy="630"/>
                        <a:chOff x="1056" y="816"/>
                        <a:chExt cx="2496" cy="630"/>
                      </a:xfrm>
                    </p:grpSpPr>
                    <p:sp>
                      <p:nvSpPr>
                        <p:cNvPr id="157181" name="任意多边形 15718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182" name="组合 157181"/>
                        <p:cNvGrpSpPr/>
                        <p:nvPr/>
                      </p:nvGrpSpPr>
                      <p:grpSpPr>
                        <a:xfrm>
                          <a:off x="1056" y="816"/>
                          <a:ext cx="2016" cy="630"/>
                          <a:chOff x="1824" y="1968"/>
                          <a:chExt cx="685" cy="918"/>
                        </a:xfrm>
                      </p:grpSpPr>
                      <p:grpSp>
                        <p:nvGrpSpPr>
                          <p:cNvPr id="157183" name="组合 157182"/>
                          <p:cNvGrpSpPr/>
                          <p:nvPr/>
                        </p:nvGrpSpPr>
                        <p:grpSpPr>
                          <a:xfrm>
                            <a:off x="1824" y="1968"/>
                            <a:ext cx="343" cy="918"/>
                            <a:chOff x="2880" y="2112"/>
                            <a:chExt cx="2304" cy="2016"/>
                          </a:xfrm>
                        </p:grpSpPr>
                        <p:sp>
                          <p:nvSpPr>
                            <p:cNvPr id="157184" name="任意多边形 15718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85" name="任意多边形 15718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186" name="组合 157185"/>
                          <p:cNvGrpSpPr/>
                          <p:nvPr/>
                        </p:nvGrpSpPr>
                        <p:grpSpPr>
                          <a:xfrm>
                            <a:off x="2167" y="1968"/>
                            <a:ext cx="342" cy="918"/>
                            <a:chOff x="2880" y="2112"/>
                            <a:chExt cx="2304" cy="2016"/>
                          </a:xfrm>
                        </p:grpSpPr>
                        <p:sp>
                          <p:nvSpPr>
                            <p:cNvPr id="157187" name="任意多边形 15718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88" name="任意多边形 15718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189" name="直接连接符 15718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190" name="组合 157189"/>
                  <p:cNvGrpSpPr/>
                  <p:nvPr/>
                </p:nvGrpSpPr>
                <p:grpSpPr>
                  <a:xfrm>
                    <a:off x="912" y="3072"/>
                    <a:ext cx="1104" cy="144"/>
                    <a:chOff x="1872" y="2880"/>
                    <a:chExt cx="1104" cy="144"/>
                  </a:xfrm>
                </p:grpSpPr>
                <p:grpSp>
                  <p:nvGrpSpPr>
                    <p:cNvPr id="157191" name="组合 157190"/>
                    <p:cNvGrpSpPr/>
                    <p:nvPr/>
                  </p:nvGrpSpPr>
                  <p:grpSpPr>
                    <a:xfrm>
                      <a:off x="2016" y="2880"/>
                      <a:ext cx="960" cy="144"/>
                      <a:chOff x="336" y="2832"/>
                      <a:chExt cx="4992" cy="630"/>
                    </a:xfrm>
                  </p:grpSpPr>
                  <p:grpSp>
                    <p:nvGrpSpPr>
                      <p:cNvPr id="157192" name="组合 157191"/>
                      <p:cNvGrpSpPr/>
                      <p:nvPr/>
                    </p:nvGrpSpPr>
                    <p:grpSpPr>
                      <a:xfrm>
                        <a:off x="336" y="2832"/>
                        <a:ext cx="2496" cy="630"/>
                        <a:chOff x="1056" y="816"/>
                        <a:chExt cx="2496" cy="630"/>
                      </a:xfrm>
                    </p:grpSpPr>
                    <p:sp>
                      <p:nvSpPr>
                        <p:cNvPr id="157193" name="任意多边形 15719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194" name="组合 157193"/>
                        <p:cNvGrpSpPr/>
                        <p:nvPr/>
                      </p:nvGrpSpPr>
                      <p:grpSpPr>
                        <a:xfrm>
                          <a:off x="1056" y="816"/>
                          <a:ext cx="2016" cy="630"/>
                          <a:chOff x="1824" y="1968"/>
                          <a:chExt cx="685" cy="918"/>
                        </a:xfrm>
                      </p:grpSpPr>
                      <p:grpSp>
                        <p:nvGrpSpPr>
                          <p:cNvPr id="157195" name="组合 157194"/>
                          <p:cNvGrpSpPr/>
                          <p:nvPr/>
                        </p:nvGrpSpPr>
                        <p:grpSpPr>
                          <a:xfrm>
                            <a:off x="1824" y="1968"/>
                            <a:ext cx="343" cy="918"/>
                            <a:chOff x="2880" y="2112"/>
                            <a:chExt cx="2304" cy="2016"/>
                          </a:xfrm>
                        </p:grpSpPr>
                        <p:sp>
                          <p:nvSpPr>
                            <p:cNvPr id="157196" name="任意多边形 15719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197" name="任意多边形 15719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198" name="组合 157197"/>
                          <p:cNvGrpSpPr/>
                          <p:nvPr/>
                        </p:nvGrpSpPr>
                        <p:grpSpPr>
                          <a:xfrm>
                            <a:off x="2167" y="1968"/>
                            <a:ext cx="342" cy="918"/>
                            <a:chOff x="2880" y="2112"/>
                            <a:chExt cx="2304" cy="2016"/>
                          </a:xfrm>
                        </p:grpSpPr>
                        <p:sp>
                          <p:nvSpPr>
                            <p:cNvPr id="157199" name="任意多边形 15719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00" name="任意多边形 15719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201" name="组合 157200"/>
                      <p:cNvGrpSpPr/>
                      <p:nvPr/>
                    </p:nvGrpSpPr>
                    <p:grpSpPr>
                      <a:xfrm flipV="1">
                        <a:off x="2832" y="2832"/>
                        <a:ext cx="2496" cy="630"/>
                        <a:chOff x="1056" y="816"/>
                        <a:chExt cx="2496" cy="630"/>
                      </a:xfrm>
                    </p:grpSpPr>
                    <p:sp>
                      <p:nvSpPr>
                        <p:cNvPr id="157202" name="任意多边形 15720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203" name="组合 157202"/>
                        <p:cNvGrpSpPr/>
                        <p:nvPr/>
                      </p:nvGrpSpPr>
                      <p:grpSpPr>
                        <a:xfrm>
                          <a:off x="1056" y="816"/>
                          <a:ext cx="2016" cy="630"/>
                          <a:chOff x="1824" y="1968"/>
                          <a:chExt cx="685" cy="918"/>
                        </a:xfrm>
                      </p:grpSpPr>
                      <p:grpSp>
                        <p:nvGrpSpPr>
                          <p:cNvPr id="157204" name="组合 157203"/>
                          <p:cNvGrpSpPr/>
                          <p:nvPr/>
                        </p:nvGrpSpPr>
                        <p:grpSpPr>
                          <a:xfrm>
                            <a:off x="1824" y="1968"/>
                            <a:ext cx="343" cy="918"/>
                            <a:chOff x="2880" y="2112"/>
                            <a:chExt cx="2304" cy="2016"/>
                          </a:xfrm>
                        </p:grpSpPr>
                        <p:sp>
                          <p:nvSpPr>
                            <p:cNvPr id="157205" name="任意多边形 15720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06" name="任意多边形 15720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207" name="组合 157206"/>
                          <p:cNvGrpSpPr/>
                          <p:nvPr/>
                        </p:nvGrpSpPr>
                        <p:grpSpPr>
                          <a:xfrm>
                            <a:off x="2167" y="1968"/>
                            <a:ext cx="342" cy="918"/>
                            <a:chOff x="2880" y="2112"/>
                            <a:chExt cx="2304" cy="2016"/>
                          </a:xfrm>
                        </p:grpSpPr>
                        <p:sp>
                          <p:nvSpPr>
                            <p:cNvPr id="157208" name="任意多边形 15720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09" name="任意多边形 15720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210" name="直接连接符 15720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7211" name="组合 157210"/>
              <p:cNvGrpSpPr/>
              <p:nvPr/>
            </p:nvGrpSpPr>
            <p:grpSpPr>
              <a:xfrm>
                <a:off x="3888" y="3360"/>
                <a:ext cx="1104" cy="576"/>
                <a:chOff x="2352" y="3024"/>
                <a:chExt cx="1104" cy="576"/>
              </a:xfrm>
            </p:grpSpPr>
            <p:grpSp>
              <p:nvGrpSpPr>
                <p:cNvPr id="157212" name="组合 157211"/>
                <p:cNvGrpSpPr/>
                <p:nvPr/>
              </p:nvGrpSpPr>
              <p:grpSpPr>
                <a:xfrm flipH="1">
                  <a:off x="2352" y="3312"/>
                  <a:ext cx="1104" cy="288"/>
                  <a:chOff x="912" y="2928"/>
                  <a:chExt cx="1104" cy="288"/>
                </a:xfrm>
              </p:grpSpPr>
              <p:grpSp>
                <p:nvGrpSpPr>
                  <p:cNvPr id="157213" name="组合 157212"/>
                  <p:cNvGrpSpPr/>
                  <p:nvPr/>
                </p:nvGrpSpPr>
                <p:grpSpPr>
                  <a:xfrm>
                    <a:off x="912" y="2928"/>
                    <a:ext cx="1104" cy="144"/>
                    <a:chOff x="1872" y="2880"/>
                    <a:chExt cx="1104" cy="144"/>
                  </a:xfrm>
                </p:grpSpPr>
                <p:grpSp>
                  <p:nvGrpSpPr>
                    <p:cNvPr id="157214" name="组合 157213"/>
                    <p:cNvGrpSpPr/>
                    <p:nvPr/>
                  </p:nvGrpSpPr>
                  <p:grpSpPr>
                    <a:xfrm>
                      <a:off x="2016" y="2880"/>
                      <a:ext cx="960" cy="144"/>
                      <a:chOff x="336" y="2832"/>
                      <a:chExt cx="4992" cy="630"/>
                    </a:xfrm>
                  </p:grpSpPr>
                  <p:grpSp>
                    <p:nvGrpSpPr>
                      <p:cNvPr id="157215" name="组合 157214"/>
                      <p:cNvGrpSpPr/>
                      <p:nvPr/>
                    </p:nvGrpSpPr>
                    <p:grpSpPr>
                      <a:xfrm>
                        <a:off x="336" y="2832"/>
                        <a:ext cx="2496" cy="630"/>
                        <a:chOff x="1056" y="816"/>
                        <a:chExt cx="2496" cy="630"/>
                      </a:xfrm>
                    </p:grpSpPr>
                    <p:sp>
                      <p:nvSpPr>
                        <p:cNvPr id="157216" name="任意多边形 15721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217" name="组合 157216"/>
                        <p:cNvGrpSpPr/>
                        <p:nvPr/>
                      </p:nvGrpSpPr>
                      <p:grpSpPr>
                        <a:xfrm>
                          <a:off x="1056" y="816"/>
                          <a:ext cx="2016" cy="630"/>
                          <a:chOff x="1824" y="1968"/>
                          <a:chExt cx="685" cy="918"/>
                        </a:xfrm>
                      </p:grpSpPr>
                      <p:grpSp>
                        <p:nvGrpSpPr>
                          <p:cNvPr id="157218" name="组合 157217"/>
                          <p:cNvGrpSpPr/>
                          <p:nvPr/>
                        </p:nvGrpSpPr>
                        <p:grpSpPr>
                          <a:xfrm>
                            <a:off x="1824" y="1968"/>
                            <a:ext cx="343" cy="918"/>
                            <a:chOff x="2880" y="2112"/>
                            <a:chExt cx="2304" cy="2016"/>
                          </a:xfrm>
                        </p:grpSpPr>
                        <p:sp>
                          <p:nvSpPr>
                            <p:cNvPr id="157219" name="任意多边形 15721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20" name="任意多边形 15721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221" name="组合 157220"/>
                          <p:cNvGrpSpPr/>
                          <p:nvPr/>
                        </p:nvGrpSpPr>
                        <p:grpSpPr>
                          <a:xfrm>
                            <a:off x="2167" y="1968"/>
                            <a:ext cx="342" cy="918"/>
                            <a:chOff x="2880" y="2112"/>
                            <a:chExt cx="2304" cy="2016"/>
                          </a:xfrm>
                        </p:grpSpPr>
                        <p:sp>
                          <p:nvSpPr>
                            <p:cNvPr id="157222" name="任意多边形 15722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23" name="任意多边形 15722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224" name="组合 157223"/>
                      <p:cNvGrpSpPr/>
                      <p:nvPr/>
                    </p:nvGrpSpPr>
                    <p:grpSpPr>
                      <a:xfrm flipV="1">
                        <a:off x="2832" y="2832"/>
                        <a:ext cx="2496" cy="630"/>
                        <a:chOff x="1056" y="816"/>
                        <a:chExt cx="2496" cy="630"/>
                      </a:xfrm>
                    </p:grpSpPr>
                    <p:sp>
                      <p:nvSpPr>
                        <p:cNvPr id="157225" name="任意多边形 15722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226" name="组合 157225"/>
                        <p:cNvGrpSpPr/>
                        <p:nvPr/>
                      </p:nvGrpSpPr>
                      <p:grpSpPr>
                        <a:xfrm>
                          <a:off x="1056" y="816"/>
                          <a:ext cx="2016" cy="630"/>
                          <a:chOff x="1824" y="1968"/>
                          <a:chExt cx="685" cy="918"/>
                        </a:xfrm>
                      </p:grpSpPr>
                      <p:grpSp>
                        <p:nvGrpSpPr>
                          <p:cNvPr id="157227" name="组合 157226"/>
                          <p:cNvGrpSpPr/>
                          <p:nvPr/>
                        </p:nvGrpSpPr>
                        <p:grpSpPr>
                          <a:xfrm>
                            <a:off x="1824" y="1968"/>
                            <a:ext cx="343" cy="918"/>
                            <a:chOff x="2880" y="2112"/>
                            <a:chExt cx="2304" cy="2016"/>
                          </a:xfrm>
                        </p:grpSpPr>
                        <p:sp>
                          <p:nvSpPr>
                            <p:cNvPr id="157228" name="任意多边形 15722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29" name="任意多边形 15722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230" name="组合 157229"/>
                          <p:cNvGrpSpPr/>
                          <p:nvPr/>
                        </p:nvGrpSpPr>
                        <p:grpSpPr>
                          <a:xfrm>
                            <a:off x="2167" y="1968"/>
                            <a:ext cx="342" cy="918"/>
                            <a:chOff x="2880" y="2112"/>
                            <a:chExt cx="2304" cy="2016"/>
                          </a:xfrm>
                        </p:grpSpPr>
                        <p:sp>
                          <p:nvSpPr>
                            <p:cNvPr id="157231" name="任意多边形 15723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32" name="任意多边形 15723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233" name="直接连接符 15723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234" name="组合 157233"/>
                  <p:cNvGrpSpPr/>
                  <p:nvPr/>
                </p:nvGrpSpPr>
                <p:grpSpPr>
                  <a:xfrm>
                    <a:off x="912" y="3072"/>
                    <a:ext cx="1104" cy="144"/>
                    <a:chOff x="1872" y="2880"/>
                    <a:chExt cx="1104" cy="144"/>
                  </a:xfrm>
                </p:grpSpPr>
                <p:grpSp>
                  <p:nvGrpSpPr>
                    <p:cNvPr id="157235" name="组合 157234"/>
                    <p:cNvGrpSpPr/>
                    <p:nvPr/>
                  </p:nvGrpSpPr>
                  <p:grpSpPr>
                    <a:xfrm>
                      <a:off x="2016" y="2880"/>
                      <a:ext cx="960" cy="144"/>
                      <a:chOff x="336" y="2832"/>
                      <a:chExt cx="4992" cy="630"/>
                    </a:xfrm>
                  </p:grpSpPr>
                  <p:grpSp>
                    <p:nvGrpSpPr>
                      <p:cNvPr id="157236" name="组合 157235"/>
                      <p:cNvGrpSpPr/>
                      <p:nvPr/>
                    </p:nvGrpSpPr>
                    <p:grpSpPr>
                      <a:xfrm>
                        <a:off x="336" y="2832"/>
                        <a:ext cx="2496" cy="630"/>
                        <a:chOff x="1056" y="816"/>
                        <a:chExt cx="2496" cy="630"/>
                      </a:xfrm>
                    </p:grpSpPr>
                    <p:sp>
                      <p:nvSpPr>
                        <p:cNvPr id="157237" name="任意多边形 15723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238" name="组合 157237"/>
                        <p:cNvGrpSpPr/>
                        <p:nvPr/>
                      </p:nvGrpSpPr>
                      <p:grpSpPr>
                        <a:xfrm>
                          <a:off x="1056" y="816"/>
                          <a:ext cx="2016" cy="630"/>
                          <a:chOff x="1824" y="1968"/>
                          <a:chExt cx="685" cy="918"/>
                        </a:xfrm>
                      </p:grpSpPr>
                      <p:grpSp>
                        <p:nvGrpSpPr>
                          <p:cNvPr id="157239" name="组合 157238"/>
                          <p:cNvGrpSpPr/>
                          <p:nvPr/>
                        </p:nvGrpSpPr>
                        <p:grpSpPr>
                          <a:xfrm>
                            <a:off x="1824" y="1968"/>
                            <a:ext cx="343" cy="918"/>
                            <a:chOff x="2880" y="2112"/>
                            <a:chExt cx="2304" cy="2016"/>
                          </a:xfrm>
                        </p:grpSpPr>
                        <p:sp>
                          <p:nvSpPr>
                            <p:cNvPr id="157240" name="任意多边形 15723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41" name="任意多边形 15724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242" name="组合 157241"/>
                          <p:cNvGrpSpPr/>
                          <p:nvPr/>
                        </p:nvGrpSpPr>
                        <p:grpSpPr>
                          <a:xfrm>
                            <a:off x="2167" y="1968"/>
                            <a:ext cx="342" cy="918"/>
                            <a:chOff x="2880" y="2112"/>
                            <a:chExt cx="2304" cy="2016"/>
                          </a:xfrm>
                        </p:grpSpPr>
                        <p:sp>
                          <p:nvSpPr>
                            <p:cNvPr id="157243" name="任意多边形 15724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44" name="任意多边形 15724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245" name="组合 157244"/>
                      <p:cNvGrpSpPr/>
                      <p:nvPr/>
                    </p:nvGrpSpPr>
                    <p:grpSpPr>
                      <a:xfrm flipV="1">
                        <a:off x="2832" y="2832"/>
                        <a:ext cx="2496" cy="630"/>
                        <a:chOff x="1056" y="816"/>
                        <a:chExt cx="2496" cy="630"/>
                      </a:xfrm>
                    </p:grpSpPr>
                    <p:sp>
                      <p:nvSpPr>
                        <p:cNvPr id="157246" name="任意多边形 15724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247" name="组合 157246"/>
                        <p:cNvGrpSpPr/>
                        <p:nvPr/>
                      </p:nvGrpSpPr>
                      <p:grpSpPr>
                        <a:xfrm>
                          <a:off x="1056" y="816"/>
                          <a:ext cx="2016" cy="630"/>
                          <a:chOff x="1824" y="1968"/>
                          <a:chExt cx="685" cy="918"/>
                        </a:xfrm>
                      </p:grpSpPr>
                      <p:grpSp>
                        <p:nvGrpSpPr>
                          <p:cNvPr id="157248" name="组合 157247"/>
                          <p:cNvGrpSpPr/>
                          <p:nvPr/>
                        </p:nvGrpSpPr>
                        <p:grpSpPr>
                          <a:xfrm>
                            <a:off x="1824" y="1968"/>
                            <a:ext cx="343" cy="918"/>
                            <a:chOff x="2880" y="2112"/>
                            <a:chExt cx="2304" cy="2016"/>
                          </a:xfrm>
                        </p:grpSpPr>
                        <p:sp>
                          <p:nvSpPr>
                            <p:cNvPr id="157249" name="任意多边形 15724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50" name="任意多边形 15724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251" name="组合 157250"/>
                          <p:cNvGrpSpPr/>
                          <p:nvPr/>
                        </p:nvGrpSpPr>
                        <p:grpSpPr>
                          <a:xfrm>
                            <a:off x="2167" y="1968"/>
                            <a:ext cx="342" cy="918"/>
                            <a:chOff x="2880" y="2112"/>
                            <a:chExt cx="2304" cy="2016"/>
                          </a:xfrm>
                        </p:grpSpPr>
                        <p:sp>
                          <p:nvSpPr>
                            <p:cNvPr id="157252" name="任意多边形 15725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53" name="任意多边形 15725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254" name="直接连接符 15725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7255" name="组合 157254"/>
                <p:cNvGrpSpPr/>
                <p:nvPr/>
              </p:nvGrpSpPr>
              <p:grpSpPr>
                <a:xfrm flipH="1">
                  <a:off x="2352" y="3024"/>
                  <a:ext cx="1104" cy="288"/>
                  <a:chOff x="912" y="2928"/>
                  <a:chExt cx="1104" cy="288"/>
                </a:xfrm>
              </p:grpSpPr>
              <p:grpSp>
                <p:nvGrpSpPr>
                  <p:cNvPr id="157256" name="组合 157255"/>
                  <p:cNvGrpSpPr/>
                  <p:nvPr/>
                </p:nvGrpSpPr>
                <p:grpSpPr>
                  <a:xfrm>
                    <a:off x="912" y="2928"/>
                    <a:ext cx="1104" cy="144"/>
                    <a:chOff x="1872" y="2880"/>
                    <a:chExt cx="1104" cy="144"/>
                  </a:xfrm>
                </p:grpSpPr>
                <p:grpSp>
                  <p:nvGrpSpPr>
                    <p:cNvPr id="157257" name="组合 157256"/>
                    <p:cNvGrpSpPr/>
                    <p:nvPr/>
                  </p:nvGrpSpPr>
                  <p:grpSpPr>
                    <a:xfrm>
                      <a:off x="2016" y="2880"/>
                      <a:ext cx="960" cy="144"/>
                      <a:chOff x="336" y="2832"/>
                      <a:chExt cx="4992" cy="630"/>
                    </a:xfrm>
                  </p:grpSpPr>
                  <p:grpSp>
                    <p:nvGrpSpPr>
                      <p:cNvPr id="157258" name="组合 157257"/>
                      <p:cNvGrpSpPr/>
                      <p:nvPr/>
                    </p:nvGrpSpPr>
                    <p:grpSpPr>
                      <a:xfrm>
                        <a:off x="336" y="2832"/>
                        <a:ext cx="2496" cy="630"/>
                        <a:chOff x="1056" y="816"/>
                        <a:chExt cx="2496" cy="630"/>
                      </a:xfrm>
                    </p:grpSpPr>
                    <p:sp>
                      <p:nvSpPr>
                        <p:cNvPr id="157259" name="任意多边形 15725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260" name="组合 157259"/>
                        <p:cNvGrpSpPr/>
                        <p:nvPr/>
                      </p:nvGrpSpPr>
                      <p:grpSpPr>
                        <a:xfrm>
                          <a:off x="1056" y="816"/>
                          <a:ext cx="2016" cy="630"/>
                          <a:chOff x="1824" y="1968"/>
                          <a:chExt cx="685" cy="918"/>
                        </a:xfrm>
                      </p:grpSpPr>
                      <p:grpSp>
                        <p:nvGrpSpPr>
                          <p:cNvPr id="157261" name="组合 157260"/>
                          <p:cNvGrpSpPr/>
                          <p:nvPr/>
                        </p:nvGrpSpPr>
                        <p:grpSpPr>
                          <a:xfrm>
                            <a:off x="1824" y="1968"/>
                            <a:ext cx="343" cy="918"/>
                            <a:chOff x="2880" y="2112"/>
                            <a:chExt cx="2304" cy="2016"/>
                          </a:xfrm>
                        </p:grpSpPr>
                        <p:sp>
                          <p:nvSpPr>
                            <p:cNvPr id="157262" name="任意多边形 15726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63" name="任意多边形 15726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264" name="组合 157263"/>
                          <p:cNvGrpSpPr/>
                          <p:nvPr/>
                        </p:nvGrpSpPr>
                        <p:grpSpPr>
                          <a:xfrm>
                            <a:off x="2167" y="1968"/>
                            <a:ext cx="342" cy="918"/>
                            <a:chOff x="2880" y="2112"/>
                            <a:chExt cx="2304" cy="2016"/>
                          </a:xfrm>
                        </p:grpSpPr>
                        <p:sp>
                          <p:nvSpPr>
                            <p:cNvPr id="157265" name="任意多边形 15726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66" name="任意多边形 15726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267" name="组合 157266"/>
                      <p:cNvGrpSpPr/>
                      <p:nvPr/>
                    </p:nvGrpSpPr>
                    <p:grpSpPr>
                      <a:xfrm flipV="1">
                        <a:off x="2832" y="2832"/>
                        <a:ext cx="2496" cy="630"/>
                        <a:chOff x="1056" y="816"/>
                        <a:chExt cx="2496" cy="630"/>
                      </a:xfrm>
                    </p:grpSpPr>
                    <p:sp>
                      <p:nvSpPr>
                        <p:cNvPr id="157268" name="任意多边形 15726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269" name="组合 157268"/>
                        <p:cNvGrpSpPr/>
                        <p:nvPr/>
                      </p:nvGrpSpPr>
                      <p:grpSpPr>
                        <a:xfrm>
                          <a:off x="1056" y="816"/>
                          <a:ext cx="2016" cy="630"/>
                          <a:chOff x="1824" y="1968"/>
                          <a:chExt cx="685" cy="918"/>
                        </a:xfrm>
                      </p:grpSpPr>
                      <p:grpSp>
                        <p:nvGrpSpPr>
                          <p:cNvPr id="157270" name="组合 157269"/>
                          <p:cNvGrpSpPr/>
                          <p:nvPr/>
                        </p:nvGrpSpPr>
                        <p:grpSpPr>
                          <a:xfrm>
                            <a:off x="1824" y="1968"/>
                            <a:ext cx="343" cy="918"/>
                            <a:chOff x="2880" y="2112"/>
                            <a:chExt cx="2304" cy="2016"/>
                          </a:xfrm>
                        </p:grpSpPr>
                        <p:sp>
                          <p:nvSpPr>
                            <p:cNvPr id="157271" name="任意多边形 15727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72" name="任意多边形 15727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273" name="组合 157272"/>
                          <p:cNvGrpSpPr/>
                          <p:nvPr/>
                        </p:nvGrpSpPr>
                        <p:grpSpPr>
                          <a:xfrm>
                            <a:off x="2167" y="1968"/>
                            <a:ext cx="342" cy="918"/>
                            <a:chOff x="2880" y="2112"/>
                            <a:chExt cx="2304" cy="2016"/>
                          </a:xfrm>
                        </p:grpSpPr>
                        <p:sp>
                          <p:nvSpPr>
                            <p:cNvPr id="157274" name="任意多边形 15727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75" name="任意多边形 15727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276" name="直接连接符 15727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277" name="组合 157276"/>
                  <p:cNvGrpSpPr/>
                  <p:nvPr/>
                </p:nvGrpSpPr>
                <p:grpSpPr>
                  <a:xfrm>
                    <a:off x="912" y="3072"/>
                    <a:ext cx="1104" cy="144"/>
                    <a:chOff x="1872" y="2880"/>
                    <a:chExt cx="1104" cy="144"/>
                  </a:xfrm>
                </p:grpSpPr>
                <p:grpSp>
                  <p:nvGrpSpPr>
                    <p:cNvPr id="157278" name="组合 157277"/>
                    <p:cNvGrpSpPr/>
                    <p:nvPr/>
                  </p:nvGrpSpPr>
                  <p:grpSpPr>
                    <a:xfrm>
                      <a:off x="2016" y="2880"/>
                      <a:ext cx="960" cy="144"/>
                      <a:chOff x="336" y="2832"/>
                      <a:chExt cx="4992" cy="630"/>
                    </a:xfrm>
                  </p:grpSpPr>
                  <p:grpSp>
                    <p:nvGrpSpPr>
                      <p:cNvPr id="157279" name="组合 157278"/>
                      <p:cNvGrpSpPr/>
                      <p:nvPr/>
                    </p:nvGrpSpPr>
                    <p:grpSpPr>
                      <a:xfrm>
                        <a:off x="336" y="2832"/>
                        <a:ext cx="2496" cy="630"/>
                        <a:chOff x="1056" y="816"/>
                        <a:chExt cx="2496" cy="630"/>
                      </a:xfrm>
                    </p:grpSpPr>
                    <p:sp>
                      <p:nvSpPr>
                        <p:cNvPr id="157280" name="任意多边形 15727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281" name="组合 157280"/>
                        <p:cNvGrpSpPr/>
                        <p:nvPr/>
                      </p:nvGrpSpPr>
                      <p:grpSpPr>
                        <a:xfrm>
                          <a:off x="1056" y="816"/>
                          <a:ext cx="2016" cy="630"/>
                          <a:chOff x="1824" y="1968"/>
                          <a:chExt cx="685" cy="918"/>
                        </a:xfrm>
                      </p:grpSpPr>
                      <p:grpSp>
                        <p:nvGrpSpPr>
                          <p:cNvPr id="157282" name="组合 157281"/>
                          <p:cNvGrpSpPr/>
                          <p:nvPr/>
                        </p:nvGrpSpPr>
                        <p:grpSpPr>
                          <a:xfrm>
                            <a:off x="1824" y="1968"/>
                            <a:ext cx="343" cy="918"/>
                            <a:chOff x="2880" y="2112"/>
                            <a:chExt cx="2304" cy="2016"/>
                          </a:xfrm>
                        </p:grpSpPr>
                        <p:sp>
                          <p:nvSpPr>
                            <p:cNvPr id="157283" name="任意多边形 15728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84" name="任意多边形 15728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285" name="组合 157284"/>
                          <p:cNvGrpSpPr/>
                          <p:nvPr/>
                        </p:nvGrpSpPr>
                        <p:grpSpPr>
                          <a:xfrm>
                            <a:off x="2167" y="1968"/>
                            <a:ext cx="342" cy="918"/>
                            <a:chOff x="2880" y="2112"/>
                            <a:chExt cx="2304" cy="2016"/>
                          </a:xfrm>
                        </p:grpSpPr>
                        <p:sp>
                          <p:nvSpPr>
                            <p:cNvPr id="157286" name="任意多边形 15728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87" name="任意多边形 15728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288" name="组合 157287"/>
                      <p:cNvGrpSpPr/>
                      <p:nvPr/>
                    </p:nvGrpSpPr>
                    <p:grpSpPr>
                      <a:xfrm flipV="1">
                        <a:off x="2832" y="2832"/>
                        <a:ext cx="2496" cy="630"/>
                        <a:chOff x="1056" y="816"/>
                        <a:chExt cx="2496" cy="630"/>
                      </a:xfrm>
                    </p:grpSpPr>
                    <p:sp>
                      <p:nvSpPr>
                        <p:cNvPr id="157289" name="任意多边形 15728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290" name="组合 157289"/>
                        <p:cNvGrpSpPr/>
                        <p:nvPr/>
                      </p:nvGrpSpPr>
                      <p:grpSpPr>
                        <a:xfrm>
                          <a:off x="1056" y="816"/>
                          <a:ext cx="2016" cy="630"/>
                          <a:chOff x="1824" y="1968"/>
                          <a:chExt cx="685" cy="918"/>
                        </a:xfrm>
                      </p:grpSpPr>
                      <p:grpSp>
                        <p:nvGrpSpPr>
                          <p:cNvPr id="157291" name="组合 157290"/>
                          <p:cNvGrpSpPr/>
                          <p:nvPr/>
                        </p:nvGrpSpPr>
                        <p:grpSpPr>
                          <a:xfrm>
                            <a:off x="1824" y="1968"/>
                            <a:ext cx="343" cy="918"/>
                            <a:chOff x="2880" y="2112"/>
                            <a:chExt cx="2304" cy="2016"/>
                          </a:xfrm>
                        </p:grpSpPr>
                        <p:sp>
                          <p:nvSpPr>
                            <p:cNvPr id="157292" name="任意多边形 15729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93" name="任意多边形 15729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294" name="组合 157293"/>
                          <p:cNvGrpSpPr/>
                          <p:nvPr/>
                        </p:nvGrpSpPr>
                        <p:grpSpPr>
                          <a:xfrm>
                            <a:off x="2167" y="1968"/>
                            <a:ext cx="342" cy="918"/>
                            <a:chOff x="2880" y="2112"/>
                            <a:chExt cx="2304" cy="2016"/>
                          </a:xfrm>
                        </p:grpSpPr>
                        <p:sp>
                          <p:nvSpPr>
                            <p:cNvPr id="157295" name="任意多边形 15729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296" name="任意多边形 15729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297" name="直接连接符 15729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grpSp>
        <p:nvGrpSpPr>
          <p:cNvPr id="157298" name="组合 157297"/>
          <p:cNvGrpSpPr/>
          <p:nvPr/>
        </p:nvGrpSpPr>
        <p:grpSpPr>
          <a:xfrm flipH="1">
            <a:off x="7422515" y="3972878"/>
            <a:ext cx="1905000" cy="1295400"/>
            <a:chOff x="3072" y="2880"/>
            <a:chExt cx="1104" cy="1440"/>
          </a:xfrm>
        </p:grpSpPr>
        <p:grpSp>
          <p:nvGrpSpPr>
            <p:cNvPr id="157299" name="组合 157298"/>
            <p:cNvGrpSpPr/>
            <p:nvPr/>
          </p:nvGrpSpPr>
          <p:grpSpPr>
            <a:xfrm>
              <a:off x="3072" y="2880"/>
              <a:ext cx="1104" cy="768"/>
              <a:chOff x="3888" y="2784"/>
              <a:chExt cx="1104" cy="1152"/>
            </a:xfrm>
          </p:grpSpPr>
          <p:grpSp>
            <p:nvGrpSpPr>
              <p:cNvPr id="157300" name="组合 157299"/>
              <p:cNvGrpSpPr/>
              <p:nvPr/>
            </p:nvGrpSpPr>
            <p:grpSpPr>
              <a:xfrm>
                <a:off x="3888" y="2784"/>
                <a:ext cx="1104" cy="576"/>
                <a:chOff x="2352" y="3024"/>
                <a:chExt cx="1104" cy="576"/>
              </a:xfrm>
            </p:grpSpPr>
            <p:grpSp>
              <p:nvGrpSpPr>
                <p:cNvPr id="157301" name="组合 157300"/>
                <p:cNvGrpSpPr/>
                <p:nvPr/>
              </p:nvGrpSpPr>
              <p:grpSpPr>
                <a:xfrm flipH="1">
                  <a:off x="2352" y="3312"/>
                  <a:ext cx="1104" cy="288"/>
                  <a:chOff x="912" y="2928"/>
                  <a:chExt cx="1104" cy="288"/>
                </a:xfrm>
              </p:grpSpPr>
              <p:grpSp>
                <p:nvGrpSpPr>
                  <p:cNvPr id="157302" name="组合 157301"/>
                  <p:cNvGrpSpPr/>
                  <p:nvPr/>
                </p:nvGrpSpPr>
                <p:grpSpPr>
                  <a:xfrm>
                    <a:off x="912" y="2928"/>
                    <a:ext cx="1104" cy="144"/>
                    <a:chOff x="1872" y="2880"/>
                    <a:chExt cx="1104" cy="144"/>
                  </a:xfrm>
                </p:grpSpPr>
                <p:grpSp>
                  <p:nvGrpSpPr>
                    <p:cNvPr id="157303" name="组合 157302"/>
                    <p:cNvGrpSpPr/>
                    <p:nvPr/>
                  </p:nvGrpSpPr>
                  <p:grpSpPr>
                    <a:xfrm>
                      <a:off x="2016" y="2880"/>
                      <a:ext cx="960" cy="144"/>
                      <a:chOff x="336" y="2832"/>
                      <a:chExt cx="4992" cy="630"/>
                    </a:xfrm>
                  </p:grpSpPr>
                  <p:grpSp>
                    <p:nvGrpSpPr>
                      <p:cNvPr id="157304" name="组合 157303"/>
                      <p:cNvGrpSpPr/>
                      <p:nvPr/>
                    </p:nvGrpSpPr>
                    <p:grpSpPr>
                      <a:xfrm>
                        <a:off x="336" y="2832"/>
                        <a:ext cx="2496" cy="630"/>
                        <a:chOff x="1056" y="816"/>
                        <a:chExt cx="2496" cy="630"/>
                      </a:xfrm>
                    </p:grpSpPr>
                    <p:sp>
                      <p:nvSpPr>
                        <p:cNvPr id="157305" name="任意多边形 15730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306" name="组合 157305"/>
                        <p:cNvGrpSpPr/>
                        <p:nvPr/>
                      </p:nvGrpSpPr>
                      <p:grpSpPr>
                        <a:xfrm>
                          <a:off x="1056" y="816"/>
                          <a:ext cx="2016" cy="630"/>
                          <a:chOff x="1824" y="1968"/>
                          <a:chExt cx="685" cy="918"/>
                        </a:xfrm>
                      </p:grpSpPr>
                      <p:grpSp>
                        <p:nvGrpSpPr>
                          <p:cNvPr id="157307" name="组合 157306"/>
                          <p:cNvGrpSpPr/>
                          <p:nvPr/>
                        </p:nvGrpSpPr>
                        <p:grpSpPr>
                          <a:xfrm>
                            <a:off x="1824" y="1968"/>
                            <a:ext cx="343" cy="918"/>
                            <a:chOff x="2880" y="2112"/>
                            <a:chExt cx="2304" cy="2016"/>
                          </a:xfrm>
                        </p:grpSpPr>
                        <p:sp>
                          <p:nvSpPr>
                            <p:cNvPr id="157308" name="任意多边形 15730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09" name="任意多边形 15730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310" name="组合 157309"/>
                          <p:cNvGrpSpPr/>
                          <p:nvPr/>
                        </p:nvGrpSpPr>
                        <p:grpSpPr>
                          <a:xfrm>
                            <a:off x="2167" y="1968"/>
                            <a:ext cx="342" cy="918"/>
                            <a:chOff x="2880" y="2112"/>
                            <a:chExt cx="2304" cy="2016"/>
                          </a:xfrm>
                        </p:grpSpPr>
                        <p:sp>
                          <p:nvSpPr>
                            <p:cNvPr id="157311" name="任意多边形 15731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12" name="任意多边形 15731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313" name="组合 157312"/>
                      <p:cNvGrpSpPr/>
                      <p:nvPr/>
                    </p:nvGrpSpPr>
                    <p:grpSpPr>
                      <a:xfrm flipV="1">
                        <a:off x="2832" y="2832"/>
                        <a:ext cx="2496" cy="630"/>
                        <a:chOff x="1056" y="816"/>
                        <a:chExt cx="2496" cy="630"/>
                      </a:xfrm>
                    </p:grpSpPr>
                    <p:sp>
                      <p:nvSpPr>
                        <p:cNvPr id="157314" name="任意多边形 15731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315" name="组合 157314"/>
                        <p:cNvGrpSpPr/>
                        <p:nvPr/>
                      </p:nvGrpSpPr>
                      <p:grpSpPr>
                        <a:xfrm>
                          <a:off x="1056" y="816"/>
                          <a:ext cx="2016" cy="630"/>
                          <a:chOff x="1824" y="1968"/>
                          <a:chExt cx="685" cy="918"/>
                        </a:xfrm>
                      </p:grpSpPr>
                      <p:grpSp>
                        <p:nvGrpSpPr>
                          <p:cNvPr id="157316" name="组合 157315"/>
                          <p:cNvGrpSpPr/>
                          <p:nvPr/>
                        </p:nvGrpSpPr>
                        <p:grpSpPr>
                          <a:xfrm>
                            <a:off x="1824" y="1968"/>
                            <a:ext cx="343" cy="918"/>
                            <a:chOff x="2880" y="2112"/>
                            <a:chExt cx="2304" cy="2016"/>
                          </a:xfrm>
                        </p:grpSpPr>
                        <p:sp>
                          <p:nvSpPr>
                            <p:cNvPr id="157317" name="任意多边形 15731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18" name="任意多边形 15731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319" name="组合 157318"/>
                          <p:cNvGrpSpPr/>
                          <p:nvPr/>
                        </p:nvGrpSpPr>
                        <p:grpSpPr>
                          <a:xfrm>
                            <a:off x="2167" y="1968"/>
                            <a:ext cx="342" cy="918"/>
                            <a:chOff x="2880" y="2112"/>
                            <a:chExt cx="2304" cy="2016"/>
                          </a:xfrm>
                        </p:grpSpPr>
                        <p:sp>
                          <p:nvSpPr>
                            <p:cNvPr id="157320" name="任意多边形 15731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21" name="任意多边形 15732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322" name="直接连接符 15732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323" name="组合 157322"/>
                  <p:cNvGrpSpPr/>
                  <p:nvPr/>
                </p:nvGrpSpPr>
                <p:grpSpPr>
                  <a:xfrm>
                    <a:off x="912" y="3072"/>
                    <a:ext cx="1104" cy="144"/>
                    <a:chOff x="1872" y="2880"/>
                    <a:chExt cx="1104" cy="144"/>
                  </a:xfrm>
                </p:grpSpPr>
                <p:grpSp>
                  <p:nvGrpSpPr>
                    <p:cNvPr id="157324" name="组合 157323"/>
                    <p:cNvGrpSpPr/>
                    <p:nvPr/>
                  </p:nvGrpSpPr>
                  <p:grpSpPr>
                    <a:xfrm>
                      <a:off x="2016" y="2880"/>
                      <a:ext cx="960" cy="144"/>
                      <a:chOff x="336" y="2832"/>
                      <a:chExt cx="4992" cy="630"/>
                    </a:xfrm>
                  </p:grpSpPr>
                  <p:grpSp>
                    <p:nvGrpSpPr>
                      <p:cNvPr id="157325" name="组合 157324"/>
                      <p:cNvGrpSpPr/>
                      <p:nvPr/>
                    </p:nvGrpSpPr>
                    <p:grpSpPr>
                      <a:xfrm>
                        <a:off x="336" y="2832"/>
                        <a:ext cx="2496" cy="630"/>
                        <a:chOff x="1056" y="816"/>
                        <a:chExt cx="2496" cy="630"/>
                      </a:xfrm>
                    </p:grpSpPr>
                    <p:sp>
                      <p:nvSpPr>
                        <p:cNvPr id="157326" name="任意多边形 15732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327" name="组合 157326"/>
                        <p:cNvGrpSpPr/>
                        <p:nvPr/>
                      </p:nvGrpSpPr>
                      <p:grpSpPr>
                        <a:xfrm>
                          <a:off x="1056" y="816"/>
                          <a:ext cx="2016" cy="630"/>
                          <a:chOff x="1824" y="1968"/>
                          <a:chExt cx="685" cy="918"/>
                        </a:xfrm>
                      </p:grpSpPr>
                      <p:grpSp>
                        <p:nvGrpSpPr>
                          <p:cNvPr id="157328" name="组合 157327"/>
                          <p:cNvGrpSpPr/>
                          <p:nvPr/>
                        </p:nvGrpSpPr>
                        <p:grpSpPr>
                          <a:xfrm>
                            <a:off x="1824" y="1968"/>
                            <a:ext cx="343" cy="918"/>
                            <a:chOff x="2880" y="2112"/>
                            <a:chExt cx="2304" cy="2016"/>
                          </a:xfrm>
                        </p:grpSpPr>
                        <p:sp>
                          <p:nvSpPr>
                            <p:cNvPr id="157329" name="任意多边形 15732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30" name="任意多边形 15732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331" name="组合 157330"/>
                          <p:cNvGrpSpPr/>
                          <p:nvPr/>
                        </p:nvGrpSpPr>
                        <p:grpSpPr>
                          <a:xfrm>
                            <a:off x="2167" y="1968"/>
                            <a:ext cx="342" cy="918"/>
                            <a:chOff x="2880" y="2112"/>
                            <a:chExt cx="2304" cy="2016"/>
                          </a:xfrm>
                        </p:grpSpPr>
                        <p:sp>
                          <p:nvSpPr>
                            <p:cNvPr id="157332" name="任意多边形 15733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33" name="任意多边形 15733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334" name="组合 157333"/>
                      <p:cNvGrpSpPr/>
                      <p:nvPr/>
                    </p:nvGrpSpPr>
                    <p:grpSpPr>
                      <a:xfrm flipV="1">
                        <a:off x="2832" y="2832"/>
                        <a:ext cx="2496" cy="630"/>
                        <a:chOff x="1056" y="816"/>
                        <a:chExt cx="2496" cy="630"/>
                      </a:xfrm>
                    </p:grpSpPr>
                    <p:sp>
                      <p:nvSpPr>
                        <p:cNvPr id="157335" name="任意多边形 15733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336" name="组合 157335"/>
                        <p:cNvGrpSpPr/>
                        <p:nvPr/>
                      </p:nvGrpSpPr>
                      <p:grpSpPr>
                        <a:xfrm>
                          <a:off x="1056" y="816"/>
                          <a:ext cx="2016" cy="630"/>
                          <a:chOff x="1824" y="1968"/>
                          <a:chExt cx="685" cy="918"/>
                        </a:xfrm>
                      </p:grpSpPr>
                      <p:grpSp>
                        <p:nvGrpSpPr>
                          <p:cNvPr id="157337" name="组合 157336"/>
                          <p:cNvGrpSpPr/>
                          <p:nvPr/>
                        </p:nvGrpSpPr>
                        <p:grpSpPr>
                          <a:xfrm>
                            <a:off x="1824" y="1968"/>
                            <a:ext cx="343" cy="918"/>
                            <a:chOff x="2880" y="2112"/>
                            <a:chExt cx="2304" cy="2016"/>
                          </a:xfrm>
                        </p:grpSpPr>
                        <p:sp>
                          <p:nvSpPr>
                            <p:cNvPr id="157338" name="任意多边形 15733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39" name="任意多边形 15733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340" name="组合 157339"/>
                          <p:cNvGrpSpPr/>
                          <p:nvPr/>
                        </p:nvGrpSpPr>
                        <p:grpSpPr>
                          <a:xfrm>
                            <a:off x="2167" y="1968"/>
                            <a:ext cx="342" cy="918"/>
                            <a:chOff x="2880" y="2112"/>
                            <a:chExt cx="2304" cy="2016"/>
                          </a:xfrm>
                        </p:grpSpPr>
                        <p:sp>
                          <p:nvSpPr>
                            <p:cNvPr id="157341" name="任意多边形 15734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42" name="任意多边形 15734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343" name="直接连接符 15734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7344" name="组合 157343"/>
                <p:cNvGrpSpPr/>
                <p:nvPr/>
              </p:nvGrpSpPr>
              <p:grpSpPr>
                <a:xfrm flipH="1">
                  <a:off x="2352" y="3024"/>
                  <a:ext cx="1104" cy="288"/>
                  <a:chOff x="912" y="2928"/>
                  <a:chExt cx="1104" cy="288"/>
                </a:xfrm>
              </p:grpSpPr>
              <p:grpSp>
                <p:nvGrpSpPr>
                  <p:cNvPr id="157345" name="组合 157344"/>
                  <p:cNvGrpSpPr/>
                  <p:nvPr/>
                </p:nvGrpSpPr>
                <p:grpSpPr>
                  <a:xfrm>
                    <a:off x="912" y="2928"/>
                    <a:ext cx="1104" cy="144"/>
                    <a:chOff x="1872" y="2880"/>
                    <a:chExt cx="1104" cy="144"/>
                  </a:xfrm>
                </p:grpSpPr>
                <p:grpSp>
                  <p:nvGrpSpPr>
                    <p:cNvPr id="157346" name="组合 157345"/>
                    <p:cNvGrpSpPr/>
                    <p:nvPr/>
                  </p:nvGrpSpPr>
                  <p:grpSpPr>
                    <a:xfrm>
                      <a:off x="2016" y="2880"/>
                      <a:ext cx="960" cy="144"/>
                      <a:chOff x="336" y="2832"/>
                      <a:chExt cx="4992" cy="630"/>
                    </a:xfrm>
                  </p:grpSpPr>
                  <p:grpSp>
                    <p:nvGrpSpPr>
                      <p:cNvPr id="157347" name="组合 157346"/>
                      <p:cNvGrpSpPr/>
                      <p:nvPr/>
                    </p:nvGrpSpPr>
                    <p:grpSpPr>
                      <a:xfrm>
                        <a:off x="336" y="2832"/>
                        <a:ext cx="2496" cy="630"/>
                        <a:chOff x="1056" y="816"/>
                        <a:chExt cx="2496" cy="630"/>
                      </a:xfrm>
                    </p:grpSpPr>
                    <p:sp>
                      <p:nvSpPr>
                        <p:cNvPr id="157348" name="任意多边形 15734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349" name="组合 157348"/>
                        <p:cNvGrpSpPr/>
                        <p:nvPr/>
                      </p:nvGrpSpPr>
                      <p:grpSpPr>
                        <a:xfrm>
                          <a:off x="1056" y="816"/>
                          <a:ext cx="2016" cy="630"/>
                          <a:chOff x="1824" y="1968"/>
                          <a:chExt cx="685" cy="918"/>
                        </a:xfrm>
                      </p:grpSpPr>
                      <p:grpSp>
                        <p:nvGrpSpPr>
                          <p:cNvPr id="157350" name="组合 157349"/>
                          <p:cNvGrpSpPr/>
                          <p:nvPr/>
                        </p:nvGrpSpPr>
                        <p:grpSpPr>
                          <a:xfrm>
                            <a:off x="1824" y="1968"/>
                            <a:ext cx="343" cy="918"/>
                            <a:chOff x="2880" y="2112"/>
                            <a:chExt cx="2304" cy="2016"/>
                          </a:xfrm>
                        </p:grpSpPr>
                        <p:sp>
                          <p:nvSpPr>
                            <p:cNvPr id="157351" name="任意多边形 15735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52" name="任意多边形 15735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353" name="组合 157352"/>
                          <p:cNvGrpSpPr/>
                          <p:nvPr/>
                        </p:nvGrpSpPr>
                        <p:grpSpPr>
                          <a:xfrm>
                            <a:off x="2167" y="1968"/>
                            <a:ext cx="342" cy="918"/>
                            <a:chOff x="2880" y="2112"/>
                            <a:chExt cx="2304" cy="2016"/>
                          </a:xfrm>
                        </p:grpSpPr>
                        <p:sp>
                          <p:nvSpPr>
                            <p:cNvPr id="157354" name="任意多边形 15735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55" name="任意多边形 15735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356" name="组合 157355"/>
                      <p:cNvGrpSpPr/>
                      <p:nvPr/>
                    </p:nvGrpSpPr>
                    <p:grpSpPr>
                      <a:xfrm flipV="1">
                        <a:off x="2832" y="2832"/>
                        <a:ext cx="2496" cy="630"/>
                        <a:chOff x="1056" y="816"/>
                        <a:chExt cx="2496" cy="630"/>
                      </a:xfrm>
                    </p:grpSpPr>
                    <p:sp>
                      <p:nvSpPr>
                        <p:cNvPr id="157357" name="任意多边形 15735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358" name="组合 157357"/>
                        <p:cNvGrpSpPr/>
                        <p:nvPr/>
                      </p:nvGrpSpPr>
                      <p:grpSpPr>
                        <a:xfrm>
                          <a:off x="1056" y="816"/>
                          <a:ext cx="2016" cy="630"/>
                          <a:chOff x="1824" y="1968"/>
                          <a:chExt cx="685" cy="918"/>
                        </a:xfrm>
                      </p:grpSpPr>
                      <p:grpSp>
                        <p:nvGrpSpPr>
                          <p:cNvPr id="157359" name="组合 157358"/>
                          <p:cNvGrpSpPr/>
                          <p:nvPr/>
                        </p:nvGrpSpPr>
                        <p:grpSpPr>
                          <a:xfrm>
                            <a:off x="1824" y="1968"/>
                            <a:ext cx="343" cy="918"/>
                            <a:chOff x="2880" y="2112"/>
                            <a:chExt cx="2304" cy="2016"/>
                          </a:xfrm>
                        </p:grpSpPr>
                        <p:sp>
                          <p:nvSpPr>
                            <p:cNvPr id="157360" name="任意多边形 15735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61" name="任意多边形 15736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362" name="组合 157361"/>
                          <p:cNvGrpSpPr/>
                          <p:nvPr/>
                        </p:nvGrpSpPr>
                        <p:grpSpPr>
                          <a:xfrm>
                            <a:off x="2167" y="1968"/>
                            <a:ext cx="342" cy="918"/>
                            <a:chOff x="2880" y="2112"/>
                            <a:chExt cx="2304" cy="2016"/>
                          </a:xfrm>
                        </p:grpSpPr>
                        <p:sp>
                          <p:nvSpPr>
                            <p:cNvPr id="157363" name="任意多边形 15736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64" name="任意多边形 15736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365" name="直接连接符 15736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366" name="组合 157365"/>
                  <p:cNvGrpSpPr/>
                  <p:nvPr/>
                </p:nvGrpSpPr>
                <p:grpSpPr>
                  <a:xfrm>
                    <a:off x="912" y="3072"/>
                    <a:ext cx="1104" cy="144"/>
                    <a:chOff x="1872" y="2880"/>
                    <a:chExt cx="1104" cy="144"/>
                  </a:xfrm>
                </p:grpSpPr>
                <p:grpSp>
                  <p:nvGrpSpPr>
                    <p:cNvPr id="157367" name="组合 157366"/>
                    <p:cNvGrpSpPr/>
                    <p:nvPr/>
                  </p:nvGrpSpPr>
                  <p:grpSpPr>
                    <a:xfrm>
                      <a:off x="2016" y="2880"/>
                      <a:ext cx="960" cy="144"/>
                      <a:chOff x="336" y="2832"/>
                      <a:chExt cx="4992" cy="630"/>
                    </a:xfrm>
                  </p:grpSpPr>
                  <p:grpSp>
                    <p:nvGrpSpPr>
                      <p:cNvPr id="157368" name="组合 157367"/>
                      <p:cNvGrpSpPr/>
                      <p:nvPr/>
                    </p:nvGrpSpPr>
                    <p:grpSpPr>
                      <a:xfrm>
                        <a:off x="336" y="2832"/>
                        <a:ext cx="2496" cy="630"/>
                        <a:chOff x="1056" y="816"/>
                        <a:chExt cx="2496" cy="630"/>
                      </a:xfrm>
                    </p:grpSpPr>
                    <p:sp>
                      <p:nvSpPr>
                        <p:cNvPr id="157369" name="任意多边形 15736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370" name="组合 157369"/>
                        <p:cNvGrpSpPr/>
                        <p:nvPr/>
                      </p:nvGrpSpPr>
                      <p:grpSpPr>
                        <a:xfrm>
                          <a:off x="1056" y="816"/>
                          <a:ext cx="2016" cy="630"/>
                          <a:chOff x="1824" y="1968"/>
                          <a:chExt cx="685" cy="918"/>
                        </a:xfrm>
                      </p:grpSpPr>
                      <p:grpSp>
                        <p:nvGrpSpPr>
                          <p:cNvPr id="157371" name="组合 157370"/>
                          <p:cNvGrpSpPr/>
                          <p:nvPr/>
                        </p:nvGrpSpPr>
                        <p:grpSpPr>
                          <a:xfrm>
                            <a:off x="1824" y="1968"/>
                            <a:ext cx="343" cy="918"/>
                            <a:chOff x="2880" y="2112"/>
                            <a:chExt cx="2304" cy="2016"/>
                          </a:xfrm>
                        </p:grpSpPr>
                        <p:sp>
                          <p:nvSpPr>
                            <p:cNvPr id="157372" name="任意多边形 15737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73" name="任意多边形 15737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374" name="组合 157373"/>
                          <p:cNvGrpSpPr/>
                          <p:nvPr/>
                        </p:nvGrpSpPr>
                        <p:grpSpPr>
                          <a:xfrm>
                            <a:off x="2167" y="1968"/>
                            <a:ext cx="342" cy="918"/>
                            <a:chOff x="2880" y="2112"/>
                            <a:chExt cx="2304" cy="2016"/>
                          </a:xfrm>
                        </p:grpSpPr>
                        <p:sp>
                          <p:nvSpPr>
                            <p:cNvPr id="157375" name="任意多边形 15737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76" name="任意多边形 15737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377" name="组合 157376"/>
                      <p:cNvGrpSpPr/>
                      <p:nvPr/>
                    </p:nvGrpSpPr>
                    <p:grpSpPr>
                      <a:xfrm flipV="1">
                        <a:off x="2832" y="2832"/>
                        <a:ext cx="2496" cy="630"/>
                        <a:chOff x="1056" y="816"/>
                        <a:chExt cx="2496" cy="630"/>
                      </a:xfrm>
                    </p:grpSpPr>
                    <p:sp>
                      <p:nvSpPr>
                        <p:cNvPr id="157378" name="任意多边形 15737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379" name="组合 157378"/>
                        <p:cNvGrpSpPr/>
                        <p:nvPr/>
                      </p:nvGrpSpPr>
                      <p:grpSpPr>
                        <a:xfrm>
                          <a:off x="1056" y="816"/>
                          <a:ext cx="2016" cy="630"/>
                          <a:chOff x="1824" y="1968"/>
                          <a:chExt cx="685" cy="918"/>
                        </a:xfrm>
                      </p:grpSpPr>
                      <p:grpSp>
                        <p:nvGrpSpPr>
                          <p:cNvPr id="157380" name="组合 157379"/>
                          <p:cNvGrpSpPr/>
                          <p:nvPr/>
                        </p:nvGrpSpPr>
                        <p:grpSpPr>
                          <a:xfrm>
                            <a:off x="1824" y="1968"/>
                            <a:ext cx="343" cy="918"/>
                            <a:chOff x="2880" y="2112"/>
                            <a:chExt cx="2304" cy="2016"/>
                          </a:xfrm>
                        </p:grpSpPr>
                        <p:sp>
                          <p:nvSpPr>
                            <p:cNvPr id="157381" name="任意多边形 15738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82" name="任意多边形 15738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383" name="组合 157382"/>
                          <p:cNvGrpSpPr/>
                          <p:nvPr/>
                        </p:nvGrpSpPr>
                        <p:grpSpPr>
                          <a:xfrm>
                            <a:off x="2167" y="1968"/>
                            <a:ext cx="342" cy="918"/>
                            <a:chOff x="2880" y="2112"/>
                            <a:chExt cx="2304" cy="2016"/>
                          </a:xfrm>
                        </p:grpSpPr>
                        <p:sp>
                          <p:nvSpPr>
                            <p:cNvPr id="157384" name="任意多边形 15738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85" name="任意多边形 15738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386" name="直接连接符 15738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7387" name="组合 157386"/>
              <p:cNvGrpSpPr/>
              <p:nvPr/>
            </p:nvGrpSpPr>
            <p:grpSpPr>
              <a:xfrm>
                <a:off x="3888" y="3360"/>
                <a:ext cx="1104" cy="576"/>
                <a:chOff x="2352" y="3024"/>
                <a:chExt cx="1104" cy="576"/>
              </a:xfrm>
            </p:grpSpPr>
            <p:grpSp>
              <p:nvGrpSpPr>
                <p:cNvPr id="157388" name="组合 157387"/>
                <p:cNvGrpSpPr/>
                <p:nvPr/>
              </p:nvGrpSpPr>
              <p:grpSpPr>
                <a:xfrm flipH="1">
                  <a:off x="2352" y="3312"/>
                  <a:ext cx="1104" cy="288"/>
                  <a:chOff x="912" y="2928"/>
                  <a:chExt cx="1104" cy="288"/>
                </a:xfrm>
              </p:grpSpPr>
              <p:grpSp>
                <p:nvGrpSpPr>
                  <p:cNvPr id="157389" name="组合 157388"/>
                  <p:cNvGrpSpPr/>
                  <p:nvPr/>
                </p:nvGrpSpPr>
                <p:grpSpPr>
                  <a:xfrm>
                    <a:off x="912" y="2928"/>
                    <a:ext cx="1104" cy="144"/>
                    <a:chOff x="1872" y="2880"/>
                    <a:chExt cx="1104" cy="144"/>
                  </a:xfrm>
                </p:grpSpPr>
                <p:grpSp>
                  <p:nvGrpSpPr>
                    <p:cNvPr id="157390" name="组合 157389"/>
                    <p:cNvGrpSpPr/>
                    <p:nvPr/>
                  </p:nvGrpSpPr>
                  <p:grpSpPr>
                    <a:xfrm>
                      <a:off x="2016" y="2880"/>
                      <a:ext cx="960" cy="144"/>
                      <a:chOff x="336" y="2832"/>
                      <a:chExt cx="4992" cy="630"/>
                    </a:xfrm>
                  </p:grpSpPr>
                  <p:grpSp>
                    <p:nvGrpSpPr>
                      <p:cNvPr id="157391" name="组合 157390"/>
                      <p:cNvGrpSpPr/>
                      <p:nvPr/>
                    </p:nvGrpSpPr>
                    <p:grpSpPr>
                      <a:xfrm>
                        <a:off x="336" y="2832"/>
                        <a:ext cx="2496" cy="630"/>
                        <a:chOff x="1056" y="816"/>
                        <a:chExt cx="2496" cy="630"/>
                      </a:xfrm>
                    </p:grpSpPr>
                    <p:sp>
                      <p:nvSpPr>
                        <p:cNvPr id="157392" name="任意多边形 15739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393" name="组合 157392"/>
                        <p:cNvGrpSpPr/>
                        <p:nvPr/>
                      </p:nvGrpSpPr>
                      <p:grpSpPr>
                        <a:xfrm>
                          <a:off x="1056" y="816"/>
                          <a:ext cx="2016" cy="630"/>
                          <a:chOff x="1824" y="1968"/>
                          <a:chExt cx="685" cy="918"/>
                        </a:xfrm>
                      </p:grpSpPr>
                      <p:grpSp>
                        <p:nvGrpSpPr>
                          <p:cNvPr id="157394" name="组合 157393"/>
                          <p:cNvGrpSpPr/>
                          <p:nvPr/>
                        </p:nvGrpSpPr>
                        <p:grpSpPr>
                          <a:xfrm>
                            <a:off x="1824" y="1968"/>
                            <a:ext cx="343" cy="918"/>
                            <a:chOff x="2880" y="2112"/>
                            <a:chExt cx="2304" cy="2016"/>
                          </a:xfrm>
                        </p:grpSpPr>
                        <p:sp>
                          <p:nvSpPr>
                            <p:cNvPr id="157395" name="任意多边形 15739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96" name="任意多边形 15739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397" name="组合 157396"/>
                          <p:cNvGrpSpPr/>
                          <p:nvPr/>
                        </p:nvGrpSpPr>
                        <p:grpSpPr>
                          <a:xfrm>
                            <a:off x="2167" y="1968"/>
                            <a:ext cx="342" cy="918"/>
                            <a:chOff x="2880" y="2112"/>
                            <a:chExt cx="2304" cy="2016"/>
                          </a:xfrm>
                        </p:grpSpPr>
                        <p:sp>
                          <p:nvSpPr>
                            <p:cNvPr id="157398" name="任意多边形 15739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399" name="任意多边形 15739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400" name="组合 157399"/>
                      <p:cNvGrpSpPr/>
                      <p:nvPr/>
                    </p:nvGrpSpPr>
                    <p:grpSpPr>
                      <a:xfrm flipV="1">
                        <a:off x="2832" y="2832"/>
                        <a:ext cx="2496" cy="630"/>
                        <a:chOff x="1056" y="816"/>
                        <a:chExt cx="2496" cy="630"/>
                      </a:xfrm>
                    </p:grpSpPr>
                    <p:sp>
                      <p:nvSpPr>
                        <p:cNvPr id="157401" name="任意多边形 15740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402" name="组合 157401"/>
                        <p:cNvGrpSpPr/>
                        <p:nvPr/>
                      </p:nvGrpSpPr>
                      <p:grpSpPr>
                        <a:xfrm>
                          <a:off x="1056" y="816"/>
                          <a:ext cx="2016" cy="630"/>
                          <a:chOff x="1824" y="1968"/>
                          <a:chExt cx="685" cy="918"/>
                        </a:xfrm>
                      </p:grpSpPr>
                      <p:grpSp>
                        <p:nvGrpSpPr>
                          <p:cNvPr id="157403" name="组合 157402"/>
                          <p:cNvGrpSpPr/>
                          <p:nvPr/>
                        </p:nvGrpSpPr>
                        <p:grpSpPr>
                          <a:xfrm>
                            <a:off x="1824" y="1968"/>
                            <a:ext cx="343" cy="918"/>
                            <a:chOff x="2880" y="2112"/>
                            <a:chExt cx="2304" cy="2016"/>
                          </a:xfrm>
                        </p:grpSpPr>
                        <p:sp>
                          <p:nvSpPr>
                            <p:cNvPr id="157404" name="任意多边形 15740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05" name="任意多边形 15740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406" name="组合 157405"/>
                          <p:cNvGrpSpPr/>
                          <p:nvPr/>
                        </p:nvGrpSpPr>
                        <p:grpSpPr>
                          <a:xfrm>
                            <a:off x="2167" y="1968"/>
                            <a:ext cx="342" cy="918"/>
                            <a:chOff x="2880" y="2112"/>
                            <a:chExt cx="2304" cy="2016"/>
                          </a:xfrm>
                        </p:grpSpPr>
                        <p:sp>
                          <p:nvSpPr>
                            <p:cNvPr id="157407" name="任意多边形 15740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08" name="任意多边形 15740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409" name="直接连接符 15740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410" name="组合 157409"/>
                  <p:cNvGrpSpPr/>
                  <p:nvPr/>
                </p:nvGrpSpPr>
                <p:grpSpPr>
                  <a:xfrm>
                    <a:off x="912" y="3072"/>
                    <a:ext cx="1104" cy="144"/>
                    <a:chOff x="1872" y="2880"/>
                    <a:chExt cx="1104" cy="144"/>
                  </a:xfrm>
                </p:grpSpPr>
                <p:grpSp>
                  <p:nvGrpSpPr>
                    <p:cNvPr id="157411" name="组合 157410"/>
                    <p:cNvGrpSpPr/>
                    <p:nvPr/>
                  </p:nvGrpSpPr>
                  <p:grpSpPr>
                    <a:xfrm>
                      <a:off x="2016" y="2880"/>
                      <a:ext cx="960" cy="144"/>
                      <a:chOff x="336" y="2832"/>
                      <a:chExt cx="4992" cy="630"/>
                    </a:xfrm>
                  </p:grpSpPr>
                  <p:grpSp>
                    <p:nvGrpSpPr>
                      <p:cNvPr id="157412" name="组合 157411"/>
                      <p:cNvGrpSpPr/>
                      <p:nvPr/>
                    </p:nvGrpSpPr>
                    <p:grpSpPr>
                      <a:xfrm>
                        <a:off x="336" y="2832"/>
                        <a:ext cx="2496" cy="630"/>
                        <a:chOff x="1056" y="816"/>
                        <a:chExt cx="2496" cy="630"/>
                      </a:xfrm>
                    </p:grpSpPr>
                    <p:sp>
                      <p:nvSpPr>
                        <p:cNvPr id="157413" name="任意多边形 15741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414" name="组合 157413"/>
                        <p:cNvGrpSpPr/>
                        <p:nvPr/>
                      </p:nvGrpSpPr>
                      <p:grpSpPr>
                        <a:xfrm>
                          <a:off x="1056" y="816"/>
                          <a:ext cx="2016" cy="630"/>
                          <a:chOff x="1824" y="1968"/>
                          <a:chExt cx="685" cy="918"/>
                        </a:xfrm>
                      </p:grpSpPr>
                      <p:grpSp>
                        <p:nvGrpSpPr>
                          <p:cNvPr id="157415" name="组合 157414"/>
                          <p:cNvGrpSpPr/>
                          <p:nvPr/>
                        </p:nvGrpSpPr>
                        <p:grpSpPr>
                          <a:xfrm>
                            <a:off x="1824" y="1968"/>
                            <a:ext cx="343" cy="918"/>
                            <a:chOff x="2880" y="2112"/>
                            <a:chExt cx="2304" cy="2016"/>
                          </a:xfrm>
                        </p:grpSpPr>
                        <p:sp>
                          <p:nvSpPr>
                            <p:cNvPr id="157416" name="任意多边形 15741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17" name="任意多边形 15741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418" name="组合 157417"/>
                          <p:cNvGrpSpPr/>
                          <p:nvPr/>
                        </p:nvGrpSpPr>
                        <p:grpSpPr>
                          <a:xfrm>
                            <a:off x="2167" y="1968"/>
                            <a:ext cx="342" cy="918"/>
                            <a:chOff x="2880" y="2112"/>
                            <a:chExt cx="2304" cy="2016"/>
                          </a:xfrm>
                        </p:grpSpPr>
                        <p:sp>
                          <p:nvSpPr>
                            <p:cNvPr id="157419" name="任意多边形 15741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20" name="任意多边形 15741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421" name="组合 157420"/>
                      <p:cNvGrpSpPr/>
                      <p:nvPr/>
                    </p:nvGrpSpPr>
                    <p:grpSpPr>
                      <a:xfrm flipV="1">
                        <a:off x="2832" y="2832"/>
                        <a:ext cx="2496" cy="630"/>
                        <a:chOff x="1056" y="816"/>
                        <a:chExt cx="2496" cy="630"/>
                      </a:xfrm>
                    </p:grpSpPr>
                    <p:sp>
                      <p:nvSpPr>
                        <p:cNvPr id="157422" name="任意多边形 15742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423" name="组合 157422"/>
                        <p:cNvGrpSpPr/>
                        <p:nvPr/>
                      </p:nvGrpSpPr>
                      <p:grpSpPr>
                        <a:xfrm>
                          <a:off x="1056" y="816"/>
                          <a:ext cx="2016" cy="630"/>
                          <a:chOff x="1824" y="1968"/>
                          <a:chExt cx="685" cy="918"/>
                        </a:xfrm>
                      </p:grpSpPr>
                      <p:grpSp>
                        <p:nvGrpSpPr>
                          <p:cNvPr id="157424" name="组合 157423"/>
                          <p:cNvGrpSpPr/>
                          <p:nvPr/>
                        </p:nvGrpSpPr>
                        <p:grpSpPr>
                          <a:xfrm>
                            <a:off x="1824" y="1968"/>
                            <a:ext cx="343" cy="918"/>
                            <a:chOff x="2880" y="2112"/>
                            <a:chExt cx="2304" cy="2016"/>
                          </a:xfrm>
                        </p:grpSpPr>
                        <p:sp>
                          <p:nvSpPr>
                            <p:cNvPr id="157425" name="任意多边形 15742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26" name="任意多边形 15742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427" name="组合 157426"/>
                          <p:cNvGrpSpPr/>
                          <p:nvPr/>
                        </p:nvGrpSpPr>
                        <p:grpSpPr>
                          <a:xfrm>
                            <a:off x="2167" y="1968"/>
                            <a:ext cx="342" cy="918"/>
                            <a:chOff x="2880" y="2112"/>
                            <a:chExt cx="2304" cy="2016"/>
                          </a:xfrm>
                        </p:grpSpPr>
                        <p:sp>
                          <p:nvSpPr>
                            <p:cNvPr id="157428" name="任意多边形 15742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29" name="任意多边形 15742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430" name="直接连接符 15742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7431" name="组合 157430"/>
                <p:cNvGrpSpPr/>
                <p:nvPr/>
              </p:nvGrpSpPr>
              <p:grpSpPr>
                <a:xfrm flipH="1">
                  <a:off x="2352" y="3024"/>
                  <a:ext cx="1104" cy="288"/>
                  <a:chOff x="912" y="2928"/>
                  <a:chExt cx="1104" cy="288"/>
                </a:xfrm>
              </p:grpSpPr>
              <p:grpSp>
                <p:nvGrpSpPr>
                  <p:cNvPr id="157432" name="组合 157431"/>
                  <p:cNvGrpSpPr/>
                  <p:nvPr/>
                </p:nvGrpSpPr>
                <p:grpSpPr>
                  <a:xfrm>
                    <a:off x="912" y="2928"/>
                    <a:ext cx="1104" cy="144"/>
                    <a:chOff x="1872" y="2880"/>
                    <a:chExt cx="1104" cy="144"/>
                  </a:xfrm>
                </p:grpSpPr>
                <p:grpSp>
                  <p:nvGrpSpPr>
                    <p:cNvPr id="157433" name="组合 157432"/>
                    <p:cNvGrpSpPr/>
                    <p:nvPr/>
                  </p:nvGrpSpPr>
                  <p:grpSpPr>
                    <a:xfrm>
                      <a:off x="2016" y="2880"/>
                      <a:ext cx="960" cy="144"/>
                      <a:chOff x="336" y="2832"/>
                      <a:chExt cx="4992" cy="630"/>
                    </a:xfrm>
                  </p:grpSpPr>
                  <p:grpSp>
                    <p:nvGrpSpPr>
                      <p:cNvPr id="157434" name="组合 157433"/>
                      <p:cNvGrpSpPr/>
                      <p:nvPr/>
                    </p:nvGrpSpPr>
                    <p:grpSpPr>
                      <a:xfrm>
                        <a:off x="336" y="2832"/>
                        <a:ext cx="2496" cy="630"/>
                        <a:chOff x="1056" y="816"/>
                        <a:chExt cx="2496" cy="630"/>
                      </a:xfrm>
                    </p:grpSpPr>
                    <p:sp>
                      <p:nvSpPr>
                        <p:cNvPr id="157435" name="任意多边形 15743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436" name="组合 157435"/>
                        <p:cNvGrpSpPr/>
                        <p:nvPr/>
                      </p:nvGrpSpPr>
                      <p:grpSpPr>
                        <a:xfrm>
                          <a:off x="1056" y="816"/>
                          <a:ext cx="2016" cy="630"/>
                          <a:chOff x="1824" y="1968"/>
                          <a:chExt cx="685" cy="918"/>
                        </a:xfrm>
                      </p:grpSpPr>
                      <p:grpSp>
                        <p:nvGrpSpPr>
                          <p:cNvPr id="157437" name="组合 157436"/>
                          <p:cNvGrpSpPr/>
                          <p:nvPr/>
                        </p:nvGrpSpPr>
                        <p:grpSpPr>
                          <a:xfrm>
                            <a:off x="1824" y="1968"/>
                            <a:ext cx="343" cy="918"/>
                            <a:chOff x="2880" y="2112"/>
                            <a:chExt cx="2304" cy="2016"/>
                          </a:xfrm>
                        </p:grpSpPr>
                        <p:sp>
                          <p:nvSpPr>
                            <p:cNvPr id="157438" name="任意多边形 15743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39" name="任意多边形 15743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440" name="组合 157439"/>
                          <p:cNvGrpSpPr/>
                          <p:nvPr/>
                        </p:nvGrpSpPr>
                        <p:grpSpPr>
                          <a:xfrm>
                            <a:off x="2167" y="1968"/>
                            <a:ext cx="342" cy="918"/>
                            <a:chOff x="2880" y="2112"/>
                            <a:chExt cx="2304" cy="2016"/>
                          </a:xfrm>
                        </p:grpSpPr>
                        <p:sp>
                          <p:nvSpPr>
                            <p:cNvPr id="157441" name="任意多边形 15744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42" name="任意多边形 15744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443" name="组合 157442"/>
                      <p:cNvGrpSpPr/>
                      <p:nvPr/>
                    </p:nvGrpSpPr>
                    <p:grpSpPr>
                      <a:xfrm flipV="1">
                        <a:off x="2832" y="2832"/>
                        <a:ext cx="2496" cy="630"/>
                        <a:chOff x="1056" y="816"/>
                        <a:chExt cx="2496" cy="630"/>
                      </a:xfrm>
                    </p:grpSpPr>
                    <p:sp>
                      <p:nvSpPr>
                        <p:cNvPr id="157444" name="任意多边形 15744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445" name="组合 157444"/>
                        <p:cNvGrpSpPr/>
                        <p:nvPr/>
                      </p:nvGrpSpPr>
                      <p:grpSpPr>
                        <a:xfrm>
                          <a:off x="1056" y="816"/>
                          <a:ext cx="2016" cy="630"/>
                          <a:chOff x="1824" y="1968"/>
                          <a:chExt cx="685" cy="918"/>
                        </a:xfrm>
                      </p:grpSpPr>
                      <p:grpSp>
                        <p:nvGrpSpPr>
                          <p:cNvPr id="157446" name="组合 157445"/>
                          <p:cNvGrpSpPr/>
                          <p:nvPr/>
                        </p:nvGrpSpPr>
                        <p:grpSpPr>
                          <a:xfrm>
                            <a:off x="1824" y="1968"/>
                            <a:ext cx="343" cy="918"/>
                            <a:chOff x="2880" y="2112"/>
                            <a:chExt cx="2304" cy="2016"/>
                          </a:xfrm>
                        </p:grpSpPr>
                        <p:sp>
                          <p:nvSpPr>
                            <p:cNvPr id="157447" name="任意多边形 15744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48" name="任意多边形 15744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449" name="组合 157448"/>
                          <p:cNvGrpSpPr/>
                          <p:nvPr/>
                        </p:nvGrpSpPr>
                        <p:grpSpPr>
                          <a:xfrm>
                            <a:off x="2167" y="1968"/>
                            <a:ext cx="342" cy="918"/>
                            <a:chOff x="2880" y="2112"/>
                            <a:chExt cx="2304" cy="2016"/>
                          </a:xfrm>
                        </p:grpSpPr>
                        <p:sp>
                          <p:nvSpPr>
                            <p:cNvPr id="157450" name="任意多边形 15744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51" name="任意多边形 15745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452" name="直接连接符 15745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453" name="组合 157452"/>
                  <p:cNvGrpSpPr/>
                  <p:nvPr/>
                </p:nvGrpSpPr>
                <p:grpSpPr>
                  <a:xfrm>
                    <a:off x="912" y="3072"/>
                    <a:ext cx="1104" cy="144"/>
                    <a:chOff x="1872" y="2880"/>
                    <a:chExt cx="1104" cy="144"/>
                  </a:xfrm>
                </p:grpSpPr>
                <p:grpSp>
                  <p:nvGrpSpPr>
                    <p:cNvPr id="157454" name="组合 157453"/>
                    <p:cNvGrpSpPr/>
                    <p:nvPr/>
                  </p:nvGrpSpPr>
                  <p:grpSpPr>
                    <a:xfrm>
                      <a:off x="2016" y="2880"/>
                      <a:ext cx="960" cy="144"/>
                      <a:chOff x="336" y="2832"/>
                      <a:chExt cx="4992" cy="630"/>
                    </a:xfrm>
                  </p:grpSpPr>
                  <p:grpSp>
                    <p:nvGrpSpPr>
                      <p:cNvPr id="157455" name="组合 157454"/>
                      <p:cNvGrpSpPr/>
                      <p:nvPr/>
                    </p:nvGrpSpPr>
                    <p:grpSpPr>
                      <a:xfrm>
                        <a:off x="336" y="2832"/>
                        <a:ext cx="2496" cy="630"/>
                        <a:chOff x="1056" y="816"/>
                        <a:chExt cx="2496" cy="630"/>
                      </a:xfrm>
                    </p:grpSpPr>
                    <p:sp>
                      <p:nvSpPr>
                        <p:cNvPr id="157456" name="任意多边形 15745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457" name="组合 157456"/>
                        <p:cNvGrpSpPr/>
                        <p:nvPr/>
                      </p:nvGrpSpPr>
                      <p:grpSpPr>
                        <a:xfrm>
                          <a:off x="1056" y="816"/>
                          <a:ext cx="2016" cy="630"/>
                          <a:chOff x="1824" y="1968"/>
                          <a:chExt cx="685" cy="918"/>
                        </a:xfrm>
                      </p:grpSpPr>
                      <p:grpSp>
                        <p:nvGrpSpPr>
                          <p:cNvPr id="157458" name="组合 157457"/>
                          <p:cNvGrpSpPr/>
                          <p:nvPr/>
                        </p:nvGrpSpPr>
                        <p:grpSpPr>
                          <a:xfrm>
                            <a:off x="1824" y="1968"/>
                            <a:ext cx="343" cy="918"/>
                            <a:chOff x="2880" y="2112"/>
                            <a:chExt cx="2304" cy="2016"/>
                          </a:xfrm>
                        </p:grpSpPr>
                        <p:sp>
                          <p:nvSpPr>
                            <p:cNvPr id="157459" name="任意多边形 15745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60" name="任意多边形 15745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461" name="组合 157460"/>
                          <p:cNvGrpSpPr/>
                          <p:nvPr/>
                        </p:nvGrpSpPr>
                        <p:grpSpPr>
                          <a:xfrm>
                            <a:off x="2167" y="1968"/>
                            <a:ext cx="342" cy="918"/>
                            <a:chOff x="2880" y="2112"/>
                            <a:chExt cx="2304" cy="2016"/>
                          </a:xfrm>
                        </p:grpSpPr>
                        <p:sp>
                          <p:nvSpPr>
                            <p:cNvPr id="157462" name="任意多边形 15746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63" name="任意多边形 15746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464" name="组合 157463"/>
                      <p:cNvGrpSpPr/>
                      <p:nvPr/>
                    </p:nvGrpSpPr>
                    <p:grpSpPr>
                      <a:xfrm flipV="1">
                        <a:off x="2832" y="2832"/>
                        <a:ext cx="2496" cy="630"/>
                        <a:chOff x="1056" y="816"/>
                        <a:chExt cx="2496" cy="630"/>
                      </a:xfrm>
                    </p:grpSpPr>
                    <p:sp>
                      <p:nvSpPr>
                        <p:cNvPr id="157465" name="任意多边形 15746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466" name="组合 157465"/>
                        <p:cNvGrpSpPr/>
                        <p:nvPr/>
                      </p:nvGrpSpPr>
                      <p:grpSpPr>
                        <a:xfrm>
                          <a:off x="1056" y="816"/>
                          <a:ext cx="2016" cy="630"/>
                          <a:chOff x="1824" y="1968"/>
                          <a:chExt cx="685" cy="918"/>
                        </a:xfrm>
                      </p:grpSpPr>
                      <p:grpSp>
                        <p:nvGrpSpPr>
                          <p:cNvPr id="157467" name="组合 157466"/>
                          <p:cNvGrpSpPr/>
                          <p:nvPr/>
                        </p:nvGrpSpPr>
                        <p:grpSpPr>
                          <a:xfrm>
                            <a:off x="1824" y="1968"/>
                            <a:ext cx="343" cy="918"/>
                            <a:chOff x="2880" y="2112"/>
                            <a:chExt cx="2304" cy="2016"/>
                          </a:xfrm>
                        </p:grpSpPr>
                        <p:sp>
                          <p:nvSpPr>
                            <p:cNvPr id="157468" name="任意多边形 15746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69" name="任意多边形 15746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470" name="组合 157469"/>
                          <p:cNvGrpSpPr/>
                          <p:nvPr/>
                        </p:nvGrpSpPr>
                        <p:grpSpPr>
                          <a:xfrm>
                            <a:off x="2167" y="1968"/>
                            <a:ext cx="342" cy="918"/>
                            <a:chOff x="2880" y="2112"/>
                            <a:chExt cx="2304" cy="2016"/>
                          </a:xfrm>
                        </p:grpSpPr>
                        <p:sp>
                          <p:nvSpPr>
                            <p:cNvPr id="157471" name="任意多边形 15747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72" name="任意多边形 15747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473" name="直接连接符 15747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57474" name="组合 157473"/>
            <p:cNvGrpSpPr/>
            <p:nvPr/>
          </p:nvGrpSpPr>
          <p:grpSpPr>
            <a:xfrm>
              <a:off x="3072" y="3552"/>
              <a:ext cx="1104" cy="768"/>
              <a:chOff x="3888" y="2784"/>
              <a:chExt cx="1104" cy="1152"/>
            </a:xfrm>
          </p:grpSpPr>
          <p:grpSp>
            <p:nvGrpSpPr>
              <p:cNvPr id="157475" name="组合 157474"/>
              <p:cNvGrpSpPr/>
              <p:nvPr/>
            </p:nvGrpSpPr>
            <p:grpSpPr>
              <a:xfrm>
                <a:off x="3888" y="2784"/>
                <a:ext cx="1104" cy="576"/>
                <a:chOff x="2352" y="3024"/>
                <a:chExt cx="1104" cy="576"/>
              </a:xfrm>
            </p:grpSpPr>
            <p:grpSp>
              <p:nvGrpSpPr>
                <p:cNvPr id="157476" name="组合 157475"/>
                <p:cNvGrpSpPr/>
                <p:nvPr/>
              </p:nvGrpSpPr>
              <p:grpSpPr>
                <a:xfrm flipH="1">
                  <a:off x="2352" y="3312"/>
                  <a:ext cx="1104" cy="288"/>
                  <a:chOff x="912" y="2928"/>
                  <a:chExt cx="1104" cy="288"/>
                </a:xfrm>
              </p:grpSpPr>
              <p:grpSp>
                <p:nvGrpSpPr>
                  <p:cNvPr id="157477" name="组合 157476"/>
                  <p:cNvGrpSpPr/>
                  <p:nvPr/>
                </p:nvGrpSpPr>
                <p:grpSpPr>
                  <a:xfrm>
                    <a:off x="912" y="2928"/>
                    <a:ext cx="1104" cy="144"/>
                    <a:chOff x="1872" y="2880"/>
                    <a:chExt cx="1104" cy="144"/>
                  </a:xfrm>
                </p:grpSpPr>
                <p:grpSp>
                  <p:nvGrpSpPr>
                    <p:cNvPr id="157478" name="组合 157477"/>
                    <p:cNvGrpSpPr/>
                    <p:nvPr/>
                  </p:nvGrpSpPr>
                  <p:grpSpPr>
                    <a:xfrm>
                      <a:off x="2016" y="2880"/>
                      <a:ext cx="960" cy="144"/>
                      <a:chOff x="336" y="2832"/>
                      <a:chExt cx="4992" cy="630"/>
                    </a:xfrm>
                  </p:grpSpPr>
                  <p:grpSp>
                    <p:nvGrpSpPr>
                      <p:cNvPr id="157479" name="组合 157478"/>
                      <p:cNvGrpSpPr/>
                      <p:nvPr/>
                    </p:nvGrpSpPr>
                    <p:grpSpPr>
                      <a:xfrm>
                        <a:off x="336" y="2832"/>
                        <a:ext cx="2496" cy="630"/>
                        <a:chOff x="1056" y="816"/>
                        <a:chExt cx="2496" cy="630"/>
                      </a:xfrm>
                    </p:grpSpPr>
                    <p:sp>
                      <p:nvSpPr>
                        <p:cNvPr id="157480" name="任意多边形 15747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481" name="组合 157480"/>
                        <p:cNvGrpSpPr/>
                        <p:nvPr/>
                      </p:nvGrpSpPr>
                      <p:grpSpPr>
                        <a:xfrm>
                          <a:off x="1056" y="816"/>
                          <a:ext cx="2016" cy="630"/>
                          <a:chOff x="1824" y="1968"/>
                          <a:chExt cx="685" cy="918"/>
                        </a:xfrm>
                      </p:grpSpPr>
                      <p:grpSp>
                        <p:nvGrpSpPr>
                          <p:cNvPr id="157482" name="组合 157481"/>
                          <p:cNvGrpSpPr/>
                          <p:nvPr/>
                        </p:nvGrpSpPr>
                        <p:grpSpPr>
                          <a:xfrm>
                            <a:off x="1824" y="1968"/>
                            <a:ext cx="343" cy="918"/>
                            <a:chOff x="2880" y="2112"/>
                            <a:chExt cx="2304" cy="2016"/>
                          </a:xfrm>
                        </p:grpSpPr>
                        <p:sp>
                          <p:nvSpPr>
                            <p:cNvPr id="157483" name="任意多边形 15748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84" name="任意多边形 15748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485" name="组合 157484"/>
                          <p:cNvGrpSpPr/>
                          <p:nvPr/>
                        </p:nvGrpSpPr>
                        <p:grpSpPr>
                          <a:xfrm>
                            <a:off x="2167" y="1968"/>
                            <a:ext cx="342" cy="918"/>
                            <a:chOff x="2880" y="2112"/>
                            <a:chExt cx="2304" cy="2016"/>
                          </a:xfrm>
                        </p:grpSpPr>
                        <p:sp>
                          <p:nvSpPr>
                            <p:cNvPr id="157486" name="任意多边形 15748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87" name="任意多边形 15748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488" name="组合 157487"/>
                      <p:cNvGrpSpPr/>
                      <p:nvPr/>
                    </p:nvGrpSpPr>
                    <p:grpSpPr>
                      <a:xfrm flipV="1">
                        <a:off x="2832" y="2832"/>
                        <a:ext cx="2496" cy="630"/>
                        <a:chOff x="1056" y="816"/>
                        <a:chExt cx="2496" cy="630"/>
                      </a:xfrm>
                    </p:grpSpPr>
                    <p:sp>
                      <p:nvSpPr>
                        <p:cNvPr id="157489" name="任意多边形 15748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490" name="组合 157489"/>
                        <p:cNvGrpSpPr/>
                        <p:nvPr/>
                      </p:nvGrpSpPr>
                      <p:grpSpPr>
                        <a:xfrm>
                          <a:off x="1056" y="816"/>
                          <a:ext cx="2016" cy="630"/>
                          <a:chOff x="1824" y="1968"/>
                          <a:chExt cx="685" cy="918"/>
                        </a:xfrm>
                      </p:grpSpPr>
                      <p:grpSp>
                        <p:nvGrpSpPr>
                          <p:cNvPr id="157491" name="组合 157490"/>
                          <p:cNvGrpSpPr/>
                          <p:nvPr/>
                        </p:nvGrpSpPr>
                        <p:grpSpPr>
                          <a:xfrm>
                            <a:off x="1824" y="1968"/>
                            <a:ext cx="343" cy="918"/>
                            <a:chOff x="2880" y="2112"/>
                            <a:chExt cx="2304" cy="2016"/>
                          </a:xfrm>
                        </p:grpSpPr>
                        <p:sp>
                          <p:nvSpPr>
                            <p:cNvPr id="157492" name="任意多边形 15749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93" name="任意多边形 15749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494" name="组合 157493"/>
                          <p:cNvGrpSpPr/>
                          <p:nvPr/>
                        </p:nvGrpSpPr>
                        <p:grpSpPr>
                          <a:xfrm>
                            <a:off x="2167" y="1968"/>
                            <a:ext cx="342" cy="918"/>
                            <a:chOff x="2880" y="2112"/>
                            <a:chExt cx="2304" cy="2016"/>
                          </a:xfrm>
                        </p:grpSpPr>
                        <p:sp>
                          <p:nvSpPr>
                            <p:cNvPr id="157495" name="任意多边形 15749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496" name="任意多边形 15749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497" name="直接连接符 15749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498" name="组合 157497"/>
                  <p:cNvGrpSpPr/>
                  <p:nvPr/>
                </p:nvGrpSpPr>
                <p:grpSpPr>
                  <a:xfrm>
                    <a:off x="912" y="3072"/>
                    <a:ext cx="1104" cy="144"/>
                    <a:chOff x="1872" y="2880"/>
                    <a:chExt cx="1104" cy="144"/>
                  </a:xfrm>
                </p:grpSpPr>
                <p:grpSp>
                  <p:nvGrpSpPr>
                    <p:cNvPr id="157499" name="组合 157498"/>
                    <p:cNvGrpSpPr/>
                    <p:nvPr/>
                  </p:nvGrpSpPr>
                  <p:grpSpPr>
                    <a:xfrm>
                      <a:off x="2016" y="2880"/>
                      <a:ext cx="960" cy="144"/>
                      <a:chOff x="336" y="2832"/>
                      <a:chExt cx="4992" cy="630"/>
                    </a:xfrm>
                  </p:grpSpPr>
                  <p:grpSp>
                    <p:nvGrpSpPr>
                      <p:cNvPr id="157500" name="组合 157499"/>
                      <p:cNvGrpSpPr/>
                      <p:nvPr/>
                    </p:nvGrpSpPr>
                    <p:grpSpPr>
                      <a:xfrm>
                        <a:off x="336" y="2832"/>
                        <a:ext cx="2496" cy="630"/>
                        <a:chOff x="1056" y="816"/>
                        <a:chExt cx="2496" cy="630"/>
                      </a:xfrm>
                    </p:grpSpPr>
                    <p:sp>
                      <p:nvSpPr>
                        <p:cNvPr id="157501" name="任意多边形 15750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502" name="组合 157501"/>
                        <p:cNvGrpSpPr/>
                        <p:nvPr/>
                      </p:nvGrpSpPr>
                      <p:grpSpPr>
                        <a:xfrm>
                          <a:off x="1056" y="816"/>
                          <a:ext cx="2016" cy="630"/>
                          <a:chOff x="1824" y="1968"/>
                          <a:chExt cx="685" cy="918"/>
                        </a:xfrm>
                      </p:grpSpPr>
                      <p:grpSp>
                        <p:nvGrpSpPr>
                          <p:cNvPr id="157503" name="组合 157502"/>
                          <p:cNvGrpSpPr/>
                          <p:nvPr/>
                        </p:nvGrpSpPr>
                        <p:grpSpPr>
                          <a:xfrm>
                            <a:off x="1824" y="1968"/>
                            <a:ext cx="343" cy="918"/>
                            <a:chOff x="2880" y="2112"/>
                            <a:chExt cx="2304" cy="2016"/>
                          </a:xfrm>
                        </p:grpSpPr>
                        <p:sp>
                          <p:nvSpPr>
                            <p:cNvPr id="157504" name="任意多边形 15750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05" name="任意多边形 15750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506" name="组合 157505"/>
                          <p:cNvGrpSpPr/>
                          <p:nvPr/>
                        </p:nvGrpSpPr>
                        <p:grpSpPr>
                          <a:xfrm>
                            <a:off x="2167" y="1968"/>
                            <a:ext cx="342" cy="918"/>
                            <a:chOff x="2880" y="2112"/>
                            <a:chExt cx="2304" cy="2016"/>
                          </a:xfrm>
                        </p:grpSpPr>
                        <p:sp>
                          <p:nvSpPr>
                            <p:cNvPr id="157507" name="任意多边形 15750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08" name="任意多边形 15750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509" name="组合 157508"/>
                      <p:cNvGrpSpPr/>
                      <p:nvPr/>
                    </p:nvGrpSpPr>
                    <p:grpSpPr>
                      <a:xfrm flipV="1">
                        <a:off x="2832" y="2832"/>
                        <a:ext cx="2496" cy="630"/>
                        <a:chOff x="1056" y="816"/>
                        <a:chExt cx="2496" cy="630"/>
                      </a:xfrm>
                    </p:grpSpPr>
                    <p:sp>
                      <p:nvSpPr>
                        <p:cNvPr id="157510" name="任意多边形 15750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511" name="组合 157510"/>
                        <p:cNvGrpSpPr/>
                        <p:nvPr/>
                      </p:nvGrpSpPr>
                      <p:grpSpPr>
                        <a:xfrm>
                          <a:off x="1056" y="816"/>
                          <a:ext cx="2016" cy="630"/>
                          <a:chOff x="1824" y="1968"/>
                          <a:chExt cx="685" cy="918"/>
                        </a:xfrm>
                      </p:grpSpPr>
                      <p:grpSp>
                        <p:nvGrpSpPr>
                          <p:cNvPr id="157512" name="组合 157511"/>
                          <p:cNvGrpSpPr/>
                          <p:nvPr/>
                        </p:nvGrpSpPr>
                        <p:grpSpPr>
                          <a:xfrm>
                            <a:off x="1824" y="1968"/>
                            <a:ext cx="343" cy="918"/>
                            <a:chOff x="2880" y="2112"/>
                            <a:chExt cx="2304" cy="2016"/>
                          </a:xfrm>
                        </p:grpSpPr>
                        <p:sp>
                          <p:nvSpPr>
                            <p:cNvPr id="157513" name="任意多边形 15751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14" name="任意多边形 15751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515" name="组合 157514"/>
                          <p:cNvGrpSpPr/>
                          <p:nvPr/>
                        </p:nvGrpSpPr>
                        <p:grpSpPr>
                          <a:xfrm>
                            <a:off x="2167" y="1968"/>
                            <a:ext cx="342" cy="918"/>
                            <a:chOff x="2880" y="2112"/>
                            <a:chExt cx="2304" cy="2016"/>
                          </a:xfrm>
                        </p:grpSpPr>
                        <p:sp>
                          <p:nvSpPr>
                            <p:cNvPr id="157516" name="任意多边形 15751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17" name="任意多边形 15751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518" name="直接连接符 15751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7519" name="组合 157518"/>
                <p:cNvGrpSpPr/>
                <p:nvPr/>
              </p:nvGrpSpPr>
              <p:grpSpPr>
                <a:xfrm flipH="1">
                  <a:off x="2352" y="3024"/>
                  <a:ext cx="1104" cy="288"/>
                  <a:chOff x="912" y="2928"/>
                  <a:chExt cx="1104" cy="288"/>
                </a:xfrm>
              </p:grpSpPr>
              <p:grpSp>
                <p:nvGrpSpPr>
                  <p:cNvPr id="157520" name="组合 157519"/>
                  <p:cNvGrpSpPr/>
                  <p:nvPr/>
                </p:nvGrpSpPr>
                <p:grpSpPr>
                  <a:xfrm>
                    <a:off x="912" y="2928"/>
                    <a:ext cx="1104" cy="144"/>
                    <a:chOff x="1872" y="2880"/>
                    <a:chExt cx="1104" cy="144"/>
                  </a:xfrm>
                </p:grpSpPr>
                <p:grpSp>
                  <p:nvGrpSpPr>
                    <p:cNvPr id="157521" name="组合 157520"/>
                    <p:cNvGrpSpPr/>
                    <p:nvPr/>
                  </p:nvGrpSpPr>
                  <p:grpSpPr>
                    <a:xfrm>
                      <a:off x="2016" y="2880"/>
                      <a:ext cx="960" cy="144"/>
                      <a:chOff x="336" y="2832"/>
                      <a:chExt cx="4992" cy="630"/>
                    </a:xfrm>
                  </p:grpSpPr>
                  <p:grpSp>
                    <p:nvGrpSpPr>
                      <p:cNvPr id="157522" name="组合 157521"/>
                      <p:cNvGrpSpPr/>
                      <p:nvPr/>
                    </p:nvGrpSpPr>
                    <p:grpSpPr>
                      <a:xfrm>
                        <a:off x="336" y="2832"/>
                        <a:ext cx="2496" cy="630"/>
                        <a:chOff x="1056" y="816"/>
                        <a:chExt cx="2496" cy="630"/>
                      </a:xfrm>
                    </p:grpSpPr>
                    <p:sp>
                      <p:nvSpPr>
                        <p:cNvPr id="157523" name="任意多边形 15752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524" name="组合 157523"/>
                        <p:cNvGrpSpPr/>
                        <p:nvPr/>
                      </p:nvGrpSpPr>
                      <p:grpSpPr>
                        <a:xfrm>
                          <a:off x="1056" y="816"/>
                          <a:ext cx="2016" cy="630"/>
                          <a:chOff x="1824" y="1968"/>
                          <a:chExt cx="685" cy="918"/>
                        </a:xfrm>
                      </p:grpSpPr>
                      <p:grpSp>
                        <p:nvGrpSpPr>
                          <p:cNvPr id="157525" name="组合 157524"/>
                          <p:cNvGrpSpPr/>
                          <p:nvPr/>
                        </p:nvGrpSpPr>
                        <p:grpSpPr>
                          <a:xfrm>
                            <a:off x="1824" y="1968"/>
                            <a:ext cx="343" cy="918"/>
                            <a:chOff x="2880" y="2112"/>
                            <a:chExt cx="2304" cy="2016"/>
                          </a:xfrm>
                        </p:grpSpPr>
                        <p:sp>
                          <p:nvSpPr>
                            <p:cNvPr id="157526" name="任意多边形 15752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27" name="任意多边形 15752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528" name="组合 157527"/>
                          <p:cNvGrpSpPr/>
                          <p:nvPr/>
                        </p:nvGrpSpPr>
                        <p:grpSpPr>
                          <a:xfrm>
                            <a:off x="2167" y="1968"/>
                            <a:ext cx="342" cy="918"/>
                            <a:chOff x="2880" y="2112"/>
                            <a:chExt cx="2304" cy="2016"/>
                          </a:xfrm>
                        </p:grpSpPr>
                        <p:sp>
                          <p:nvSpPr>
                            <p:cNvPr id="157529" name="任意多边形 15752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30" name="任意多边形 15752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531" name="组合 157530"/>
                      <p:cNvGrpSpPr/>
                      <p:nvPr/>
                    </p:nvGrpSpPr>
                    <p:grpSpPr>
                      <a:xfrm flipV="1">
                        <a:off x="2832" y="2832"/>
                        <a:ext cx="2496" cy="630"/>
                        <a:chOff x="1056" y="816"/>
                        <a:chExt cx="2496" cy="630"/>
                      </a:xfrm>
                    </p:grpSpPr>
                    <p:sp>
                      <p:nvSpPr>
                        <p:cNvPr id="157532" name="任意多边形 15753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533" name="组合 157532"/>
                        <p:cNvGrpSpPr/>
                        <p:nvPr/>
                      </p:nvGrpSpPr>
                      <p:grpSpPr>
                        <a:xfrm>
                          <a:off x="1056" y="816"/>
                          <a:ext cx="2016" cy="630"/>
                          <a:chOff x="1824" y="1968"/>
                          <a:chExt cx="685" cy="918"/>
                        </a:xfrm>
                      </p:grpSpPr>
                      <p:grpSp>
                        <p:nvGrpSpPr>
                          <p:cNvPr id="157534" name="组合 157533"/>
                          <p:cNvGrpSpPr/>
                          <p:nvPr/>
                        </p:nvGrpSpPr>
                        <p:grpSpPr>
                          <a:xfrm>
                            <a:off x="1824" y="1968"/>
                            <a:ext cx="343" cy="918"/>
                            <a:chOff x="2880" y="2112"/>
                            <a:chExt cx="2304" cy="2016"/>
                          </a:xfrm>
                        </p:grpSpPr>
                        <p:sp>
                          <p:nvSpPr>
                            <p:cNvPr id="157535" name="任意多边形 15753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36" name="任意多边形 15753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537" name="组合 157536"/>
                          <p:cNvGrpSpPr/>
                          <p:nvPr/>
                        </p:nvGrpSpPr>
                        <p:grpSpPr>
                          <a:xfrm>
                            <a:off x="2167" y="1968"/>
                            <a:ext cx="342" cy="918"/>
                            <a:chOff x="2880" y="2112"/>
                            <a:chExt cx="2304" cy="2016"/>
                          </a:xfrm>
                        </p:grpSpPr>
                        <p:sp>
                          <p:nvSpPr>
                            <p:cNvPr id="157538" name="任意多边形 15753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39" name="任意多边形 15753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540" name="直接连接符 15753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541" name="组合 157540"/>
                  <p:cNvGrpSpPr/>
                  <p:nvPr/>
                </p:nvGrpSpPr>
                <p:grpSpPr>
                  <a:xfrm>
                    <a:off x="912" y="3072"/>
                    <a:ext cx="1104" cy="144"/>
                    <a:chOff x="1872" y="2880"/>
                    <a:chExt cx="1104" cy="144"/>
                  </a:xfrm>
                </p:grpSpPr>
                <p:grpSp>
                  <p:nvGrpSpPr>
                    <p:cNvPr id="157542" name="组合 157541"/>
                    <p:cNvGrpSpPr/>
                    <p:nvPr/>
                  </p:nvGrpSpPr>
                  <p:grpSpPr>
                    <a:xfrm>
                      <a:off x="2016" y="2880"/>
                      <a:ext cx="960" cy="144"/>
                      <a:chOff x="336" y="2832"/>
                      <a:chExt cx="4992" cy="630"/>
                    </a:xfrm>
                  </p:grpSpPr>
                  <p:grpSp>
                    <p:nvGrpSpPr>
                      <p:cNvPr id="157543" name="组合 157542"/>
                      <p:cNvGrpSpPr/>
                      <p:nvPr/>
                    </p:nvGrpSpPr>
                    <p:grpSpPr>
                      <a:xfrm>
                        <a:off x="336" y="2832"/>
                        <a:ext cx="2496" cy="630"/>
                        <a:chOff x="1056" y="816"/>
                        <a:chExt cx="2496" cy="630"/>
                      </a:xfrm>
                    </p:grpSpPr>
                    <p:sp>
                      <p:nvSpPr>
                        <p:cNvPr id="157544" name="任意多边形 15754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545" name="组合 157544"/>
                        <p:cNvGrpSpPr/>
                        <p:nvPr/>
                      </p:nvGrpSpPr>
                      <p:grpSpPr>
                        <a:xfrm>
                          <a:off x="1056" y="816"/>
                          <a:ext cx="2016" cy="630"/>
                          <a:chOff x="1824" y="1968"/>
                          <a:chExt cx="685" cy="918"/>
                        </a:xfrm>
                      </p:grpSpPr>
                      <p:grpSp>
                        <p:nvGrpSpPr>
                          <p:cNvPr id="157546" name="组合 157545"/>
                          <p:cNvGrpSpPr/>
                          <p:nvPr/>
                        </p:nvGrpSpPr>
                        <p:grpSpPr>
                          <a:xfrm>
                            <a:off x="1824" y="1968"/>
                            <a:ext cx="343" cy="918"/>
                            <a:chOff x="2880" y="2112"/>
                            <a:chExt cx="2304" cy="2016"/>
                          </a:xfrm>
                        </p:grpSpPr>
                        <p:sp>
                          <p:nvSpPr>
                            <p:cNvPr id="157547" name="任意多边形 15754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48" name="任意多边形 15754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549" name="组合 157548"/>
                          <p:cNvGrpSpPr/>
                          <p:nvPr/>
                        </p:nvGrpSpPr>
                        <p:grpSpPr>
                          <a:xfrm>
                            <a:off x="2167" y="1968"/>
                            <a:ext cx="342" cy="918"/>
                            <a:chOff x="2880" y="2112"/>
                            <a:chExt cx="2304" cy="2016"/>
                          </a:xfrm>
                        </p:grpSpPr>
                        <p:sp>
                          <p:nvSpPr>
                            <p:cNvPr id="157550" name="任意多边形 15754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51" name="任意多边形 15755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552" name="组合 157551"/>
                      <p:cNvGrpSpPr/>
                      <p:nvPr/>
                    </p:nvGrpSpPr>
                    <p:grpSpPr>
                      <a:xfrm flipV="1">
                        <a:off x="2832" y="2832"/>
                        <a:ext cx="2496" cy="630"/>
                        <a:chOff x="1056" y="816"/>
                        <a:chExt cx="2496" cy="630"/>
                      </a:xfrm>
                    </p:grpSpPr>
                    <p:sp>
                      <p:nvSpPr>
                        <p:cNvPr id="157553" name="任意多边形 15755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554" name="组合 157553"/>
                        <p:cNvGrpSpPr/>
                        <p:nvPr/>
                      </p:nvGrpSpPr>
                      <p:grpSpPr>
                        <a:xfrm>
                          <a:off x="1056" y="816"/>
                          <a:ext cx="2016" cy="630"/>
                          <a:chOff x="1824" y="1968"/>
                          <a:chExt cx="685" cy="918"/>
                        </a:xfrm>
                      </p:grpSpPr>
                      <p:grpSp>
                        <p:nvGrpSpPr>
                          <p:cNvPr id="157555" name="组合 157554"/>
                          <p:cNvGrpSpPr/>
                          <p:nvPr/>
                        </p:nvGrpSpPr>
                        <p:grpSpPr>
                          <a:xfrm>
                            <a:off x="1824" y="1968"/>
                            <a:ext cx="343" cy="918"/>
                            <a:chOff x="2880" y="2112"/>
                            <a:chExt cx="2304" cy="2016"/>
                          </a:xfrm>
                        </p:grpSpPr>
                        <p:sp>
                          <p:nvSpPr>
                            <p:cNvPr id="157556" name="任意多边形 15755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57" name="任意多边形 15755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558" name="组合 157557"/>
                          <p:cNvGrpSpPr/>
                          <p:nvPr/>
                        </p:nvGrpSpPr>
                        <p:grpSpPr>
                          <a:xfrm>
                            <a:off x="2167" y="1968"/>
                            <a:ext cx="342" cy="918"/>
                            <a:chOff x="2880" y="2112"/>
                            <a:chExt cx="2304" cy="2016"/>
                          </a:xfrm>
                        </p:grpSpPr>
                        <p:sp>
                          <p:nvSpPr>
                            <p:cNvPr id="157559" name="任意多边形 15755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60" name="任意多边形 15755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561" name="直接连接符 15756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7562" name="组合 157561"/>
              <p:cNvGrpSpPr/>
              <p:nvPr/>
            </p:nvGrpSpPr>
            <p:grpSpPr>
              <a:xfrm>
                <a:off x="3888" y="3360"/>
                <a:ext cx="1104" cy="576"/>
                <a:chOff x="2352" y="3024"/>
                <a:chExt cx="1104" cy="576"/>
              </a:xfrm>
            </p:grpSpPr>
            <p:grpSp>
              <p:nvGrpSpPr>
                <p:cNvPr id="157563" name="组合 157562"/>
                <p:cNvGrpSpPr/>
                <p:nvPr/>
              </p:nvGrpSpPr>
              <p:grpSpPr>
                <a:xfrm flipH="1">
                  <a:off x="2352" y="3312"/>
                  <a:ext cx="1104" cy="288"/>
                  <a:chOff x="912" y="2928"/>
                  <a:chExt cx="1104" cy="288"/>
                </a:xfrm>
              </p:grpSpPr>
              <p:grpSp>
                <p:nvGrpSpPr>
                  <p:cNvPr id="157564" name="组合 157563"/>
                  <p:cNvGrpSpPr/>
                  <p:nvPr/>
                </p:nvGrpSpPr>
                <p:grpSpPr>
                  <a:xfrm>
                    <a:off x="912" y="2928"/>
                    <a:ext cx="1104" cy="144"/>
                    <a:chOff x="1872" y="2880"/>
                    <a:chExt cx="1104" cy="144"/>
                  </a:xfrm>
                </p:grpSpPr>
                <p:grpSp>
                  <p:nvGrpSpPr>
                    <p:cNvPr id="157565" name="组合 157564"/>
                    <p:cNvGrpSpPr/>
                    <p:nvPr/>
                  </p:nvGrpSpPr>
                  <p:grpSpPr>
                    <a:xfrm>
                      <a:off x="2016" y="2880"/>
                      <a:ext cx="960" cy="144"/>
                      <a:chOff x="336" y="2832"/>
                      <a:chExt cx="4992" cy="630"/>
                    </a:xfrm>
                  </p:grpSpPr>
                  <p:grpSp>
                    <p:nvGrpSpPr>
                      <p:cNvPr id="157566" name="组合 157565"/>
                      <p:cNvGrpSpPr/>
                      <p:nvPr/>
                    </p:nvGrpSpPr>
                    <p:grpSpPr>
                      <a:xfrm>
                        <a:off x="336" y="2832"/>
                        <a:ext cx="2496" cy="630"/>
                        <a:chOff x="1056" y="816"/>
                        <a:chExt cx="2496" cy="630"/>
                      </a:xfrm>
                    </p:grpSpPr>
                    <p:sp>
                      <p:nvSpPr>
                        <p:cNvPr id="157567" name="任意多边形 15756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568" name="组合 157567"/>
                        <p:cNvGrpSpPr/>
                        <p:nvPr/>
                      </p:nvGrpSpPr>
                      <p:grpSpPr>
                        <a:xfrm>
                          <a:off x="1056" y="816"/>
                          <a:ext cx="2016" cy="630"/>
                          <a:chOff x="1824" y="1968"/>
                          <a:chExt cx="685" cy="918"/>
                        </a:xfrm>
                      </p:grpSpPr>
                      <p:grpSp>
                        <p:nvGrpSpPr>
                          <p:cNvPr id="157569" name="组合 157568"/>
                          <p:cNvGrpSpPr/>
                          <p:nvPr/>
                        </p:nvGrpSpPr>
                        <p:grpSpPr>
                          <a:xfrm>
                            <a:off x="1824" y="1968"/>
                            <a:ext cx="343" cy="918"/>
                            <a:chOff x="2880" y="2112"/>
                            <a:chExt cx="2304" cy="2016"/>
                          </a:xfrm>
                        </p:grpSpPr>
                        <p:sp>
                          <p:nvSpPr>
                            <p:cNvPr id="157570" name="任意多边形 15756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71" name="任意多边形 15757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572" name="组合 157571"/>
                          <p:cNvGrpSpPr/>
                          <p:nvPr/>
                        </p:nvGrpSpPr>
                        <p:grpSpPr>
                          <a:xfrm>
                            <a:off x="2167" y="1968"/>
                            <a:ext cx="342" cy="918"/>
                            <a:chOff x="2880" y="2112"/>
                            <a:chExt cx="2304" cy="2016"/>
                          </a:xfrm>
                        </p:grpSpPr>
                        <p:sp>
                          <p:nvSpPr>
                            <p:cNvPr id="157573" name="任意多边形 15757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74" name="任意多边形 15757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575" name="组合 157574"/>
                      <p:cNvGrpSpPr/>
                      <p:nvPr/>
                    </p:nvGrpSpPr>
                    <p:grpSpPr>
                      <a:xfrm flipV="1">
                        <a:off x="2832" y="2832"/>
                        <a:ext cx="2496" cy="630"/>
                        <a:chOff x="1056" y="816"/>
                        <a:chExt cx="2496" cy="630"/>
                      </a:xfrm>
                    </p:grpSpPr>
                    <p:sp>
                      <p:nvSpPr>
                        <p:cNvPr id="157576" name="任意多边形 15757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577" name="组合 157576"/>
                        <p:cNvGrpSpPr/>
                        <p:nvPr/>
                      </p:nvGrpSpPr>
                      <p:grpSpPr>
                        <a:xfrm>
                          <a:off x="1056" y="816"/>
                          <a:ext cx="2016" cy="630"/>
                          <a:chOff x="1824" y="1968"/>
                          <a:chExt cx="685" cy="918"/>
                        </a:xfrm>
                      </p:grpSpPr>
                      <p:grpSp>
                        <p:nvGrpSpPr>
                          <p:cNvPr id="157578" name="组合 157577"/>
                          <p:cNvGrpSpPr/>
                          <p:nvPr/>
                        </p:nvGrpSpPr>
                        <p:grpSpPr>
                          <a:xfrm>
                            <a:off x="1824" y="1968"/>
                            <a:ext cx="343" cy="918"/>
                            <a:chOff x="2880" y="2112"/>
                            <a:chExt cx="2304" cy="2016"/>
                          </a:xfrm>
                        </p:grpSpPr>
                        <p:sp>
                          <p:nvSpPr>
                            <p:cNvPr id="157579" name="任意多边形 15757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80" name="任意多边形 15757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581" name="组合 157580"/>
                          <p:cNvGrpSpPr/>
                          <p:nvPr/>
                        </p:nvGrpSpPr>
                        <p:grpSpPr>
                          <a:xfrm>
                            <a:off x="2167" y="1968"/>
                            <a:ext cx="342" cy="918"/>
                            <a:chOff x="2880" y="2112"/>
                            <a:chExt cx="2304" cy="2016"/>
                          </a:xfrm>
                        </p:grpSpPr>
                        <p:sp>
                          <p:nvSpPr>
                            <p:cNvPr id="157582" name="任意多边形 15758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83" name="任意多边形 15758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584" name="直接连接符 15758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585" name="组合 157584"/>
                  <p:cNvGrpSpPr/>
                  <p:nvPr/>
                </p:nvGrpSpPr>
                <p:grpSpPr>
                  <a:xfrm>
                    <a:off x="912" y="3072"/>
                    <a:ext cx="1104" cy="144"/>
                    <a:chOff x="1872" y="2880"/>
                    <a:chExt cx="1104" cy="144"/>
                  </a:xfrm>
                </p:grpSpPr>
                <p:grpSp>
                  <p:nvGrpSpPr>
                    <p:cNvPr id="157586" name="组合 157585"/>
                    <p:cNvGrpSpPr/>
                    <p:nvPr/>
                  </p:nvGrpSpPr>
                  <p:grpSpPr>
                    <a:xfrm>
                      <a:off x="2016" y="2880"/>
                      <a:ext cx="960" cy="144"/>
                      <a:chOff x="336" y="2832"/>
                      <a:chExt cx="4992" cy="630"/>
                    </a:xfrm>
                  </p:grpSpPr>
                  <p:grpSp>
                    <p:nvGrpSpPr>
                      <p:cNvPr id="157587" name="组合 157586"/>
                      <p:cNvGrpSpPr/>
                      <p:nvPr/>
                    </p:nvGrpSpPr>
                    <p:grpSpPr>
                      <a:xfrm>
                        <a:off x="336" y="2832"/>
                        <a:ext cx="2496" cy="630"/>
                        <a:chOff x="1056" y="816"/>
                        <a:chExt cx="2496" cy="630"/>
                      </a:xfrm>
                    </p:grpSpPr>
                    <p:sp>
                      <p:nvSpPr>
                        <p:cNvPr id="157588" name="任意多边形 15758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589" name="组合 157588"/>
                        <p:cNvGrpSpPr/>
                        <p:nvPr/>
                      </p:nvGrpSpPr>
                      <p:grpSpPr>
                        <a:xfrm>
                          <a:off x="1056" y="816"/>
                          <a:ext cx="2016" cy="630"/>
                          <a:chOff x="1824" y="1968"/>
                          <a:chExt cx="685" cy="918"/>
                        </a:xfrm>
                      </p:grpSpPr>
                      <p:grpSp>
                        <p:nvGrpSpPr>
                          <p:cNvPr id="157590" name="组合 157589"/>
                          <p:cNvGrpSpPr/>
                          <p:nvPr/>
                        </p:nvGrpSpPr>
                        <p:grpSpPr>
                          <a:xfrm>
                            <a:off x="1824" y="1968"/>
                            <a:ext cx="343" cy="918"/>
                            <a:chOff x="2880" y="2112"/>
                            <a:chExt cx="2304" cy="2016"/>
                          </a:xfrm>
                        </p:grpSpPr>
                        <p:sp>
                          <p:nvSpPr>
                            <p:cNvPr id="157591" name="任意多边形 15759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92" name="任意多边形 15759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593" name="组合 157592"/>
                          <p:cNvGrpSpPr/>
                          <p:nvPr/>
                        </p:nvGrpSpPr>
                        <p:grpSpPr>
                          <a:xfrm>
                            <a:off x="2167" y="1968"/>
                            <a:ext cx="342" cy="918"/>
                            <a:chOff x="2880" y="2112"/>
                            <a:chExt cx="2304" cy="2016"/>
                          </a:xfrm>
                        </p:grpSpPr>
                        <p:sp>
                          <p:nvSpPr>
                            <p:cNvPr id="157594" name="任意多边形 15759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595" name="任意多边形 15759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596" name="组合 157595"/>
                      <p:cNvGrpSpPr/>
                      <p:nvPr/>
                    </p:nvGrpSpPr>
                    <p:grpSpPr>
                      <a:xfrm flipV="1">
                        <a:off x="2832" y="2832"/>
                        <a:ext cx="2496" cy="630"/>
                        <a:chOff x="1056" y="816"/>
                        <a:chExt cx="2496" cy="630"/>
                      </a:xfrm>
                    </p:grpSpPr>
                    <p:sp>
                      <p:nvSpPr>
                        <p:cNvPr id="157597" name="任意多边形 15759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598" name="组合 157597"/>
                        <p:cNvGrpSpPr/>
                        <p:nvPr/>
                      </p:nvGrpSpPr>
                      <p:grpSpPr>
                        <a:xfrm>
                          <a:off x="1056" y="816"/>
                          <a:ext cx="2016" cy="630"/>
                          <a:chOff x="1824" y="1968"/>
                          <a:chExt cx="685" cy="918"/>
                        </a:xfrm>
                      </p:grpSpPr>
                      <p:grpSp>
                        <p:nvGrpSpPr>
                          <p:cNvPr id="157599" name="组合 157598"/>
                          <p:cNvGrpSpPr/>
                          <p:nvPr/>
                        </p:nvGrpSpPr>
                        <p:grpSpPr>
                          <a:xfrm>
                            <a:off x="1824" y="1968"/>
                            <a:ext cx="343" cy="918"/>
                            <a:chOff x="2880" y="2112"/>
                            <a:chExt cx="2304" cy="2016"/>
                          </a:xfrm>
                        </p:grpSpPr>
                        <p:sp>
                          <p:nvSpPr>
                            <p:cNvPr id="157600" name="任意多边形 15759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01" name="任意多边形 15760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602" name="组合 157601"/>
                          <p:cNvGrpSpPr/>
                          <p:nvPr/>
                        </p:nvGrpSpPr>
                        <p:grpSpPr>
                          <a:xfrm>
                            <a:off x="2167" y="1968"/>
                            <a:ext cx="342" cy="918"/>
                            <a:chOff x="2880" y="2112"/>
                            <a:chExt cx="2304" cy="2016"/>
                          </a:xfrm>
                        </p:grpSpPr>
                        <p:sp>
                          <p:nvSpPr>
                            <p:cNvPr id="157603" name="任意多边形 15760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04" name="任意多边形 15760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605" name="直接连接符 15760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7606" name="组合 157605"/>
                <p:cNvGrpSpPr/>
                <p:nvPr/>
              </p:nvGrpSpPr>
              <p:grpSpPr>
                <a:xfrm flipH="1">
                  <a:off x="2352" y="3024"/>
                  <a:ext cx="1104" cy="288"/>
                  <a:chOff x="912" y="2928"/>
                  <a:chExt cx="1104" cy="288"/>
                </a:xfrm>
              </p:grpSpPr>
              <p:grpSp>
                <p:nvGrpSpPr>
                  <p:cNvPr id="157607" name="组合 157606"/>
                  <p:cNvGrpSpPr/>
                  <p:nvPr/>
                </p:nvGrpSpPr>
                <p:grpSpPr>
                  <a:xfrm>
                    <a:off x="912" y="2928"/>
                    <a:ext cx="1104" cy="144"/>
                    <a:chOff x="1872" y="2880"/>
                    <a:chExt cx="1104" cy="144"/>
                  </a:xfrm>
                </p:grpSpPr>
                <p:grpSp>
                  <p:nvGrpSpPr>
                    <p:cNvPr id="157608" name="组合 157607"/>
                    <p:cNvGrpSpPr/>
                    <p:nvPr/>
                  </p:nvGrpSpPr>
                  <p:grpSpPr>
                    <a:xfrm>
                      <a:off x="2016" y="2880"/>
                      <a:ext cx="960" cy="144"/>
                      <a:chOff x="336" y="2832"/>
                      <a:chExt cx="4992" cy="630"/>
                    </a:xfrm>
                  </p:grpSpPr>
                  <p:grpSp>
                    <p:nvGrpSpPr>
                      <p:cNvPr id="157609" name="组合 157608"/>
                      <p:cNvGrpSpPr/>
                      <p:nvPr/>
                    </p:nvGrpSpPr>
                    <p:grpSpPr>
                      <a:xfrm>
                        <a:off x="336" y="2832"/>
                        <a:ext cx="2496" cy="630"/>
                        <a:chOff x="1056" y="816"/>
                        <a:chExt cx="2496" cy="630"/>
                      </a:xfrm>
                    </p:grpSpPr>
                    <p:sp>
                      <p:nvSpPr>
                        <p:cNvPr id="157610" name="任意多边形 15760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611" name="组合 157610"/>
                        <p:cNvGrpSpPr/>
                        <p:nvPr/>
                      </p:nvGrpSpPr>
                      <p:grpSpPr>
                        <a:xfrm>
                          <a:off x="1056" y="816"/>
                          <a:ext cx="2016" cy="630"/>
                          <a:chOff x="1824" y="1968"/>
                          <a:chExt cx="685" cy="918"/>
                        </a:xfrm>
                      </p:grpSpPr>
                      <p:grpSp>
                        <p:nvGrpSpPr>
                          <p:cNvPr id="157612" name="组合 157611"/>
                          <p:cNvGrpSpPr/>
                          <p:nvPr/>
                        </p:nvGrpSpPr>
                        <p:grpSpPr>
                          <a:xfrm>
                            <a:off x="1824" y="1968"/>
                            <a:ext cx="343" cy="918"/>
                            <a:chOff x="2880" y="2112"/>
                            <a:chExt cx="2304" cy="2016"/>
                          </a:xfrm>
                        </p:grpSpPr>
                        <p:sp>
                          <p:nvSpPr>
                            <p:cNvPr id="157613" name="任意多边形 15761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14" name="任意多边形 15761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615" name="组合 157614"/>
                          <p:cNvGrpSpPr/>
                          <p:nvPr/>
                        </p:nvGrpSpPr>
                        <p:grpSpPr>
                          <a:xfrm>
                            <a:off x="2167" y="1968"/>
                            <a:ext cx="342" cy="918"/>
                            <a:chOff x="2880" y="2112"/>
                            <a:chExt cx="2304" cy="2016"/>
                          </a:xfrm>
                        </p:grpSpPr>
                        <p:sp>
                          <p:nvSpPr>
                            <p:cNvPr id="157616" name="任意多边形 15761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17" name="任意多边形 15761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618" name="组合 157617"/>
                      <p:cNvGrpSpPr/>
                      <p:nvPr/>
                    </p:nvGrpSpPr>
                    <p:grpSpPr>
                      <a:xfrm flipV="1">
                        <a:off x="2832" y="2832"/>
                        <a:ext cx="2496" cy="630"/>
                        <a:chOff x="1056" y="816"/>
                        <a:chExt cx="2496" cy="630"/>
                      </a:xfrm>
                    </p:grpSpPr>
                    <p:sp>
                      <p:nvSpPr>
                        <p:cNvPr id="157619" name="任意多边形 15761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620" name="组合 157619"/>
                        <p:cNvGrpSpPr/>
                        <p:nvPr/>
                      </p:nvGrpSpPr>
                      <p:grpSpPr>
                        <a:xfrm>
                          <a:off x="1056" y="816"/>
                          <a:ext cx="2016" cy="630"/>
                          <a:chOff x="1824" y="1968"/>
                          <a:chExt cx="685" cy="918"/>
                        </a:xfrm>
                      </p:grpSpPr>
                      <p:grpSp>
                        <p:nvGrpSpPr>
                          <p:cNvPr id="157621" name="组合 157620"/>
                          <p:cNvGrpSpPr/>
                          <p:nvPr/>
                        </p:nvGrpSpPr>
                        <p:grpSpPr>
                          <a:xfrm>
                            <a:off x="1824" y="1968"/>
                            <a:ext cx="343" cy="918"/>
                            <a:chOff x="2880" y="2112"/>
                            <a:chExt cx="2304" cy="2016"/>
                          </a:xfrm>
                        </p:grpSpPr>
                        <p:sp>
                          <p:nvSpPr>
                            <p:cNvPr id="157622" name="任意多边形 15762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23" name="任意多边形 15762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624" name="组合 157623"/>
                          <p:cNvGrpSpPr/>
                          <p:nvPr/>
                        </p:nvGrpSpPr>
                        <p:grpSpPr>
                          <a:xfrm>
                            <a:off x="2167" y="1968"/>
                            <a:ext cx="342" cy="918"/>
                            <a:chOff x="2880" y="2112"/>
                            <a:chExt cx="2304" cy="2016"/>
                          </a:xfrm>
                        </p:grpSpPr>
                        <p:sp>
                          <p:nvSpPr>
                            <p:cNvPr id="157625" name="任意多边形 15762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26" name="任意多边形 15762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627" name="直接连接符 15762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628" name="组合 157627"/>
                  <p:cNvGrpSpPr/>
                  <p:nvPr/>
                </p:nvGrpSpPr>
                <p:grpSpPr>
                  <a:xfrm>
                    <a:off x="912" y="3072"/>
                    <a:ext cx="1104" cy="144"/>
                    <a:chOff x="1872" y="2880"/>
                    <a:chExt cx="1104" cy="144"/>
                  </a:xfrm>
                </p:grpSpPr>
                <p:grpSp>
                  <p:nvGrpSpPr>
                    <p:cNvPr id="157629" name="组合 157628"/>
                    <p:cNvGrpSpPr/>
                    <p:nvPr/>
                  </p:nvGrpSpPr>
                  <p:grpSpPr>
                    <a:xfrm>
                      <a:off x="2016" y="2880"/>
                      <a:ext cx="960" cy="144"/>
                      <a:chOff x="336" y="2832"/>
                      <a:chExt cx="4992" cy="630"/>
                    </a:xfrm>
                  </p:grpSpPr>
                  <p:grpSp>
                    <p:nvGrpSpPr>
                      <p:cNvPr id="157630" name="组合 157629"/>
                      <p:cNvGrpSpPr/>
                      <p:nvPr/>
                    </p:nvGrpSpPr>
                    <p:grpSpPr>
                      <a:xfrm>
                        <a:off x="336" y="2832"/>
                        <a:ext cx="2496" cy="630"/>
                        <a:chOff x="1056" y="816"/>
                        <a:chExt cx="2496" cy="630"/>
                      </a:xfrm>
                    </p:grpSpPr>
                    <p:sp>
                      <p:nvSpPr>
                        <p:cNvPr id="157631" name="任意多边形 15763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632" name="组合 157631"/>
                        <p:cNvGrpSpPr/>
                        <p:nvPr/>
                      </p:nvGrpSpPr>
                      <p:grpSpPr>
                        <a:xfrm>
                          <a:off x="1056" y="816"/>
                          <a:ext cx="2016" cy="630"/>
                          <a:chOff x="1824" y="1968"/>
                          <a:chExt cx="685" cy="918"/>
                        </a:xfrm>
                      </p:grpSpPr>
                      <p:grpSp>
                        <p:nvGrpSpPr>
                          <p:cNvPr id="157633" name="组合 157632"/>
                          <p:cNvGrpSpPr/>
                          <p:nvPr/>
                        </p:nvGrpSpPr>
                        <p:grpSpPr>
                          <a:xfrm>
                            <a:off x="1824" y="1968"/>
                            <a:ext cx="343" cy="918"/>
                            <a:chOff x="2880" y="2112"/>
                            <a:chExt cx="2304" cy="2016"/>
                          </a:xfrm>
                        </p:grpSpPr>
                        <p:sp>
                          <p:nvSpPr>
                            <p:cNvPr id="157634" name="任意多边形 15763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35" name="任意多边形 15763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636" name="组合 157635"/>
                          <p:cNvGrpSpPr/>
                          <p:nvPr/>
                        </p:nvGrpSpPr>
                        <p:grpSpPr>
                          <a:xfrm>
                            <a:off x="2167" y="1968"/>
                            <a:ext cx="342" cy="918"/>
                            <a:chOff x="2880" y="2112"/>
                            <a:chExt cx="2304" cy="2016"/>
                          </a:xfrm>
                        </p:grpSpPr>
                        <p:sp>
                          <p:nvSpPr>
                            <p:cNvPr id="157637" name="任意多边形 15763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38" name="任意多边形 15763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639" name="组合 157638"/>
                      <p:cNvGrpSpPr/>
                      <p:nvPr/>
                    </p:nvGrpSpPr>
                    <p:grpSpPr>
                      <a:xfrm flipV="1">
                        <a:off x="2832" y="2832"/>
                        <a:ext cx="2496" cy="630"/>
                        <a:chOff x="1056" y="816"/>
                        <a:chExt cx="2496" cy="630"/>
                      </a:xfrm>
                    </p:grpSpPr>
                    <p:sp>
                      <p:nvSpPr>
                        <p:cNvPr id="157640" name="任意多边形 15763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641" name="组合 157640"/>
                        <p:cNvGrpSpPr/>
                        <p:nvPr/>
                      </p:nvGrpSpPr>
                      <p:grpSpPr>
                        <a:xfrm>
                          <a:off x="1056" y="816"/>
                          <a:ext cx="2016" cy="630"/>
                          <a:chOff x="1824" y="1968"/>
                          <a:chExt cx="685" cy="918"/>
                        </a:xfrm>
                      </p:grpSpPr>
                      <p:grpSp>
                        <p:nvGrpSpPr>
                          <p:cNvPr id="157642" name="组合 157641"/>
                          <p:cNvGrpSpPr/>
                          <p:nvPr/>
                        </p:nvGrpSpPr>
                        <p:grpSpPr>
                          <a:xfrm>
                            <a:off x="1824" y="1968"/>
                            <a:ext cx="343" cy="918"/>
                            <a:chOff x="2880" y="2112"/>
                            <a:chExt cx="2304" cy="2016"/>
                          </a:xfrm>
                        </p:grpSpPr>
                        <p:sp>
                          <p:nvSpPr>
                            <p:cNvPr id="157643" name="任意多边形 15764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44" name="任意多边形 15764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645" name="组合 157644"/>
                          <p:cNvGrpSpPr/>
                          <p:nvPr/>
                        </p:nvGrpSpPr>
                        <p:grpSpPr>
                          <a:xfrm>
                            <a:off x="2167" y="1968"/>
                            <a:ext cx="342" cy="918"/>
                            <a:chOff x="2880" y="2112"/>
                            <a:chExt cx="2304" cy="2016"/>
                          </a:xfrm>
                        </p:grpSpPr>
                        <p:sp>
                          <p:nvSpPr>
                            <p:cNvPr id="157646" name="任意多边形 15764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47" name="任意多边形 15764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648" name="直接连接符 15764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grpSp>
        <p:nvGrpSpPr>
          <p:cNvPr id="157649" name="组合 157648"/>
          <p:cNvGrpSpPr/>
          <p:nvPr/>
        </p:nvGrpSpPr>
        <p:grpSpPr>
          <a:xfrm flipH="1">
            <a:off x="2317115" y="3972878"/>
            <a:ext cx="1981200" cy="1295400"/>
            <a:chOff x="3072" y="2880"/>
            <a:chExt cx="1104" cy="1440"/>
          </a:xfrm>
        </p:grpSpPr>
        <p:grpSp>
          <p:nvGrpSpPr>
            <p:cNvPr id="157650" name="组合 157649"/>
            <p:cNvGrpSpPr/>
            <p:nvPr/>
          </p:nvGrpSpPr>
          <p:grpSpPr>
            <a:xfrm>
              <a:off x="3072" y="2880"/>
              <a:ext cx="1104" cy="768"/>
              <a:chOff x="3888" y="2784"/>
              <a:chExt cx="1104" cy="1152"/>
            </a:xfrm>
          </p:grpSpPr>
          <p:grpSp>
            <p:nvGrpSpPr>
              <p:cNvPr id="157651" name="组合 157650"/>
              <p:cNvGrpSpPr/>
              <p:nvPr/>
            </p:nvGrpSpPr>
            <p:grpSpPr>
              <a:xfrm>
                <a:off x="3888" y="2784"/>
                <a:ext cx="1104" cy="576"/>
                <a:chOff x="2352" y="3024"/>
                <a:chExt cx="1104" cy="576"/>
              </a:xfrm>
            </p:grpSpPr>
            <p:grpSp>
              <p:nvGrpSpPr>
                <p:cNvPr id="157652" name="组合 157651"/>
                <p:cNvGrpSpPr/>
                <p:nvPr/>
              </p:nvGrpSpPr>
              <p:grpSpPr>
                <a:xfrm flipH="1">
                  <a:off x="2352" y="3312"/>
                  <a:ext cx="1104" cy="288"/>
                  <a:chOff x="912" y="2928"/>
                  <a:chExt cx="1104" cy="288"/>
                </a:xfrm>
              </p:grpSpPr>
              <p:grpSp>
                <p:nvGrpSpPr>
                  <p:cNvPr id="157653" name="组合 157652"/>
                  <p:cNvGrpSpPr/>
                  <p:nvPr/>
                </p:nvGrpSpPr>
                <p:grpSpPr>
                  <a:xfrm>
                    <a:off x="912" y="2928"/>
                    <a:ext cx="1104" cy="144"/>
                    <a:chOff x="1872" y="2880"/>
                    <a:chExt cx="1104" cy="144"/>
                  </a:xfrm>
                </p:grpSpPr>
                <p:grpSp>
                  <p:nvGrpSpPr>
                    <p:cNvPr id="157654" name="组合 157653"/>
                    <p:cNvGrpSpPr/>
                    <p:nvPr/>
                  </p:nvGrpSpPr>
                  <p:grpSpPr>
                    <a:xfrm>
                      <a:off x="2016" y="2880"/>
                      <a:ext cx="960" cy="144"/>
                      <a:chOff x="336" y="2832"/>
                      <a:chExt cx="4992" cy="630"/>
                    </a:xfrm>
                  </p:grpSpPr>
                  <p:grpSp>
                    <p:nvGrpSpPr>
                      <p:cNvPr id="157655" name="组合 157654"/>
                      <p:cNvGrpSpPr/>
                      <p:nvPr/>
                    </p:nvGrpSpPr>
                    <p:grpSpPr>
                      <a:xfrm>
                        <a:off x="336" y="2832"/>
                        <a:ext cx="2496" cy="630"/>
                        <a:chOff x="1056" y="816"/>
                        <a:chExt cx="2496" cy="630"/>
                      </a:xfrm>
                    </p:grpSpPr>
                    <p:sp>
                      <p:nvSpPr>
                        <p:cNvPr id="157656" name="任意多边形 15765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657" name="组合 157656"/>
                        <p:cNvGrpSpPr/>
                        <p:nvPr/>
                      </p:nvGrpSpPr>
                      <p:grpSpPr>
                        <a:xfrm>
                          <a:off x="1056" y="816"/>
                          <a:ext cx="2016" cy="630"/>
                          <a:chOff x="1824" y="1968"/>
                          <a:chExt cx="685" cy="918"/>
                        </a:xfrm>
                      </p:grpSpPr>
                      <p:grpSp>
                        <p:nvGrpSpPr>
                          <p:cNvPr id="157658" name="组合 157657"/>
                          <p:cNvGrpSpPr/>
                          <p:nvPr/>
                        </p:nvGrpSpPr>
                        <p:grpSpPr>
                          <a:xfrm>
                            <a:off x="1824" y="1968"/>
                            <a:ext cx="343" cy="918"/>
                            <a:chOff x="2880" y="2112"/>
                            <a:chExt cx="2304" cy="2016"/>
                          </a:xfrm>
                        </p:grpSpPr>
                        <p:sp>
                          <p:nvSpPr>
                            <p:cNvPr id="157659" name="任意多边形 15765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60" name="任意多边形 15765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661" name="组合 157660"/>
                          <p:cNvGrpSpPr/>
                          <p:nvPr/>
                        </p:nvGrpSpPr>
                        <p:grpSpPr>
                          <a:xfrm>
                            <a:off x="2167" y="1968"/>
                            <a:ext cx="342" cy="918"/>
                            <a:chOff x="2880" y="2112"/>
                            <a:chExt cx="2304" cy="2016"/>
                          </a:xfrm>
                        </p:grpSpPr>
                        <p:sp>
                          <p:nvSpPr>
                            <p:cNvPr id="157662" name="任意多边形 15766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63" name="任意多边形 15766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664" name="组合 157663"/>
                      <p:cNvGrpSpPr/>
                      <p:nvPr/>
                    </p:nvGrpSpPr>
                    <p:grpSpPr>
                      <a:xfrm flipV="1">
                        <a:off x="2832" y="2832"/>
                        <a:ext cx="2496" cy="630"/>
                        <a:chOff x="1056" y="816"/>
                        <a:chExt cx="2496" cy="630"/>
                      </a:xfrm>
                    </p:grpSpPr>
                    <p:sp>
                      <p:nvSpPr>
                        <p:cNvPr id="157665" name="任意多边形 15766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666" name="组合 157665"/>
                        <p:cNvGrpSpPr/>
                        <p:nvPr/>
                      </p:nvGrpSpPr>
                      <p:grpSpPr>
                        <a:xfrm>
                          <a:off x="1056" y="816"/>
                          <a:ext cx="2016" cy="630"/>
                          <a:chOff x="1824" y="1968"/>
                          <a:chExt cx="685" cy="918"/>
                        </a:xfrm>
                      </p:grpSpPr>
                      <p:grpSp>
                        <p:nvGrpSpPr>
                          <p:cNvPr id="157667" name="组合 157666"/>
                          <p:cNvGrpSpPr/>
                          <p:nvPr/>
                        </p:nvGrpSpPr>
                        <p:grpSpPr>
                          <a:xfrm>
                            <a:off x="1824" y="1968"/>
                            <a:ext cx="343" cy="918"/>
                            <a:chOff x="2880" y="2112"/>
                            <a:chExt cx="2304" cy="2016"/>
                          </a:xfrm>
                        </p:grpSpPr>
                        <p:sp>
                          <p:nvSpPr>
                            <p:cNvPr id="157668" name="任意多边形 15766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69" name="任意多边形 15766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670" name="组合 157669"/>
                          <p:cNvGrpSpPr/>
                          <p:nvPr/>
                        </p:nvGrpSpPr>
                        <p:grpSpPr>
                          <a:xfrm>
                            <a:off x="2167" y="1968"/>
                            <a:ext cx="342" cy="918"/>
                            <a:chOff x="2880" y="2112"/>
                            <a:chExt cx="2304" cy="2016"/>
                          </a:xfrm>
                        </p:grpSpPr>
                        <p:sp>
                          <p:nvSpPr>
                            <p:cNvPr id="157671" name="任意多边形 15767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72" name="任意多边形 15767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673" name="直接连接符 15767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674" name="组合 157673"/>
                  <p:cNvGrpSpPr/>
                  <p:nvPr/>
                </p:nvGrpSpPr>
                <p:grpSpPr>
                  <a:xfrm>
                    <a:off x="912" y="3072"/>
                    <a:ext cx="1104" cy="144"/>
                    <a:chOff x="1872" y="2880"/>
                    <a:chExt cx="1104" cy="144"/>
                  </a:xfrm>
                </p:grpSpPr>
                <p:grpSp>
                  <p:nvGrpSpPr>
                    <p:cNvPr id="157675" name="组合 157674"/>
                    <p:cNvGrpSpPr/>
                    <p:nvPr/>
                  </p:nvGrpSpPr>
                  <p:grpSpPr>
                    <a:xfrm>
                      <a:off x="2016" y="2880"/>
                      <a:ext cx="960" cy="144"/>
                      <a:chOff x="336" y="2832"/>
                      <a:chExt cx="4992" cy="630"/>
                    </a:xfrm>
                  </p:grpSpPr>
                  <p:grpSp>
                    <p:nvGrpSpPr>
                      <p:cNvPr id="157676" name="组合 157675"/>
                      <p:cNvGrpSpPr/>
                      <p:nvPr/>
                    </p:nvGrpSpPr>
                    <p:grpSpPr>
                      <a:xfrm>
                        <a:off x="336" y="2832"/>
                        <a:ext cx="2496" cy="630"/>
                        <a:chOff x="1056" y="816"/>
                        <a:chExt cx="2496" cy="630"/>
                      </a:xfrm>
                    </p:grpSpPr>
                    <p:sp>
                      <p:nvSpPr>
                        <p:cNvPr id="157677" name="任意多边形 15767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678" name="组合 157677"/>
                        <p:cNvGrpSpPr/>
                        <p:nvPr/>
                      </p:nvGrpSpPr>
                      <p:grpSpPr>
                        <a:xfrm>
                          <a:off x="1056" y="816"/>
                          <a:ext cx="2016" cy="630"/>
                          <a:chOff x="1824" y="1968"/>
                          <a:chExt cx="685" cy="918"/>
                        </a:xfrm>
                      </p:grpSpPr>
                      <p:grpSp>
                        <p:nvGrpSpPr>
                          <p:cNvPr id="157679" name="组合 157678"/>
                          <p:cNvGrpSpPr/>
                          <p:nvPr/>
                        </p:nvGrpSpPr>
                        <p:grpSpPr>
                          <a:xfrm>
                            <a:off x="1824" y="1968"/>
                            <a:ext cx="343" cy="918"/>
                            <a:chOff x="2880" y="2112"/>
                            <a:chExt cx="2304" cy="2016"/>
                          </a:xfrm>
                        </p:grpSpPr>
                        <p:sp>
                          <p:nvSpPr>
                            <p:cNvPr id="157680" name="任意多边形 15767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81" name="任意多边形 15768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682" name="组合 157681"/>
                          <p:cNvGrpSpPr/>
                          <p:nvPr/>
                        </p:nvGrpSpPr>
                        <p:grpSpPr>
                          <a:xfrm>
                            <a:off x="2167" y="1968"/>
                            <a:ext cx="342" cy="918"/>
                            <a:chOff x="2880" y="2112"/>
                            <a:chExt cx="2304" cy="2016"/>
                          </a:xfrm>
                        </p:grpSpPr>
                        <p:sp>
                          <p:nvSpPr>
                            <p:cNvPr id="157683" name="任意多边形 15768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84" name="任意多边形 15768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685" name="组合 157684"/>
                      <p:cNvGrpSpPr/>
                      <p:nvPr/>
                    </p:nvGrpSpPr>
                    <p:grpSpPr>
                      <a:xfrm flipV="1">
                        <a:off x="2832" y="2832"/>
                        <a:ext cx="2496" cy="630"/>
                        <a:chOff x="1056" y="816"/>
                        <a:chExt cx="2496" cy="630"/>
                      </a:xfrm>
                    </p:grpSpPr>
                    <p:sp>
                      <p:nvSpPr>
                        <p:cNvPr id="157686" name="任意多边形 15768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687" name="组合 157686"/>
                        <p:cNvGrpSpPr/>
                        <p:nvPr/>
                      </p:nvGrpSpPr>
                      <p:grpSpPr>
                        <a:xfrm>
                          <a:off x="1056" y="816"/>
                          <a:ext cx="2016" cy="630"/>
                          <a:chOff x="1824" y="1968"/>
                          <a:chExt cx="685" cy="918"/>
                        </a:xfrm>
                      </p:grpSpPr>
                      <p:grpSp>
                        <p:nvGrpSpPr>
                          <p:cNvPr id="157688" name="组合 157687"/>
                          <p:cNvGrpSpPr/>
                          <p:nvPr/>
                        </p:nvGrpSpPr>
                        <p:grpSpPr>
                          <a:xfrm>
                            <a:off x="1824" y="1968"/>
                            <a:ext cx="343" cy="918"/>
                            <a:chOff x="2880" y="2112"/>
                            <a:chExt cx="2304" cy="2016"/>
                          </a:xfrm>
                        </p:grpSpPr>
                        <p:sp>
                          <p:nvSpPr>
                            <p:cNvPr id="157689" name="任意多边形 15768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90" name="任意多边形 15768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691" name="组合 157690"/>
                          <p:cNvGrpSpPr/>
                          <p:nvPr/>
                        </p:nvGrpSpPr>
                        <p:grpSpPr>
                          <a:xfrm>
                            <a:off x="2167" y="1968"/>
                            <a:ext cx="342" cy="918"/>
                            <a:chOff x="2880" y="2112"/>
                            <a:chExt cx="2304" cy="2016"/>
                          </a:xfrm>
                        </p:grpSpPr>
                        <p:sp>
                          <p:nvSpPr>
                            <p:cNvPr id="157692" name="任意多边形 15769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693" name="任意多边形 15769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694" name="直接连接符 15769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7695" name="组合 157694"/>
                <p:cNvGrpSpPr/>
                <p:nvPr/>
              </p:nvGrpSpPr>
              <p:grpSpPr>
                <a:xfrm flipH="1">
                  <a:off x="2352" y="3024"/>
                  <a:ext cx="1104" cy="288"/>
                  <a:chOff x="912" y="2928"/>
                  <a:chExt cx="1104" cy="288"/>
                </a:xfrm>
              </p:grpSpPr>
              <p:grpSp>
                <p:nvGrpSpPr>
                  <p:cNvPr id="157696" name="组合 157695"/>
                  <p:cNvGrpSpPr/>
                  <p:nvPr/>
                </p:nvGrpSpPr>
                <p:grpSpPr>
                  <a:xfrm>
                    <a:off x="912" y="2928"/>
                    <a:ext cx="1104" cy="144"/>
                    <a:chOff x="1872" y="2880"/>
                    <a:chExt cx="1104" cy="144"/>
                  </a:xfrm>
                </p:grpSpPr>
                <p:grpSp>
                  <p:nvGrpSpPr>
                    <p:cNvPr id="157697" name="组合 157696"/>
                    <p:cNvGrpSpPr/>
                    <p:nvPr/>
                  </p:nvGrpSpPr>
                  <p:grpSpPr>
                    <a:xfrm>
                      <a:off x="2016" y="2880"/>
                      <a:ext cx="960" cy="144"/>
                      <a:chOff x="336" y="2832"/>
                      <a:chExt cx="4992" cy="630"/>
                    </a:xfrm>
                  </p:grpSpPr>
                  <p:grpSp>
                    <p:nvGrpSpPr>
                      <p:cNvPr id="157698" name="组合 157697"/>
                      <p:cNvGrpSpPr/>
                      <p:nvPr/>
                    </p:nvGrpSpPr>
                    <p:grpSpPr>
                      <a:xfrm>
                        <a:off x="336" y="2832"/>
                        <a:ext cx="2496" cy="630"/>
                        <a:chOff x="1056" y="816"/>
                        <a:chExt cx="2496" cy="630"/>
                      </a:xfrm>
                    </p:grpSpPr>
                    <p:sp>
                      <p:nvSpPr>
                        <p:cNvPr id="157699" name="任意多边形 15769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700" name="组合 157699"/>
                        <p:cNvGrpSpPr/>
                        <p:nvPr/>
                      </p:nvGrpSpPr>
                      <p:grpSpPr>
                        <a:xfrm>
                          <a:off x="1056" y="816"/>
                          <a:ext cx="2016" cy="630"/>
                          <a:chOff x="1824" y="1968"/>
                          <a:chExt cx="685" cy="918"/>
                        </a:xfrm>
                      </p:grpSpPr>
                      <p:grpSp>
                        <p:nvGrpSpPr>
                          <p:cNvPr id="157701" name="组合 157700"/>
                          <p:cNvGrpSpPr/>
                          <p:nvPr/>
                        </p:nvGrpSpPr>
                        <p:grpSpPr>
                          <a:xfrm>
                            <a:off x="1824" y="1968"/>
                            <a:ext cx="343" cy="918"/>
                            <a:chOff x="2880" y="2112"/>
                            <a:chExt cx="2304" cy="2016"/>
                          </a:xfrm>
                        </p:grpSpPr>
                        <p:sp>
                          <p:nvSpPr>
                            <p:cNvPr id="157702" name="任意多边形 15770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03" name="任意多边形 15770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704" name="组合 157703"/>
                          <p:cNvGrpSpPr/>
                          <p:nvPr/>
                        </p:nvGrpSpPr>
                        <p:grpSpPr>
                          <a:xfrm>
                            <a:off x="2167" y="1968"/>
                            <a:ext cx="342" cy="918"/>
                            <a:chOff x="2880" y="2112"/>
                            <a:chExt cx="2304" cy="2016"/>
                          </a:xfrm>
                        </p:grpSpPr>
                        <p:sp>
                          <p:nvSpPr>
                            <p:cNvPr id="157705" name="任意多边形 15770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06" name="任意多边形 15770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707" name="组合 157706"/>
                      <p:cNvGrpSpPr/>
                      <p:nvPr/>
                    </p:nvGrpSpPr>
                    <p:grpSpPr>
                      <a:xfrm flipV="1">
                        <a:off x="2832" y="2832"/>
                        <a:ext cx="2496" cy="630"/>
                        <a:chOff x="1056" y="816"/>
                        <a:chExt cx="2496" cy="630"/>
                      </a:xfrm>
                    </p:grpSpPr>
                    <p:sp>
                      <p:nvSpPr>
                        <p:cNvPr id="157708" name="任意多边形 15770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709" name="组合 157708"/>
                        <p:cNvGrpSpPr/>
                        <p:nvPr/>
                      </p:nvGrpSpPr>
                      <p:grpSpPr>
                        <a:xfrm>
                          <a:off x="1056" y="816"/>
                          <a:ext cx="2016" cy="630"/>
                          <a:chOff x="1824" y="1968"/>
                          <a:chExt cx="685" cy="918"/>
                        </a:xfrm>
                      </p:grpSpPr>
                      <p:grpSp>
                        <p:nvGrpSpPr>
                          <p:cNvPr id="157710" name="组合 157709"/>
                          <p:cNvGrpSpPr/>
                          <p:nvPr/>
                        </p:nvGrpSpPr>
                        <p:grpSpPr>
                          <a:xfrm>
                            <a:off x="1824" y="1968"/>
                            <a:ext cx="343" cy="918"/>
                            <a:chOff x="2880" y="2112"/>
                            <a:chExt cx="2304" cy="2016"/>
                          </a:xfrm>
                        </p:grpSpPr>
                        <p:sp>
                          <p:nvSpPr>
                            <p:cNvPr id="157711" name="任意多边形 15771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12" name="任意多边形 15771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713" name="组合 157712"/>
                          <p:cNvGrpSpPr/>
                          <p:nvPr/>
                        </p:nvGrpSpPr>
                        <p:grpSpPr>
                          <a:xfrm>
                            <a:off x="2167" y="1968"/>
                            <a:ext cx="342" cy="918"/>
                            <a:chOff x="2880" y="2112"/>
                            <a:chExt cx="2304" cy="2016"/>
                          </a:xfrm>
                        </p:grpSpPr>
                        <p:sp>
                          <p:nvSpPr>
                            <p:cNvPr id="157714" name="任意多边形 15771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15" name="任意多边形 15771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716" name="直接连接符 15771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717" name="组合 157716"/>
                  <p:cNvGrpSpPr/>
                  <p:nvPr/>
                </p:nvGrpSpPr>
                <p:grpSpPr>
                  <a:xfrm>
                    <a:off x="912" y="3072"/>
                    <a:ext cx="1104" cy="144"/>
                    <a:chOff x="1872" y="2880"/>
                    <a:chExt cx="1104" cy="144"/>
                  </a:xfrm>
                </p:grpSpPr>
                <p:grpSp>
                  <p:nvGrpSpPr>
                    <p:cNvPr id="157718" name="组合 157717"/>
                    <p:cNvGrpSpPr/>
                    <p:nvPr/>
                  </p:nvGrpSpPr>
                  <p:grpSpPr>
                    <a:xfrm>
                      <a:off x="2016" y="2880"/>
                      <a:ext cx="960" cy="144"/>
                      <a:chOff x="336" y="2832"/>
                      <a:chExt cx="4992" cy="630"/>
                    </a:xfrm>
                  </p:grpSpPr>
                  <p:grpSp>
                    <p:nvGrpSpPr>
                      <p:cNvPr id="157719" name="组合 157718"/>
                      <p:cNvGrpSpPr/>
                      <p:nvPr/>
                    </p:nvGrpSpPr>
                    <p:grpSpPr>
                      <a:xfrm>
                        <a:off x="336" y="2832"/>
                        <a:ext cx="2496" cy="630"/>
                        <a:chOff x="1056" y="816"/>
                        <a:chExt cx="2496" cy="630"/>
                      </a:xfrm>
                    </p:grpSpPr>
                    <p:sp>
                      <p:nvSpPr>
                        <p:cNvPr id="157720" name="任意多边形 15771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721" name="组合 157720"/>
                        <p:cNvGrpSpPr/>
                        <p:nvPr/>
                      </p:nvGrpSpPr>
                      <p:grpSpPr>
                        <a:xfrm>
                          <a:off x="1056" y="816"/>
                          <a:ext cx="2016" cy="630"/>
                          <a:chOff x="1824" y="1968"/>
                          <a:chExt cx="685" cy="918"/>
                        </a:xfrm>
                      </p:grpSpPr>
                      <p:grpSp>
                        <p:nvGrpSpPr>
                          <p:cNvPr id="157722" name="组合 157721"/>
                          <p:cNvGrpSpPr/>
                          <p:nvPr/>
                        </p:nvGrpSpPr>
                        <p:grpSpPr>
                          <a:xfrm>
                            <a:off x="1824" y="1968"/>
                            <a:ext cx="343" cy="918"/>
                            <a:chOff x="2880" y="2112"/>
                            <a:chExt cx="2304" cy="2016"/>
                          </a:xfrm>
                        </p:grpSpPr>
                        <p:sp>
                          <p:nvSpPr>
                            <p:cNvPr id="157723" name="任意多边形 15772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24" name="任意多边形 15772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725" name="组合 157724"/>
                          <p:cNvGrpSpPr/>
                          <p:nvPr/>
                        </p:nvGrpSpPr>
                        <p:grpSpPr>
                          <a:xfrm>
                            <a:off x="2167" y="1968"/>
                            <a:ext cx="342" cy="918"/>
                            <a:chOff x="2880" y="2112"/>
                            <a:chExt cx="2304" cy="2016"/>
                          </a:xfrm>
                        </p:grpSpPr>
                        <p:sp>
                          <p:nvSpPr>
                            <p:cNvPr id="157726" name="任意多边形 15772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27" name="任意多边形 15772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728" name="组合 157727"/>
                      <p:cNvGrpSpPr/>
                      <p:nvPr/>
                    </p:nvGrpSpPr>
                    <p:grpSpPr>
                      <a:xfrm flipV="1">
                        <a:off x="2832" y="2832"/>
                        <a:ext cx="2496" cy="630"/>
                        <a:chOff x="1056" y="816"/>
                        <a:chExt cx="2496" cy="630"/>
                      </a:xfrm>
                    </p:grpSpPr>
                    <p:sp>
                      <p:nvSpPr>
                        <p:cNvPr id="157729" name="任意多边形 15772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730" name="组合 157729"/>
                        <p:cNvGrpSpPr/>
                        <p:nvPr/>
                      </p:nvGrpSpPr>
                      <p:grpSpPr>
                        <a:xfrm>
                          <a:off x="1056" y="816"/>
                          <a:ext cx="2016" cy="630"/>
                          <a:chOff x="1824" y="1968"/>
                          <a:chExt cx="685" cy="918"/>
                        </a:xfrm>
                      </p:grpSpPr>
                      <p:grpSp>
                        <p:nvGrpSpPr>
                          <p:cNvPr id="157731" name="组合 157730"/>
                          <p:cNvGrpSpPr/>
                          <p:nvPr/>
                        </p:nvGrpSpPr>
                        <p:grpSpPr>
                          <a:xfrm>
                            <a:off x="1824" y="1968"/>
                            <a:ext cx="343" cy="918"/>
                            <a:chOff x="2880" y="2112"/>
                            <a:chExt cx="2304" cy="2016"/>
                          </a:xfrm>
                        </p:grpSpPr>
                        <p:sp>
                          <p:nvSpPr>
                            <p:cNvPr id="157732" name="任意多边形 15773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33" name="任意多边形 15773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734" name="组合 157733"/>
                          <p:cNvGrpSpPr/>
                          <p:nvPr/>
                        </p:nvGrpSpPr>
                        <p:grpSpPr>
                          <a:xfrm>
                            <a:off x="2167" y="1968"/>
                            <a:ext cx="342" cy="918"/>
                            <a:chOff x="2880" y="2112"/>
                            <a:chExt cx="2304" cy="2016"/>
                          </a:xfrm>
                        </p:grpSpPr>
                        <p:sp>
                          <p:nvSpPr>
                            <p:cNvPr id="157735" name="任意多边形 15773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36" name="任意多边形 15773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737" name="直接连接符 15773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7738" name="组合 157737"/>
              <p:cNvGrpSpPr/>
              <p:nvPr/>
            </p:nvGrpSpPr>
            <p:grpSpPr>
              <a:xfrm>
                <a:off x="3888" y="3360"/>
                <a:ext cx="1104" cy="576"/>
                <a:chOff x="2352" y="3024"/>
                <a:chExt cx="1104" cy="576"/>
              </a:xfrm>
            </p:grpSpPr>
            <p:grpSp>
              <p:nvGrpSpPr>
                <p:cNvPr id="157739" name="组合 157738"/>
                <p:cNvGrpSpPr/>
                <p:nvPr/>
              </p:nvGrpSpPr>
              <p:grpSpPr>
                <a:xfrm flipH="1">
                  <a:off x="2352" y="3312"/>
                  <a:ext cx="1104" cy="288"/>
                  <a:chOff x="912" y="2928"/>
                  <a:chExt cx="1104" cy="288"/>
                </a:xfrm>
              </p:grpSpPr>
              <p:grpSp>
                <p:nvGrpSpPr>
                  <p:cNvPr id="157740" name="组合 157739"/>
                  <p:cNvGrpSpPr/>
                  <p:nvPr/>
                </p:nvGrpSpPr>
                <p:grpSpPr>
                  <a:xfrm>
                    <a:off x="912" y="2928"/>
                    <a:ext cx="1104" cy="144"/>
                    <a:chOff x="1872" y="2880"/>
                    <a:chExt cx="1104" cy="144"/>
                  </a:xfrm>
                </p:grpSpPr>
                <p:grpSp>
                  <p:nvGrpSpPr>
                    <p:cNvPr id="157741" name="组合 157740"/>
                    <p:cNvGrpSpPr/>
                    <p:nvPr/>
                  </p:nvGrpSpPr>
                  <p:grpSpPr>
                    <a:xfrm>
                      <a:off x="2016" y="2880"/>
                      <a:ext cx="960" cy="144"/>
                      <a:chOff x="336" y="2832"/>
                      <a:chExt cx="4992" cy="630"/>
                    </a:xfrm>
                  </p:grpSpPr>
                  <p:grpSp>
                    <p:nvGrpSpPr>
                      <p:cNvPr id="157742" name="组合 157741"/>
                      <p:cNvGrpSpPr/>
                      <p:nvPr/>
                    </p:nvGrpSpPr>
                    <p:grpSpPr>
                      <a:xfrm>
                        <a:off x="336" y="2832"/>
                        <a:ext cx="2496" cy="630"/>
                        <a:chOff x="1056" y="816"/>
                        <a:chExt cx="2496" cy="630"/>
                      </a:xfrm>
                    </p:grpSpPr>
                    <p:sp>
                      <p:nvSpPr>
                        <p:cNvPr id="157743" name="任意多边形 15774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744" name="组合 157743"/>
                        <p:cNvGrpSpPr/>
                        <p:nvPr/>
                      </p:nvGrpSpPr>
                      <p:grpSpPr>
                        <a:xfrm>
                          <a:off x="1056" y="816"/>
                          <a:ext cx="2016" cy="630"/>
                          <a:chOff x="1824" y="1968"/>
                          <a:chExt cx="685" cy="918"/>
                        </a:xfrm>
                      </p:grpSpPr>
                      <p:grpSp>
                        <p:nvGrpSpPr>
                          <p:cNvPr id="157745" name="组合 157744"/>
                          <p:cNvGrpSpPr/>
                          <p:nvPr/>
                        </p:nvGrpSpPr>
                        <p:grpSpPr>
                          <a:xfrm>
                            <a:off x="1824" y="1968"/>
                            <a:ext cx="343" cy="918"/>
                            <a:chOff x="2880" y="2112"/>
                            <a:chExt cx="2304" cy="2016"/>
                          </a:xfrm>
                        </p:grpSpPr>
                        <p:sp>
                          <p:nvSpPr>
                            <p:cNvPr id="157746" name="任意多边形 15774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47" name="任意多边形 15774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748" name="组合 157747"/>
                          <p:cNvGrpSpPr/>
                          <p:nvPr/>
                        </p:nvGrpSpPr>
                        <p:grpSpPr>
                          <a:xfrm>
                            <a:off x="2167" y="1968"/>
                            <a:ext cx="342" cy="918"/>
                            <a:chOff x="2880" y="2112"/>
                            <a:chExt cx="2304" cy="2016"/>
                          </a:xfrm>
                        </p:grpSpPr>
                        <p:sp>
                          <p:nvSpPr>
                            <p:cNvPr id="157749" name="任意多边形 15774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50" name="任意多边形 15774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751" name="组合 157750"/>
                      <p:cNvGrpSpPr/>
                      <p:nvPr/>
                    </p:nvGrpSpPr>
                    <p:grpSpPr>
                      <a:xfrm flipV="1">
                        <a:off x="2832" y="2832"/>
                        <a:ext cx="2496" cy="630"/>
                        <a:chOff x="1056" y="816"/>
                        <a:chExt cx="2496" cy="630"/>
                      </a:xfrm>
                    </p:grpSpPr>
                    <p:sp>
                      <p:nvSpPr>
                        <p:cNvPr id="157752" name="任意多边形 15775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753" name="组合 157752"/>
                        <p:cNvGrpSpPr/>
                        <p:nvPr/>
                      </p:nvGrpSpPr>
                      <p:grpSpPr>
                        <a:xfrm>
                          <a:off x="1056" y="816"/>
                          <a:ext cx="2016" cy="630"/>
                          <a:chOff x="1824" y="1968"/>
                          <a:chExt cx="685" cy="918"/>
                        </a:xfrm>
                      </p:grpSpPr>
                      <p:grpSp>
                        <p:nvGrpSpPr>
                          <p:cNvPr id="157754" name="组合 157753"/>
                          <p:cNvGrpSpPr/>
                          <p:nvPr/>
                        </p:nvGrpSpPr>
                        <p:grpSpPr>
                          <a:xfrm>
                            <a:off x="1824" y="1968"/>
                            <a:ext cx="343" cy="918"/>
                            <a:chOff x="2880" y="2112"/>
                            <a:chExt cx="2304" cy="2016"/>
                          </a:xfrm>
                        </p:grpSpPr>
                        <p:sp>
                          <p:nvSpPr>
                            <p:cNvPr id="157755" name="任意多边形 15775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56" name="任意多边形 15775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757" name="组合 157756"/>
                          <p:cNvGrpSpPr/>
                          <p:nvPr/>
                        </p:nvGrpSpPr>
                        <p:grpSpPr>
                          <a:xfrm>
                            <a:off x="2167" y="1968"/>
                            <a:ext cx="342" cy="918"/>
                            <a:chOff x="2880" y="2112"/>
                            <a:chExt cx="2304" cy="2016"/>
                          </a:xfrm>
                        </p:grpSpPr>
                        <p:sp>
                          <p:nvSpPr>
                            <p:cNvPr id="157758" name="任意多边形 15775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59" name="任意多边形 15775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760" name="直接连接符 15775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761" name="组合 157760"/>
                  <p:cNvGrpSpPr/>
                  <p:nvPr/>
                </p:nvGrpSpPr>
                <p:grpSpPr>
                  <a:xfrm>
                    <a:off x="912" y="3072"/>
                    <a:ext cx="1104" cy="144"/>
                    <a:chOff x="1872" y="2880"/>
                    <a:chExt cx="1104" cy="144"/>
                  </a:xfrm>
                </p:grpSpPr>
                <p:grpSp>
                  <p:nvGrpSpPr>
                    <p:cNvPr id="157762" name="组合 157761"/>
                    <p:cNvGrpSpPr/>
                    <p:nvPr/>
                  </p:nvGrpSpPr>
                  <p:grpSpPr>
                    <a:xfrm>
                      <a:off x="2016" y="2880"/>
                      <a:ext cx="960" cy="144"/>
                      <a:chOff x="336" y="2832"/>
                      <a:chExt cx="4992" cy="630"/>
                    </a:xfrm>
                  </p:grpSpPr>
                  <p:grpSp>
                    <p:nvGrpSpPr>
                      <p:cNvPr id="157763" name="组合 157762"/>
                      <p:cNvGrpSpPr/>
                      <p:nvPr/>
                    </p:nvGrpSpPr>
                    <p:grpSpPr>
                      <a:xfrm>
                        <a:off x="336" y="2832"/>
                        <a:ext cx="2496" cy="630"/>
                        <a:chOff x="1056" y="816"/>
                        <a:chExt cx="2496" cy="630"/>
                      </a:xfrm>
                    </p:grpSpPr>
                    <p:sp>
                      <p:nvSpPr>
                        <p:cNvPr id="157764" name="任意多边形 15776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765" name="组合 157764"/>
                        <p:cNvGrpSpPr/>
                        <p:nvPr/>
                      </p:nvGrpSpPr>
                      <p:grpSpPr>
                        <a:xfrm>
                          <a:off x="1056" y="816"/>
                          <a:ext cx="2016" cy="630"/>
                          <a:chOff x="1824" y="1968"/>
                          <a:chExt cx="685" cy="918"/>
                        </a:xfrm>
                      </p:grpSpPr>
                      <p:grpSp>
                        <p:nvGrpSpPr>
                          <p:cNvPr id="157766" name="组合 157765"/>
                          <p:cNvGrpSpPr/>
                          <p:nvPr/>
                        </p:nvGrpSpPr>
                        <p:grpSpPr>
                          <a:xfrm>
                            <a:off x="1824" y="1968"/>
                            <a:ext cx="343" cy="918"/>
                            <a:chOff x="2880" y="2112"/>
                            <a:chExt cx="2304" cy="2016"/>
                          </a:xfrm>
                        </p:grpSpPr>
                        <p:sp>
                          <p:nvSpPr>
                            <p:cNvPr id="157767" name="任意多边形 15776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68" name="任意多边形 15776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769" name="组合 157768"/>
                          <p:cNvGrpSpPr/>
                          <p:nvPr/>
                        </p:nvGrpSpPr>
                        <p:grpSpPr>
                          <a:xfrm>
                            <a:off x="2167" y="1968"/>
                            <a:ext cx="342" cy="918"/>
                            <a:chOff x="2880" y="2112"/>
                            <a:chExt cx="2304" cy="2016"/>
                          </a:xfrm>
                        </p:grpSpPr>
                        <p:sp>
                          <p:nvSpPr>
                            <p:cNvPr id="157770" name="任意多边形 15776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71" name="任意多边形 15777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772" name="组合 157771"/>
                      <p:cNvGrpSpPr/>
                      <p:nvPr/>
                    </p:nvGrpSpPr>
                    <p:grpSpPr>
                      <a:xfrm flipV="1">
                        <a:off x="2832" y="2832"/>
                        <a:ext cx="2496" cy="630"/>
                        <a:chOff x="1056" y="816"/>
                        <a:chExt cx="2496" cy="630"/>
                      </a:xfrm>
                    </p:grpSpPr>
                    <p:sp>
                      <p:nvSpPr>
                        <p:cNvPr id="157773" name="任意多边形 15777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774" name="组合 157773"/>
                        <p:cNvGrpSpPr/>
                        <p:nvPr/>
                      </p:nvGrpSpPr>
                      <p:grpSpPr>
                        <a:xfrm>
                          <a:off x="1056" y="816"/>
                          <a:ext cx="2016" cy="630"/>
                          <a:chOff x="1824" y="1968"/>
                          <a:chExt cx="685" cy="918"/>
                        </a:xfrm>
                      </p:grpSpPr>
                      <p:grpSp>
                        <p:nvGrpSpPr>
                          <p:cNvPr id="157775" name="组合 157774"/>
                          <p:cNvGrpSpPr/>
                          <p:nvPr/>
                        </p:nvGrpSpPr>
                        <p:grpSpPr>
                          <a:xfrm>
                            <a:off x="1824" y="1968"/>
                            <a:ext cx="343" cy="918"/>
                            <a:chOff x="2880" y="2112"/>
                            <a:chExt cx="2304" cy="2016"/>
                          </a:xfrm>
                        </p:grpSpPr>
                        <p:sp>
                          <p:nvSpPr>
                            <p:cNvPr id="157776" name="任意多边形 15777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77" name="任意多边形 15777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778" name="组合 157777"/>
                          <p:cNvGrpSpPr/>
                          <p:nvPr/>
                        </p:nvGrpSpPr>
                        <p:grpSpPr>
                          <a:xfrm>
                            <a:off x="2167" y="1968"/>
                            <a:ext cx="342" cy="918"/>
                            <a:chOff x="2880" y="2112"/>
                            <a:chExt cx="2304" cy="2016"/>
                          </a:xfrm>
                        </p:grpSpPr>
                        <p:sp>
                          <p:nvSpPr>
                            <p:cNvPr id="157779" name="任意多边形 15777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80" name="任意多边形 15777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781" name="直接连接符 15778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7782" name="组合 157781"/>
                <p:cNvGrpSpPr/>
                <p:nvPr/>
              </p:nvGrpSpPr>
              <p:grpSpPr>
                <a:xfrm flipH="1">
                  <a:off x="2352" y="3024"/>
                  <a:ext cx="1104" cy="288"/>
                  <a:chOff x="912" y="2928"/>
                  <a:chExt cx="1104" cy="288"/>
                </a:xfrm>
              </p:grpSpPr>
              <p:grpSp>
                <p:nvGrpSpPr>
                  <p:cNvPr id="157783" name="组合 157782"/>
                  <p:cNvGrpSpPr/>
                  <p:nvPr/>
                </p:nvGrpSpPr>
                <p:grpSpPr>
                  <a:xfrm>
                    <a:off x="912" y="2928"/>
                    <a:ext cx="1104" cy="144"/>
                    <a:chOff x="1872" y="2880"/>
                    <a:chExt cx="1104" cy="144"/>
                  </a:xfrm>
                </p:grpSpPr>
                <p:grpSp>
                  <p:nvGrpSpPr>
                    <p:cNvPr id="157784" name="组合 157783"/>
                    <p:cNvGrpSpPr/>
                    <p:nvPr/>
                  </p:nvGrpSpPr>
                  <p:grpSpPr>
                    <a:xfrm>
                      <a:off x="2016" y="2880"/>
                      <a:ext cx="960" cy="144"/>
                      <a:chOff x="336" y="2832"/>
                      <a:chExt cx="4992" cy="630"/>
                    </a:xfrm>
                  </p:grpSpPr>
                  <p:grpSp>
                    <p:nvGrpSpPr>
                      <p:cNvPr id="157785" name="组合 157784"/>
                      <p:cNvGrpSpPr/>
                      <p:nvPr/>
                    </p:nvGrpSpPr>
                    <p:grpSpPr>
                      <a:xfrm>
                        <a:off x="336" y="2832"/>
                        <a:ext cx="2496" cy="630"/>
                        <a:chOff x="1056" y="816"/>
                        <a:chExt cx="2496" cy="630"/>
                      </a:xfrm>
                    </p:grpSpPr>
                    <p:sp>
                      <p:nvSpPr>
                        <p:cNvPr id="157786" name="任意多边形 15778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787" name="组合 157786"/>
                        <p:cNvGrpSpPr/>
                        <p:nvPr/>
                      </p:nvGrpSpPr>
                      <p:grpSpPr>
                        <a:xfrm>
                          <a:off x="1056" y="816"/>
                          <a:ext cx="2016" cy="630"/>
                          <a:chOff x="1824" y="1968"/>
                          <a:chExt cx="685" cy="918"/>
                        </a:xfrm>
                      </p:grpSpPr>
                      <p:grpSp>
                        <p:nvGrpSpPr>
                          <p:cNvPr id="157788" name="组合 157787"/>
                          <p:cNvGrpSpPr/>
                          <p:nvPr/>
                        </p:nvGrpSpPr>
                        <p:grpSpPr>
                          <a:xfrm>
                            <a:off x="1824" y="1968"/>
                            <a:ext cx="343" cy="918"/>
                            <a:chOff x="2880" y="2112"/>
                            <a:chExt cx="2304" cy="2016"/>
                          </a:xfrm>
                        </p:grpSpPr>
                        <p:sp>
                          <p:nvSpPr>
                            <p:cNvPr id="157789" name="任意多边形 15778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90" name="任意多边形 15778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791" name="组合 157790"/>
                          <p:cNvGrpSpPr/>
                          <p:nvPr/>
                        </p:nvGrpSpPr>
                        <p:grpSpPr>
                          <a:xfrm>
                            <a:off x="2167" y="1968"/>
                            <a:ext cx="342" cy="918"/>
                            <a:chOff x="2880" y="2112"/>
                            <a:chExt cx="2304" cy="2016"/>
                          </a:xfrm>
                        </p:grpSpPr>
                        <p:sp>
                          <p:nvSpPr>
                            <p:cNvPr id="157792" name="任意多边形 15779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93" name="任意多边形 15779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794" name="组合 157793"/>
                      <p:cNvGrpSpPr/>
                      <p:nvPr/>
                    </p:nvGrpSpPr>
                    <p:grpSpPr>
                      <a:xfrm flipV="1">
                        <a:off x="2832" y="2832"/>
                        <a:ext cx="2496" cy="630"/>
                        <a:chOff x="1056" y="816"/>
                        <a:chExt cx="2496" cy="630"/>
                      </a:xfrm>
                    </p:grpSpPr>
                    <p:sp>
                      <p:nvSpPr>
                        <p:cNvPr id="157795" name="任意多边形 15779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796" name="组合 157795"/>
                        <p:cNvGrpSpPr/>
                        <p:nvPr/>
                      </p:nvGrpSpPr>
                      <p:grpSpPr>
                        <a:xfrm>
                          <a:off x="1056" y="816"/>
                          <a:ext cx="2016" cy="630"/>
                          <a:chOff x="1824" y="1968"/>
                          <a:chExt cx="685" cy="918"/>
                        </a:xfrm>
                      </p:grpSpPr>
                      <p:grpSp>
                        <p:nvGrpSpPr>
                          <p:cNvPr id="157797" name="组合 157796"/>
                          <p:cNvGrpSpPr/>
                          <p:nvPr/>
                        </p:nvGrpSpPr>
                        <p:grpSpPr>
                          <a:xfrm>
                            <a:off x="1824" y="1968"/>
                            <a:ext cx="343" cy="918"/>
                            <a:chOff x="2880" y="2112"/>
                            <a:chExt cx="2304" cy="2016"/>
                          </a:xfrm>
                        </p:grpSpPr>
                        <p:sp>
                          <p:nvSpPr>
                            <p:cNvPr id="157798" name="任意多边形 15779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799" name="任意多边形 15779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800" name="组合 157799"/>
                          <p:cNvGrpSpPr/>
                          <p:nvPr/>
                        </p:nvGrpSpPr>
                        <p:grpSpPr>
                          <a:xfrm>
                            <a:off x="2167" y="1968"/>
                            <a:ext cx="342" cy="918"/>
                            <a:chOff x="2880" y="2112"/>
                            <a:chExt cx="2304" cy="2016"/>
                          </a:xfrm>
                        </p:grpSpPr>
                        <p:sp>
                          <p:nvSpPr>
                            <p:cNvPr id="157801" name="任意多边形 15780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02" name="任意多边形 15780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803" name="直接连接符 15780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804" name="组合 157803"/>
                  <p:cNvGrpSpPr/>
                  <p:nvPr/>
                </p:nvGrpSpPr>
                <p:grpSpPr>
                  <a:xfrm>
                    <a:off x="912" y="3072"/>
                    <a:ext cx="1104" cy="144"/>
                    <a:chOff x="1872" y="2880"/>
                    <a:chExt cx="1104" cy="144"/>
                  </a:xfrm>
                </p:grpSpPr>
                <p:grpSp>
                  <p:nvGrpSpPr>
                    <p:cNvPr id="157805" name="组合 157804"/>
                    <p:cNvGrpSpPr/>
                    <p:nvPr/>
                  </p:nvGrpSpPr>
                  <p:grpSpPr>
                    <a:xfrm>
                      <a:off x="2016" y="2880"/>
                      <a:ext cx="960" cy="144"/>
                      <a:chOff x="336" y="2832"/>
                      <a:chExt cx="4992" cy="630"/>
                    </a:xfrm>
                  </p:grpSpPr>
                  <p:grpSp>
                    <p:nvGrpSpPr>
                      <p:cNvPr id="157806" name="组合 157805"/>
                      <p:cNvGrpSpPr/>
                      <p:nvPr/>
                    </p:nvGrpSpPr>
                    <p:grpSpPr>
                      <a:xfrm>
                        <a:off x="336" y="2832"/>
                        <a:ext cx="2496" cy="630"/>
                        <a:chOff x="1056" y="816"/>
                        <a:chExt cx="2496" cy="630"/>
                      </a:xfrm>
                    </p:grpSpPr>
                    <p:sp>
                      <p:nvSpPr>
                        <p:cNvPr id="157807" name="任意多边形 15780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808" name="组合 157807"/>
                        <p:cNvGrpSpPr/>
                        <p:nvPr/>
                      </p:nvGrpSpPr>
                      <p:grpSpPr>
                        <a:xfrm>
                          <a:off x="1056" y="816"/>
                          <a:ext cx="2016" cy="630"/>
                          <a:chOff x="1824" y="1968"/>
                          <a:chExt cx="685" cy="918"/>
                        </a:xfrm>
                      </p:grpSpPr>
                      <p:grpSp>
                        <p:nvGrpSpPr>
                          <p:cNvPr id="157809" name="组合 157808"/>
                          <p:cNvGrpSpPr/>
                          <p:nvPr/>
                        </p:nvGrpSpPr>
                        <p:grpSpPr>
                          <a:xfrm>
                            <a:off x="1824" y="1968"/>
                            <a:ext cx="343" cy="918"/>
                            <a:chOff x="2880" y="2112"/>
                            <a:chExt cx="2304" cy="2016"/>
                          </a:xfrm>
                        </p:grpSpPr>
                        <p:sp>
                          <p:nvSpPr>
                            <p:cNvPr id="157810" name="任意多边形 15780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11" name="任意多边形 15781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812" name="组合 157811"/>
                          <p:cNvGrpSpPr/>
                          <p:nvPr/>
                        </p:nvGrpSpPr>
                        <p:grpSpPr>
                          <a:xfrm>
                            <a:off x="2167" y="1968"/>
                            <a:ext cx="342" cy="918"/>
                            <a:chOff x="2880" y="2112"/>
                            <a:chExt cx="2304" cy="2016"/>
                          </a:xfrm>
                        </p:grpSpPr>
                        <p:sp>
                          <p:nvSpPr>
                            <p:cNvPr id="157813" name="任意多边形 15781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14" name="任意多边形 15781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815" name="组合 157814"/>
                      <p:cNvGrpSpPr/>
                      <p:nvPr/>
                    </p:nvGrpSpPr>
                    <p:grpSpPr>
                      <a:xfrm flipV="1">
                        <a:off x="2832" y="2832"/>
                        <a:ext cx="2496" cy="630"/>
                        <a:chOff x="1056" y="816"/>
                        <a:chExt cx="2496" cy="630"/>
                      </a:xfrm>
                    </p:grpSpPr>
                    <p:sp>
                      <p:nvSpPr>
                        <p:cNvPr id="157816" name="任意多边形 15781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817" name="组合 157816"/>
                        <p:cNvGrpSpPr/>
                        <p:nvPr/>
                      </p:nvGrpSpPr>
                      <p:grpSpPr>
                        <a:xfrm>
                          <a:off x="1056" y="816"/>
                          <a:ext cx="2016" cy="630"/>
                          <a:chOff x="1824" y="1968"/>
                          <a:chExt cx="685" cy="918"/>
                        </a:xfrm>
                      </p:grpSpPr>
                      <p:grpSp>
                        <p:nvGrpSpPr>
                          <p:cNvPr id="157818" name="组合 157817"/>
                          <p:cNvGrpSpPr/>
                          <p:nvPr/>
                        </p:nvGrpSpPr>
                        <p:grpSpPr>
                          <a:xfrm>
                            <a:off x="1824" y="1968"/>
                            <a:ext cx="343" cy="918"/>
                            <a:chOff x="2880" y="2112"/>
                            <a:chExt cx="2304" cy="2016"/>
                          </a:xfrm>
                        </p:grpSpPr>
                        <p:sp>
                          <p:nvSpPr>
                            <p:cNvPr id="157819" name="任意多边形 15781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20" name="任意多边形 15781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821" name="组合 157820"/>
                          <p:cNvGrpSpPr/>
                          <p:nvPr/>
                        </p:nvGrpSpPr>
                        <p:grpSpPr>
                          <a:xfrm>
                            <a:off x="2167" y="1968"/>
                            <a:ext cx="342" cy="918"/>
                            <a:chOff x="2880" y="2112"/>
                            <a:chExt cx="2304" cy="2016"/>
                          </a:xfrm>
                        </p:grpSpPr>
                        <p:sp>
                          <p:nvSpPr>
                            <p:cNvPr id="157822" name="任意多边形 15782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23" name="任意多边形 15782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824" name="直接连接符 15782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57825" name="组合 157824"/>
            <p:cNvGrpSpPr/>
            <p:nvPr/>
          </p:nvGrpSpPr>
          <p:grpSpPr>
            <a:xfrm>
              <a:off x="3072" y="3552"/>
              <a:ext cx="1104" cy="768"/>
              <a:chOff x="3888" y="2784"/>
              <a:chExt cx="1104" cy="1152"/>
            </a:xfrm>
          </p:grpSpPr>
          <p:grpSp>
            <p:nvGrpSpPr>
              <p:cNvPr id="157826" name="组合 157825"/>
              <p:cNvGrpSpPr/>
              <p:nvPr/>
            </p:nvGrpSpPr>
            <p:grpSpPr>
              <a:xfrm>
                <a:off x="3888" y="2784"/>
                <a:ext cx="1104" cy="576"/>
                <a:chOff x="2352" y="3024"/>
                <a:chExt cx="1104" cy="576"/>
              </a:xfrm>
            </p:grpSpPr>
            <p:grpSp>
              <p:nvGrpSpPr>
                <p:cNvPr id="157827" name="组合 157826"/>
                <p:cNvGrpSpPr/>
                <p:nvPr/>
              </p:nvGrpSpPr>
              <p:grpSpPr>
                <a:xfrm flipH="1">
                  <a:off x="2352" y="3312"/>
                  <a:ext cx="1104" cy="288"/>
                  <a:chOff x="912" y="2928"/>
                  <a:chExt cx="1104" cy="288"/>
                </a:xfrm>
              </p:grpSpPr>
              <p:grpSp>
                <p:nvGrpSpPr>
                  <p:cNvPr id="157828" name="组合 157827"/>
                  <p:cNvGrpSpPr/>
                  <p:nvPr/>
                </p:nvGrpSpPr>
                <p:grpSpPr>
                  <a:xfrm>
                    <a:off x="912" y="2928"/>
                    <a:ext cx="1104" cy="144"/>
                    <a:chOff x="1872" y="2880"/>
                    <a:chExt cx="1104" cy="144"/>
                  </a:xfrm>
                </p:grpSpPr>
                <p:grpSp>
                  <p:nvGrpSpPr>
                    <p:cNvPr id="157829" name="组合 157828"/>
                    <p:cNvGrpSpPr/>
                    <p:nvPr/>
                  </p:nvGrpSpPr>
                  <p:grpSpPr>
                    <a:xfrm>
                      <a:off x="2016" y="2880"/>
                      <a:ext cx="960" cy="144"/>
                      <a:chOff x="336" y="2832"/>
                      <a:chExt cx="4992" cy="630"/>
                    </a:xfrm>
                  </p:grpSpPr>
                  <p:grpSp>
                    <p:nvGrpSpPr>
                      <p:cNvPr id="157830" name="组合 157829"/>
                      <p:cNvGrpSpPr/>
                      <p:nvPr/>
                    </p:nvGrpSpPr>
                    <p:grpSpPr>
                      <a:xfrm>
                        <a:off x="336" y="2832"/>
                        <a:ext cx="2496" cy="630"/>
                        <a:chOff x="1056" y="816"/>
                        <a:chExt cx="2496" cy="630"/>
                      </a:xfrm>
                    </p:grpSpPr>
                    <p:sp>
                      <p:nvSpPr>
                        <p:cNvPr id="157831" name="任意多边形 15783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832" name="组合 157831"/>
                        <p:cNvGrpSpPr/>
                        <p:nvPr/>
                      </p:nvGrpSpPr>
                      <p:grpSpPr>
                        <a:xfrm>
                          <a:off x="1056" y="816"/>
                          <a:ext cx="2016" cy="630"/>
                          <a:chOff x="1824" y="1968"/>
                          <a:chExt cx="685" cy="918"/>
                        </a:xfrm>
                      </p:grpSpPr>
                      <p:grpSp>
                        <p:nvGrpSpPr>
                          <p:cNvPr id="157833" name="组合 157832"/>
                          <p:cNvGrpSpPr/>
                          <p:nvPr/>
                        </p:nvGrpSpPr>
                        <p:grpSpPr>
                          <a:xfrm>
                            <a:off x="1824" y="1968"/>
                            <a:ext cx="343" cy="918"/>
                            <a:chOff x="2880" y="2112"/>
                            <a:chExt cx="2304" cy="2016"/>
                          </a:xfrm>
                        </p:grpSpPr>
                        <p:sp>
                          <p:nvSpPr>
                            <p:cNvPr id="157834" name="任意多边形 15783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35" name="任意多边形 15783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836" name="组合 157835"/>
                          <p:cNvGrpSpPr/>
                          <p:nvPr/>
                        </p:nvGrpSpPr>
                        <p:grpSpPr>
                          <a:xfrm>
                            <a:off x="2167" y="1968"/>
                            <a:ext cx="342" cy="918"/>
                            <a:chOff x="2880" y="2112"/>
                            <a:chExt cx="2304" cy="2016"/>
                          </a:xfrm>
                        </p:grpSpPr>
                        <p:sp>
                          <p:nvSpPr>
                            <p:cNvPr id="157837" name="任意多边形 15783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38" name="任意多边形 15783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839" name="组合 157838"/>
                      <p:cNvGrpSpPr/>
                      <p:nvPr/>
                    </p:nvGrpSpPr>
                    <p:grpSpPr>
                      <a:xfrm flipV="1">
                        <a:off x="2832" y="2832"/>
                        <a:ext cx="2496" cy="630"/>
                        <a:chOff x="1056" y="816"/>
                        <a:chExt cx="2496" cy="630"/>
                      </a:xfrm>
                    </p:grpSpPr>
                    <p:sp>
                      <p:nvSpPr>
                        <p:cNvPr id="157840" name="任意多边形 15783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841" name="组合 157840"/>
                        <p:cNvGrpSpPr/>
                        <p:nvPr/>
                      </p:nvGrpSpPr>
                      <p:grpSpPr>
                        <a:xfrm>
                          <a:off x="1056" y="816"/>
                          <a:ext cx="2016" cy="630"/>
                          <a:chOff x="1824" y="1968"/>
                          <a:chExt cx="685" cy="918"/>
                        </a:xfrm>
                      </p:grpSpPr>
                      <p:grpSp>
                        <p:nvGrpSpPr>
                          <p:cNvPr id="157842" name="组合 157841"/>
                          <p:cNvGrpSpPr/>
                          <p:nvPr/>
                        </p:nvGrpSpPr>
                        <p:grpSpPr>
                          <a:xfrm>
                            <a:off x="1824" y="1968"/>
                            <a:ext cx="343" cy="918"/>
                            <a:chOff x="2880" y="2112"/>
                            <a:chExt cx="2304" cy="2016"/>
                          </a:xfrm>
                        </p:grpSpPr>
                        <p:sp>
                          <p:nvSpPr>
                            <p:cNvPr id="157843" name="任意多边形 15784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44" name="任意多边形 15784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845" name="组合 157844"/>
                          <p:cNvGrpSpPr/>
                          <p:nvPr/>
                        </p:nvGrpSpPr>
                        <p:grpSpPr>
                          <a:xfrm>
                            <a:off x="2167" y="1968"/>
                            <a:ext cx="342" cy="918"/>
                            <a:chOff x="2880" y="2112"/>
                            <a:chExt cx="2304" cy="2016"/>
                          </a:xfrm>
                        </p:grpSpPr>
                        <p:sp>
                          <p:nvSpPr>
                            <p:cNvPr id="157846" name="任意多边形 15784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47" name="任意多边形 15784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848" name="直接连接符 15784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849" name="组合 157848"/>
                  <p:cNvGrpSpPr/>
                  <p:nvPr/>
                </p:nvGrpSpPr>
                <p:grpSpPr>
                  <a:xfrm>
                    <a:off x="912" y="3072"/>
                    <a:ext cx="1104" cy="144"/>
                    <a:chOff x="1872" y="2880"/>
                    <a:chExt cx="1104" cy="144"/>
                  </a:xfrm>
                </p:grpSpPr>
                <p:grpSp>
                  <p:nvGrpSpPr>
                    <p:cNvPr id="157850" name="组合 157849"/>
                    <p:cNvGrpSpPr/>
                    <p:nvPr/>
                  </p:nvGrpSpPr>
                  <p:grpSpPr>
                    <a:xfrm>
                      <a:off x="2016" y="2880"/>
                      <a:ext cx="960" cy="144"/>
                      <a:chOff x="336" y="2832"/>
                      <a:chExt cx="4992" cy="630"/>
                    </a:xfrm>
                  </p:grpSpPr>
                  <p:grpSp>
                    <p:nvGrpSpPr>
                      <p:cNvPr id="157851" name="组合 157850"/>
                      <p:cNvGrpSpPr/>
                      <p:nvPr/>
                    </p:nvGrpSpPr>
                    <p:grpSpPr>
                      <a:xfrm>
                        <a:off x="336" y="2832"/>
                        <a:ext cx="2496" cy="630"/>
                        <a:chOff x="1056" y="816"/>
                        <a:chExt cx="2496" cy="630"/>
                      </a:xfrm>
                    </p:grpSpPr>
                    <p:sp>
                      <p:nvSpPr>
                        <p:cNvPr id="157852" name="任意多边形 15785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853" name="组合 157852"/>
                        <p:cNvGrpSpPr/>
                        <p:nvPr/>
                      </p:nvGrpSpPr>
                      <p:grpSpPr>
                        <a:xfrm>
                          <a:off x="1056" y="816"/>
                          <a:ext cx="2016" cy="630"/>
                          <a:chOff x="1824" y="1968"/>
                          <a:chExt cx="685" cy="918"/>
                        </a:xfrm>
                      </p:grpSpPr>
                      <p:grpSp>
                        <p:nvGrpSpPr>
                          <p:cNvPr id="157854" name="组合 157853"/>
                          <p:cNvGrpSpPr/>
                          <p:nvPr/>
                        </p:nvGrpSpPr>
                        <p:grpSpPr>
                          <a:xfrm>
                            <a:off x="1824" y="1968"/>
                            <a:ext cx="343" cy="918"/>
                            <a:chOff x="2880" y="2112"/>
                            <a:chExt cx="2304" cy="2016"/>
                          </a:xfrm>
                        </p:grpSpPr>
                        <p:sp>
                          <p:nvSpPr>
                            <p:cNvPr id="157855" name="任意多边形 15785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56" name="任意多边形 15785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857" name="组合 157856"/>
                          <p:cNvGrpSpPr/>
                          <p:nvPr/>
                        </p:nvGrpSpPr>
                        <p:grpSpPr>
                          <a:xfrm>
                            <a:off x="2167" y="1968"/>
                            <a:ext cx="342" cy="918"/>
                            <a:chOff x="2880" y="2112"/>
                            <a:chExt cx="2304" cy="2016"/>
                          </a:xfrm>
                        </p:grpSpPr>
                        <p:sp>
                          <p:nvSpPr>
                            <p:cNvPr id="157858" name="任意多边形 15785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59" name="任意多边形 15785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860" name="组合 157859"/>
                      <p:cNvGrpSpPr/>
                      <p:nvPr/>
                    </p:nvGrpSpPr>
                    <p:grpSpPr>
                      <a:xfrm flipV="1">
                        <a:off x="2832" y="2832"/>
                        <a:ext cx="2496" cy="630"/>
                        <a:chOff x="1056" y="816"/>
                        <a:chExt cx="2496" cy="630"/>
                      </a:xfrm>
                    </p:grpSpPr>
                    <p:sp>
                      <p:nvSpPr>
                        <p:cNvPr id="157861" name="任意多边形 15786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862" name="组合 157861"/>
                        <p:cNvGrpSpPr/>
                        <p:nvPr/>
                      </p:nvGrpSpPr>
                      <p:grpSpPr>
                        <a:xfrm>
                          <a:off x="1056" y="816"/>
                          <a:ext cx="2016" cy="630"/>
                          <a:chOff x="1824" y="1968"/>
                          <a:chExt cx="685" cy="918"/>
                        </a:xfrm>
                      </p:grpSpPr>
                      <p:grpSp>
                        <p:nvGrpSpPr>
                          <p:cNvPr id="157863" name="组合 157862"/>
                          <p:cNvGrpSpPr/>
                          <p:nvPr/>
                        </p:nvGrpSpPr>
                        <p:grpSpPr>
                          <a:xfrm>
                            <a:off x="1824" y="1968"/>
                            <a:ext cx="343" cy="918"/>
                            <a:chOff x="2880" y="2112"/>
                            <a:chExt cx="2304" cy="2016"/>
                          </a:xfrm>
                        </p:grpSpPr>
                        <p:sp>
                          <p:nvSpPr>
                            <p:cNvPr id="157864" name="任意多边形 15786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65" name="任意多边形 15786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866" name="组合 157865"/>
                          <p:cNvGrpSpPr/>
                          <p:nvPr/>
                        </p:nvGrpSpPr>
                        <p:grpSpPr>
                          <a:xfrm>
                            <a:off x="2167" y="1968"/>
                            <a:ext cx="342" cy="918"/>
                            <a:chOff x="2880" y="2112"/>
                            <a:chExt cx="2304" cy="2016"/>
                          </a:xfrm>
                        </p:grpSpPr>
                        <p:sp>
                          <p:nvSpPr>
                            <p:cNvPr id="157867" name="任意多边形 15786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68" name="任意多边形 15786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869" name="直接连接符 15786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7870" name="组合 157869"/>
                <p:cNvGrpSpPr/>
                <p:nvPr/>
              </p:nvGrpSpPr>
              <p:grpSpPr>
                <a:xfrm flipH="1">
                  <a:off x="2352" y="3024"/>
                  <a:ext cx="1104" cy="288"/>
                  <a:chOff x="912" y="2928"/>
                  <a:chExt cx="1104" cy="288"/>
                </a:xfrm>
              </p:grpSpPr>
              <p:grpSp>
                <p:nvGrpSpPr>
                  <p:cNvPr id="157871" name="组合 157870"/>
                  <p:cNvGrpSpPr/>
                  <p:nvPr/>
                </p:nvGrpSpPr>
                <p:grpSpPr>
                  <a:xfrm>
                    <a:off x="912" y="2928"/>
                    <a:ext cx="1104" cy="144"/>
                    <a:chOff x="1872" y="2880"/>
                    <a:chExt cx="1104" cy="144"/>
                  </a:xfrm>
                </p:grpSpPr>
                <p:grpSp>
                  <p:nvGrpSpPr>
                    <p:cNvPr id="157872" name="组合 157871"/>
                    <p:cNvGrpSpPr/>
                    <p:nvPr/>
                  </p:nvGrpSpPr>
                  <p:grpSpPr>
                    <a:xfrm>
                      <a:off x="2016" y="2880"/>
                      <a:ext cx="960" cy="144"/>
                      <a:chOff x="336" y="2832"/>
                      <a:chExt cx="4992" cy="630"/>
                    </a:xfrm>
                  </p:grpSpPr>
                  <p:grpSp>
                    <p:nvGrpSpPr>
                      <p:cNvPr id="157873" name="组合 157872"/>
                      <p:cNvGrpSpPr/>
                      <p:nvPr/>
                    </p:nvGrpSpPr>
                    <p:grpSpPr>
                      <a:xfrm>
                        <a:off x="336" y="2832"/>
                        <a:ext cx="2496" cy="630"/>
                        <a:chOff x="1056" y="816"/>
                        <a:chExt cx="2496" cy="630"/>
                      </a:xfrm>
                    </p:grpSpPr>
                    <p:sp>
                      <p:nvSpPr>
                        <p:cNvPr id="157874" name="任意多边形 15787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875" name="组合 157874"/>
                        <p:cNvGrpSpPr/>
                        <p:nvPr/>
                      </p:nvGrpSpPr>
                      <p:grpSpPr>
                        <a:xfrm>
                          <a:off x="1056" y="816"/>
                          <a:ext cx="2016" cy="630"/>
                          <a:chOff x="1824" y="1968"/>
                          <a:chExt cx="685" cy="918"/>
                        </a:xfrm>
                      </p:grpSpPr>
                      <p:grpSp>
                        <p:nvGrpSpPr>
                          <p:cNvPr id="157876" name="组合 157875"/>
                          <p:cNvGrpSpPr/>
                          <p:nvPr/>
                        </p:nvGrpSpPr>
                        <p:grpSpPr>
                          <a:xfrm>
                            <a:off x="1824" y="1968"/>
                            <a:ext cx="343" cy="918"/>
                            <a:chOff x="2880" y="2112"/>
                            <a:chExt cx="2304" cy="2016"/>
                          </a:xfrm>
                        </p:grpSpPr>
                        <p:sp>
                          <p:nvSpPr>
                            <p:cNvPr id="157877" name="任意多边形 15787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78" name="任意多边形 15787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879" name="组合 157878"/>
                          <p:cNvGrpSpPr/>
                          <p:nvPr/>
                        </p:nvGrpSpPr>
                        <p:grpSpPr>
                          <a:xfrm>
                            <a:off x="2167" y="1968"/>
                            <a:ext cx="342" cy="918"/>
                            <a:chOff x="2880" y="2112"/>
                            <a:chExt cx="2304" cy="2016"/>
                          </a:xfrm>
                        </p:grpSpPr>
                        <p:sp>
                          <p:nvSpPr>
                            <p:cNvPr id="157880" name="任意多边形 15787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81" name="任意多边形 15788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882" name="组合 157881"/>
                      <p:cNvGrpSpPr/>
                      <p:nvPr/>
                    </p:nvGrpSpPr>
                    <p:grpSpPr>
                      <a:xfrm flipV="1">
                        <a:off x="2832" y="2832"/>
                        <a:ext cx="2496" cy="630"/>
                        <a:chOff x="1056" y="816"/>
                        <a:chExt cx="2496" cy="630"/>
                      </a:xfrm>
                    </p:grpSpPr>
                    <p:sp>
                      <p:nvSpPr>
                        <p:cNvPr id="157883" name="任意多边形 15788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884" name="组合 157883"/>
                        <p:cNvGrpSpPr/>
                        <p:nvPr/>
                      </p:nvGrpSpPr>
                      <p:grpSpPr>
                        <a:xfrm>
                          <a:off x="1056" y="816"/>
                          <a:ext cx="2016" cy="630"/>
                          <a:chOff x="1824" y="1968"/>
                          <a:chExt cx="685" cy="918"/>
                        </a:xfrm>
                      </p:grpSpPr>
                      <p:grpSp>
                        <p:nvGrpSpPr>
                          <p:cNvPr id="157885" name="组合 157884"/>
                          <p:cNvGrpSpPr/>
                          <p:nvPr/>
                        </p:nvGrpSpPr>
                        <p:grpSpPr>
                          <a:xfrm>
                            <a:off x="1824" y="1968"/>
                            <a:ext cx="343" cy="918"/>
                            <a:chOff x="2880" y="2112"/>
                            <a:chExt cx="2304" cy="2016"/>
                          </a:xfrm>
                        </p:grpSpPr>
                        <p:sp>
                          <p:nvSpPr>
                            <p:cNvPr id="157886" name="任意多边形 15788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87" name="任意多边形 15788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888" name="组合 157887"/>
                          <p:cNvGrpSpPr/>
                          <p:nvPr/>
                        </p:nvGrpSpPr>
                        <p:grpSpPr>
                          <a:xfrm>
                            <a:off x="2167" y="1968"/>
                            <a:ext cx="342" cy="918"/>
                            <a:chOff x="2880" y="2112"/>
                            <a:chExt cx="2304" cy="2016"/>
                          </a:xfrm>
                        </p:grpSpPr>
                        <p:sp>
                          <p:nvSpPr>
                            <p:cNvPr id="157889" name="任意多边形 15788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90" name="任意多边形 15788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891" name="直接连接符 15789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892" name="组合 157891"/>
                  <p:cNvGrpSpPr/>
                  <p:nvPr/>
                </p:nvGrpSpPr>
                <p:grpSpPr>
                  <a:xfrm>
                    <a:off x="912" y="3072"/>
                    <a:ext cx="1104" cy="144"/>
                    <a:chOff x="1872" y="2880"/>
                    <a:chExt cx="1104" cy="144"/>
                  </a:xfrm>
                </p:grpSpPr>
                <p:grpSp>
                  <p:nvGrpSpPr>
                    <p:cNvPr id="157893" name="组合 157892"/>
                    <p:cNvGrpSpPr/>
                    <p:nvPr/>
                  </p:nvGrpSpPr>
                  <p:grpSpPr>
                    <a:xfrm>
                      <a:off x="2016" y="2880"/>
                      <a:ext cx="960" cy="144"/>
                      <a:chOff x="336" y="2832"/>
                      <a:chExt cx="4992" cy="630"/>
                    </a:xfrm>
                  </p:grpSpPr>
                  <p:grpSp>
                    <p:nvGrpSpPr>
                      <p:cNvPr id="157894" name="组合 157893"/>
                      <p:cNvGrpSpPr/>
                      <p:nvPr/>
                    </p:nvGrpSpPr>
                    <p:grpSpPr>
                      <a:xfrm>
                        <a:off x="336" y="2832"/>
                        <a:ext cx="2496" cy="630"/>
                        <a:chOff x="1056" y="816"/>
                        <a:chExt cx="2496" cy="630"/>
                      </a:xfrm>
                    </p:grpSpPr>
                    <p:sp>
                      <p:nvSpPr>
                        <p:cNvPr id="157895" name="任意多边形 15789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896" name="组合 157895"/>
                        <p:cNvGrpSpPr/>
                        <p:nvPr/>
                      </p:nvGrpSpPr>
                      <p:grpSpPr>
                        <a:xfrm>
                          <a:off x="1056" y="816"/>
                          <a:ext cx="2016" cy="630"/>
                          <a:chOff x="1824" y="1968"/>
                          <a:chExt cx="685" cy="918"/>
                        </a:xfrm>
                      </p:grpSpPr>
                      <p:grpSp>
                        <p:nvGrpSpPr>
                          <p:cNvPr id="157897" name="组合 157896"/>
                          <p:cNvGrpSpPr/>
                          <p:nvPr/>
                        </p:nvGrpSpPr>
                        <p:grpSpPr>
                          <a:xfrm>
                            <a:off x="1824" y="1968"/>
                            <a:ext cx="343" cy="918"/>
                            <a:chOff x="2880" y="2112"/>
                            <a:chExt cx="2304" cy="2016"/>
                          </a:xfrm>
                        </p:grpSpPr>
                        <p:sp>
                          <p:nvSpPr>
                            <p:cNvPr id="157898" name="任意多边形 15789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899" name="任意多边形 15789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900" name="组合 157899"/>
                          <p:cNvGrpSpPr/>
                          <p:nvPr/>
                        </p:nvGrpSpPr>
                        <p:grpSpPr>
                          <a:xfrm>
                            <a:off x="2167" y="1968"/>
                            <a:ext cx="342" cy="918"/>
                            <a:chOff x="2880" y="2112"/>
                            <a:chExt cx="2304" cy="2016"/>
                          </a:xfrm>
                        </p:grpSpPr>
                        <p:sp>
                          <p:nvSpPr>
                            <p:cNvPr id="157901" name="任意多边形 15790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02" name="任意多边形 15790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903" name="组合 157902"/>
                      <p:cNvGrpSpPr/>
                      <p:nvPr/>
                    </p:nvGrpSpPr>
                    <p:grpSpPr>
                      <a:xfrm flipV="1">
                        <a:off x="2832" y="2832"/>
                        <a:ext cx="2496" cy="630"/>
                        <a:chOff x="1056" y="816"/>
                        <a:chExt cx="2496" cy="630"/>
                      </a:xfrm>
                    </p:grpSpPr>
                    <p:sp>
                      <p:nvSpPr>
                        <p:cNvPr id="157904" name="任意多边形 15790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905" name="组合 157904"/>
                        <p:cNvGrpSpPr/>
                        <p:nvPr/>
                      </p:nvGrpSpPr>
                      <p:grpSpPr>
                        <a:xfrm>
                          <a:off x="1056" y="816"/>
                          <a:ext cx="2016" cy="630"/>
                          <a:chOff x="1824" y="1968"/>
                          <a:chExt cx="685" cy="918"/>
                        </a:xfrm>
                      </p:grpSpPr>
                      <p:grpSp>
                        <p:nvGrpSpPr>
                          <p:cNvPr id="157906" name="组合 157905"/>
                          <p:cNvGrpSpPr/>
                          <p:nvPr/>
                        </p:nvGrpSpPr>
                        <p:grpSpPr>
                          <a:xfrm>
                            <a:off x="1824" y="1968"/>
                            <a:ext cx="343" cy="918"/>
                            <a:chOff x="2880" y="2112"/>
                            <a:chExt cx="2304" cy="2016"/>
                          </a:xfrm>
                        </p:grpSpPr>
                        <p:sp>
                          <p:nvSpPr>
                            <p:cNvPr id="157907" name="任意多边形 15790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08" name="任意多边形 15790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909" name="组合 157908"/>
                          <p:cNvGrpSpPr/>
                          <p:nvPr/>
                        </p:nvGrpSpPr>
                        <p:grpSpPr>
                          <a:xfrm>
                            <a:off x="2167" y="1968"/>
                            <a:ext cx="342" cy="918"/>
                            <a:chOff x="2880" y="2112"/>
                            <a:chExt cx="2304" cy="2016"/>
                          </a:xfrm>
                        </p:grpSpPr>
                        <p:sp>
                          <p:nvSpPr>
                            <p:cNvPr id="157910" name="任意多边形 15790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11" name="任意多边形 15791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912" name="直接连接符 15791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7913" name="组合 157912"/>
              <p:cNvGrpSpPr/>
              <p:nvPr/>
            </p:nvGrpSpPr>
            <p:grpSpPr>
              <a:xfrm>
                <a:off x="3888" y="3360"/>
                <a:ext cx="1104" cy="576"/>
                <a:chOff x="2352" y="3024"/>
                <a:chExt cx="1104" cy="576"/>
              </a:xfrm>
            </p:grpSpPr>
            <p:grpSp>
              <p:nvGrpSpPr>
                <p:cNvPr id="157914" name="组合 157913"/>
                <p:cNvGrpSpPr/>
                <p:nvPr/>
              </p:nvGrpSpPr>
              <p:grpSpPr>
                <a:xfrm flipH="1">
                  <a:off x="2352" y="3312"/>
                  <a:ext cx="1104" cy="288"/>
                  <a:chOff x="912" y="2928"/>
                  <a:chExt cx="1104" cy="288"/>
                </a:xfrm>
              </p:grpSpPr>
              <p:grpSp>
                <p:nvGrpSpPr>
                  <p:cNvPr id="157915" name="组合 157914"/>
                  <p:cNvGrpSpPr/>
                  <p:nvPr/>
                </p:nvGrpSpPr>
                <p:grpSpPr>
                  <a:xfrm>
                    <a:off x="912" y="2928"/>
                    <a:ext cx="1104" cy="144"/>
                    <a:chOff x="1872" y="2880"/>
                    <a:chExt cx="1104" cy="144"/>
                  </a:xfrm>
                </p:grpSpPr>
                <p:grpSp>
                  <p:nvGrpSpPr>
                    <p:cNvPr id="157916" name="组合 157915"/>
                    <p:cNvGrpSpPr/>
                    <p:nvPr/>
                  </p:nvGrpSpPr>
                  <p:grpSpPr>
                    <a:xfrm>
                      <a:off x="2016" y="2880"/>
                      <a:ext cx="960" cy="144"/>
                      <a:chOff x="336" y="2832"/>
                      <a:chExt cx="4992" cy="630"/>
                    </a:xfrm>
                  </p:grpSpPr>
                  <p:grpSp>
                    <p:nvGrpSpPr>
                      <p:cNvPr id="157917" name="组合 157916"/>
                      <p:cNvGrpSpPr/>
                      <p:nvPr/>
                    </p:nvGrpSpPr>
                    <p:grpSpPr>
                      <a:xfrm>
                        <a:off x="336" y="2832"/>
                        <a:ext cx="2496" cy="630"/>
                        <a:chOff x="1056" y="816"/>
                        <a:chExt cx="2496" cy="630"/>
                      </a:xfrm>
                    </p:grpSpPr>
                    <p:sp>
                      <p:nvSpPr>
                        <p:cNvPr id="157918" name="任意多边形 15791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919" name="组合 157918"/>
                        <p:cNvGrpSpPr/>
                        <p:nvPr/>
                      </p:nvGrpSpPr>
                      <p:grpSpPr>
                        <a:xfrm>
                          <a:off x="1056" y="816"/>
                          <a:ext cx="2016" cy="630"/>
                          <a:chOff x="1824" y="1968"/>
                          <a:chExt cx="685" cy="918"/>
                        </a:xfrm>
                      </p:grpSpPr>
                      <p:grpSp>
                        <p:nvGrpSpPr>
                          <p:cNvPr id="157920" name="组合 157919"/>
                          <p:cNvGrpSpPr/>
                          <p:nvPr/>
                        </p:nvGrpSpPr>
                        <p:grpSpPr>
                          <a:xfrm>
                            <a:off x="1824" y="1968"/>
                            <a:ext cx="343" cy="918"/>
                            <a:chOff x="2880" y="2112"/>
                            <a:chExt cx="2304" cy="2016"/>
                          </a:xfrm>
                        </p:grpSpPr>
                        <p:sp>
                          <p:nvSpPr>
                            <p:cNvPr id="157921" name="任意多边形 15792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22" name="任意多边形 15792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923" name="组合 157922"/>
                          <p:cNvGrpSpPr/>
                          <p:nvPr/>
                        </p:nvGrpSpPr>
                        <p:grpSpPr>
                          <a:xfrm>
                            <a:off x="2167" y="1968"/>
                            <a:ext cx="342" cy="918"/>
                            <a:chOff x="2880" y="2112"/>
                            <a:chExt cx="2304" cy="2016"/>
                          </a:xfrm>
                        </p:grpSpPr>
                        <p:sp>
                          <p:nvSpPr>
                            <p:cNvPr id="157924" name="任意多边形 15792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25" name="任意多边形 15792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926" name="组合 157925"/>
                      <p:cNvGrpSpPr/>
                      <p:nvPr/>
                    </p:nvGrpSpPr>
                    <p:grpSpPr>
                      <a:xfrm flipV="1">
                        <a:off x="2832" y="2832"/>
                        <a:ext cx="2496" cy="630"/>
                        <a:chOff x="1056" y="816"/>
                        <a:chExt cx="2496" cy="630"/>
                      </a:xfrm>
                    </p:grpSpPr>
                    <p:sp>
                      <p:nvSpPr>
                        <p:cNvPr id="157927" name="任意多边形 15792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928" name="组合 157927"/>
                        <p:cNvGrpSpPr/>
                        <p:nvPr/>
                      </p:nvGrpSpPr>
                      <p:grpSpPr>
                        <a:xfrm>
                          <a:off x="1056" y="816"/>
                          <a:ext cx="2016" cy="630"/>
                          <a:chOff x="1824" y="1968"/>
                          <a:chExt cx="685" cy="918"/>
                        </a:xfrm>
                      </p:grpSpPr>
                      <p:grpSp>
                        <p:nvGrpSpPr>
                          <p:cNvPr id="157929" name="组合 157928"/>
                          <p:cNvGrpSpPr/>
                          <p:nvPr/>
                        </p:nvGrpSpPr>
                        <p:grpSpPr>
                          <a:xfrm>
                            <a:off x="1824" y="1968"/>
                            <a:ext cx="343" cy="918"/>
                            <a:chOff x="2880" y="2112"/>
                            <a:chExt cx="2304" cy="2016"/>
                          </a:xfrm>
                        </p:grpSpPr>
                        <p:sp>
                          <p:nvSpPr>
                            <p:cNvPr id="157930" name="任意多边形 15792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31" name="任意多边形 15793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932" name="组合 157931"/>
                          <p:cNvGrpSpPr/>
                          <p:nvPr/>
                        </p:nvGrpSpPr>
                        <p:grpSpPr>
                          <a:xfrm>
                            <a:off x="2167" y="1968"/>
                            <a:ext cx="342" cy="918"/>
                            <a:chOff x="2880" y="2112"/>
                            <a:chExt cx="2304" cy="2016"/>
                          </a:xfrm>
                        </p:grpSpPr>
                        <p:sp>
                          <p:nvSpPr>
                            <p:cNvPr id="157933" name="任意多边形 15793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34" name="任意多边形 15793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935" name="直接连接符 15793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936" name="组合 157935"/>
                  <p:cNvGrpSpPr/>
                  <p:nvPr/>
                </p:nvGrpSpPr>
                <p:grpSpPr>
                  <a:xfrm>
                    <a:off x="912" y="3072"/>
                    <a:ext cx="1104" cy="144"/>
                    <a:chOff x="1872" y="2880"/>
                    <a:chExt cx="1104" cy="144"/>
                  </a:xfrm>
                </p:grpSpPr>
                <p:grpSp>
                  <p:nvGrpSpPr>
                    <p:cNvPr id="157937" name="组合 157936"/>
                    <p:cNvGrpSpPr/>
                    <p:nvPr/>
                  </p:nvGrpSpPr>
                  <p:grpSpPr>
                    <a:xfrm>
                      <a:off x="2016" y="2880"/>
                      <a:ext cx="960" cy="144"/>
                      <a:chOff x="336" y="2832"/>
                      <a:chExt cx="4992" cy="630"/>
                    </a:xfrm>
                  </p:grpSpPr>
                  <p:grpSp>
                    <p:nvGrpSpPr>
                      <p:cNvPr id="157938" name="组合 157937"/>
                      <p:cNvGrpSpPr/>
                      <p:nvPr/>
                    </p:nvGrpSpPr>
                    <p:grpSpPr>
                      <a:xfrm>
                        <a:off x="336" y="2832"/>
                        <a:ext cx="2496" cy="630"/>
                        <a:chOff x="1056" y="816"/>
                        <a:chExt cx="2496" cy="630"/>
                      </a:xfrm>
                    </p:grpSpPr>
                    <p:sp>
                      <p:nvSpPr>
                        <p:cNvPr id="157939" name="任意多边形 15793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940" name="组合 157939"/>
                        <p:cNvGrpSpPr/>
                        <p:nvPr/>
                      </p:nvGrpSpPr>
                      <p:grpSpPr>
                        <a:xfrm>
                          <a:off x="1056" y="816"/>
                          <a:ext cx="2016" cy="630"/>
                          <a:chOff x="1824" y="1968"/>
                          <a:chExt cx="685" cy="918"/>
                        </a:xfrm>
                      </p:grpSpPr>
                      <p:grpSp>
                        <p:nvGrpSpPr>
                          <p:cNvPr id="157941" name="组合 157940"/>
                          <p:cNvGrpSpPr/>
                          <p:nvPr/>
                        </p:nvGrpSpPr>
                        <p:grpSpPr>
                          <a:xfrm>
                            <a:off x="1824" y="1968"/>
                            <a:ext cx="343" cy="918"/>
                            <a:chOff x="2880" y="2112"/>
                            <a:chExt cx="2304" cy="2016"/>
                          </a:xfrm>
                        </p:grpSpPr>
                        <p:sp>
                          <p:nvSpPr>
                            <p:cNvPr id="157942" name="任意多边形 15794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43" name="任意多边形 15794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944" name="组合 157943"/>
                          <p:cNvGrpSpPr/>
                          <p:nvPr/>
                        </p:nvGrpSpPr>
                        <p:grpSpPr>
                          <a:xfrm>
                            <a:off x="2167" y="1968"/>
                            <a:ext cx="342" cy="918"/>
                            <a:chOff x="2880" y="2112"/>
                            <a:chExt cx="2304" cy="2016"/>
                          </a:xfrm>
                        </p:grpSpPr>
                        <p:sp>
                          <p:nvSpPr>
                            <p:cNvPr id="157945" name="任意多边形 15794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46" name="任意多边形 15794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947" name="组合 157946"/>
                      <p:cNvGrpSpPr/>
                      <p:nvPr/>
                    </p:nvGrpSpPr>
                    <p:grpSpPr>
                      <a:xfrm flipV="1">
                        <a:off x="2832" y="2832"/>
                        <a:ext cx="2496" cy="630"/>
                        <a:chOff x="1056" y="816"/>
                        <a:chExt cx="2496" cy="630"/>
                      </a:xfrm>
                    </p:grpSpPr>
                    <p:sp>
                      <p:nvSpPr>
                        <p:cNvPr id="157948" name="任意多边形 15794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949" name="组合 157948"/>
                        <p:cNvGrpSpPr/>
                        <p:nvPr/>
                      </p:nvGrpSpPr>
                      <p:grpSpPr>
                        <a:xfrm>
                          <a:off x="1056" y="816"/>
                          <a:ext cx="2016" cy="630"/>
                          <a:chOff x="1824" y="1968"/>
                          <a:chExt cx="685" cy="918"/>
                        </a:xfrm>
                      </p:grpSpPr>
                      <p:grpSp>
                        <p:nvGrpSpPr>
                          <p:cNvPr id="157950" name="组合 157949"/>
                          <p:cNvGrpSpPr/>
                          <p:nvPr/>
                        </p:nvGrpSpPr>
                        <p:grpSpPr>
                          <a:xfrm>
                            <a:off x="1824" y="1968"/>
                            <a:ext cx="343" cy="918"/>
                            <a:chOff x="2880" y="2112"/>
                            <a:chExt cx="2304" cy="2016"/>
                          </a:xfrm>
                        </p:grpSpPr>
                        <p:sp>
                          <p:nvSpPr>
                            <p:cNvPr id="157951" name="任意多边形 15795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52" name="任意多边形 15795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953" name="组合 157952"/>
                          <p:cNvGrpSpPr/>
                          <p:nvPr/>
                        </p:nvGrpSpPr>
                        <p:grpSpPr>
                          <a:xfrm>
                            <a:off x="2167" y="1968"/>
                            <a:ext cx="342" cy="918"/>
                            <a:chOff x="2880" y="2112"/>
                            <a:chExt cx="2304" cy="2016"/>
                          </a:xfrm>
                        </p:grpSpPr>
                        <p:sp>
                          <p:nvSpPr>
                            <p:cNvPr id="157954" name="任意多边形 15795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55" name="任意多边形 15795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956" name="直接连接符 15795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7957" name="组合 157956"/>
                <p:cNvGrpSpPr/>
                <p:nvPr/>
              </p:nvGrpSpPr>
              <p:grpSpPr>
                <a:xfrm flipH="1">
                  <a:off x="2352" y="3024"/>
                  <a:ext cx="1104" cy="288"/>
                  <a:chOff x="912" y="2928"/>
                  <a:chExt cx="1104" cy="288"/>
                </a:xfrm>
              </p:grpSpPr>
              <p:grpSp>
                <p:nvGrpSpPr>
                  <p:cNvPr id="157958" name="组合 157957"/>
                  <p:cNvGrpSpPr/>
                  <p:nvPr/>
                </p:nvGrpSpPr>
                <p:grpSpPr>
                  <a:xfrm>
                    <a:off x="912" y="2928"/>
                    <a:ext cx="1104" cy="144"/>
                    <a:chOff x="1872" y="2880"/>
                    <a:chExt cx="1104" cy="144"/>
                  </a:xfrm>
                </p:grpSpPr>
                <p:grpSp>
                  <p:nvGrpSpPr>
                    <p:cNvPr id="157959" name="组合 157958"/>
                    <p:cNvGrpSpPr/>
                    <p:nvPr/>
                  </p:nvGrpSpPr>
                  <p:grpSpPr>
                    <a:xfrm>
                      <a:off x="2016" y="2880"/>
                      <a:ext cx="960" cy="144"/>
                      <a:chOff x="336" y="2832"/>
                      <a:chExt cx="4992" cy="630"/>
                    </a:xfrm>
                  </p:grpSpPr>
                  <p:grpSp>
                    <p:nvGrpSpPr>
                      <p:cNvPr id="157960" name="组合 157959"/>
                      <p:cNvGrpSpPr/>
                      <p:nvPr/>
                    </p:nvGrpSpPr>
                    <p:grpSpPr>
                      <a:xfrm>
                        <a:off x="336" y="2832"/>
                        <a:ext cx="2496" cy="630"/>
                        <a:chOff x="1056" y="816"/>
                        <a:chExt cx="2496" cy="630"/>
                      </a:xfrm>
                    </p:grpSpPr>
                    <p:sp>
                      <p:nvSpPr>
                        <p:cNvPr id="157961" name="任意多边形 15796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962" name="组合 157961"/>
                        <p:cNvGrpSpPr/>
                        <p:nvPr/>
                      </p:nvGrpSpPr>
                      <p:grpSpPr>
                        <a:xfrm>
                          <a:off x="1056" y="816"/>
                          <a:ext cx="2016" cy="630"/>
                          <a:chOff x="1824" y="1968"/>
                          <a:chExt cx="685" cy="918"/>
                        </a:xfrm>
                      </p:grpSpPr>
                      <p:grpSp>
                        <p:nvGrpSpPr>
                          <p:cNvPr id="157963" name="组合 157962"/>
                          <p:cNvGrpSpPr/>
                          <p:nvPr/>
                        </p:nvGrpSpPr>
                        <p:grpSpPr>
                          <a:xfrm>
                            <a:off x="1824" y="1968"/>
                            <a:ext cx="343" cy="918"/>
                            <a:chOff x="2880" y="2112"/>
                            <a:chExt cx="2304" cy="2016"/>
                          </a:xfrm>
                        </p:grpSpPr>
                        <p:sp>
                          <p:nvSpPr>
                            <p:cNvPr id="157964" name="任意多边形 15796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65" name="任意多边形 15796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966" name="组合 157965"/>
                          <p:cNvGrpSpPr/>
                          <p:nvPr/>
                        </p:nvGrpSpPr>
                        <p:grpSpPr>
                          <a:xfrm>
                            <a:off x="2167" y="1968"/>
                            <a:ext cx="342" cy="918"/>
                            <a:chOff x="2880" y="2112"/>
                            <a:chExt cx="2304" cy="2016"/>
                          </a:xfrm>
                        </p:grpSpPr>
                        <p:sp>
                          <p:nvSpPr>
                            <p:cNvPr id="157967" name="任意多边形 15796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68" name="任意多边形 15796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969" name="组合 157968"/>
                      <p:cNvGrpSpPr/>
                      <p:nvPr/>
                    </p:nvGrpSpPr>
                    <p:grpSpPr>
                      <a:xfrm flipV="1">
                        <a:off x="2832" y="2832"/>
                        <a:ext cx="2496" cy="630"/>
                        <a:chOff x="1056" y="816"/>
                        <a:chExt cx="2496" cy="630"/>
                      </a:xfrm>
                    </p:grpSpPr>
                    <p:sp>
                      <p:nvSpPr>
                        <p:cNvPr id="157970" name="任意多边形 15796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971" name="组合 157970"/>
                        <p:cNvGrpSpPr/>
                        <p:nvPr/>
                      </p:nvGrpSpPr>
                      <p:grpSpPr>
                        <a:xfrm>
                          <a:off x="1056" y="816"/>
                          <a:ext cx="2016" cy="630"/>
                          <a:chOff x="1824" y="1968"/>
                          <a:chExt cx="685" cy="918"/>
                        </a:xfrm>
                      </p:grpSpPr>
                      <p:grpSp>
                        <p:nvGrpSpPr>
                          <p:cNvPr id="157972" name="组合 157971"/>
                          <p:cNvGrpSpPr/>
                          <p:nvPr/>
                        </p:nvGrpSpPr>
                        <p:grpSpPr>
                          <a:xfrm>
                            <a:off x="1824" y="1968"/>
                            <a:ext cx="343" cy="918"/>
                            <a:chOff x="2880" y="2112"/>
                            <a:chExt cx="2304" cy="2016"/>
                          </a:xfrm>
                        </p:grpSpPr>
                        <p:sp>
                          <p:nvSpPr>
                            <p:cNvPr id="157973" name="任意多边形 15797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74" name="任意多边形 15797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975" name="组合 157974"/>
                          <p:cNvGrpSpPr/>
                          <p:nvPr/>
                        </p:nvGrpSpPr>
                        <p:grpSpPr>
                          <a:xfrm>
                            <a:off x="2167" y="1968"/>
                            <a:ext cx="342" cy="918"/>
                            <a:chOff x="2880" y="2112"/>
                            <a:chExt cx="2304" cy="2016"/>
                          </a:xfrm>
                        </p:grpSpPr>
                        <p:sp>
                          <p:nvSpPr>
                            <p:cNvPr id="157976" name="任意多边形 15797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77" name="任意多边形 15797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978" name="直接连接符 15797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7979" name="组合 157978"/>
                  <p:cNvGrpSpPr/>
                  <p:nvPr/>
                </p:nvGrpSpPr>
                <p:grpSpPr>
                  <a:xfrm>
                    <a:off x="912" y="3072"/>
                    <a:ext cx="1104" cy="144"/>
                    <a:chOff x="1872" y="2880"/>
                    <a:chExt cx="1104" cy="144"/>
                  </a:xfrm>
                </p:grpSpPr>
                <p:grpSp>
                  <p:nvGrpSpPr>
                    <p:cNvPr id="157980" name="组合 157979"/>
                    <p:cNvGrpSpPr/>
                    <p:nvPr/>
                  </p:nvGrpSpPr>
                  <p:grpSpPr>
                    <a:xfrm>
                      <a:off x="2016" y="2880"/>
                      <a:ext cx="960" cy="144"/>
                      <a:chOff x="336" y="2832"/>
                      <a:chExt cx="4992" cy="630"/>
                    </a:xfrm>
                  </p:grpSpPr>
                  <p:grpSp>
                    <p:nvGrpSpPr>
                      <p:cNvPr id="157981" name="组合 157980"/>
                      <p:cNvGrpSpPr/>
                      <p:nvPr/>
                    </p:nvGrpSpPr>
                    <p:grpSpPr>
                      <a:xfrm>
                        <a:off x="336" y="2832"/>
                        <a:ext cx="2496" cy="630"/>
                        <a:chOff x="1056" y="816"/>
                        <a:chExt cx="2496" cy="630"/>
                      </a:xfrm>
                    </p:grpSpPr>
                    <p:sp>
                      <p:nvSpPr>
                        <p:cNvPr id="157982" name="任意多边形 15798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983" name="组合 157982"/>
                        <p:cNvGrpSpPr/>
                        <p:nvPr/>
                      </p:nvGrpSpPr>
                      <p:grpSpPr>
                        <a:xfrm>
                          <a:off x="1056" y="816"/>
                          <a:ext cx="2016" cy="630"/>
                          <a:chOff x="1824" y="1968"/>
                          <a:chExt cx="685" cy="918"/>
                        </a:xfrm>
                      </p:grpSpPr>
                      <p:grpSp>
                        <p:nvGrpSpPr>
                          <p:cNvPr id="157984" name="组合 157983"/>
                          <p:cNvGrpSpPr/>
                          <p:nvPr/>
                        </p:nvGrpSpPr>
                        <p:grpSpPr>
                          <a:xfrm>
                            <a:off x="1824" y="1968"/>
                            <a:ext cx="343" cy="918"/>
                            <a:chOff x="2880" y="2112"/>
                            <a:chExt cx="2304" cy="2016"/>
                          </a:xfrm>
                        </p:grpSpPr>
                        <p:sp>
                          <p:nvSpPr>
                            <p:cNvPr id="157985" name="任意多边形 15798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86" name="任意多边形 15798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987" name="组合 157986"/>
                          <p:cNvGrpSpPr/>
                          <p:nvPr/>
                        </p:nvGrpSpPr>
                        <p:grpSpPr>
                          <a:xfrm>
                            <a:off x="2167" y="1968"/>
                            <a:ext cx="342" cy="918"/>
                            <a:chOff x="2880" y="2112"/>
                            <a:chExt cx="2304" cy="2016"/>
                          </a:xfrm>
                        </p:grpSpPr>
                        <p:sp>
                          <p:nvSpPr>
                            <p:cNvPr id="157988" name="任意多边形 15798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89" name="任意多边形 15798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7990" name="组合 157989"/>
                      <p:cNvGrpSpPr/>
                      <p:nvPr/>
                    </p:nvGrpSpPr>
                    <p:grpSpPr>
                      <a:xfrm flipV="1">
                        <a:off x="2832" y="2832"/>
                        <a:ext cx="2496" cy="630"/>
                        <a:chOff x="1056" y="816"/>
                        <a:chExt cx="2496" cy="630"/>
                      </a:xfrm>
                    </p:grpSpPr>
                    <p:sp>
                      <p:nvSpPr>
                        <p:cNvPr id="157991" name="任意多边形 15799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7992" name="组合 157991"/>
                        <p:cNvGrpSpPr/>
                        <p:nvPr/>
                      </p:nvGrpSpPr>
                      <p:grpSpPr>
                        <a:xfrm>
                          <a:off x="1056" y="816"/>
                          <a:ext cx="2016" cy="630"/>
                          <a:chOff x="1824" y="1968"/>
                          <a:chExt cx="685" cy="918"/>
                        </a:xfrm>
                      </p:grpSpPr>
                      <p:grpSp>
                        <p:nvGrpSpPr>
                          <p:cNvPr id="157993" name="组合 157992"/>
                          <p:cNvGrpSpPr/>
                          <p:nvPr/>
                        </p:nvGrpSpPr>
                        <p:grpSpPr>
                          <a:xfrm>
                            <a:off x="1824" y="1968"/>
                            <a:ext cx="343" cy="918"/>
                            <a:chOff x="2880" y="2112"/>
                            <a:chExt cx="2304" cy="2016"/>
                          </a:xfrm>
                        </p:grpSpPr>
                        <p:sp>
                          <p:nvSpPr>
                            <p:cNvPr id="157994" name="任意多边形 15799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95" name="任意多边形 15799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7996" name="组合 157995"/>
                          <p:cNvGrpSpPr/>
                          <p:nvPr/>
                        </p:nvGrpSpPr>
                        <p:grpSpPr>
                          <a:xfrm>
                            <a:off x="2167" y="1968"/>
                            <a:ext cx="342" cy="918"/>
                            <a:chOff x="2880" y="2112"/>
                            <a:chExt cx="2304" cy="2016"/>
                          </a:xfrm>
                        </p:grpSpPr>
                        <p:sp>
                          <p:nvSpPr>
                            <p:cNvPr id="157997" name="任意多边形 15799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7998" name="任意多边形 15799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7999" name="直接连接符 15799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grpSp>
        <p:nvGrpSpPr>
          <p:cNvPr id="158000" name="组合 157999"/>
          <p:cNvGrpSpPr/>
          <p:nvPr/>
        </p:nvGrpSpPr>
        <p:grpSpPr>
          <a:xfrm>
            <a:off x="5860415" y="3972878"/>
            <a:ext cx="3467100" cy="1371600"/>
            <a:chOff x="2904" y="3024"/>
            <a:chExt cx="2184" cy="816"/>
          </a:xfrm>
        </p:grpSpPr>
        <p:grpSp>
          <p:nvGrpSpPr>
            <p:cNvPr id="158001" name="组合 158000"/>
            <p:cNvGrpSpPr/>
            <p:nvPr/>
          </p:nvGrpSpPr>
          <p:grpSpPr>
            <a:xfrm>
              <a:off x="2904" y="3024"/>
              <a:ext cx="1092" cy="435"/>
              <a:chOff x="3888" y="2784"/>
              <a:chExt cx="1104" cy="1152"/>
            </a:xfrm>
          </p:grpSpPr>
          <p:grpSp>
            <p:nvGrpSpPr>
              <p:cNvPr id="158002" name="组合 158001"/>
              <p:cNvGrpSpPr/>
              <p:nvPr/>
            </p:nvGrpSpPr>
            <p:grpSpPr>
              <a:xfrm>
                <a:off x="3888" y="2784"/>
                <a:ext cx="1104" cy="576"/>
                <a:chOff x="2352" y="3024"/>
                <a:chExt cx="1104" cy="576"/>
              </a:xfrm>
            </p:grpSpPr>
            <p:grpSp>
              <p:nvGrpSpPr>
                <p:cNvPr id="158003" name="组合 158002"/>
                <p:cNvGrpSpPr/>
                <p:nvPr/>
              </p:nvGrpSpPr>
              <p:grpSpPr>
                <a:xfrm flipH="1">
                  <a:off x="2352" y="3312"/>
                  <a:ext cx="1104" cy="288"/>
                  <a:chOff x="912" y="2928"/>
                  <a:chExt cx="1104" cy="288"/>
                </a:xfrm>
              </p:grpSpPr>
              <p:grpSp>
                <p:nvGrpSpPr>
                  <p:cNvPr id="158004" name="组合 158003"/>
                  <p:cNvGrpSpPr/>
                  <p:nvPr/>
                </p:nvGrpSpPr>
                <p:grpSpPr>
                  <a:xfrm>
                    <a:off x="912" y="2928"/>
                    <a:ext cx="1104" cy="144"/>
                    <a:chOff x="1872" y="2880"/>
                    <a:chExt cx="1104" cy="144"/>
                  </a:xfrm>
                </p:grpSpPr>
                <p:grpSp>
                  <p:nvGrpSpPr>
                    <p:cNvPr id="158005" name="组合 158004"/>
                    <p:cNvGrpSpPr/>
                    <p:nvPr/>
                  </p:nvGrpSpPr>
                  <p:grpSpPr>
                    <a:xfrm>
                      <a:off x="2016" y="2880"/>
                      <a:ext cx="960" cy="144"/>
                      <a:chOff x="336" y="2832"/>
                      <a:chExt cx="4992" cy="630"/>
                    </a:xfrm>
                  </p:grpSpPr>
                  <p:grpSp>
                    <p:nvGrpSpPr>
                      <p:cNvPr id="158006" name="组合 158005"/>
                      <p:cNvGrpSpPr/>
                      <p:nvPr/>
                    </p:nvGrpSpPr>
                    <p:grpSpPr>
                      <a:xfrm>
                        <a:off x="336" y="2832"/>
                        <a:ext cx="2496" cy="630"/>
                        <a:chOff x="1056" y="816"/>
                        <a:chExt cx="2496" cy="630"/>
                      </a:xfrm>
                    </p:grpSpPr>
                    <p:sp>
                      <p:nvSpPr>
                        <p:cNvPr id="158007" name="任意多边形 15800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008" name="组合 158007"/>
                        <p:cNvGrpSpPr/>
                        <p:nvPr/>
                      </p:nvGrpSpPr>
                      <p:grpSpPr>
                        <a:xfrm>
                          <a:off x="1056" y="816"/>
                          <a:ext cx="2016" cy="630"/>
                          <a:chOff x="1824" y="1968"/>
                          <a:chExt cx="685" cy="918"/>
                        </a:xfrm>
                      </p:grpSpPr>
                      <p:grpSp>
                        <p:nvGrpSpPr>
                          <p:cNvPr id="158009" name="组合 158008"/>
                          <p:cNvGrpSpPr/>
                          <p:nvPr/>
                        </p:nvGrpSpPr>
                        <p:grpSpPr>
                          <a:xfrm>
                            <a:off x="1824" y="1968"/>
                            <a:ext cx="343" cy="918"/>
                            <a:chOff x="2880" y="2112"/>
                            <a:chExt cx="2304" cy="2016"/>
                          </a:xfrm>
                        </p:grpSpPr>
                        <p:sp>
                          <p:nvSpPr>
                            <p:cNvPr id="158010" name="任意多边形 15800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11" name="任意多边形 15801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012" name="组合 158011"/>
                          <p:cNvGrpSpPr/>
                          <p:nvPr/>
                        </p:nvGrpSpPr>
                        <p:grpSpPr>
                          <a:xfrm>
                            <a:off x="2167" y="1968"/>
                            <a:ext cx="342" cy="918"/>
                            <a:chOff x="2880" y="2112"/>
                            <a:chExt cx="2304" cy="2016"/>
                          </a:xfrm>
                        </p:grpSpPr>
                        <p:sp>
                          <p:nvSpPr>
                            <p:cNvPr id="158013" name="任意多边形 15801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14" name="任意多边形 15801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015" name="组合 158014"/>
                      <p:cNvGrpSpPr/>
                      <p:nvPr/>
                    </p:nvGrpSpPr>
                    <p:grpSpPr>
                      <a:xfrm flipV="1">
                        <a:off x="2832" y="2832"/>
                        <a:ext cx="2496" cy="630"/>
                        <a:chOff x="1056" y="816"/>
                        <a:chExt cx="2496" cy="630"/>
                      </a:xfrm>
                    </p:grpSpPr>
                    <p:sp>
                      <p:nvSpPr>
                        <p:cNvPr id="158016" name="任意多边形 15801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017" name="组合 158016"/>
                        <p:cNvGrpSpPr/>
                        <p:nvPr/>
                      </p:nvGrpSpPr>
                      <p:grpSpPr>
                        <a:xfrm>
                          <a:off x="1056" y="816"/>
                          <a:ext cx="2016" cy="630"/>
                          <a:chOff x="1824" y="1968"/>
                          <a:chExt cx="685" cy="918"/>
                        </a:xfrm>
                      </p:grpSpPr>
                      <p:grpSp>
                        <p:nvGrpSpPr>
                          <p:cNvPr id="158018" name="组合 158017"/>
                          <p:cNvGrpSpPr/>
                          <p:nvPr/>
                        </p:nvGrpSpPr>
                        <p:grpSpPr>
                          <a:xfrm>
                            <a:off x="1824" y="1968"/>
                            <a:ext cx="343" cy="918"/>
                            <a:chOff x="2880" y="2112"/>
                            <a:chExt cx="2304" cy="2016"/>
                          </a:xfrm>
                        </p:grpSpPr>
                        <p:sp>
                          <p:nvSpPr>
                            <p:cNvPr id="158019" name="任意多边形 15801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20" name="任意多边形 15801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021" name="组合 158020"/>
                          <p:cNvGrpSpPr/>
                          <p:nvPr/>
                        </p:nvGrpSpPr>
                        <p:grpSpPr>
                          <a:xfrm>
                            <a:off x="2167" y="1968"/>
                            <a:ext cx="342" cy="918"/>
                            <a:chOff x="2880" y="2112"/>
                            <a:chExt cx="2304" cy="2016"/>
                          </a:xfrm>
                        </p:grpSpPr>
                        <p:sp>
                          <p:nvSpPr>
                            <p:cNvPr id="158022" name="任意多边形 15802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23" name="任意多边形 15802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024" name="直接连接符 15802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025" name="组合 158024"/>
                  <p:cNvGrpSpPr/>
                  <p:nvPr/>
                </p:nvGrpSpPr>
                <p:grpSpPr>
                  <a:xfrm>
                    <a:off x="912" y="3072"/>
                    <a:ext cx="1104" cy="144"/>
                    <a:chOff x="1872" y="2880"/>
                    <a:chExt cx="1104" cy="144"/>
                  </a:xfrm>
                </p:grpSpPr>
                <p:grpSp>
                  <p:nvGrpSpPr>
                    <p:cNvPr id="158026" name="组合 158025"/>
                    <p:cNvGrpSpPr/>
                    <p:nvPr/>
                  </p:nvGrpSpPr>
                  <p:grpSpPr>
                    <a:xfrm>
                      <a:off x="2016" y="2880"/>
                      <a:ext cx="960" cy="144"/>
                      <a:chOff x="336" y="2832"/>
                      <a:chExt cx="4992" cy="630"/>
                    </a:xfrm>
                  </p:grpSpPr>
                  <p:grpSp>
                    <p:nvGrpSpPr>
                      <p:cNvPr id="158027" name="组合 158026"/>
                      <p:cNvGrpSpPr/>
                      <p:nvPr/>
                    </p:nvGrpSpPr>
                    <p:grpSpPr>
                      <a:xfrm>
                        <a:off x="336" y="2832"/>
                        <a:ext cx="2496" cy="630"/>
                        <a:chOff x="1056" y="816"/>
                        <a:chExt cx="2496" cy="630"/>
                      </a:xfrm>
                    </p:grpSpPr>
                    <p:sp>
                      <p:nvSpPr>
                        <p:cNvPr id="158028" name="任意多边形 15802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029" name="组合 158028"/>
                        <p:cNvGrpSpPr/>
                        <p:nvPr/>
                      </p:nvGrpSpPr>
                      <p:grpSpPr>
                        <a:xfrm>
                          <a:off x="1056" y="816"/>
                          <a:ext cx="2016" cy="630"/>
                          <a:chOff x="1824" y="1968"/>
                          <a:chExt cx="685" cy="918"/>
                        </a:xfrm>
                      </p:grpSpPr>
                      <p:grpSp>
                        <p:nvGrpSpPr>
                          <p:cNvPr id="158030" name="组合 158029"/>
                          <p:cNvGrpSpPr/>
                          <p:nvPr/>
                        </p:nvGrpSpPr>
                        <p:grpSpPr>
                          <a:xfrm>
                            <a:off x="1824" y="1968"/>
                            <a:ext cx="343" cy="918"/>
                            <a:chOff x="2880" y="2112"/>
                            <a:chExt cx="2304" cy="2016"/>
                          </a:xfrm>
                        </p:grpSpPr>
                        <p:sp>
                          <p:nvSpPr>
                            <p:cNvPr id="158031" name="任意多边形 15803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32" name="任意多边形 15803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033" name="组合 158032"/>
                          <p:cNvGrpSpPr/>
                          <p:nvPr/>
                        </p:nvGrpSpPr>
                        <p:grpSpPr>
                          <a:xfrm>
                            <a:off x="2167" y="1968"/>
                            <a:ext cx="342" cy="918"/>
                            <a:chOff x="2880" y="2112"/>
                            <a:chExt cx="2304" cy="2016"/>
                          </a:xfrm>
                        </p:grpSpPr>
                        <p:sp>
                          <p:nvSpPr>
                            <p:cNvPr id="158034" name="任意多边形 15803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35" name="任意多边形 15803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036" name="组合 158035"/>
                      <p:cNvGrpSpPr/>
                      <p:nvPr/>
                    </p:nvGrpSpPr>
                    <p:grpSpPr>
                      <a:xfrm flipV="1">
                        <a:off x="2832" y="2832"/>
                        <a:ext cx="2496" cy="630"/>
                        <a:chOff x="1056" y="816"/>
                        <a:chExt cx="2496" cy="630"/>
                      </a:xfrm>
                    </p:grpSpPr>
                    <p:sp>
                      <p:nvSpPr>
                        <p:cNvPr id="158037" name="任意多边形 15803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038" name="组合 158037"/>
                        <p:cNvGrpSpPr/>
                        <p:nvPr/>
                      </p:nvGrpSpPr>
                      <p:grpSpPr>
                        <a:xfrm>
                          <a:off x="1056" y="816"/>
                          <a:ext cx="2016" cy="630"/>
                          <a:chOff x="1824" y="1968"/>
                          <a:chExt cx="685" cy="918"/>
                        </a:xfrm>
                      </p:grpSpPr>
                      <p:grpSp>
                        <p:nvGrpSpPr>
                          <p:cNvPr id="158039" name="组合 158038"/>
                          <p:cNvGrpSpPr/>
                          <p:nvPr/>
                        </p:nvGrpSpPr>
                        <p:grpSpPr>
                          <a:xfrm>
                            <a:off x="1824" y="1968"/>
                            <a:ext cx="343" cy="918"/>
                            <a:chOff x="2880" y="2112"/>
                            <a:chExt cx="2304" cy="2016"/>
                          </a:xfrm>
                        </p:grpSpPr>
                        <p:sp>
                          <p:nvSpPr>
                            <p:cNvPr id="158040" name="任意多边形 15803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41" name="任意多边形 15804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042" name="组合 158041"/>
                          <p:cNvGrpSpPr/>
                          <p:nvPr/>
                        </p:nvGrpSpPr>
                        <p:grpSpPr>
                          <a:xfrm>
                            <a:off x="2167" y="1968"/>
                            <a:ext cx="342" cy="918"/>
                            <a:chOff x="2880" y="2112"/>
                            <a:chExt cx="2304" cy="2016"/>
                          </a:xfrm>
                        </p:grpSpPr>
                        <p:sp>
                          <p:nvSpPr>
                            <p:cNvPr id="158043" name="任意多边形 15804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44" name="任意多边形 15804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045" name="直接连接符 15804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8046" name="组合 158045"/>
                <p:cNvGrpSpPr/>
                <p:nvPr/>
              </p:nvGrpSpPr>
              <p:grpSpPr>
                <a:xfrm flipH="1">
                  <a:off x="2352" y="3024"/>
                  <a:ext cx="1104" cy="288"/>
                  <a:chOff x="912" y="2928"/>
                  <a:chExt cx="1104" cy="288"/>
                </a:xfrm>
              </p:grpSpPr>
              <p:grpSp>
                <p:nvGrpSpPr>
                  <p:cNvPr id="158047" name="组合 158046"/>
                  <p:cNvGrpSpPr/>
                  <p:nvPr/>
                </p:nvGrpSpPr>
                <p:grpSpPr>
                  <a:xfrm>
                    <a:off x="912" y="2928"/>
                    <a:ext cx="1104" cy="144"/>
                    <a:chOff x="1872" y="2880"/>
                    <a:chExt cx="1104" cy="144"/>
                  </a:xfrm>
                </p:grpSpPr>
                <p:grpSp>
                  <p:nvGrpSpPr>
                    <p:cNvPr id="158048" name="组合 158047"/>
                    <p:cNvGrpSpPr/>
                    <p:nvPr/>
                  </p:nvGrpSpPr>
                  <p:grpSpPr>
                    <a:xfrm>
                      <a:off x="2016" y="2880"/>
                      <a:ext cx="960" cy="144"/>
                      <a:chOff x="336" y="2832"/>
                      <a:chExt cx="4992" cy="630"/>
                    </a:xfrm>
                  </p:grpSpPr>
                  <p:grpSp>
                    <p:nvGrpSpPr>
                      <p:cNvPr id="158049" name="组合 158048"/>
                      <p:cNvGrpSpPr/>
                      <p:nvPr/>
                    </p:nvGrpSpPr>
                    <p:grpSpPr>
                      <a:xfrm>
                        <a:off x="336" y="2832"/>
                        <a:ext cx="2496" cy="630"/>
                        <a:chOff x="1056" y="816"/>
                        <a:chExt cx="2496" cy="630"/>
                      </a:xfrm>
                    </p:grpSpPr>
                    <p:sp>
                      <p:nvSpPr>
                        <p:cNvPr id="158050" name="任意多边形 15804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051" name="组合 158050"/>
                        <p:cNvGrpSpPr/>
                        <p:nvPr/>
                      </p:nvGrpSpPr>
                      <p:grpSpPr>
                        <a:xfrm>
                          <a:off x="1056" y="816"/>
                          <a:ext cx="2016" cy="630"/>
                          <a:chOff x="1824" y="1968"/>
                          <a:chExt cx="685" cy="918"/>
                        </a:xfrm>
                      </p:grpSpPr>
                      <p:grpSp>
                        <p:nvGrpSpPr>
                          <p:cNvPr id="158052" name="组合 158051"/>
                          <p:cNvGrpSpPr/>
                          <p:nvPr/>
                        </p:nvGrpSpPr>
                        <p:grpSpPr>
                          <a:xfrm>
                            <a:off x="1824" y="1968"/>
                            <a:ext cx="343" cy="918"/>
                            <a:chOff x="2880" y="2112"/>
                            <a:chExt cx="2304" cy="2016"/>
                          </a:xfrm>
                        </p:grpSpPr>
                        <p:sp>
                          <p:nvSpPr>
                            <p:cNvPr id="158053" name="任意多边形 15805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54" name="任意多边形 15805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055" name="组合 158054"/>
                          <p:cNvGrpSpPr/>
                          <p:nvPr/>
                        </p:nvGrpSpPr>
                        <p:grpSpPr>
                          <a:xfrm>
                            <a:off x="2167" y="1968"/>
                            <a:ext cx="342" cy="918"/>
                            <a:chOff x="2880" y="2112"/>
                            <a:chExt cx="2304" cy="2016"/>
                          </a:xfrm>
                        </p:grpSpPr>
                        <p:sp>
                          <p:nvSpPr>
                            <p:cNvPr id="158056" name="任意多边形 15805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57" name="任意多边形 15805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058" name="组合 158057"/>
                      <p:cNvGrpSpPr/>
                      <p:nvPr/>
                    </p:nvGrpSpPr>
                    <p:grpSpPr>
                      <a:xfrm flipV="1">
                        <a:off x="2832" y="2832"/>
                        <a:ext cx="2496" cy="630"/>
                        <a:chOff x="1056" y="816"/>
                        <a:chExt cx="2496" cy="630"/>
                      </a:xfrm>
                    </p:grpSpPr>
                    <p:sp>
                      <p:nvSpPr>
                        <p:cNvPr id="158059" name="任意多边形 15805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060" name="组合 158059"/>
                        <p:cNvGrpSpPr/>
                        <p:nvPr/>
                      </p:nvGrpSpPr>
                      <p:grpSpPr>
                        <a:xfrm>
                          <a:off x="1056" y="816"/>
                          <a:ext cx="2016" cy="630"/>
                          <a:chOff x="1824" y="1968"/>
                          <a:chExt cx="685" cy="918"/>
                        </a:xfrm>
                      </p:grpSpPr>
                      <p:grpSp>
                        <p:nvGrpSpPr>
                          <p:cNvPr id="158061" name="组合 158060"/>
                          <p:cNvGrpSpPr/>
                          <p:nvPr/>
                        </p:nvGrpSpPr>
                        <p:grpSpPr>
                          <a:xfrm>
                            <a:off x="1824" y="1968"/>
                            <a:ext cx="343" cy="918"/>
                            <a:chOff x="2880" y="2112"/>
                            <a:chExt cx="2304" cy="2016"/>
                          </a:xfrm>
                        </p:grpSpPr>
                        <p:sp>
                          <p:nvSpPr>
                            <p:cNvPr id="158062" name="任意多边形 15806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63" name="任意多边形 15806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064" name="组合 158063"/>
                          <p:cNvGrpSpPr/>
                          <p:nvPr/>
                        </p:nvGrpSpPr>
                        <p:grpSpPr>
                          <a:xfrm>
                            <a:off x="2167" y="1968"/>
                            <a:ext cx="342" cy="918"/>
                            <a:chOff x="2880" y="2112"/>
                            <a:chExt cx="2304" cy="2016"/>
                          </a:xfrm>
                        </p:grpSpPr>
                        <p:sp>
                          <p:nvSpPr>
                            <p:cNvPr id="158065" name="任意多边形 15806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66" name="任意多边形 15806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067" name="直接连接符 15806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068" name="组合 158067"/>
                  <p:cNvGrpSpPr/>
                  <p:nvPr/>
                </p:nvGrpSpPr>
                <p:grpSpPr>
                  <a:xfrm>
                    <a:off x="912" y="3072"/>
                    <a:ext cx="1104" cy="144"/>
                    <a:chOff x="1872" y="2880"/>
                    <a:chExt cx="1104" cy="144"/>
                  </a:xfrm>
                </p:grpSpPr>
                <p:grpSp>
                  <p:nvGrpSpPr>
                    <p:cNvPr id="158069" name="组合 158068"/>
                    <p:cNvGrpSpPr/>
                    <p:nvPr/>
                  </p:nvGrpSpPr>
                  <p:grpSpPr>
                    <a:xfrm>
                      <a:off x="2016" y="2880"/>
                      <a:ext cx="960" cy="144"/>
                      <a:chOff x="336" y="2832"/>
                      <a:chExt cx="4992" cy="630"/>
                    </a:xfrm>
                  </p:grpSpPr>
                  <p:grpSp>
                    <p:nvGrpSpPr>
                      <p:cNvPr id="158070" name="组合 158069"/>
                      <p:cNvGrpSpPr/>
                      <p:nvPr/>
                    </p:nvGrpSpPr>
                    <p:grpSpPr>
                      <a:xfrm>
                        <a:off x="336" y="2832"/>
                        <a:ext cx="2496" cy="630"/>
                        <a:chOff x="1056" y="816"/>
                        <a:chExt cx="2496" cy="630"/>
                      </a:xfrm>
                    </p:grpSpPr>
                    <p:sp>
                      <p:nvSpPr>
                        <p:cNvPr id="158071" name="任意多边形 15807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072" name="组合 158071"/>
                        <p:cNvGrpSpPr/>
                        <p:nvPr/>
                      </p:nvGrpSpPr>
                      <p:grpSpPr>
                        <a:xfrm>
                          <a:off x="1056" y="816"/>
                          <a:ext cx="2016" cy="630"/>
                          <a:chOff x="1824" y="1968"/>
                          <a:chExt cx="685" cy="918"/>
                        </a:xfrm>
                      </p:grpSpPr>
                      <p:grpSp>
                        <p:nvGrpSpPr>
                          <p:cNvPr id="158073" name="组合 158072"/>
                          <p:cNvGrpSpPr/>
                          <p:nvPr/>
                        </p:nvGrpSpPr>
                        <p:grpSpPr>
                          <a:xfrm>
                            <a:off x="1824" y="1968"/>
                            <a:ext cx="343" cy="918"/>
                            <a:chOff x="2880" y="2112"/>
                            <a:chExt cx="2304" cy="2016"/>
                          </a:xfrm>
                        </p:grpSpPr>
                        <p:sp>
                          <p:nvSpPr>
                            <p:cNvPr id="158074" name="任意多边形 15807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75" name="任意多边形 15807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076" name="组合 158075"/>
                          <p:cNvGrpSpPr/>
                          <p:nvPr/>
                        </p:nvGrpSpPr>
                        <p:grpSpPr>
                          <a:xfrm>
                            <a:off x="2167" y="1968"/>
                            <a:ext cx="342" cy="918"/>
                            <a:chOff x="2880" y="2112"/>
                            <a:chExt cx="2304" cy="2016"/>
                          </a:xfrm>
                        </p:grpSpPr>
                        <p:sp>
                          <p:nvSpPr>
                            <p:cNvPr id="158077" name="任意多边形 15807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78" name="任意多边形 15807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079" name="组合 158078"/>
                      <p:cNvGrpSpPr/>
                      <p:nvPr/>
                    </p:nvGrpSpPr>
                    <p:grpSpPr>
                      <a:xfrm flipV="1">
                        <a:off x="2832" y="2832"/>
                        <a:ext cx="2496" cy="630"/>
                        <a:chOff x="1056" y="816"/>
                        <a:chExt cx="2496" cy="630"/>
                      </a:xfrm>
                    </p:grpSpPr>
                    <p:sp>
                      <p:nvSpPr>
                        <p:cNvPr id="158080" name="任意多边形 15807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081" name="组合 158080"/>
                        <p:cNvGrpSpPr/>
                        <p:nvPr/>
                      </p:nvGrpSpPr>
                      <p:grpSpPr>
                        <a:xfrm>
                          <a:off x="1056" y="816"/>
                          <a:ext cx="2016" cy="630"/>
                          <a:chOff x="1824" y="1968"/>
                          <a:chExt cx="685" cy="918"/>
                        </a:xfrm>
                      </p:grpSpPr>
                      <p:grpSp>
                        <p:nvGrpSpPr>
                          <p:cNvPr id="158082" name="组合 158081"/>
                          <p:cNvGrpSpPr/>
                          <p:nvPr/>
                        </p:nvGrpSpPr>
                        <p:grpSpPr>
                          <a:xfrm>
                            <a:off x="1824" y="1968"/>
                            <a:ext cx="343" cy="918"/>
                            <a:chOff x="2880" y="2112"/>
                            <a:chExt cx="2304" cy="2016"/>
                          </a:xfrm>
                        </p:grpSpPr>
                        <p:sp>
                          <p:nvSpPr>
                            <p:cNvPr id="158083" name="任意多边形 15808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84" name="任意多边形 15808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085" name="组合 158084"/>
                          <p:cNvGrpSpPr/>
                          <p:nvPr/>
                        </p:nvGrpSpPr>
                        <p:grpSpPr>
                          <a:xfrm>
                            <a:off x="2167" y="1968"/>
                            <a:ext cx="342" cy="918"/>
                            <a:chOff x="2880" y="2112"/>
                            <a:chExt cx="2304" cy="2016"/>
                          </a:xfrm>
                        </p:grpSpPr>
                        <p:sp>
                          <p:nvSpPr>
                            <p:cNvPr id="158086" name="任意多边形 15808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87" name="任意多边形 15808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088" name="直接连接符 15808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8089" name="组合 158088"/>
              <p:cNvGrpSpPr/>
              <p:nvPr/>
            </p:nvGrpSpPr>
            <p:grpSpPr>
              <a:xfrm>
                <a:off x="3888" y="3360"/>
                <a:ext cx="1104" cy="576"/>
                <a:chOff x="2352" y="3024"/>
                <a:chExt cx="1104" cy="576"/>
              </a:xfrm>
            </p:grpSpPr>
            <p:grpSp>
              <p:nvGrpSpPr>
                <p:cNvPr id="158090" name="组合 158089"/>
                <p:cNvGrpSpPr/>
                <p:nvPr/>
              </p:nvGrpSpPr>
              <p:grpSpPr>
                <a:xfrm flipH="1">
                  <a:off x="2352" y="3312"/>
                  <a:ext cx="1104" cy="288"/>
                  <a:chOff x="912" y="2928"/>
                  <a:chExt cx="1104" cy="288"/>
                </a:xfrm>
              </p:grpSpPr>
              <p:grpSp>
                <p:nvGrpSpPr>
                  <p:cNvPr id="158091" name="组合 158090"/>
                  <p:cNvGrpSpPr/>
                  <p:nvPr/>
                </p:nvGrpSpPr>
                <p:grpSpPr>
                  <a:xfrm>
                    <a:off x="912" y="2928"/>
                    <a:ext cx="1104" cy="144"/>
                    <a:chOff x="1872" y="2880"/>
                    <a:chExt cx="1104" cy="144"/>
                  </a:xfrm>
                </p:grpSpPr>
                <p:grpSp>
                  <p:nvGrpSpPr>
                    <p:cNvPr id="158092" name="组合 158091"/>
                    <p:cNvGrpSpPr/>
                    <p:nvPr/>
                  </p:nvGrpSpPr>
                  <p:grpSpPr>
                    <a:xfrm>
                      <a:off x="2016" y="2880"/>
                      <a:ext cx="960" cy="144"/>
                      <a:chOff x="336" y="2832"/>
                      <a:chExt cx="4992" cy="630"/>
                    </a:xfrm>
                  </p:grpSpPr>
                  <p:grpSp>
                    <p:nvGrpSpPr>
                      <p:cNvPr id="158093" name="组合 158092"/>
                      <p:cNvGrpSpPr/>
                      <p:nvPr/>
                    </p:nvGrpSpPr>
                    <p:grpSpPr>
                      <a:xfrm>
                        <a:off x="336" y="2832"/>
                        <a:ext cx="2496" cy="630"/>
                        <a:chOff x="1056" y="816"/>
                        <a:chExt cx="2496" cy="630"/>
                      </a:xfrm>
                    </p:grpSpPr>
                    <p:sp>
                      <p:nvSpPr>
                        <p:cNvPr id="158094" name="任意多边形 15809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095" name="组合 158094"/>
                        <p:cNvGrpSpPr/>
                        <p:nvPr/>
                      </p:nvGrpSpPr>
                      <p:grpSpPr>
                        <a:xfrm>
                          <a:off x="1056" y="816"/>
                          <a:ext cx="2016" cy="630"/>
                          <a:chOff x="1824" y="1968"/>
                          <a:chExt cx="685" cy="918"/>
                        </a:xfrm>
                      </p:grpSpPr>
                      <p:grpSp>
                        <p:nvGrpSpPr>
                          <p:cNvPr id="158096" name="组合 158095"/>
                          <p:cNvGrpSpPr/>
                          <p:nvPr/>
                        </p:nvGrpSpPr>
                        <p:grpSpPr>
                          <a:xfrm>
                            <a:off x="1824" y="1968"/>
                            <a:ext cx="343" cy="918"/>
                            <a:chOff x="2880" y="2112"/>
                            <a:chExt cx="2304" cy="2016"/>
                          </a:xfrm>
                        </p:grpSpPr>
                        <p:sp>
                          <p:nvSpPr>
                            <p:cNvPr id="158097" name="任意多边形 15809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098" name="任意多边形 15809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099" name="组合 158098"/>
                          <p:cNvGrpSpPr/>
                          <p:nvPr/>
                        </p:nvGrpSpPr>
                        <p:grpSpPr>
                          <a:xfrm>
                            <a:off x="2167" y="1968"/>
                            <a:ext cx="342" cy="918"/>
                            <a:chOff x="2880" y="2112"/>
                            <a:chExt cx="2304" cy="2016"/>
                          </a:xfrm>
                        </p:grpSpPr>
                        <p:sp>
                          <p:nvSpPr>
                            <p:cNvPr id="158100" name="任意多边形 15809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01" name="任意多边形 15810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102" name="组合 158101"/>
                      <p:cNvGrpSpPr/>
                      <p:nvPr/>
                    </p:nvGrpSpPr>
                    <p:grpSpPr>
                      <a:xfrm flipV="1">
                        <a:off x="2832" y="2832"/>
                        <a:ext cx="2496" cy="630"/>
                        <a:chOff x="1056" y="816"/>
                        <a:chExt cx="2496" cy="630"/>
                      </a:xfrm>
                    </p:grpSpPr>
                    <p:sp>
                      <p:nvSpPr>
                        <p:cNvPr id="158103" name="任意多边形 15810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104" name="组合 158103"/>
                        <p:cNvGrpSpPr/>
                        <p:nvPr/>
                      </p:nvGrpSpPr>
                      <p:grpSpPr>
                        <a:xfrm>
                          <a:off x="1056" y="816"/>
                          <a:ext cx="2016" cy="630"/>
                          <a:chOff x="1824" y="1968"/>
                          <a:chExt cx="685" cy="918"/>
                        </a:xfrm>
                      </p:grpSpPr>
                      <p:grpSp>
                        <p:nvGrpSpPr>
                          <p:cNvPr id="158105" name="组合 158104"/>
                          <p:cNvGrpSpPr/>
                          <p:nvPr/>
                        </p:nvGrpSpPr>
                        <p:grpSpPr>
                          <a:xfrm>
                            <a:off x="1824" y="1968"/>
                            <a:ext cx="343" cy="918"/>
                            <a:chOff x="2880" y="2112"/>
                            <a:chExt cx="2304" cy="2016"/>
                          </a:xfrm>
                        </p:grpSpPr>
                        <p:sp>
                          <p:nvSpPr>
                            <p:cNvPr id="158106" name="任意多边形 15810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07" name="任意多边形 15810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108" name="组合 158107"/>
                          <p:cNvGrpSpPr/>
                          <p:nvPr/>
                        </p:nvGrpSpPr>
                        <p:grpSpPr>
                          <a:xfrm>
                            <a:off x="2167" y="1968"/>
                            <a:ext cx="342" cy="918"/>
                            <a:chOff x="2880" y="2112"/>
                            <a:chExt cx="2304" cy="2016"/>
                          </a:xfrm>
                        </p:grpSpPr>
                        <p:sp>
                          <p:nvSpPr>
                            <p:cNvPr id="158109" name="任意多边形 15810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10" name="任意多边形 15810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111" name="直接连接符 15811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112" name="组合 158111"/>
                  <p:cNvGrpSpPr/>
                  <p:nvPr/>
                </p:nvGrpSpPr>
                <p:grpSpPr>
                  <a:xfrm>
                    <a:off x="912" y="3072"/>
                    <a:ext cx="1104" cy="144"/>
                    <a:chOff x="1872" y="2880"/>
                    <a:chExt cx="1104" cy="144"/>
                  </a:xfrm>
                </p:grpSpPr>
                <p:grpSp>
                  <p:nvGrpSpPr>
                    <p:cNvPr id="158113" name="组合 158112"/>
                    <p:cNvGrpSpPr/>
                    <p:nvPr/>
                  </p:nvGrpSpPr>
                  <p:grpSpPr>
                    <a:xfrm>
                      <a:off x="2016" y="2880"/>
                      <a:ext cx="960" cy="144"/>
                      <a:chOff x="336" y="2832"/>
                      <a:chExt cx="4992" cy="630"/>
                    </a:xfrm>
                  </p:grpSpPr>
                  <p:grpSp>
                    <p:nvGrpSpPr>
                      <p:cNvPr id="158114" name="组合 158113"/>
                      <p:cNvGrpSpPr/>
                      <p:nvPr/>
                    </p:nvGrpSpPr>
                    <p:grpSpPr>
                      <a:xfrm>
                        <a:off x="336" y="2832"/>
                        <a:ext cx="2496" cy="630"/>
                        <a:chOff x="1056" y="816"/>
                        <a:chExt cx="2496" cy="630"/>
                      </a:xfrm>
                    </p:grpSpPr>
                    <p:sp>
                      <p:nvSpPr>
                        <p:cNvPr id="158115" name="任意多边形 15811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116" name="组合 158115"/>
                        <p:cNvGrpSpPr/>
                        <p:nvPr/>
                      </p:nvGrpSpPr>
                      <p:grpSpPr>
                        <a:xfrm>
                          <a:off x="1056" y="816"/>
                          <a:ext cx="2016" cy="630"/>
                          <a:chOff x="1824" y="1968"/>
                          <a:chExt cx="685" cy="918"/>
                        </a:xfrm>
                      </p:grpSpPr>
                      <p:grpSp>
                        <p:nvGrpSpPr>
                          <p:cNvPr id="158117" name="组合 158116"/>
                          <p:cNvGrpSpPr/>
                          <p:nvPr/>
                        </p:nvGrpSpPr>
                        <p:grpSpPr>
                          <a:xfrm>
                            <a:off x="1824" y="1968"/>
                            <a:ext cx="343" cy="918"/>
                            <a:chOff x="2880" y="2112"/>
                            <a:chExt cx="2304" cy="2016"/>
                          </a:xfrm>
                        </p:grpSpPr>
                        <p:sp>
                          <p:nvSpPr>
                            <p:cNvPr id="158118" name="任意多边形 15811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19" name="任意多边形 15811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120" name="组合 158119"/>
                          <p:cNvGrpSpPr/>
                          <p:nvPr/>
                        </p:nvGrpSpPr>
                        <p:grpSpPr>
                          <a:xfrm>
                            <a:off x="2167" y="1968"/>
                            <a:ext cx="342" cy="918"/>
                            <a:chOff x="2880" y="2112"/>
                            <a:chExt cx="2304" cy="2016"/>
                          </a:xfrm>
                        </p:grpSpPr>
                        <p:sp>
                          <p:nvSpPr>
                            <p:cNvPr id="158121" name="任意多边形 15812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22" name="任意多边形 15812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123" name="组合 158122"/>
                      <p:cNvGrpSpPr/>
                      <p:nvPr/>
                    </p:nvGrpSpPr>
                    <p:grpSpPr>
                      <a:xfrm flipV="1">
                        <a:off x="2832" y="2832"/>
                        <a:ext cx="2496" cy="630"/>
                        <a:chOff x="1056" y="816"/>
                        <a:chExt cx="2496" cy="630"/>
                      </a:xfrm>
                    </p:grpSpPr>
                    <p:sp>
                      <p:nvSpPr>
                        <p:cNvPr id="158124" name="任意多边形 15812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125" name="组合 158124"/>
                        <p:cNvGrpSpPr/>
                        <p:nvPr/>
                      </p:nvGrpSpPr>
                      <p:grpSpPr>
                        <a:xfrm>
                          <a:off x="1056" y="816"/>
                          <a:ext cx="2016" cy="630"/>
                          <a:chOff x="1824" y="1968"/>
                          <a:chExt cx="685" cy="918"/>
                        </a:xfrm>
                      </p:grpSpPr>
                      <p:grpSp>
                        <p:nvGrpSpPr>
                          <p:cNvPr id="158126" name="组合 158125"/>
                          <p:cNvGrpSpPr/>
                          <p:nvPr/>
                        </p:nvGrpSpPr>
                        <p:grpSpPr>
                          <a:xfrm>
                            <a:off x="1824" y="1968"/>
                            <a:ext cx="343" cy="918"/>
                            <a:chOff x="2880" y="2112"/>
                            <a:chExt cx="2304" cy="2016"/>
                          </a:xfrm>
                        </p:grpSpPr>
                        <p:sp>
                          <p:nvSpPr>
                            <p:cNvPr id="158127" name="任意多边形 15812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28" name="任意多边形 15812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129" name="组合 158128"/>
                          <p:cNvGrpSpPr/>
                          <p:nvPr/>
                        </p:nvGrpSpPr>
                        <p:grpSpPr>
                          <a:xfrm>
                            <a:off x="2167" y="1968"/>
                            <a:ext cx="342" cy="918"/>
                            <a:chOff x="2880" y="2112"/>
                            <a:chExt cx="2304" cy="2016"/>
                          </a:xfrm>
                        </p:grpSpPr>
                        <p:sp>
                          <p:nvSpPr>
                            <p:cNvPr id="158130" name="任意多边形 15812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31" name="任意多边形 15813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132" name="直接连接符 15813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8133" name="组合 158132"/>
                <p:cNvGrpSpPr/>
                <p:nvPr/>
              </p:nvGrpSpPr>
              <p:grpSpPr>
                <a:xfrm flipH="1">
                  <a:off x="2352" y="3024"/>
                  <a:ext cx="1104" cy="288"/>
                  <a:chOff x="912" y="2928"/>
                  <a:chExt cx="1104" cy="288"/>
                </a:xfrm>
              </p:grpSpPr>
              <p:grpSp>
                <p:nvGrpSpPr>
                  <p:cNvPr id="158134" name="组合 158133"/>
                  <p:cNvGrpSpPr/>
                  <p:nvPr/>
                </p:nvGrpSpPr>
                <p:grpSpPr>
                  <a:xfrm>
                    <a:off x="912" y="2928"/>
                    <a:ext cx="1104" cy="144"/>
                    <a:chOff x="1872" y="2880"/>
                    <a:chExt cx="1104" cy="144"/>
                  </a:xfrm>
                </p:grpSpPr>
                <p:grpSp>
                  <p:nvGrpSpPr>
                    <p:cNvPr id="158135" name="组合 158134"/>
                    <p:cNvGrpSpPr/>
                    <p:nvPr/>
                  </p:nvGrpSpPr>
                  <p:grpSpPr>
                    <a:xfrm>
                      <a:off x="2016" y="2880"/>
                      <a:ext cx="960" cy="144"/>
                      <a:chOff x="336" y="2832"/>
                      <a:chExt cx="4992" cy="630"/>
                    </a:xfrm>
                  </p:grpSpPr>
                  <p:grpSp>
                    <p:nvGrpSpPr>
                      <p:cNvPr id="158136" name="组合 158135"/>
                      <p:cNvGrpSpPr/>
                      <p:nvPr/>
                    </p:nvGrpSpPr>
                    <p:grpSpPr>
                      <a:xfrm>
                        <a:off x="336" y="2832"/>
                        <a:ext cx="2496" cy="630"/>
                        <a:chOff x="1056" y="816"/>
                        <a:chExt cx="2496" cy="630"/>
                      </a:xfrm>
                    </p:grpSpPr>
                    <p:sp>
                      <p:nvSpPr>
                        <p:cNvPr id="158137" name="任意多边形 15813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138" name="组合 158137"/>
                        <p:cNvGrpSpPr/>
                        <p:nvPr/>
                      </p:nvGrpSpPr>
                      <p:grpSpPr>
                        <a:xfrm>
                          <a:off x="1056" y="816"/>
                          <a:ext cx="2016" cy="630"/>
                          <a:chOff x="1824" y="1968"/>
                          <a:chExt cx="685" cy="918"/>
                        </a:xfrm>
                      </p:grpSpPr>
                      <p:grpSp>
                        <p:nvGrpSpPr>
                          <p:cNvPr id="158139" name="组合 158138"/>
                          <p:cNvGrpSpPr/>
                          <p:nvPr/>
                        </p:nvGrpSpPr>
                        <p:grpSpPr>
                          <a:xfrm>
                            <a:off x="1824" y="1968"/>
                            <a:ext cx="343" cy="918"/>
                            <a:chOff x="2880" y="2112"/>
                            <a:chExt cx="2304" cy="2016"/>
                          </a:xfrm>
                        </p:grpSpPr>
                        <p:sp>
                          <p:nvSpPr>
                            <p:cNvPr id="158140" name="任意多边形 15813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41" name="任意多边形 15814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142" name="组合 158141"/>
                          <p:cNvGrpSpPr/>
                          <p:nvPr/>
                        </p:nvGrpSpPr>
                        <p:grpSpPr>
                          <a:xfrm>
                            <a:off x="2167" y="1968"/>
                            <a:ext cx="342" cy="918"/>
                            <a:chOff x="2880" y="2112"/>
                            <a:chExt cx="2304" cy="2016"/>
                          </a:xfrm>
                        </p:grpSpPr>
                        <p:sp>
                          <p:nvSpPr>
                            <p:cNvPr id="158143" name="任意多边形 15814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44" name="任意多边形 15814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145" name="组合 158144"/>
                      <p:cNvGrpSpPr/>
                      <p:nvPr/>
                    </p:nvGrpSpPr>
                    <p:grpSpPr>
                      <a:xfrm flipV="1">
                        <a:off x="2832" y="2832"/>
                        <a:ext cx="2496" cy="630"/>
                        <a:chOff x="1056" y="816"/>
                        <a:chExt cx="2496" cy="630"/>
                      </a:xfrm>
                    </p:grpSpPr>
                    <p:sp>
                      <p:nvSpPr>
                        <p:cNvPr id="158146" name="任意多边形 15814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147" name="组合 158146"/>
                        <p:cNvGrpSpPr/>
                        <p:nvPr/>
                      </p:nvGrpSpPr>
                      <p:grpSpPr>
                        <a:xfrm>
                          <a:off x="1056" y="816"/>
                          <a:ext cx="2016" cy="630"/>
                          <a:chOff x="1824" y="1968"/>
                          <a:chExt cx="685" cy="918"/>
                        </a:xfrm>
                      </p:grpSpPr>
                      <p:grpSp>
                        <p:nvGrpSpPr>
                          <p:cNvPr id="158148" name="组合 158147"/>
                          <p:cNvGrpSpPr/>
                          <p:nvPr/>
                        </p:nvGrpSpPr>
                        <p:grpSpPr>
                          <a:xfrm>
                            <a:off x="1824" y="1968"/>
                            <a:ext cx="343" cy="918"/>
                            <a:chOff x="2880" y="2112"/>
                            <a:chExt cx="2304" cy="2016"/>
                          </a:xfrm>
                        </p:grpSpPr>
                        <p:sp>
                          <p:nvSpPr>
                            <p:cNvPr id="158149" name="任意多边形 15814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50" name="任意多边形 15814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151" name="组合 158150"/>
                          <p:cNvGrpSpPr/>
                          <p:nvPr/>
                        </p:nvGrpSpPr>
                        <p:grpSpPr>
                          <a:xfrm>
                            <a:off x="2167" y="1968"/>
                            <a:ext cx="342" cy="918"/>
                            <a:chOff x="2880" y="2112"/>
                            <a:chExt cx="2304" cy="2016"/>
                          </a:xfrm>
                        </p:grpSpPr>
                        <p:sp>
                          <p:nvSpPr>
                            <p:cNvPr id="158152" name="任意多边形 15815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53" name="任意多边形 15815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154" name="直接连接符 15815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155" name="组合 158154"/>
                  <p:cNvGrpSpPr/>
                  <p:nvPr/>
                </p:nvGrpSpPr>
                <p:grpSpPr>
                  <a:xfrm>
                    <a:off x="912" y="3072"/>
                    <a:ext cx="1104" cy="144"/>
                    <a:chOff x="1872" y="2880"/>
                    <a:chExt cx="1104" cy="144"/>
                  </a:xfrm>
                </p:grpSpPr>
                <p:grpSp>
                  <p:nvGrpSpPr>
                    <p:cNvPr id="158156" name="组合 158155"/>
                    <p:cNvGrpSpPr/>
                    <p:nvPr/>
                  </p:nvGrpSpPr>
                  <p:grpSpPr>
                    <a:xfrm>
                      <a:off x="2016" y="2880"/>
                      <a:ext cx="960" cy="144"/>
                      <a:chOff x="336" y="2832"/>
                      <a:chExt cx="4992" cy="630"/>
                    </a:xfrm>
                  </p:grpSpPr>
                  <p:grpSp>
                    <p:nvGrpSpPr>
                      <p:cNvPr id="158157" name="组合 158156"/>
                      <p:cNvGrpSpPr/>
                      <p:nvPr/>
                    </p:nvGrpSpPr>
                    <p:grpSpPr>
                      <a:xfrm>
                        <a:off x="336" y="2832"/>
                        <a:ext cx="2496" cy="630"/>
                        <a:chOff x="1056" y="816"/>
                        <a:chExt cx="2496" cy="630"/>
                      </a:xfrm>
                    </p:grpSpPr>
                    <p:sp>
                      <p:nvSpPr>
                        <p:cNvPr id="158158" name="任意多边形 15815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159" name="组合 158158"/>
                        <p:cNvGrpSpPr/>
                        <p:nvPr/>
                      </p:nvGrpSpPr>
                      <p:grpSpPr>
                        <a:xfrm>
                          <a:off x="1056" y="816"/>
                          <a:ext cx="2016" cy="630"/>
                          <a:chOff x="1824" y="1968"/>
                          <a:chExt cx="685" cy="918"/>
                        </a:xfrm>
                      </p:grpSpPr>
                      <p:grpSp>
                        <p:nvGrpSpPr>
                          <p:cNvPr id="158160" name="组合 158159"/>
                          <p:cNvGrpSpPr/>
                          <p:nvPr/>
                        </p:nvGrpSpPr>
                        <p:grpSpPr>
                          <a:xfrm>
                            <a:off x="1824" y="1968"/>
                            <a:ext cx="343" cy="918"/>
                            <a:chOff x="2880" y="2112"/>
                            <a:chExt cx="2304" cy="2016"/>
                          </a:xfrm>
                        </p:grpSpPr>
                        <p:sp>
                          <p:nvSpPr>
                            <p:cNvPr id="158161" name="任意多边形 15816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62" name="任意多边形 15816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163" name="组合 158162"/>
                          <p:cNvGrpSpPr/>
                          <p:nvPr/>
                        </p:nvGrpSpPr>
                        <p:grpSpPr>
                          <a:xfrm>
                            <a:off x="2167" y="1968"/>
                            <a:ext cx="342" cy="918"/>
                            <a:chOff x="2880" y="2112"/>
                            <a:chExt cx="2304" cy="2016"/>
                          </a:xfrm>
                        </p:grpSpPr>
                        <p:sp>
                          <p:nvSpPr>
                            <p:cNvPr id="158164" name="任意多边形 15816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65" name="任意多边形 15816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166" name="组合 158165"/>
                      <p:cNvGrpSpPr/>
                      <p:nvPr/>
                    </p:nvGrpSpPr>
                    <p:grpSpPr>
                      <a:xfrm flipV="1">
                        <a:off x="2832" y="2832"/>
                        <a:ext cx="2496" cy="630"/>
                        <a:chOff x="1056" y="816"/>
                        <a:chExt cx="2496" cy="630"/>
                      </a:xfrm>
                    </p:grpSpPr>
                    <p:sp>
                      <p:nvSpPr>
                        <p:cNvPr id="158167" name="任意多边形 15816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168" name="组合 158167"/>
                        <p:cNvGrpSpPr/>
                        <p:nvPr/>
                      </p:nvGrpSpPr>
                      <p:grpSpPr>
                        <a:xfrm>
                          <a:off x="1056" y="816"/>
                          <a:ext cx="2016" cy="630"/>
                          <a:chOff x="1824" y="1968"/>
                          <a:chExt cx="685" cy="918"/>
                        </a:xfrm>
                      </p:grpSpPr>
                      <p:grpSp>
                        <p:nvGrpSpPr>
                          <p:cNvPr id="158169" name="组合 158168"/>
                          <p:cNvGrpSpPr/>
                          <p:nvPr/>
                        </p:nvGrpSpPr>
                        <p:grpSpPr>
                          <a:xfrm>
                            <a:off x="1824" y="1968"/>
                            <a:ext cx="343" cy="918"/>
                            <a:chOff x="2880" y="2112"/>
                            <a:chExt cx="2304" cy="2016"/>
                          </a:xfrm>
                        </p:grpSpPr>
                        <p:sp>
                          <p:nvSpPr>
                            <p:cNvPr id="158170" name="任意多边形 15816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71" name="任意多边形 15817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172" name="组合 158171"/>
                          <p:cNvGrpSpPr/>
                          <p:nvPr/>
                        </p:nvGrpSpPr>
                        <p:grpSpPr>
                          <a:xfrm>
                            <a:off x="2167" y="1968"/>
                            <a:ext cx="342" cy="918"/>
                            <a:chOff x="2880" y="2112"/>
                            <a:chExt cx="2304" cy="2016"/>
                          </a:xfrm>
                        </p:grpSpPr>
                        <p:sp>
                          <p:nvSpPr>
                            <p:cNvPr id="158173" name="任意多边形 15817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74" name="任意多边形 15817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175" name="直接连接符 15817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58176" name="组合 158175"/>
            <p:cNvGrpSpPr/>
            <p:nvPr/>
          </p:nvGrpSpPr>
          <p:grpSpPr>
            <a:xfrm>
              <a:off x="2904" y="3405"/>
              <a:ext cx="1092" cy="435"/>
              <a:chOff x="3888" y="2784"/>
              <a:chExt cx="1104" cy="1152"/>
            </a:xfrm>
          </p:grpSpPr>
          <p:grpSp>
            <p:nvGrpSpPr>
              <p:cNvPr id="158177" name="组合 158176"/>
              <p:cNvGrpSpPr/>
              <p:nvPr/>
            </p:nvGrpSpPr>
            <p:grpSpPr>
              <a:xfrm>
                <a:off x="3888" y="2784"/>
                <a:ext cx="1104" cy="576"/>
                <a:chOff x="2352" y="3024"/>
                <a:chExt cx="1104" cy="576"/>
              </a:xfrm>
            </p:grpSpPr>
            <p:grpSp>
              <p:nvGrpSpPr>
                <p:cNvPr id="158178" name="组合 158177"/>
                <p:cNvGrpSpPr/>
                <p:nvPr/>
              </p:nvGrpSpPr>
              <p:grpSpPr>
                <a:xfrm flipH="1">
                  <a:off x="2352" y="3312"/>
                  <a:ext cx="1104" cy="288"/>
                  <a:chOff x="912" y="2928"/>
                  <a:chExt cx="1104" cy="288"/>
                </a:xfrm>
              </p:grpSpPr>
              <p:grpSp>
                <p:nvGrpSpPr>
                  <p:cNvPr id="158179" name="组合 158178"/>
                  <p:cNvGrpSpPr/>
                  <p:nvPr/>
                </p:nvGrpSpPr>
                <p:grpSpPr>
                  <a:xfrm>
                    <a:off x="912" y="2928"/>
                    <a:ext cx="1104" cy="144"/>
                    <a:chOff x="1872" y="2880"/>
                    <a:chExt cx="1104" cy="144"/>
                  </a:xfrm>
                </p:grpSpPr>
                <p:grpSp>
                  <p:nvGrpSpPr>
                    <p:cNvPr id="158180" name="组合 158179"/>
                    <p:cNvGrpSpPr/>
                    <p:nvPr/>
                  </p:nvGrpSpPr>
                  <p:grpSpPr>
                    <a:xfrm>
                      <a:off x="2016" y="2880"/>
                      <a:ext cx="960" cy="144"/>
                      <a:chOff x="336" y="2832"/>
                      <a:chExt cx="4992" cy="630"/>
                    </a:xfrm>
                  </p:grpSpPr>
                  <p:grpSp>
                    <p:nvGrpSpPr>
                      <p:cNvPr id="158181" name="组合 158180"/>
                      <p:cNvGrpSpPr/>
                      <p:nvPr/>
                    </p:nvGrpSpPr>
                    <p:grpSpPr>
                      <a:xfrm>
                        <a:off x="336" y="2832"/>
                        <a:ext cx="2496" cy="630"/>
                        <a:chOff x="1056" y="816"/>
                        <a:chExt cx="2496" cy="630"/>
                      </a:xfrm>
                    </p:grpSpPr>
                    <p:sp>
                      <p:nvSpPr>
                        <p:cNvPr id="158182" name="任意多边形 15818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183" name="组合 158182"/>
                        <p:cNvGrpSpPr/>
                        <p:nvPr/>
                      </p:nvGrpSpPr>
                      <p:grpSpPr>
                        <a:xfrm>
                          <a:off x="1056" y="816"/>
                          <a:ext cx="2016" cy="630"/>
                          <a:chOff x="1824" y="1968"/>
                          <a:chExt cx="685" cy="918"/>
                        </a:xfrm>
                      </p:grpSpPr>
                      <p:grpSp>
                        <p:nvGrpSpPr>
                          <p:cNvPr id="158184" name="组合 158183"/>
                          <p:cNvGrpSpPr/>
                          <p:nvPr/>
                        </p:nvGrpSpPr>
                        <p:grpSpPr>
                          <a:xfrm>
                            <a:off x="1824" y="1968"/>
                            <a:ext cx="343" cy="918"/>
                            <a:chOff x="2880" y="2112"/>
                            <a:chExt cx="2304" cy="2016"/>
                          </a:xfrm>
                        </p:grpSpPr>
                        <p:sp>
                          <p:nvSpPr>
                            <p:cNvPr id="158185" name="任意多边形 15818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86" name="任意多边形 15818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187" name="组合 158186"/>
                          <p:cNvGrpSpPr/>
                          <p:nvPr/>
                        </p:nvGrpSpPr>
                        <p:grpSpPr>
                          <a:xfrm>
                            <a:off x="2167" y="1968"/>
                            <a:ext cx="342" cy="918"/>
                            <a:chOff x="2880" y="2112"/>
                            <a:chExt cx="2304" cy="2016"/>
                          </a:xfrm>
                        </p:grpSpPr>
                        <p:sp>
                          <p:nvSpPr>
                            <p:cNvPr id="158188" name="任意多边形 15818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89" name="任意多边形 15818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190" name="组合 158189"/>
                      <p:cNvGrpSpPr/>
                      <p:nvPr/>
                    </p:nvGrpSpPr>
                    <p:grpSpPr>
                      <a:xfrm flipV="1">
                        <a:off x="2832" y="2832"/>
                        <a:ext cx="2496" cy="630"/>
                        <a:chOff x="1056" y="816"/>
                        <a:chExt cx="2496" cy="630"/>
                      </a:xfrm>
                    </p:grpSpPr>
                    <p:sp>
                      <p:nvSpPr>
                        <p:cNvPr id="158191" name="任意多边形 15819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192" name="组合 158191"/>
                        <p:cNvGrpSpPr/>
                        <p:nvPr/>
                      </p:nvGrpSpPr>
                      <p:grpSpPr>
                        <a:xfrm>
                          <a:off x="1056" y="816"/>
                          <a:ext cx="2016" cy="630"/>
                          <a:chOff x="1824" y="1968"/>
                          <a:chExt cx="685" cy="918"/>
                        </a:xfrm>
                      </p:grpSpPr>
                      <p:grpSp>
                        <p:nvGrpSpPr>
                          <p:cNvPr id="158193" name="组合 158192"/>
                          <p:cNvGrpSpPr/>
                          <p:nvPr/>
                        </p:nvGrpSpPr>
                        <p:grpSpPr>
                          <a:xfrm>
                            <a:off x="1824" y="1968"/>
                            <a:ext cx="343" cy="918"/>
                            <a:chOff x="2880" y="2112"/>
                            <a:chExt cx="2304" cy="2016"/>
                          </a:xfrm>
                        </p:grpSpPr>
                        <p:sp>
                          <p:nvSpPr>
                            <p:cNvPr id="158194" name="任意多边形 15819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95" name="任意多边形 15819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196" name="组合 158195"/>
                          <p:cNvGrpSpPr/>
                          <p:nvPr/>
                        </p:nvGrpSpPr>
                        <p:grpSpPr>
                          <a:xfrm>
                            <a:off x="2167" y="1968"/>
                            <a:ext cx="342" cy="918"/>
                            <a:chOff x="2880" y="2112"/>
                            <a:chExt cx="2304" cy="2016"/>
                          </a:xfrm>
                        </p:grpSpPr>
                        <p:sp>
                          <p:nvSpPr>
                            <p:cNvPr id="158197" name="任意多边形 15819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198" name="任意多边形 15819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199" name="直接连接符 15819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200" name="组合 158199"/>
                  <p:cNvGrpSpPr/>
                  <p:nvPr/>
                </p:nvGrpSpPr>
                <p:grpSpPr>
                  <a:xfrm>
                    <a:off x="912" y="3072"/>
                    <a:ext cx="1104" cy="144"/>
                    <a:chOff x="1872" y="2880"/>
                    <a:chExt cx="1104" cy="144"/>
                  </a:xfrm>
                </p:grpSpPr>
                <p:grpSp>
                  <p:nvGrpSpPr>
                    <p:cNvPr id="158201" name="组合 158200"/>
                    <p:cNvGrpSpPr/>
                    <p:nvPr/>
                  </p:nvGrpSpPr>
                  <p:grpSpPr>
                    <a:xfrm>
                      <a:off x="2016" y="2880"/>
                      <a:ext cx="960" cy="144"/>
                      <a:chOff x="336" y="2832"/>
                      <a:chExt cx="4992" cy="630"/>
                    </a:xfrm>
                  </p:grpSpPr>
                  <p:grpSp>
                    <p:nvGrpSpPr>
                      <p:cNvPr id="158202" name="组合 158201"/>
                      <p:cNvGrpSpPr/>
                      <p:nvPr/>
                    </p:nvGrpSpPr>
                    <p:grpSpPr>
                      <a:xfrm>
                        <a:off x="336" y="2832"/>
                        <a:ext cx="2496" cy="630"/>
                        <a:chOff x="1056" y="816"/>
                        <a:chExt cx="2496" cy="630"/>
                      </a:xfrm>
                    </p:grpSpPr>
                    <p:sp>
                      <p:nvSpPr>
                        <p:cNvPr id="158203" name="任意多边形 15820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204" name="组合 158203"/>
                        <p:cNvGrpSpPr/>
                        <p:nvPr/>
                      </p:nvGrpSpPr>
                      <p:grpSpPr>
                        <a:xfrm>
                          <a:off x="1056" y="816"/>
                          <a:ext cx="2016" cy="630"/>
                          <a:chOff x="1824" y="1968"/>
                          <a:chExt cx="685" cy="918"/>
                        </a:xfrm>
                      </p:grpSpPr>
                      <p:grpSp>
                        <p:nvGrpSpPr>
                          <p:cNvPr id="158205" name="组合 158204"/>
                          <p:cNvGrpSpPr/>
                          <p:nvPr/>
                        </p:nvGrpSpPr>
                        <p:grpSpPr>
                          <a:xfrm>
                            <a:off x="1824" y="1968"/>
                            <a:ext cx="343" cy="918"/>
                            <a:chOff x="2880" y="2112"/>
                            <a:chExt cx="2304" cy="2016"/>
                          </a:xfrm>
                        </p:grpSpPr>
                        <p:sp>
                          <p:nvSpPr>
                            <p:cNvPr id="158206" name="任意多边形 15820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07" name="任意多边形 15820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208" name="组合 158207"/>
                          <p:cNvGrpSpPr/>
                          <p:nvPr/>
                        </p:nvGrpSpPr>
                        <p:grpSpPr>
                          <a:xfrm>
                            <a:off x="2167" y="1968"/>
                            <a:ext cx="342" cy="918"/>
                            <a:chOff x="2880" y="2112"/>
                            <a:chExt cx="2304" cy="2016"/>
                          </a:xfrm>
                        </p:grpSpPr>
                        <p:sp>
                          <p:nvSpPr>
                            <p:cNvPr id="158209" name="任意多边形 15820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10" name="任意多边形 15820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211" name="组合 158210"/>
                      <p:cNvGrpSpPr/>
                      <p:nvPr/>
                    </p:nvGrpSpPr>
                    <p:grpSpPr>
                      <a:xfrm flipV="1">
                        <a:off x="2832" y="2832"/>
                        <a:ext cx="2496" cy="630"/>
                        <a:chOff x="1056" y="816"/>
                        <a:chExt cx="2496" cy="630"/>
                      </a:xfrm>
                    </p:grpSpPr>
                    <p:sp>
                      <p:nvSpPr>
                        <p:cNvPr id="158212" name="任意多边形 15821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213" name="组合 158212"/>
                        <p:cNvGrpSpPr/>
                        <p:nvPr/>
                      </p:nvGrpSpPr>
                      <p:grpSpPr>
                        <a:xfrm>
                          <a:off x="1056" y="816"/>
                          <a:ext cx="2016" cy="630"/>
                          <a:chOff x="1824" y="1968"/>
                          <a:chExt cx="685" cy="918"/>
                        </a:xfrm>
                      </p:grpSpPr>
                      <p:grpSp>
                        <p:nvGrpSpPr>
                          <p:cNvPr id="158214" name="组合 158213"/>
                          <p:cNvGrpSpPr/>
                          <p:nvPr/>
                        </p:nvGrpSpPr>
                        <p:grpSpPr>
                          <a:xfrm>
                            <a:off x="1824" y="1968"/>
                            <a:ext cx="343" cy="918"/>
                            <a:chOff x="2880" y="2112"/>
                            <a:chExt cx="2304" cy="2016"/>
                          </a:xfrm>
                        </p:grpSpPr>
                        <p:sp>
                          <p:nvSpPr>
                            <p:cNvPr id="158215" name="任意多边形 15821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16" name="任意多边形 15821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217" name="组合 158216"/>
                          <p:cNvGrpSpPr/>
                          <p:nvPr/>
                        </p:nvGrpSpPr>
                        <p:grpSpPr>
                          <a:xfrm>
                            <a:off x="2167" y="1968"/>
                            <a:ext cx="342" cy="918"/>
                            <a:chOff x="2880" y="2112"/>
                            <a:chExt cx="2304" cy="2016"/>
                          </a:xfrm>
                        </p:grpSpPr>
                        <p:sp>
                          <p:nvSpPr>
                            <p:cNvPr id="158218" name="任意多边形 15821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19" name="任意多边形 15821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220" name="直接连接符 15821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8221" name="组合 158220"/>
                <p:cNvGrpSpPr/>
                <p:nvPr/>
              </p:nvGrpSpPr>
              <p:grpSpPr>
                <a:xfrm flipH="1">
                  <a:off x="2352" y="3024"/>
                  <a:ext cx="1104" cy="288"/>
                  <a:chOff x="912" y="2928"/>
                  <a:chExt cx="1104" cy="288"/>
                </a:xfrm>
              </p:grpSpPr>
              <p:grpSp>
                <p:nvGrpSpPr>
                  <p:cNvPr id="158222" name="组合 158221"/>
                  <p:cNvGrpSpPr/>
                  <p:nvPr/>
                </p:nvGrpSpPr>
                <p:grpSpPr>
                  <a:xfrm>
                    <a:off x="912" y="2928"/>
                    <a:ext cx="1104" cy="144"/>
                    <a:chOff x="1872" y="2880"/>
                    <a:chExt cx="1104" cy="144"/>
                  </a:xfrm>
                </p:grpSpPr>
                <p:grpSp>
                  <p:nvGrpSpPr>
                    <p:cNvPr id="158223" name="组合 158222"/>
                    <p:cNvGrpSpPr/>
                    <p:nvPr/>
                  </p:nvGrpSpPr>
                  <p:grpSpPr>
                    <a:xfrm>
                      <a:off x="2016" y="2880"/>
                      <a:ext cx="960" cy="144"/>
                      <a:chOff x="336" y="2832"/>
                      <a:chExt cx="4992" cy="630"/>
                    </a:xfrm>
                  </p:grpSpPr>
                  <p:grpSp>
                    <p:nvGrpSpPr>
                      <p:cNvPr id="158224" name="组合 158223"/>
                      <p:cNvGrpSpPr/>
                      <p:nvPr/>
                    </p:nvGrpSpPr>
                    <p:grpSpPr>
                      <a:xfrm>
                        <a:off x="336" y="2832"/>
                        <a:ext cx="2496" cy="630"/>
                        <a:chOff x="1056" y="816"/>
                        <a:chExt cx="2496" cy="630"/>
                      </a:xfrm>
                    </p:grpSpPr>
                    <p:sp>
                      <p:nvSpPr>
                        <p:cNvPr id="158225" name="任意多边形 15822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226" name="组合 158225"/>
                        <p:cNvGrpSpPr/>
                        <p:nvPr/>
                      </p:nvGrpSpPr>
                      <p:grpSpPr>
                        <a:xfrm>
                          <a:off x="1056" y="816"/>
                          <a:ext cx="2016" cy="630"/>
                          <a:chOff x="1824" y="1968"/>
                          <a:chExt cx="685" cy="918"/>
                        </a:xfrm>
                      </p:grpSpPr>
                      <p:grpSp>
                        <p:nvGrpSpPr>
                          <p:cNvPr id="158227" name="组合 158226"/>
                          <p:cNvGrpSpPr/>
                          <p:nvPr/>
                        </p:nvGrpSpPr>
                        <p:grpSpPr>
                          <a:xfrm>
                            <a:off x="1824" y="1968"/>
                            <a:ext cx="343" cy="918"/>
                            <a:chOff x="2880" y="2112"/>
                            <a:chExt cx="2304" cy="2016"/>
                          </a:xfrm>
                        </p:grpSpPr>
                        <p:sp>
                          <p:nvSpPr>
                            <p:cNvPr id="158228" name="任意多边形 15822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29" name="任意多边形 15822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230" name="组合 158229"/>
                          <p:cNvGrpSpPr/>
                          <p:nvPr/>
                        </p:nvGrpSpPr>
                        <p:grpSpPr>
                          <a:xfrm>
                            <a:off x="2167" y="1968"/>
                            <a:ext cx="342" cy="918"/>
                            <a:chOff x="2880" y="2112"/>
                            <a:chExt cx="2304" cy="2016"/>
                          </a:xfrm>
                        </p:grpSpPr>
                        <p:sp>
                          <p:nvSpPr>
                            <p:cNvPr id="158231" name="任意多边形 15823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32" name="任意多边形 15823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233" name="组合 158232"/>
                      <p:cNvGrpSpPr/>
                      <p:nvPr/>
                    </p:nvGrpSpPr>
                    <p:grpSpPr>
                      <a:xfrm flipV="1">
                        <a:off x="2832" y="2832"/>
                        <a:ext cx="2496" cy="630"/>
                        <a:chOff x="1056" y="816"/>
                        <a:chExt cx="2496" cy="630"/>
                      </a:xfrm>
                    </p:grpSpPr>
                    <p:sp>
                      <p:nvSpPr>
                        <p:cNvPr id="158234" name="任意多边形 15823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235" name="组合 158234"/>
                        <p:cNvGrpSpPr/>
                        <p:nvPr/>
                      </p:nvGrpSpPr>
                      <p:grpSpPr>
                        <a:xfrm>
                          <a:off x="1056" y="816"/>
                          <a:ext cx="2016" cy="630"/>
                          <a:chOff x="1824" y="1968"/>
                          <a:chExt cx="685" cy="918"/>
                        </a:xfrm>
                      </p:grpSpPr>
                      <p:grpSp>
                        <p:nvGrpSpPr>
                          <p:cNvPr id="158236" name="组合 158235"/>
                          <p:cNvGrpSpPr/>
                          <p:nvPr/>
                        </p:nvGrpSpPr>
                        <p:grpSpPr>
                          <a:xfrm>
                            <a:off x="1824" y="1968"/>
                            <a:ext cx="343" cy="918"/>
                            <a:chOff x="2880" y="2112"/>
                            <a:chExt cx="2304" cy="2016"/>
                          </a:xfrm>
                        </p:grpSpPr>
                        <p:sp>
                          <p:nvSpPr>
                            <p:cNvPr id="158237" name="任意多边形 15823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38" name="任意多边形 15823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239" name="组合 158238"/>
                          <p:cNvGrpSpPr/>
                          <p:nvPr/>
                        </p:nvGrpSpPr>
                        <p:grpSpPr>
                          <a:xfrm>
                            <a:off x="2167" y="1968"/>
                            <a:ext cx="342" cy="918"/>
                            <a:chOff x="2880" y="2112"/>
                            <a:chExt cx="2304" cy="2016"/>
                          </a:xfrm>
                        </p:grpSpPr>
                        <p:sp>
                          <p:nvSpPr>
                            <p:cNvPr id="158240" name="任意多边形 15823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41" name="任意多边形 15824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242" name="直接连接符 15824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243" name="组合 158242"/>
                  <p:cNvGrpSpPr/>
                  <p:nvPr/>
                </p:nvGrpSpPr>
                <p:grpSpPr>
                  <a:xfrm>
                    <a:off x="912" y="3072"/>
                    <a:ext cx="1104" cy="144"/>
                    <a:chOff x="1872" y="2880"/>
                    <a:chExt cx="1104" cy="144"/>
                  </a:xfrm>
                </p:grpSpPr>
                <p:grpSp>
                  <p:nvGrpSpPr>
                    <p:cNvPr id="158244" name="组合 158243"/>
                    <p:cNvGrpSpPr/>
                    <p:nvPr/>
                  </p:nvGrpSpPr>
                  <p:grpSpPr>
                    <a:xfrm>
                      <a:off x="2016" y="2880"/>
                      <a:ext cx="960" cy="144"/>
                      <a:chOff x="336" y="2832"/>
                      <a:chExt cx="4992" cy="630"/>
                    </a:xfrm>
                  </p:grpSpPr>
                  <p:grpSp>
                    <p:nvGrpSpPr>
                      <p:cNvPr id="158245" name="组合 158244"/>
                      <p:cNvGrpSpPr/>
                      <p:nvPr/>
                    </p:nvGrpSpPr>
                    <p:grpSpPr>
                      <a:xfrm>
                        <a:off x="336" y="2832"/>
                        <a:ext cx="2496" cy="630"/>
                        <a:chOff x="1056" y="816"/>
                        <a:chExt cx="2496" cy="630"/>
                      </a:xfrm>
                    </p:grpSpPr>
                    <p:sp>
                      <p:nvSpPr>
                        <p:cNvPr id="158246" name="任意多边形 15824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247" name="组合 158246"/>
                        <p:cNvGrpSpPr/>
                        <p:nvPr/>
                      </p:nvGrpSpPr>
                      <p:grpSpPr>
                        <a:xfrm>
                          <a:off x="1056" y="816"/>
                          <a:ext cx="2016" cy="630"/>
                          <a:chOff x="1824" y="1968"/>
                          <a:chExt cx="685" cy="918"/>
                        </a:xfrm>
                      </p:grpSpPr>
                      <p:grpSp>
                        <p:nvGrpSpPr>
                          <p:cNvPr id="158248" name="组合 158247"/>
                          <p:cNvGrpSpPr/>
                          <p:nvPr/>
                        </p:nvGrpSpPr>
                        <p:grpSpPr>
                          <a:xfrm>
                            <a:off x="1824" y="1968"/>
                            <a:ext cx="343" cy="918"/>
                            <a:chOff x="2880" y="2112"/>
                            <a:chExt cx="2304" cy="2016"/>
                          </a:xfrm>
                        </p:grpSpPr>
                        <p:sp>
                          <p:nvSpPr>
                            <p:cNvPr id="158249" name="任意多边形 15824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50" name="任意多边形 15824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251" name="组合 158250"/>
                          <p:cNvGrpSpPr/>
                          <p:nvPr/>
                        </p:nvGrpSpPr>
                        <p:grpSpPr>
                          <a:xfrm>
                            <a:off x="2167" y="1968"/>
                            <a:ext cx="342" cy="918"/>
                            <a:chOff x="2880" y="2112"/>
                            <a:chExt cx="2304" cy="2016"/>
                          </a:xfrm>
                        </p:grpSpPr>
                        <p:sp>
                          <p:nvSpPr>
                            <p:cNvPr id="158252" name="任意多边形 15825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53" name="任意多边形 15825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254" name="组合 158253"/>
                      <p:cNvGrpSpPr/>
                      <p:nvPr/>
                    </p:nvGrpSpPr>
                    <p:grpSpPr>
                      <a:xfrm flipV="1">
                        <a:off x="2832" y="2832"/>
                        <a:ext cx="2496" cy="630"/>
                        <a:chOff x="1056" y="816"/>
                        <a:chExt cx="2496" cy="630"/>
                      </a:xfrm>
                    </p:grpSpPr>
                    <p:sp>
                      <p:nvSpPr>
                        <p:cNvPr id="158255" name="任意多边形 15825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256" name="组合 158255"/>
                        <p:cNvGrpSpPr/>
                        <p:nvPr/>
                      </p:nvGrpSpPr>
                      <p:grpSpPr>
                        <a:xfrm>
                          <a:off x="1056" y="816"/>
                          <a:ext cx="2016" cy="630"/>
                          <a:chOff x="1824" y="1968"/>
                          <a:chExt cx="685" cy="918"/>
                        </a:xfrm>
                      </p:grpSpPr>
                      <p:grpSp>
                        <p:nvGrpSpPr>
                          <p:cNvPr id="158257" name="组合 158256"/>
                          <p:cNvGrpSpPr/>
                          <p:nvPr/>
                        </p:nvGrpSpPr>
                        <p:grpSpPr>
                          <a:xfrm>
                            <a:off x="1824" y="1968"/>
                            <a:ext cx="343" cy="918"/>
                            <a:chOff x="2880" y="2112"/>
                            <a:chExt cx="2304" cy="2016"/>
                          </a:xfrm>
                        </p:grpSpPr>
                        <p:sp>
                          <p:nvSpPr>
                            <p:cNvPr id="158258" name="任意多边形 15825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59" name="任意多边形 15825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260" name="组合 158259"/>
                          <p:cNvGrpSpPr/>
                          <p:nvPr/>
                        </p:nvGrpSpPr>
                        <p:grpSpPr>
                          <a:xfrm>
                            <a:off x="2167" y="1968"/>
                            <a:ext cx="342" cy="918"/>
                            <a:chOff x="2880" y="2112"/>
                            <a:chExt cx="2304" cy="2016"/>
                          </a:xfrm>
                        </p:grpSpPr>
                        <p:sp>
                          <p:nvSpPr>
                            <p:cNvPr id="158261" name="任意多边形 15826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62" name="任意多边形 15826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263" name="直接连接符 15826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8264" name="组合 158263"/>
              <p:cNvGrpSpPr/>
              <p:nvPr/>
            </p:nvGrpSpPr>
            <p:grpSpPr>
              <a:xfrm>
                <a:off x="3888" y="3360"/>
                <a:ext cx="1104" cy="576"/>
                <a:chOff x="2352" y="3024"/>
                <a:chExt cx="1104" cy="576"/>
              </a:xfrm>
            </p:grpSpPr>
            <p:grpSp>
              <p:nvGrpSpPr>
                <p:cNvPr id="158265" name="组合 158264"/>
                <p:cNvGrpSpPr/>
                <p:nvPr/>
              </p:nvGrpSpPr>
              <p:grpSpPr>
                <a:xfrm flipH="1">
                  <a:off x="2352" y="3312"/>
                  <a:ext cx="1104" cy="288"/>
                  <a:chOff x="912" y="2928"/>
                  <a:chExt cx="1104" cy="288"/>
                </a:xfrm>
              </p:grpSpPr>
              <p:grpSp>
                <p:nvGrpSpPr>
                  <p:cNvPr id="158266" name="组合 158265"/>
                  <p:cNvGrpSpPr/>
                  <p:nvPr/>
                </p:nvGrpSpPr>
                <p:grpSpPr>
                  <a:xfrm>
                    <a:off x="912" y="2928"/>
                    <a:ext cx="1104" cy="144"/>
                    <a:chOff x="1872" y="2880"/>
                    <a:chExt cx="1104" cy="144"/>
                  </a:xfrm>
                </p:grpSpPr>
                <p:grpSp>
                  <p:nvGrpSpPr>
                    <p:cNvPr id="158267" name="组合 158266"/>
                    <p:cNvGrpSpPr/>
                    <p:nvPr/>
                  </p:nvGrpSpPr>
                  <p:grpSpPr>
                    <a:xfrm>
                      <a:off x="2016" y="2880"/>
                      <a:ext cx="960" cy="144"/>
                      <a:chOff x="336" y="2832"/>
                      <a:chExt cx="4992" cy="630"/>
                    </a:xfrm>
                  </p:grpSpPr>
                  <p:grpSp>
                    <p:nvGrpSpPr>
                      <p:cNvPr id="158268" name="组合 158267"/>
                      <p:cNvGrpSpPr/>
                      <p:nvPr/>
                    </p:nvGrpSpPr>
                    <p:grpSpPr>
                      <a:xfrm>
                        <a:off x="336" y="2832"/>
                        <a:ext cx="2496" cy="630"/>
                        <a:chOff x="1056" y="816"/>
                        <a:chExt cx="2496" cy="630"/>
                      </a:xfrm>
                    </p:grpSpPr>
                    <p:sp>
                      <p:nvSpPr>
                        <p:cNvPr id="158269" name="任意多边形 15826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270" name="组合 158269"/>
                        <p:cNvGrpSpPr/>
                        <p:nvPr/>
                      </p:nvGrpSpPr>
                      <p:grpSpPr>
                        <a:xfrm>
                          <a:off x="1056" y="816"/>
                          <a:ext cx="2016" cy="630"/>
                          <a:chOff x="1824" y="1968"/>
                          <a:chExt cx="685" cy="918"/>
                        </a:xfrm>
                      </p:grpSpPr>
                      <p:grpSp>
                        <p:nvGrpSpPr>
                          <p:cNvPr id="158271" name="组合 158270"/>
                          <p:cNvGrpSpPr/>
                          <p:nvPr/>
                        </p:nvGrpSpPr>
                        <p:grpSpPr>
                          <a:xfrm>
                            <a:off x="1824" y="1968"/>
                            <a:ext cx="343" cy="918"/>
                            <a:chOff x="2880" y="2112"/>
                            <a:chExt cx="2304" cy="2016"/>
                          </a:xfrm>
                        </p:grpSpPr>
                        <p:sp>
                          <p:nvSpPr>
                            <p:cNvPr id="158272" name="任意多边形 15827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73" name="任意多边形 15827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274" name="组合 158273"/>
                          <p:cNvGrpSpPr/>
                          <p:nvPr/>
                        </p:nvGrpSpPr>
                        <p:grpSpPr>
                          <a:xfrm>
                            <a:off x="2167" y="1968"/>
                            <a:ext cx="342" cy="918"/>
                            <a:chOff x="2880" y="2112"/>
                            <a:chExt cx="2304" cy="2016"/>
                          </a:xfrm>
                        </p:grpSpPr>
                        <p:sp>
                          <p:nvSpPr>
                            <p:cNvPr id="158275" name="任意多边形 15827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76" name="任意多边形 15827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277" name="组合 158276"/>
                      <p:cNvGrpSpPr/>
                      <p:nvPr/>
                    </p:nvGrpSpPr>
                    <p:grpSpPr>
                      <a:xfrm flipV="1">
                        <a:off x="2832" y="2832"/>
                        <a:ext cx="2496" cy="630"/>
                        <a:chOff x="1056" y="816"/>
                        <a:chExt cx="2496" cy="630"/>
                      </a:xfrm>
                    </p:grpSpPr>
                    <p:sp>
                      <p:nvSpPr>
                        <p:cNvPr id="158278" name="任意多边形 15827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279" name="组合 158278"/>
                        <p:cNvGrpSpPr/>
                        <p:nvPr/>
                      </p:nvGrpSpPr>
                      <p:grpSpPr>
                        <a:xfrm>
                          <a:off x="1056" y="816"/>
                          <a:ext cx="2016" cy="630"/>
                          <a:chOff x="1824" y="1968"/>
                          <a:chExt cx="685" cy="918"/>
                        </a:xfrm>
                      </p:grpSpPr>
                      <p:grpSp>
                        <p:nvGrpSpPr>
                          <p:cNvPr id="158280" name="组合 158279"/>
                          <p:cNvGrpSpPr/>
                          <p:nvPr/>
                        </p:nvGrpSpPr>
                        <p:grpSpPr>
                          <a:xfrm>
                            <a:off x="1824" y="1968"/>
                            <a:ext cx="343" cy="918"/>
                            <a:chOff x="2880" y="2112"/>
                            <a:chExt cx="2304" cy="2016"/>
                          </a:xfrm>
                        </p:grpSpPr>
                        <p:sp>
                          <p:nvSpPr>
                            <p:cNvPr id="158281" name="任意多边形 15828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82" name="任意多边形 15828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283" name="组合 158282"/>
                          <p:cNvGrpSpPr/>
                          <p:nvPr/>
                        </p:nvGrpSpPr>
                        <p:grpSpPr>
                          <a:xfrm>
                            <a:off x="2167" y="1968"/>
                            <a:ext cx="342" cy="918"/>
                            <a:chOff x="2880" y="2112"/>
                            <a:chExt cx="2304" cy="2016"/>
                          </a:xfrm>
                        </p:grpSpPr>
                        <p:sp>
                          <p:nvSpPr>
                            <p:cNvPr id="158284" name="任意多边形 15828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85" name="任意多边形 15828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286" name="直接连接符 15828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287" name="组合 158286"/>
                  <p:cNvGrpSpPr/>
                  <p:nvPr/>
                </p:nvGrpSpPr>
                <p:grpSpPr>
                  <a:xfrm>
                    <a:off x="912" y="3072"/>
                    <a:ext cx="1104" cy="144"/>
                    <a:chOff x="1872" y="2880"/>
                    <a:chExt cx="1104" cy="144"/>
                  </a:xfrm>
                </p:grpSpPr>
                <p:grpSp>
                  <p:nvGrpSpPr>
                    <p:cNvPr id="158288" name="组合 158287"/>
                    <p:cNvGrpSpPr/>
                    <p:nvPr/>
                  </p:nvGrpSpPr>
                  <p:grpSpPr>
                    <a:xfrm>
                      <a:off x="2016" y="2880"/>
                      <a:ext cx="960" cy="144"/>
                      <a:chOff x="336" y="2832"/>
                      <a:chExt cx="4992" cy="630"/>
                    </a:xfrm>
                  </p:grpSpPr>
                  <p:grpSp>
                    <p:nvGrpSpPr>
                      <p:cNvPr id="158289" name="组合 158288"/>
                      <p:cNvGrpSpPr/>
                      <p:nvPr/>
                    </p:nvGrpSpPr>
                    <p:grpSpPr>
                      <a:xfrm>
                        <a:off x="336" y="2832"/>
                        <a:ext cx="2496" cy="630"/>
                        <a:chOff x="1056" y="816"/>
                        <a:chExt cx="2496" cy="630"/>
                      </a:xfrm>
                    </p:grpSpPr>
                    <p:sp>
                      <p:nvSpPr>
                        <p:cNvPr id="158290" name="任意多边形 15828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291" name="组合 158290"/>
                        <p:cNvGrpSpPr/>
                        <p:nvPr/>
                      </p:nvGrpSpPr>
                      <p:grpSpPr>
                        <a:xfrm>
                          <a:off x="1056" y="816"/>
                          <a:ext cx="2016" cy="630"/>
                          <a:chOff x="1824" y="1968"/>
                          <a:chExt cx="685" cy="918"/>
                        </a:xfrm>
                      </p:grpSpPr>
                      <p:grpSp>
                        <p:nvGrpSpPr>
                          <p:cNvPr id="158292" name="组合 158291"/>
                          <p:cNvGrpSpPr/>
                          <p:nvPr/>
                        </p:nvGrpSpPr>
                        <p:grpSpPr>
                          <a:xfrm>
                            <a:off x="1824" y="1968"/>
                            <a:ext cx="343" cy="918"/>
                            <a:chOff x="2880" y="2112"/>
                            <a:chExt cx="2304" cy="2016"/>
                          </a:xfrm>
                        </p:grpSpPr>
                        <p:sp>
                          <p:nvSpPr>
                            <p:cNvPr id="158293" name="任意多边形 15829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94" name="任意多边形 15829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295" name="组合 158294"/>
                          <p:cNvGrpSpPr/>
                          <p:nvPr/>
                        </p:nvGrpSpPr>
                        <p:grpSpPr>
                          <a:xfrm>
                            <a:off x="2167" y="1968"/>
                            <a:ext cx="342" cy="918"/>
                            <a:chOff x="2880" y="2112"/>
                            <a:chExt cx="2304" cy="2016"/>
                          </a:xfrm>
                        </p:grpSpPr>
                        <p:sp>
                          <p:nvSpPr>
                            <p:cNvPr id="158296" name="任意多边形 15829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297" name="任意多边形 15829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298" name="组合 158297"/>
                      <p:cNvGrpSpPr/>
                      <p:nvPr/>
                    </p:nvGrpSpPr>
                    <p:grpSpPr>
                      <a:xfrm flipV="1">
                        <a:off x="2832" y="2832"/>
                        <a:ext cx="2496" cy="630"/>
                        <a:chOff x="1056" y="816"/>
                        <a:chExt cx="2496" cy="630"/>
                      </a:xfrm>
                    </p:grpSpPr>
                    <p:sp>
                      <p:nvSpPr>
                        <p:cNvPr id="158299" name="任意多边形 15829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300" name="组合 158299"/>
                        <p:cNvGrpSpPr/>
                        <p:nvPr/>
                      </p:nvGrpSpPr>
                      <p:grpSpPr>
                        <a:xfrm>
                          <a:off x="1056" y="816"/>
                          <a:ext cx="2016" cy="630"/>
                          <a:chOff x="1824" y="1968"/>
                          <a:chExt cx="685" cy="918"/>
                        </a:xfrm>
                      </p:grpSpPr>
                      <p:grpSp>
                        <p:nvGrpSpPr>
                          <p:cNvPr id="158301" name="组合 158300"/>
                          <p:cNvGrpSpPr/>
                          <p:nvPr/>
                        </p:nvGrpSpPr>
                        <p:grpSpPr>
                          <a:xfrm>
                            <a:off x="1824" y="1968"/>
                            <a:ext cx="343" cy="918"/>
                            <a:chOff x="2880" y="2112"/>
                            <a:chExt cx="2304" cy="2016"/>
                          </a:xfrm>
                        </p:grpSpPr>
                        <p:sp>
                          <p:nvSpPr>
                            <p:cNvPr id="158302" name="任意多边形 15830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03" name="任意多边形 15830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304" name="组合 158303"/>
                          <p:cNvGrpSpPr/>
                          <p:nvPr/>
                        </p:nvGrpSpPr>
                        <p:grpSpPr>
                          <a:xfrm>
                            <a:off x="2167" y="1968"/>
                            <a:ext cx="342" cy="918"/>
                            <a:chOff x="2880" y="2112"/>
                            <a:chExt cx="2304" cy="2016"/>
                          </a:xfrm>
                        </p:grpSpPr>
                        <p:sp>
                          <p:nvSpPr>
                            <p:cNvPr id="158305" name="任意多边形 15830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06" name="任意多边形 15830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307" name="直接连接符 15830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8308" name="组合 158307"/>
                <p:cNvGrpSpPr/>
                <p:nvPr/>
              </p:nvGrpSpPr>
              <p:grpSpPr>
                <a:xfrm flipH="1">
                  <a:off x="2352" y="3024"/>
                  <a:ext cx="1104" cy="288"/>
                  <a:chOff x="912" y="2928"/>
                  <a:chExt cx="1104" cy="288"/>
                </a:xfrm>
              </p:grpSpPr>
              <p:grpSp>
                <p:nvGrpSpPr>
                  <p:cNvPr id="158309" name="组合 158308"/>
                  <p:cNvGrpSpPr/>
                  <p:nvPr/>
                </p:nvGrpSpPr>
                <p:grpSpPr>
                  <a:xfrm>
                    <a:off x="912" y="2928"/>
                    <a:ext cx="1104" cy="144"/>
                    <a:chOff x="1872" y="2880"/>
                    <a:chExt cx="1104" cy="144"/>
                  </a:xfrm>
                </p:grpSpPr>
                <p:grpSp>
                  <p:nvGrpSpPr>
                    <p:cNvPr id="158310" name="组合 158309"/>
                    <p:cNvGrpSpPr/>
                    <p:nvPr/>
                  </p:nvGrpSpPr>
                  <p:grpSpPr>
                    <a:xfrm>
                      <a:off x="2016" y="2880"/>
                      <a:ext cx="960" cy="144"/>
                      <a:chOff x="336" y="2832"/>
                      <a:chExt cx="4992" cy="630"/>
                    </a:xfrm>
                  </p:grpSpPr>
                  <p:grpSp>
                    <p:nvGrpSpPr>
                      <p:cNvPr id="158311" name="组合 158310"/>
                      <p:cNvGrpSpPr/>
                      <p:nvPr/>
                    </p:nvGrpSpPr>
                    <p:grpSpPr>
                      <a:xfrm>
                        <a:off x="336" y="2832"/>
                        <a:ext cx="2496" cy="630"/>
                        <a:chOff x="1056" y="816"/>
                        <a:chExt cx="2496" cy="630"/>
                      </a:xfrm>
                    </p:grpSpPr>
                    <p:sp>
                      <p:nvSpPr>
                        <p:cNvPr id="158312" name="任意多边形 15831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313" name="组合 158312"/>
                        <p:cNvGrpSpPr/>
                        <p:nvPr/>
                      </p:nvGrpSpPr>
                      <p:grpSpPr>
                        <a:xfrm>
                          <a:off x="1056" y="816"/>
                          <a:ext cx="2016" cy="630"/>
                          <a:chOff x="1824" y="1968"/>
                          <a:chExt cx="685" cy="918"/>
                        </a:xfrm>
                      </p:grpSpPr>
                      <p:grpSp>
                        <p:nvGrpSpPr>
                          <p:cNvPr id="158314" name="组合 158313"/>
                          <p:cNvGrpSpPr/>
                          <p:nvPr/>
                        </p:nvGrpSpPr>
                        <p:grpSpPr>
                          <a:xfrm>
                            <a:off x="1824" y="1968"/>
                            <a:ext cx="343" cy="918"/>
                            <a:chOff x="2880" y="2112"/>
                            <a:chExt cx="2304" cy="2016"/>
                          </a:xfrm>
                        </p:grpSpPr>
                        <p:sp>
                          <p:nvSpPr>
                            <p:cNvPr id="158315" name="任意多边形 15831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16" name="任意多边形 15831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317" name="组合 158316"/>
                          <p:cNvGrpSpPr/>
                          <p:nvPr/>
                        </p:nvGrpSpPr>
                        <p:grpSpPr>
                          <a:xfrm>
                            <a:off x="2167" y="1968"/>
                            <a:ext cx="342" cy="918"/>
                            <a:chOff x="2880" y="2112"/>
                            <a:chExt cx="2304" cy="2016"/>
                          </a:xfrm>
                        </p:grpSpPr>
                        <p:sp>
                          <p:nvSpPr>
                            <p:cNvPr id="158318" name="任意多边形 15831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19" name="任意多边形 15831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320" name="组合 158319"/>
                      <p:cNvGrpSpPr/>
                      <p:nvPr/>
                    </p:nvGrpSpPr>
                    <p:grpSpPr>
                      <a:xfrm flipV="1">
                        <a:off x="2832" y="2832"/>
                        <a:ext cx="2496" cy="630"/>
                        <a:chOff x="1056" y="816"/>
                        <a:chExt cx="2496" cy="630"/>
                      </a:xfrm>
                    </p:grpSpPr>
                    <p:sp>
                      <p:nvSpPr>
                        <p:cNvPr id="158321" name="任意多边形 15832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322" name="组合 158321"/>
                        <p:cNvGrpSpPr/>
                        <p:nvPr/>
                      </p:nvGrpSpPr>
                      <p:grpSpPr>
                        <a:xfrm>
                          <a:off x="1056" y="816"/>
                          <a:ext cx="2016" cy="630"/>
                          <a:chOff x="1824" y="1968"/>
                          <a:chExt cx="685" cy="918"/>
                        </a:xfrm>
                      </p:grpSpPr>
                      <p:grpSp>
                        <p:nvGrpSpPr>
                          <p:cNvPr id="158323" name="组合 158322"/>
                          <p:cNvGrpSpPr/>
                          <p:nvPr/>
                        </p:nvGrpSpPr>
                        <p:grpSpPr>
                          <a:xfrm>
                            <a:off x="1824" y="1968"/>
                            <a:ext cx="343" cy="918"/>
                            <a:chOff x="2880" y="2112"/>
                            <a:chExt cx="2304" cy="2016"/>
                          </a:xfrm>
                        </p:grpSpPr>
                        <p:sp>
                          <p:nvSpPr>
                            <p:cNvPr id="158324" name="任意多边形 15832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25" name="任意多边形 15832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326" name="组合 158325"/>
                          <p:cNvGrpSpPr/>
                          <p:nvPr/>
                        </p:nvGrpSpPr>
                        <p:grpSpPr>
                          <a:xfrm>
                            <a:off x="2167" y="1968"/>
                            <a:ext cx="342" cy="918"/>
                            <a:chOff x="2880" y="2112"/>
                            <a:chExt cx="2304" cy="2016"/>
                          </a:xfrm>
                        </p:grpSpPr>
                        <p:sp>
                          <p:nvSpPr>
                            <p:cNvPr id="158327" name="任意多边形 15832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28" name="任意多边形 15832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329" name="直接连接符 15832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330" name="组合 158329"/>
                  <p:cNvGrpSpPr/>
                  <p:nvPr/>
                </p:nvGrpSpPr>
                <p:grpSpPr>
                  <a:xfrm>
                    <a:off x="912" y="3072"/>
                    <a:ext cx="1104" cy="144"/>
                    <a:chOff x="1872" y="2880"/>
                    <a:chExt cx="1104" cy="144"/>
                  </a:xfrm>
                </p:grpSpPr>
                <p:grpSp>
                  <p:nvGrpSpPr>
                    <p:cNvPr id="158331" name="组合 158330"/>
                    <p:cNvGrpSpPr/>
                    <p:nvPr/>
                  </p:nvGrpSpPr>
                  <p:grpSpPr>
                    <a:xfrm>
                      <a:off x="2016" y="2880"/>
                      <a:ext cx="960" cy="144"/>
                      <a:chOff x="336" y="2832"/>
                      <a:chExt cx="4992" cy="630"/>
                    </a:xfrm>
                  </p:grpSpPr>
                  <p:grpSp>
                    <p:nvGrpSpPr>
                      <p:cNvPr id="158332" name="组合 158331"/>
                      <p:cNvGrpSpPr/>
                      <p:nvPr/>
                    </p:nvGrpSpPr>
                    <p:grpSpPr>
                      <a:xfrm>
                        <a:off x="336" y="2832"/>
                        <a:ext cx="2496" cy="630"/>
                        <a:chOff x="1056" y="816"/>
                        <a:chExt cx="2496" cy="630"/>
                      </a:xfrm>
                    </p:grpSpPr>
                    <p:sp>
                      <p:nvSpPr>
                        <p:cNvPr id="158333" name="任意多边形 15833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334" name="组合 158333"/>
                        <p:cNvGrpSpPr/>
                        <p:nvPr/>
                      </p:nvGrpSpPr>
                      <p:grpSpPr>
                        <a:xfrm>
                          <a:off x="1056" y="816"/>
                          <a:ext cx="2016" cy="630"/>
                          <a:chOff x="1824" y="1968"/>
                          <a:chExt cx="685" cy="918"/>
                        </a:xfrm>
                      </p:grpSpPr>
                      <p:grpSp>
                        <p:nvGrpSpPr>
                          <p:cNvPr id="158335" name="组合 158334"/>
                          <p:cNvGrpSpPr/>
                          <p:nvPr/>
                        </p:nvGrpSpPr>
                        <p:grpSpPr>
                          <a:xfrm>
                            <a:off x="1824" y="1968"/>
                            <a:ext cx="343" cy="918"/>
                            <a:chOff x="2880" y="2112"/>
                            <a:chExt cx="2304" cy="2016"/>
                          </a:xfrm>
                        </p:grpSpPr>
                        <p:sp>
                          <p:nvSpPr>
                            <p:cNvPr id="158336" name="任意多边形 15833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37" name="任意多边形 15833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338" name="组合 158337"/>
                          <p:cNvGrpSpPr/>
                          <p:nvPr/>
                        </p:nvGrpSpPr>
                        <p:grpSpPr>
                          <a:xfrm>
                            <a:off x="2167" y="1968"/>
                            <a:ext cx="342" cy="918"/>
                            <a:chOff x="2880" y="2112"/>
                            <a:chExt cx="2304" cy="2016"/>
                          </a:xfrm>
                        </p:grpSpPr>
                        <p:sp>
                          <p:nvSpPr>
                            <p:cNvPr id="158339" name="任意多边形 15833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40" name="任意多边形 15833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341" name="组合 158340"/>
                      <p:cNvGrpSpPr/>
                      <p:nvPr/>
                    </p:nvGrpSpPr>
                    <p:grpSpPr>
                      <a:xfrm flipV="1">
                        <a:off x="2832" y="2832"/>
                        <a:ext cx="2496" cy="630"/>
                        <a:chOff x="1056" y="816"/>
                        <a:chExt cx="2496" cy="630"/>
                      </a:xfrm>
                    </p:grpSpPr>
                    <p:sp>
                      <p:nvSpPr>
                        <p:cNvPr id="158342" name="任意多边形 15834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343" name="组合 158342"/>
                        <p:cNvGrpSpPr/>
                        <p:nvPr/>
                      </p:nvGrpSpPr>
                      <p:grpSpPr>
                        <a:xfrm>
                          <a:off x="1056" y="816"/>
                          <a:ext cx="2016" cy="630"/>
                          <a:chOff x="1824" y="1968"/>
                          <a:chExt cx="685" cy="918"/>
                        </a:xfrm>
                      </p:grpSpPr>
                      <p:grpSp>
                        <p:nvGrpSpPr>
                          <p:cNvPr id="158344" name="组合 158343"/>
                          <p:cNvGrpSpPr/>
                          <p:nvPr/>
                        </p:nvGrpSpPr>
                        <p:grpSpPr>
                          <a:xfrm>
                            <a:off x="1824" y="1968"/>
                            <a:ext cx="343" cy="918"/>
                            <a:chOff x="2880" y="2112"/>
                            <a:chExt cx="2304" cy="2016"/>
                          </a:xfrm>
                        </p:grpSpPr>
                        <p:sp>
                          <p:nvSpPr>
                            <p:cNvPr id="158345" name="任意多边形 15834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46" name="任意多边形 15834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347" name="组合 158346"/>
                          <p:cNvGrpSpPr/>
                          <p:nvPr/>
                        </p:nvGrpSpPr>
                        <p:grpSpPr>
                          <a:xfrm>
                            <a:off x="2167" y="1968"/>
                            <a:ext cx="342" cy="918"/>
                            <a:chOff x="2880" y="2112"/>
                            <a:chExt cx="2304" cy="2016"/>
                          </a:xfrm>
                        </p:grpSpPr>
                        <p:sp>
                          <p:nvSpPr>
                            <p:cNvPr id="158348" name="任意多边形 15834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49" name="任意多边形 15834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350" name="直接连接符 15834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58351" name="组合 158350"/>
            <p:cNvGrpSpPr/>
            <p:nvPr/>
          </p:nvGrpSpPr>
          <p:grpSpPr>
            <a:xfrm>
              <a:off x="3996" y="3024"/>
              <a:ext cx="1092" cy="435"/>
              <a:chOff x="3888" y="2784"/>
              <a:chExt cx="1104" cy="1152"/>
            </a:xfrm>
          </p:grpSpPr>
          <p:grpSp>
            <p:nvGrpSpPr>
              <p:cNvPr id="158352" name="组合 158351"/>
              <p:cNvGrpSpPr/>
              <p:nvPr/>
            </p:nvGrpSpPr>
            <p:grpSpPr>
              <a:xfrm>
                <a:off x="3888" y="2784"/>
                <a:ext cx="1104" cy="576"/>
                <a:chOff x="2352" y="3024"/>
                <a:chExt cx="1104" cy="576"/>
              </a:xfrm>
            </p:grpSpPr>
            <p:grpSp>
              <p:nvGrpSpPr>
                <p:cNvPr id="158353" name="组合 158352"/>
                <p:cNvGrpSpPr/>
                <p:nvPr/>
              </p:nvGrpSpPr>
              <p:grpSpPr>
                <a:xfrm flipH="1">
                  <a:off x="2352" y="3312"/>
                  <a:ext cx="1104" cy="288"/>
                  <a:chOff x="912" y="2928"/>
                  <a:chExt cx="1104" cy="288"/>
                </a:xfrm>
              </p:grpSpPr>
              <p:grpSp>
                <p:nvGrpSpPr>
                  <p:cNvPr id="158354" name="组合 158353"/>
                  <p:cNvGrpSpPr/>
                  <p:nvPr/>
                </p:nvGrpSpPr>
                <p:grpSpPr>
                  <a:xfrm>
                    <a:off x="912" y="2928"/>
                    <a:ext cx="1104" cy="144"/>
                    <a:chOff x="1872" y="2880"/>
                    <a:chExt cx="1104" cy="144"/>
                  </a:xfrm>
                </p:grpSpPr>
                <p:grpSp>
                  <p:nvGrpSpPr>
                    <p:cNvPr id="158355" name="组合 158354"/>
                    <p:cNvGrpSpPr/>
                    <p:nvPr/>
                  </p:nvGrpSpPr>
                  <p:grpSpPr>
                    <a:xfrm>
                      <a:off x="2016" y="2880"/>
                      <a:ext cx="960" cy="144"/>
                      <a:chOff x="336" y="2832"/>
                      <a:chExt cx="4992" cy="630"/>
                    </a:xfrm>
                  </p:grpSpPr>
                  <p:grpSp>
                    <p:nvGrpSpPr>
                      <p:cNvPr id="158356" name="组合 158355"/>
                      <p:cNvGrpSpPr/>
                      <p:nvPr/>
                    </p:nvGrpSpPr>
                    <p:grpSpPr>
                      <a:xfrm>
                        <a:off x="336" y="2832"/>
                        <a:ext cx="2496" cy="630"/>
                        <a:chOff x="1056" y="816"/>
                        <a:chExt cx="2496" cy="630"/>
                      </a:xfrm>
                    </p:grpSpPr>
                    <p:sp>
                      <p:nvSpPr>
                        <p:cNvPr id="158357" name="任意多边形 15835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358" name="组合 158357"/>
                        <p:cNvGrpSpPr/>
                        <p:nvPr/>
                      </p:nvGrpSpPr>
                      <p:grpSpPr>
                        <a:xfrm>
                          <a:off x="1056" y="816"/>
                          <a:ext cx="2016" cy="630"/>
                          <a:chOff x="1824" y="1968"/>
                          <a:chExt cx="685" cy="918"/>
                        </a:xfrm>
                      </p:grpSpPr>
                      <p:grpSp>
                        <p:nvGrpSpPr>
                          <p:cNvPr id="158359" name="组合 158358"/>
                          <p:cNvGrpSpPr/>
                          <p:nvPr/>
                        </p:nvGrpSpPr>
                        <p:grpSpPr>
                          <a:xfrm>
                            <a:off x="1824" y="1968"/>
                            <a:ext cx="343" cy="918"/>
                            <a:chOff x="2880" y="2112"/>
                            <a:chExt cx="2304" cy="2016"/>
                          </a:xfrm>
                        </p:grpSpPr>
                        <p:sp>
                          <p:nvSpPr>
                            <p:cNvPr id="158360" name="任意多边形 15835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61" name="任意多边形 15836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362" name="组合 158361"/>
                          <p:cNvGrpSpPr/>
                          <p:nvPr/>
                        </p:nvGrpSpPr>
                        <p:grpSpPr>
                          <a:xfrm>
                            <a:off x="2167" y="1968"/>
                            <a:ext cx="342" cy="918"/>
                            <a:chOff x="2880" y="2112"/>
                            <a:chExt cx="2304" cy="2016"/>
                          </a:xfrm>
                        </p:grpSpPr>
                        <p:sp>
                          <p:nvSpPr>
                            <p:cNvPr id="158363" name="任意多边形 15836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64" name="任意多边形 15836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365" name="组合 158364"/>
                      <p:cNvGrpSpPr/>
                      <p:nvPr/>
                    </p:nvGrpSpPr>
                    <p:grpSpPr>
                      <a:xfrm flipV="1">
                        <a:off x="2832" y="2832"/>
                        <a:ext cx="2496" cy="630"/>
                        <a:chOff x="1056" y="816"/>
                        <a:chExt cx="2496" cy="630"/>
                      </a:xfrm>
                    </p:grpSpPr>
                    <p:sp>
                      <p:nvSpPr>
                        <p:cNvPr id="158366" name="任意多边形 15836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367" name="组合 158366"/>
                        <p:cNvGrpSpPr/>
                        <p:nvPr/>
                      </p:nvGrpSpPr>
                      <p:grpSpPr>
                        <a:xfrm>
                          <a:off x="1056" y="816"/>
                          <a:ext cx="2016" cy="630"/>
                          <a:chOff x="1824" y="1968"/>
                          <a:chExt cx="685" cy="918"/>
                        </a:xfrm>
                      </p:grpSpPr>
                      <p:grpSp>
                        <p:nvGrpSpPr>
                          <p:cNvPr id="158368" name="组合 158367"/>
                          <p:cNvGrpSpPr/>
                          <p:nvPr/>
                        </p:nvGrpSpPr>
                        <p:grpSpPr>
                          <a:xfrm>
                            <a:off x="1824" y="1968"/>
                            <a:ext cx="343" cy="918"/>
                            <a:chOff x="2880" y="2112"/>
                            <a:chExt cx="2304" cy="2016"/>
                          </a:xfrm>
                        </p:grpSpPr>
                        <p:sp>
                          <p:nvSpPr>
                            <p:cNvPr id="158369" name="任意多边形 15836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70" name="任意多边形 15836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371" name="组合 158370"/>
                          <p:cNvGrpSpPr/>
                          <p:nvPr/>
                        </p:nvGrpSpPr>
                        <p:grpSpPr>
                          <a:xfrm>
                            <a:off x="2167" y="1968"/>
                            <a:ext cx="342" cy="918"/>
                            <a:chOff x="2880" y="2112"/>
                            <a:chExt cx="2304" cy="2016"/>
                          </a:xfrm>
                        </p:grpSpPr>
                        <p:sp>
                          <p:nvSpPr>
                            <p:cNvPr id="158372" name="任意多边形 15837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73" name="任意多边形 15837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374" name="直接连接符 15837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375" name="组合 158374"/>
                  <p:cNvGrpSpPr/>
                  <p:nvPr/>
                </p:nvGrpSpPr>
                <p:grpSpPr>
                  <a:xfrm>
                    <a:off x="912" y="3072"/>
                    <a:ext cx="1104" cy="144"/>
                    <a:chOff x="1872" y="2880"/>
                    <a:chExt cx="1104" cy="144"/>
                  </a:xfrm>
                </p:grpSpPr>
                <p:grpSp>
                  <p:nvGrpSpPr>
                    <p:cNvPr id="158376" name="组合 158375"/>
                    <p:cNvGrpSpPr/>
                    <p:nvPr/>
                  </p:nvGrpSpPr>
                  <p:grpSpPr>
                    <a:xfrm>
                      <a:off x="2016" y="2880"/>
                      <a:ext cx="960" cy="144"/>
                      <a:chOff x="336" y="2832"/>
                      <a:chExt cx="4992" cy="630"/>
                    </a:xfrm>
                  </p:grpSpPr>
                  <p:grpSp>
                    <p:nvGrpSpPr>
                      <p:cNvPr id="158377" name="组合 158376"/>
                      <p:cNvGrpSpPr/>
                      <p:nvPr/>
                    </p:nvGrpSpPr>
                    <p:grpSpPr>
                      <a:xfrm>
                        <a:off x="336" y="2832"/>
                        <a:ext cx="2496" cy="630"/>
                        <a:chOff x="1056" y="816"/>
                        <a:chExt cx="2496" cy="630"/>
                      </a:xfrm>
                    </p:grpSpPr>
                    <p:sp>
                      <p:nvSpPr>
                        <p:cNvPr id="158378" name="任意多边形 15837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379" name="组合 158378"/>
                        <p:cNvGrpSpPr/>
                        <p:nvPr/>
                      </p:nvGrpSpPr>
                      <p:grpSpPr>
                        <a:xfrm>
                          <a:off x="1056" y="816"/>
                          <a:ext cx="2016" cy="630"/>
                          <a:chOff x="1824" y="1968"/>
                          <a:chExt cx="685" cy="918"/>
                        </a:xfrm>
                      </p:grpSpPr>
                      <p:grpSp>
                        <p:nvGrpSpPr>
                          <p:cNvPr id="158380" name="组合 158379"/>
                          <p:cNvGrpSpPr/>
                          <p:nvPr/>
                        </p:nvGrpSpPr>
                        <p:grpSpPr>
                          <a:xfrm>
                            <a:off x="1824" y="1968"/>
                            <a:ext cx="343" cy="918"/>
                            <a:chOff x="2880" y="2112"/>
                            <a:chExt cx="2304" cy="2016"/>
                          </a:xfrm>
                        </p:grpSpPr>
                        <p:sp>
                          <p:nvSpPr>
                            <p:cNvPr id="158381" name="任意多边形 15838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82" name="任意多边形 15838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383" name="组合 158382"/>
                          <p:cNvGrpSpPr/>
                          <p:nvPr/>
                        </p:nvGrpSpPr>
                        <p:grpSpPr>
                          <a:xfrm>
                            <a:off x="2167" y="1968"/>
                            <a:ext cx="342" cy="918"/>
                            <a:chOff x="2880" y="2112"/>
                            <a:chExt cx="2304" cy="2016"/>
                          </a:xfrm>
                        </p:grpSpPr>
                        <p:sp>
                          <p:nvSpPr>
                            <p:cNvPr id="158384" name="任意多边形 15838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85" name="任意多边形 15838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386" name="组合 158385"/>
                      <p:cNvGrpSpPr/>
                      <p:nvPr/>
                    </p:nvGrpSpPr>
                    <p:grpSpPr>
                      <a:xfrm flipV="1">
                        <a:off x="2832" y="2832"/>
                        <a:ext cx="2496" cy="630"/>
                        <a:chOff x="1056" y="816"/>
                        <a:chExt cx="2496" cy="630"/>
                      </a:xfrm>
                    </p:grpSpPr>
                    <p:sp>
                      <p:nvSpPr>
                        <p:cNvPr id="158387" name="任意多边形 15838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388" name="组合 158387"/>
                        <p:cNvGrpSpPr/>
                        <p:nvPr/>
                      </p:nvGrpSpPr>
                      <p:grpSpPr>
                        <a:xfrm>
                          <a:off x="1056" y="816"/>
                          <a:ext cx="2016" cy="630"/>
                          <a:chOff x="1824" y="1968"/>
                          <a:chExt cx="685" cy="918"/>
                        </a:xfrm>
                      </p:grpSpPr>
                      <p:grpSp>
                        <p:nvGrpSpPr>
                          <p:cNvPr id="158389" name="组合 158388"/>
                          <p:cNvGrpSpPr/>
                          <p:nvPr/>
                        </p:nvGrpSpPr>
                        <p:grpSpPr>
                          <a:xfrm>
                            <a:off x="1824" y="1968"/>
                            <a:ext cx="343" cy="918"/>
                            <a:chOff x="2880" y="2112"/>
                            <a:chExt cx="2304" cy="2016"/>
                          </a:xfrm>
                        </p:grpSpPr>
                        <p:sp>
                          <p:nvSpPr>
                            <p:cNvPr id="158390" name="任意多边形 15838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91" name="任意多边形 15839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392" name="组合 158391"/>
                          <p:cNvGrpSpPr/>
                          <p:nvPr/>
                        </p:nvGrpSpPr>
                        <p:grpSpPr>
                          <a:xfrm>
                            <a:off x="2167" y="1968"/>
                            <a:ext cx="342" cy="918"/>
                            <a:chOff x="2880" y="2112"/>
                            <a:chExt cx="2304" cy="2016"/>
                          </a:xfrm>
                        </p:grpSpPr>
                        <p:sp>
                          <p:nvSpPr>
                            <p:cNvPr id="158393" name="任意多边形 15839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394" name="任意多边形 15839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395" name="直接连接符 15839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8396" name="组合 158395"/>
                <p:cNvGrpSpPr/>
                <p:nvPr/>
              </p:nvGrpSpPr>
              <p:grpSpPr>
                <a:xfrm flipH="1">
                  <a:off x="2352" y="3024"/>
                  <a:ext cx="1104" cy="288"/>
                  <a:chOff x="912" y="2928"/>
                  <a:chExt cx="1104" cy="288"/>
                </a:xfrm>
              </p:grpSpPr>
              <p:grpSp>
                <p:nvGrpSpPr>
                  <p:cNvPr id="158397" name="组合 158396"/>
                  <p:cNvGrpSpPr/>
                  <p:nvPr/>
                </p:nvGrpSpPr>
                <p:grpSpPr>
                  <a:xfrm>
                    <a:off x="912" y="2928"/>
                    <a:ext cx="1104" cy="144"/>
                    <a:chOff x="1872" y="2880"/>
                    <a:chExt cx="1104" cy="144"/>
                  </a:xfrm>
                </p:grpSpPr>
                <p:grpSp>
                  <p:nvGrpSpPr>
                    <p:cNvPr id="158398" name="组合 158397"/>
                    <p:cNvGrpSpPr/>
                    <p:nvPr/>
                  </p:nvGrpSpPr>
                  <p:grpSpPr>
                    <a:xfrm>
                      <a:off x="2016" y="2880"/>
                      <a:ext cx="960" cy="144"/>
                      <a:chOff x="336" y="2832"/>
                      <a:chExt cx="4992" cy="630"/>
                    </a:xfrm>
                  </p:grpSpPr>
                  <p:grpSp>
                    <p:nvGrpSpPr>
                      <p:cNvPr id="158399" name="组合 158398"/>
                      <p:cNvGrpSpPr/>
                      <p:nvPr/>
                    </p:nvGrpSpPr>
                    <p:grpSpPr>
                      <a:xfrm>
                        <a:off x="336" y="2832"/>
                        <a:ext cx="2496" cy="630"/>
                        <a:chOff x="1056" y="816"/>
                        <a:chExt cx="2496" cy="630"/>
                      </a:xfrm>
                    </p:grpSpPr>
                    <p:sp>
                      <p:nvSpPr>
                        <p:cNvPr id="158400" name="任意多边形 15839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401" name="组合 158400"/>
                        <p:cNvGrpSpPr/>
                        <p:nvPr/>
                      </p:nvGrpSpPr>
                      <p:grpSpPr>
                        <a:xfrm>
                          <a:off x="1056" y="816"/>
                          <a:ext cx="2016" cy="630"/>
                          <a:chOff x="1824" y="1968"/>
                          <a:chExt cx="685" cy="918"/>
                        </a:xfrm>
                      </p:grpSpPr>
                      <p:grpSp>
                        <p:nvGrpSpPr>
                          <p:cNvPr id="158402" name="组合 158401"/>
                          <p:cNvGrpSpPr/>
                          <p:nvPr/>
                        </p:nvGrpSpPr>
                        <p:grpSpPr>
                          <a:xfrm>
                            <a:off x="1824" y="1968"/>
                            <a:ext cx="343" cy="918"/>
                            <a:chOff x="2880" y="2112"/>
                            <a:chExt cx="2304" cy="2016"/>
                          </a:xfrm>
                        </p:grpSpPr>
                        <p:sp>
                          <p:nvSpPr>
                            <p:cNvPr id="158403" name="任意多边形 15840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04" name="任意多边形 15840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405" name="组合 158404"/>
                          <p:cNvGrpSpPr/>
                          <p:nvPr/>
                        </p:nvGrpSpPr>
                        <p:grpSpPr>
                          <a:xfrm>
                            <a:off x="2167" y="1968"/>
                            <a:ext cx="342" cy="918"/>
                            <a:chOff x="2880" y="2112"/>
                            <a:chExt cx="2304" cy="2016"/>
                          </a:xfrm>
                        </p:grpSpPr>
                        <p:sp>
                          <p:nvSpPr>
                            <p:cNvPr id="158406" name="任意多边形 15840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07" name="任意多边形 15840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408" name="组合 158407"/>
                      <p:cNvGrpSpPr/>
                      <p:nvPr/>
                    </p:nvGrpSpPr>
                    <p:grpSpPr>
                      <a:xfrm flipV="1">
                        <a:off x="2832" y="2832"/>
                        <a:ext cx="2496" cy="630"/>
                        <a:chOff x="1056" y="816"/>
                        <a:chExt cx="2496" cy="630"/>
                      </a:xfrm>
                    </p:grpSpPr>
                    <p:sp>
                      <p:nvSpPr>
                        <p:cNvPr id="158409" name="任意多边形 15840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410" name="组合 158409"/>
                        <p:cNvGrpSpPr/>
                        <p:nvPr/>
                      </p:nvGrpSpPr>
                      <p:grpSpPr>
                        <a:xfrm>
                          <a:off x="1056" y="816"/>
                          <a:ext cx="2016" cy="630"/>
                          <a:chOff x="1824" y="1968"/>
                          <a:chExt cx="685" cy="918"/>
                        </a:xfrm>
                      </p:grpSpPr>
                      <p:grpSp>
                        <p:nvGrpSpPr>
                          <p:cNvPr id="158411" name="组合 158410"/>
                          <p:cNvGrpSpPr/>
                          <p:nvPr/>
                        </p:nvGrpSpPr>
                        <p:grpSpPr>
                          <a:xfrm>
                            <a:off x="1824" y="1968"/>
                            <a:ext cx="343" cy="918"/>
                            <a:chOff x="2880" y="2112"/>
                            <a:chExt cx="2304" cy="2016"/>
                          </a:xfrm>
                        </p:grpSpPr>
                        <p:sp>
                          <p:nvSpPr>
                            <p:cNvPr id="158412" name="任意多边形 15841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13" name="任意多边形 15841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414" name="组合 158413"/>
                          <p:cNvGrpSpPr/>
                          <p:nvPr/>
                        </p:nvGrpSpPr>
                        <p:grpSpPr>
                          <a:xfrm>
                            <a:off x="2167" y="1968"/>
                            <a:ext cx="342" cy="918"/>
                            <a:chOff x="2880" y="2112"/>
                            <a:chExt cx="2304" cy="2016"/>
                          </a:xfrm>
                        </p:grpSpPr>
                        <p:sp>
                          <p:nvSpPr>
                            <p:cNvPr id="158415" name="任意多边形 15841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16" name="任意多边形 15841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417" name="直接连接符 15841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418" name="组合 158417"/>
                  <p:cNvGrpSpPr/>
                  <p:nvPr/>
                </p:nvGrpSpPr>
                <p:grpSpPr>
                  <a:xfrm>
                    <a:off x="912" y="3072"/>
                    <a:ext cx="1104" cy="144"/>
                    <a:chOff x="1872" y="2880"/>
                    <a:chExt cx="1104" cy="144"/>
                  </a:xfrm>
                </p:grpSpPr>
                <p:grpSp>
                  <p:nvGrpSpPr>
                    <p:cNvPr id="158419" name="组合 158418"/>
                    <p:cNvGrpSpPr/>
                    <p:nvPr/>
                  </p:nvGrpSpPr>
                  <p:grpSpPr>
                    <a:xfrm>
                      <a:off x="2016" y="2880"/>
                      <a:ext cx="960" cy="144"/>
                      <a:chOff x="336" y="2832"/>
                      <a:chExt cx="4992" cy="630"/>
                    </a:xfrm>
                  </p:grpSpPr>
                  <p:grpSp>
                    <p:nvGrpSpPr>
                      <p:cNvPr id="158420" name="组合 158419"/>
                      <p:cNvGrpSpPr/>
                      <p:nvPr/>
                    </p:nvGrpSpPr>
                    <p:grpSpPr>
                      <a:xfrm>
                        <a:off x="336" y="2832"/>
                        <a:ext cx="2496" cy="630"/>
                        <a:chOff x="1056" y="816"/>
                        <a:chExt cx="2496" cy="630"/>
                      </a:xfrm>
                    </p:grpSpPr>
                    <p:sp>
                      <p:nvSpPr>
                        <p:cNvPr id="158421" name="任意多边形 15842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422" name="组合 158421"/>
                        <p:cNvGrpSpPr/>
                        <p:nvPr/>
                      </p:nvGrpSpPr>
                      <p:grpSpPr>
                        <a:xfrm>
                          <a:off x="1056" y="816"/>
                          <a:ext cx="2016" cy="630"/>
                          <a:chOff x="1824" y="1968"/>
                          <a:chExt cx="685" cy="918"/>
                        </a:xfrm>
                      </p:grpSpPr>
                      <p:grpSp>
                        <p:nvGrpSpPr>
                          <p:cNvPr id="158423" name="组合 158422"/>
                          <p:cNvGrpSpPr/>
                          <p:nvPr/>
                        </p:nvGrpSpPr>
                        <p:grpSpPr>
                          <a:xfrm>
                            <a:off x="1824" y="1968"/>
                            <a:ext cx="343" cy="918"/>
                            <a:chOff x="2880" y="2112"/>
                            <a:chExt cx="2304" cy="2016"/>
                          </a:xfrm>
                        </p:grpSpPr>
                        <p:sp>
                          <p:nvSpPr>
                            <p:cNvPr id="158424" name="任意多边形 15842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25" name="任意多边形 15842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426" name="组合 158425"/>
                          <p:cNvGrpSpPr/>
                          <p:nvPr/>
                        </p:nvGrpSpPr>
                        <p:grpSpPr>
                          <a:xfrm>
                            <a:off x="2167" y="1968"/>
                            <a:ext cx="342" cy="918"/>
                            <a:chOff x="2880" y="2112"/>
                            <a:chExt cx="2304" cy="2016"/>
                          </a:xfrm>
                        </p:grpSpPr>
                        <p:sp>
                          <p:nvSpPr>
                            <p:cNvPr id="158427" name="任意多边形 15842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28" name="任意多边形 15842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429" name="组合 158428"/>
                      <p:cNvGrpSpPr/>
                      <p:nvPr/>
                    </p:nvGrpSpPr>
                    <p:grpSpPr>
                      <a:xfrm flipV="1">
                        <a:off x="2832" y="2832"/>
                        <a:ext cx="2496" cy="630"/>
                        <a:chOff x="1056" y="816"/>
                        <a:chExt cx="2496" cy="630"/>
                      </a:xfrm>
                    </p:grpSpPr>
                    <p:sp>
                      <p:nvSpPr>
                        <p:cNvPr id="158430" name="任意多边形 15842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431" name="组合 158430"/>
                        <p:cNvGrpSpPr/>
                        <p:nvPr/>
                      </p:nvGrpSpPr>
                      <p:grpSpPr>
                        <a:xfrm>
                          <a:off x="1056" y="816"/>
                          <a:ext cx="2016" cy="630"/>
                          <a:chOff x="1824" y="1968"/>
                          <a:chExt cx="685" cy="918"/>
                        </a:xfrm>
                      </p:grpSpPr>
                      <p:grpSp>
                        <p:nvGrpSpPr>
                          <p:cNvPr id="158432" name="组合 158431"/>
                          <p:cNvGrpSpPr/>
                          <p:nvPr/>
                        </p:nvGrpSpPr>
                        <p:grpSpPr>
                          <a:xfrm>
                            <a:off x="1824" y="1968"/>
                            <a:ext cx="343" cy="918"/>
                            <a:chOff x="2880" y="2112"/>
                            <a:chExt cx="2304" cy="2016"/>
                          </a:xfrm>
                        </p:grpSpPr>
                        <p:sp>
                          <p:nvSpPr>
                            <p:cNvPr id="158433" name="任意多边形 15843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34" name="任意多边形 15843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435" name="组合 158434"/>
                          <p:cNvGrpSpPr/>
                          <p:nvPr/>
                        </p:nvGrpSpPr>
                        <p:grpSpPr>
                          <a:xfrm>
                            <a:off x="2167" y="1968"/>
                            <a:ext cx="342" cy="918"/>
                            <a:chOff x="2880" y="2112"/>
                            <a:chExt cx="2304" cy="2016"/>
                          </a:xfrm>
                        </p:grpSpPr>
                        <p:sp>
                          <p:nvSpPr>
                            <p:cNvPr id="158436" name="任意多边形 15843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37" name="任意多边形 15843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438" name="直接连接符 15843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8439" name="组合 158438"/>
              <p:cNvGrpSpPr/>
              <p:nvPr/>
            </p:nvGrpSpPr>
            <p:grpSpPr>
              <a:xfrm>
                <a:off x="3888" y="3360"/>
                <a:ext cx="1104" cy="576"/>
                <a:chOff x="2352" y="3024"/>
                <a:chExt cx="1104" cy="576"/>
              </a:xfrm>
            </p:grpSpPr>
            <p:grpSp>
              <p:nvGrpSpPr>
                <p:cNvPr id="158440" name="组合 158439"/>
                <p:cNvGrpSpPr/>
                <p:nvPr/>
              </p:nvGrpSpPr>
              <p:grpSpPr>
                <a:xfrm flipH="1">
                  <a:off x="2352" y="3312"/>
                  <a:ext cx="1104" cy="288"/>
                  <a:chOff x="912" y="2928"/>
                  <a:chExt cx="1104" cy="288"/>
                </a:xfrm>
              </p:grpSpPr>
              <p:grpSp>
                <p:nvGrpSpPr>
                  <p:cNvPr id="158441" name="组合 158440"/>
                  <p:cNvGrpSpPr/>
                  <p:nvPr/>
                </p:nvGrpSpPr>
                <p:grpSpPr>
                  <a:xfrm>
                    <a:off x="912" y="2928"/>
                    <a:ext cx="1104" cy="144"/>
                    <a:chOff x="1872" y="2880"/>
                    <a:chExt cx="1104" cy="144"/>
                  </a:xfrm>
                </p:grpSpPr>
                <p:grpSp>
                  <p:nvGrpSpPr>
                    <p:cNvPr id="158442" name="组合 158441"/>
                    <p:cNvGrpSpPr/>
                    <p:nvPr/>
                  </p:nvGrpSpPr>
                  <p:grpSpPr>
                    <a:xfrm>
                      <a:off x="2016" y="2880"/>
                      <a:ext cx="960" cy="144"/>
                      <a:chOff x="336" y="2832"/>
                      <a:chExt cx="4992" cy="630"/>
                    </a:xfrm>
                  </p:grpSpPr>
                  <p:grpSp>
                    <p:nvGrpSpPr>
                      <p:cNvPr id="158443" name="组合 158442"/>
                      <p:cNvGrpSpPr/>
                      <p:nvPr/>
                    </p:nvGrpSpPr>
                    <p:grpSpPr>
                      <a:xfrm>
                        <a:off x="336" y="2832"/>
                        <a:ext cx="2496" cy="630"/>
                        <a:chOff x="1056" y="816"/>
                        <a:chExt cx="2496" cy="630"/>
                      </a:xfrm>
                    </p:grpSpPr>
                    <p:sp>
                      <p:nvSpPr>
                        <p:cNvPr id="158444" name="任意多边形 15844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445" name="组合 158444"/>
                        <p:cNvGrpSpPr/>
                        <p:nvPr/>
                      </p:nvGrpSpPr>
                      <p:grpSpPr>
                        <a:xfrm>
                          <a:off x="1056" y="816"/>
                          <a:ext cx="2016" cy="630"/>
                          <a:chOff x="1824" y="1968"/>
                          <a:chExt cx="685" cy="918"/>
                        </a:xfrm>
                      </p:grpSpPr>
                      <p:grpSp>
                        <p:nvGrpSpPr>
                          <p:cNvPr id="158446" name="组合 158445"/>
                          <p:cNvGrpSpPr/>
                          <p:nvPr/>
                        </p:nvGrpSpPr>
                        <p:grpSpPr>
                          <a:xfrm>
                            <a:off x="1824" y="1968"/>
                            <a:ext cx="343" cy="918"/>
                            <a:chOff x="2880" y="2112"/>
                            <a:chExt cx="2304" cy="2016"/>
                          </a:xfrm>
                        </p:grpSpPr>
                        <p:sp>
                          <p:nvSpPr>
                            <p:cNvPr id="158447" name="任意多边形 15844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48" name="任意多边形 15844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449" name="组合 158448"/>
                          <p:cNvGrpSpPr/>
                          <p:nvPr/>
                        </p:nvGrpSpPr>
                        <p:grpSpPr>
                          <a:xfrm>
                            <a:off x="2167" y="1968"/>
                            <a:ext cx="342" cy="918"/>
                            <a:chOff x="2880" y="2112"/>
                            <a:chExt cx="2304" cy="2016"/>
                          </a:xfrm>
                        </p:grpSpPr>
                        <p:sp>
                          <p:nvSpPr>
                            <p:cNvPr id="158450" name="任意多边形 15844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51" name="任意多边形 15845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452" name="组合 158451"/>
                      <p:cNvGrpSpPr/>
                      <p:nvPr/>
                    </p:nvGrpSpPr>
                    <p:grpSpPr>
                      <a:xfrm flipV="1">
                        <a:off x="2832" y="2832"/>
                        <a:ext cx="2496" cy="630"/>
                        <a:chOff x="1056" y="816"/>
                        <a:chExt cx="2496" cy="630"/>
                      </a:xfrm>
                    </p:grpSpPr>
                    <p:sp>
                      <p:nvSpPr>
                        <p:cNvPr id="158453" name="任意多边形 15845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454" name="组合 158453"/>
                        <p:cNvGrpSpPr/>
                        <p:nvPr/>
                      </p:nvGrpSpPr>
                      <p:grpSpPr>
                        <a:xfrm>
                          <a:off x="1056" y="816"/>
                          <a:ext cx="2016" cy="630"/>
                          <a:chOff x="1824" y="1968"/>
                          <a:chExt cx="685" cy="918"/>
                        </a:xfrm>
                      </p:grpSpPr>
                      <p:grpSp>
                        <p:nvGrpSpPr>
                          <p:cNvPr id="158455" name="组合 158454"/>
                          <p:cNvGrpSpPr/>
                          <p:nvPr/>
                        </p:nvGrpSpPr>
                        <p:grpSpPr>
                          <a:xfrm>
                            <a:off x="1824" y="1968"/>
                            <a:ext cx="343" cy="918"/>
                            <a:chOff x="2880" y="2112"/>
                            <a:chExt cx="2304" cy="2016"/>
                          </a:xfrm>
                        </p:grpSpPr>
                        <p:sp>
                          <p:nvSpPr>
                            <p:cNvPr id="158456" name="任意多边形 15845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57" name="任意多边形 15845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458" name="组合 158457"/>
                          <p:cNvGrpSpPr/>
                          <p:nvPr/>
                        </p:nvGrpSpPr>
                        <p:grpSpPr>
                          <a:xfrm>
                            <a:off x="2167" y="1968"/>
                            <a:ext cx="342" cy="918"/>
                            <a:chOff x="2880" y="2112"/>
                            <a:chExt cx="2304" cy="2016"/>
                          </a:xfrm>
                        </p:grpSpPr>
                        <p:sp>
                          <p:nvSpPr>
                            <p:cNvPr id="158459" name="任意多边形 15845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60" name="任意多边形 15845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461" name="直接连接符 15846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462" name="组合 158461"/>
                  <p:cNvGrpSpPr/>
                  <p:nvPr/>
                </p:nvGrpSpPr>
                <p:grpSpPr>
                  <a:xfrm>
                    <a:off x="912" y="3072"/>
                    <a:ext cx="1104" cy="144"/>
                    <a:chOff x="1872" y="2880"/>
                    <a:chExt cx="1104" cy="144"/>
                  </a:xfrm>
                </p:grpSpPr>
                <p:grpSp>
                  <p:nvGrpSpPr>
                    <p:cNvPr id="158463" name="组合 158462"/>
                    <p:cNvGrpSpPr/>
                    <p:nvPr/>
                  </p:nvGrpSpPr>
                  <p:grpSpPr>
                    <a:xfrm>
                      <a:off x="2016" y="2880"/>
                      <a:ext cx="960" cy="144"/>
                      <a:chOff x="336" y="2832"/>
                      <a:chExt cx="4992" cy="630"/>
                    </a:xfrm>
                  </p:grpSpPr>
                  <p:grpSp>
                    <p:nvGrpSpPr>
                      <p:cNvPr id="158464" name="组合 158463"/>
                      <p:cNvGrpSpPr/>
                      <p:nvPr/>
                    </p:nvGrpSpPr>
                    <p:grpSpPr>
                      <a:xfrm>
                        <a:off x="336" y="2832"/>
                        <a:ext cx="2496" cy="630"/>
                        <a:chOff x="1056" y="816"/>
                        <a:chExt cx="2496" cy="630"/>
                      </a:xfrm>
                    </p:grpSpPr>
                    <p:sp>
                      <p:nvSpPr>
                        <p:cNvPr id="158465" name="任意多边形 15846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466" name="组合 158465"/>
                        <p:cNvGrpSpPr/>
                        <p:nvPr/>
                      </p:nvGrpSpPr>
                      <p:grpSpPr>
                        <a:xfrm>
                          <a:off x="1056" y="816"/>
                          <a:ext cx="2016" cy="630"/>
                          <a:chOff x="1824" y="1968"/>
                          <a:chExt cx="685" cy="918"/>
                        </a:xfrm>
                      </p:grpSpPr>
                      <p:grpSp>
                        <p:nvGrpSpPr>
                          <p:cNvPr id="158467" name="组合 158466"/>
                          <p:cNvGrpSpPr/>
                          <p:nvPr/>
                        </p:nvGrpSpPr>
                        <p:grpSpPr>
                          <a:xfrm>
                            <a:off x="1824" y="1968"/>
                            <a:ext cx="343" cy="918"/>
                            <a:chOff x="2880" y="2112"/>
                            <a:chExt cx="2304" cy="2016"/>
                          </a:xfrm>
                        </p:grpSpPr>
                        <p:sp>
                          <p:nvSpPr>
                            <p:cNvPr id="158468" name="任意多边形 15846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69" name="任意多边形 15846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470" name="组合 158469"/>
                          <p:cNvGrpSpPr/>
                          <p:nvPr/>
                        </p:nvGrpSpPr>
                        <p:grpSpPr>
                          <a:xfrm>
                            <a:off x="2167" y="1968"/>
                            <a:ext cx="342" cy="918"/>
                            <a:chOff x="2880" y="2112"/>
                            <a:chExt cx="2304" cy="2016"/>
                          </a:xfrm>
                        </p:grpSpPr>
                        <p:sp>
                          <p:nvSpPr>
                            <p:cNvPr id="158471" name="任意多边形 15847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72" name="任意多边形 15847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473" name="组合 158472"/>
                      <p:cNvGrpSpPr/>
                      <p:nvPr/>
                    </p:nvGrpSpPr>
                    <p:grpSpPr>
                      <a:xfrm flipV="1">
                        <a:off x="2832" y="2832"/>
                        <a:ext cx="2496" cy="630"/>
                        <a:chOff x="1056" y="816"/>
                        <a:chExt cx="2496" cy="630"/>
                      </a:xfrm>
                    </p:grpSpPr>
                    <p:sp>
                      <p:nvSpPr>
                        <p:cNvPr id="158474" name="任意多边形 15847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475" name="组合 158474"/>
                        <p:cNvGrpSpPr/>
                        <p:nvPr/>
                      </p:nvGrpSpPr>
                      <p:grpSpPr>
                        <a:xfrm>
                          <a:off x="1056" y="816"/>
                          <a:ext cx="2016" cy="630"/>
                          <a:chOff x="1824" y="1968"/>
                          <a:chExt cx="685" cy="918"/>
                        </a:xfrm>
                      </p:grpSpPr>
                      <p:grpSp>
                        <p:nvGrpSpPr>
                          <p:cNvPr id="158476" name="组合 158475"/>
                          <p:cNvGrpSpPr/>
                          <p:nvPr/>
                        </p:nvGrpSpPr>
                        <p:grpSpPr>
                          <a:xfrm>
                            <a:off x="1824" y="1968"/>
                            <a:ext cx="343" cy="918"/>
                            <a:chOff x="2880" y="2112"/>
                            <a:chExt cx="2304" cy="2016"/>
                          </a:xfrm>
                        </p:grpSpPr>
                        <p:sp>
                          <p:nvSpPr>
                            <p:cNvPr id="158477" name="任意多边形 15847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78" name="任意多边形 15847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479" name="组合 158478"/>
                          <p:cNvGrpSpPr/>
                          <p:nvPr/>
                        </p:nvGrpSpPr>
                        <p:grpSpPr>
                          <a:xfrm>
                            <a:off x="2167" y="1968"/>
                            <a:ext cx="342" cy="918"/>
                            <a:chOff x="2880" y="2112"/>
                            <a:chExt cx="2304" cy="2016"/>
                          </a:xfrm>
                        </p:grpSpPr>
                        <p:sp>
                          <p:nvSpPr>
                            <p:cNvPr id="158480" name="任意多边形 15847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81" name="任意多边形 15848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482" name="直接连接符 15848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8483" name="组合 158482"/>
                <p:cNvGrpSpPr/>
                <p:nvPr/>
              </p:nvGrpSpPr>
              <p:grpSpPr>
                <a:xfrm flipH="1">
                  <a:off x="2352" y="3024"/>
                  <a:ext cx="1104" cy="288"/>
                  <a:chOff x="912" y="2928"/>
                  <a:chExt cx="1104" cy="288"/>
                </a:xfrm>
              </p:grpSpPr>
              <p:grpSp>
                <p:nvGrpSpPr>
                  <p:cNvPr id="158484" name="组合 158483"/>
                  <p:cNvGrpSpPr/>
                  <p:nvPr/>
                </p:nvGrpSpPr>
                <p:grpSpPr>
                  <a:xfrm>
                    <a:off x="912" y="2928"/>
                    <a:ext cx="1104" cy="144"/>
                    <a:chOff x="1872" y="2880"/>
                    <a:chExt cx="1104" cy="144"/>
                  </a:xfrm>
                </p:grpSpPr>
                <p:grpSp>
                  <p:nvGrpSpPr>
                    <p:cNvPr id="158485" name="组合 158484"/>
                    <p:cNvGrpSpPr/>
                    <p:nvPr/>
                  </p:nvGrpSpPr>
                  <p:grpSpPr>
                    <a:xfrm>
                      <a:off x="2016" y="2880"/>
                      <a:ext cx="960" cy="144"/>
                      <a:chOff x="336" y="2832"/>
                      <a:chExt cx="4992" cy="630"/>
                    </a:xfrm>
                  </p:grpSpPr>
                  <p:grpSp>
                    <p:nvGrpSpPr>
                      <p:cNvPr id="158486" name="组合 158485"/>
                      <p:cNvGrpSpPr/>
                      <p:nvPr/>
                    </p:nvGrpSpPr>
                    <p:grpSpPr>
                      <a:xfrm>
                        <a:off x="336" y="2832"/>
                        <a:ext cx="2496" cy="630"/>
                        <a:chOff x="1056" y="816"/>
                        <a:chExt cx="2496" cy="630"/>
                      </a:xfrm>
                    </p:grpSpPr>
                    <p:sp>
                      <p:nvSpPr>
                        <p:cNvPr id="158487" name="任意多边形 15848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488" name="组合 158487"/>
                        <p:cNvGrpSpPr/>
                        <p:nvPr/>
                      </p:nvGrpSpPr>
                      <p:grpSpPr>
                        <a:xfrm>
                          <a:off x="1056" y="816"/>
                          <a:ext cx="2016" cy="630"/>
                          <a:chOff x="1824" y="1968"/>
                          <a:chExt cx="685" cy="918"/>
                        </a:xfrm>
                      </p:grpSpPr>
                      <p:grpSp>
                        <p:nvGrpSpPr>
                          <p:cNvPr id="158489" name="组合 158488"/>
                          <p:cNvGrpSpPr/>
                          <p:nvPr/>
                        </p:nvGrpSpPr>
                        <p:grpSpPr>
                          <a:xfrm>
                            <a:off x="1824" y="1968"/>
                            <a:ext cx="343" cy="918"/>
                            <a:chOff x="2880" y="2112"/>
                            <a:chExt cx="2304" cy="2016"/>
                          </a:xfrm>
                        </p:grpSpPr>
                        <p:sp>
                          <p:nvSpPr>
                            <p:cNvPr id="158490" name="任意多边形 15848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91" name="任意多边形 15849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492" name="组合 158491"/>
                          <p:cNvGrpSpPr/>
                          <p:nvPr/>
                        </p:nvGrpSpPr>
                        <p:grpSpPr>
                          <a:xfrm>
                            <a:off x="2167" y="1968"/>
                            <a:ext cx="342" cy="918"/>
                            <a:chOff x="2880" y="2112"/>
                            <a:chExt cx="2304" cy="2016"/>
                          </a:xfrm>
                        </p:grpSpPr>
                        <p:sp>
                          <p:nvSpPr>
                            <p:cNvPr id="158493" name="任意多边形 15849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494" name="任意多边形 15849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495" name="组合 158494"/>
                      <p:cNvGrpSpPr/>
                      <p:nvPr/>
                    </p:nvGrpSpPr>
                    <p:grpSpPr>
                      <a:xfrm flipV="1">
                        <a:off x="2832" y="2832"/>
                        <a:ext cx="2496" cy="630"/>
                        <a:chOff x="1056" y="816"/>
                        <a:chExt cx="2496" cy="630"/>
                      </a:xfrm>
                    </p:grpSpPr>
                    <p:sp>
                      <p:nvSpPr>
                        <p:cNvPr id="158496" name="任意多边形 15849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497" name="组合 158496"/>
                        <p:cNvGrpSpPr/>
                        <p:nvPr/>
                      </p:nvGrpSpPr>
                      <p:grpSpPr>
                        <a:xfrm>
                          <a:off x="1056" y="816"/>
                          <a:ext cx="2016" cy="630"/>
                          <a:chOff x="1824" y="1968"/>
                          <a:chExt cx="685" cy="918"/>
                        </a:xfrm>
                      </p:grpSpPr>
                      <p:grpSp>
                        <p:nvGrpSpPr>
                          <p:cNvPr id="158498" name="组合 158497"/>
                          <p:cNvGrpSpPr/>
                          <p:nvPr/>
                        </p:nvGrpSpPr>
                        <p:grpSpPr>
                          <a:xfrm>
                            <a:off x="1824" y="1968"/>
                            <a:ext cx="343" cy="918"/>
                            <a:chOff x="2880" y="2112"/>
                            <a:chExt cx="2304" cy="2016"/>
                          </a:xfrm>
                        </p:grpSpPr>
                        <p:sp>
                          <p:nvSpPr>
                            <p:cNvPr id="158499" name="任意多边形 15849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00" name="任意多边形 15849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501" name="组合 158500"/>
                          <p:cNvGrpSpPr/>
                          <p:nvPr/>
                        </p:nvGrpSpPr>
                        <p:grpSpPr>
                          <a:xfrm>
                            <a:off x="2167" y="1968"/>
                            <a:ext cx="342" cy="918"/>
                            <a:chOff x="2880" y="2112"/>
                            <a:chExt cx="2304" cy="2016"/>
                          </a:xfrm>
                        </p:grpSpPr>
                        <p:sp>
                          <p:nvSpPr>
                            <p:cNvPr id="158502" name="任意多边形 15850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03" name="任意多边形 15850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504" name="直接连接符 15850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505" name="组合 158504"/>
                  <p:cNvGrpSpPr/>
                  <p:nvPr/>
                </p:nvGrpSpPr>
                <p:grpSpPr>
                  <a:xfrm>
                    <a:off x="912" y="3072"/>
                    <a:ext cx="1104" cy="144"/>
                    <a:chOff x="1872" y="2880"/>
                    <a:chExt cx="1104" cy="144"/>
                  </a:xfrm>
                </p:grpSpPr>
                <p:grpSp>
                  <p:nvGrpSpPr>
                    <p:cNvPr id="158506" name="组合 158505"/>
                    <p:cNvGrpSpPr/>
                    <p:nvPr/>
                  </p:nvGrpSpPr>
                  <p:grpSpPr>
                    <a:xfrm>
                      <a:off x="2016" y="2880"/>
                      <a:ext cx="960" cy="144"/>
                      <a:chOff x="336" y="2832"/>
                      <a:chExt cx="4992" cy="630"/>
                    </a:xfrm>
                  </p:grpSpPr>
                  <p:grpSp>
                    <p:nvGrpSpPr>
                      <p:cNvPr id="158507" name="组合 158506"/>
                      <p:cNvGrpSpPr/>
                      <p:nvPr/>
                    </p:nvGrpSpPr>
                    <p:grpSpPr>
                      <a:xfrm>
                        <a:off x="336" y="2832"/>
                        <a:ext cx="2496" cy="630"/>
                        <a:chOff x="1056" y="816"/>
                        <a:chExt cx="2496" cy="630"/>
                      </a:xfrm>
                    </p:grpSpPr>
                    <p:sp>
                      <p:nvSpPr>
                        <p:cNvPr id="158508" name="任意多边形 15850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509" name="组合 158508"/>
                        <p:cNvGrpSpPr/>
                        <p:nvPr/>
                      </p:nvGrpSpPr>
                      <p:grpSpPr>
                        <a:xfrm>
                          <a:off x="1056" y="816"/>
                          <a:ext cx="2016" cy="630"/>
                          <a:chOff x="1824" y="1968"/>
                          <a:chExt cx="685" cy="918"/>
                        </a:xfrm>
                      </p:grpSpPr>
                      <p:grpSp>
                        <p:nvGrpSpPr>
                          <p:cNvPr id="158510" name="组合 158509"/>
                          <p:cNvGrpSpPr/>
                          <p:nvPr/>
                        </p:nvGrpSpPr>
                        <p:grpSpPr>
                          <a:xfrm>
                            <a:off x="1824" y="1968"/>
                            <a:ext cx="343" cy="918"/>
                            <a:chOff x="2880" y="2112"/>
                            <a:chExt cx="2304" cy="2016"/>
                          </a:xfrm>
                        </p:grpSpPr>
                        <p:sp>
                          <p:nvSpPr>
                            <p:cNvPr id="158511" name="任意多边形 15851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12" name="任意多边形 15851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513" name="组合 158512"/>
                          <p:cNvGrpSpPr/>
                          <p:nvPr/>
                        </p:nvGrpSpPr>
                        <p:grpSpPr>
                          <a:xfrm>
                            <a:off x="2167" y="1968"/>
                            <a:ext cx="342" cy="918"/>
                            <a:chOff x="2880" y="2112"/>
                            <a:chExt cx="2304" cy="2016"/>
                          </a:xfrm>
                        </p:grpSpPr>
                        <p:sp>
                          <p:nvSpPr>
                            <p:cNvPr id="158514" name="任意多边形 15851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15" name="任意多边形 15851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516" name="组合 158515"/>
                      <p:cNvGrpSpPr/>
                      <p:nvPr/>
                    </p:nvGrpSpPr>
                    <p:grpSpPr>
                      <a:xfrm flipV="1">
                        <a:off x="2832" y="2832"/>
                        <a:ext cx="2496" cy="630"/>
                        <a:chOff x="1056" y="816"/>
                        <a:chExt cx="2496" cy="630"/>
                      </a:xfrm>
                    </p:grpSpPr>
                    <p:sp>
                      <p:nvSpPr>
                        <p:cNvPr id="158517" name="任意多边形 15851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518" name="组合 158517"/>
                        <p:cNvGrpSpPr/>
                        <p:nvPr/>
                      </p:nvGrpSpPr>
                      <p:grpSpPr>
                        <a:xfrm>
                          <a:off x="1056" y="816"/>
                          <a:ext cx="2016" cy="630"/>
                          <a:chOff x="1824" y="1968"/>
                          <a:chExt cx="685" cy="918"/>
                        </a:xfrm>
                      </p:grpSpPr>
                      <p:grpSp>
                        <p:nvGrpSpPr>
                          <p:cNvPr id="158519" name="组合 158518"/>
                          <p:cNvGrpSpPr/>
                          <p:nvPr/>
                        </p:nvGrpSpPr>
                        <p:grpSpPr>
                          <a:xfrm>
                            <a:off x="1824" y="1968"/>
                            <a:ext cx="343" cy="918"/>
                            <a:chOff x="2880" y="2112"/>
                            <a:chExt cx="2304" cy="2016"/>
                          </a:xfrm>
                        </p:grpSpPr>
                        <p:sp>
                          <p:nvSpPr>
                            <p:cNvPr id="158520" name="任意多边形 15851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21" name="任意多边形 15852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522" name="组合 158521"/>
                          <p:cNvGrpSpPr/>
                          <p:nvPr/>
                        </p:nvGrpSpPr>
                        <p:grpSpPr>
                          <a:xfrm>
                            <a:off x="2167" y="1968"/>
                            <a:ext cx="342" cy="918"/>
                            <a:chOff x="2880" y="2112"/>
                            <a:chExt cx="2304" cy="2016"/>
                          </a:xfrm>
                        </p:grpSpPr>
                        <p:sp>
                          <p:nvSpPr>
                            <p:cNvPr id="158523" name="任意多边形 15852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24" name="任意多边形 15852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525" name="直接连接符 15852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58526" name="组合 158525"/>
            <p:cNvGrpSpPr/>
            <p:nvPr/>
          </p:nvGrpSpPr>
          <p:grpSpPr>
            <a:xfrm>
              <a:off x="3996" y="3405"/>
              <a:ext cx="1092" cy="435"/>
              <a:chOff x="3888" y="2784"/>
              <a:chExt cx="1104" cy="1152"/>
            </a:xfrm>
          </p:grpSpPr>
          <p:grpSp>
            <p:nvGrpSpPr>
              <p:cNvPr id="158527" name="组合 158526"/>
              <p:cNvGrpSpPr/>
              <p:nvPr/>
            </p:nvGrpSpPr>
            <p:grpSpPr>
              <a:xfrm>
                <a:off x="3888" y="2784"/>
                <a:ext cx="1104" cy="576"/>
                <a:chOff x="2352" y="3024"/>
                <a:chExt cx="1104" cy="576"/>
              </a:xfrm>
            </p:grpSpPr>
            <p:grpSp>
              <p:nvGrpSpPr>
                <p:cNvPr id="158528" name="组合 158527"/>
                <p:cNvGrpSpPr/>
                <p:nvPr/>
              </p:nvGrpSpPr>
              <p:grpSpPr>
                <a:xfrm flipH="1">
                  <a:off x="2352" y="3312"/>
                  <a:ext cx="1104" cy="288"/>
                  <a:chOff x="912" y="2928"/>
                  <a:chExt cx="1104" cy="288"/>
                </a:xfrm>
              </p:grpSpPr>
              <p:grpSp>
                <p:nvGrpSpPr>
                  <p:cNvPr id="158529" name="组合 158528"/>
                  <p:cNvGrpSpPr/>
                  <p:nvPr/>
                </p:nvGrpSpPr>
                <p:grpSpPr>
                  <a:xfrm>
                    <a:off x="912" y="2928"/>
                    <a:ext cx="1104" cy="144"/>
                    <a:chOff x="1872" y="2880"/>
                    <a:chExt cx="1104" cy="144"/>
                  </a:xfrm>
                </p:grpSpPr>
                <p:grpSp>
                  <p:nvGrpSpPr>
                    <p:cNvPr id="158530" name="组合 158529"/>
                    <p:cNvGrpSpPr/>
                    <p:nvPr/>
                  </p:nvGrpSpPr>
                  <p:grpSpPr>
                    <a:xfrm>
                      <a:off x="2016" y="2880"/>
                      <a:ext cx="960" cy="144"/>
                      <a:chOff x="336" y="2832"/>
                      <a:chExt cx="4992" cy="630"/>
                    </a:xfrm>
                  </p:grpSpPr>
                  <p:grpSp>
                    <p:nvGrpSpPr>
                      <p:cNvPr id="158531" name="组合 158530"/>
                      <p:cNvGrpSpPr/>
                      <p:nvPr/>
                    </p:nvGrpSpPr>
                    <p:grpSpPr>
                      <a:xfrm>
                        <a:off x="336" y="2832"/>
                        <a:ext cx="2496" cy="630"/>
                        <a:chOff x="1056" y="816"/>
                        <a:chExt cx="2496" cy="630"/>
                      </a:xfrm>
                    </p:grpSpPr>
                    <p:sp>
                      <p:nvSpPr>
                        <p:cNvPr id="158532" name="任意多边形 15853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533" name="组合 158532"/>
                        <p:cNvGrpSpPr/>
                        <p:nvPr/>
                      </p:nvGrpSpPr>
                      <p:grpSpPr>
                        <a:xfrm>
                          <a:off x="1056" y="816"/>
                          <a:ext cx="2016" cy="630"/>
                          <a:chOff x="1824" y="1968"/>
                          <a:chExt cx="685" cy="918"/>
                        </a:xfrm>
                      </p:grpSpPr>
                      <p:grpSp>
                        <p:nvGrpSpPr>
                          <p:cNvPr id="158534" name="组合 158533"/>
                          <p:cNvGrpSpPr/>
                          <p:nvPr/>
                        </p:nvGrpSpPr>
                        <p:grpSpPr>
                          <a:xfrm>
                            <a:off x="1824" y="1968"/>
                            <a:ext cx="343" cy="918"/>
                            <a:chOff x="2880" y="2112"/>
                            <a:chExt cx="2304" cy="2016"/>
                          </a:xfrm>
                        </p:grpSpPr>
                        <p:sp>
                          <p:nvSpPr>
                            <p:cNvPr id="158535" name="任意多边形 15853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36" name="任意多边形 15853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537" name="组合 158536"/>
                          <p:cNvGrpSpPr/>
                          <p:nvPr/>
                        </p:nvGrpSpPr>
                        <p:grpSpPr>
                          <a:xfrm>
                            <a:off x="2167" y="1968"/>
                            <a:ext cx="342" cy="918"/>
                            <a:chOff x="2880" y="2112"/>
                            <a:chExt cx="2304" cy="2016"/>
                          </a:xfrm>
                        </p:grpSpPr>
                        <p:sp>
                          <p:nvSpPr>
                            <p:cNvPr id="158538" name="任意多边形 15853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39" name="任意多边形 15853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540" name="组合 158539"/>
                      <p:cNvGrpSpPr/>
                      <p:nvPr/>
                    </p:nvGrpSpPr>
                    <p:grpSpPr>
                      <a:xfrm flipV="1">
                        <a:off x="2832" y="2832"/>
                        <a:ext cx="2496" cy="630"/>
                        <a:chOff x="1056" y="816"/>
                        <a:chExt cx="2496" cy="630"/>
                      </a:xfrm>
                    </p:grpSpPr>
                    <p:sp>
                      <p:nvSpPr>
                        <p:cNvPr id="158541" name="任意多边形 15854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542" name="组合 158541"/>
                        <p:cNvGrpSpPr/>
                        <p:nvPr/>
                      </p:nvGrpSpPr>
                      <p:grpSpPr>
                        <a:xfrm>
                          <a:off x="1056" y="816"/>
                          <a:ext cx="2016" cy="630"/>
                          <a:chOff x="1824" y="1968"/>
                          <a:chExt cx="685" cy="918"/>
                        </a:xfrm>
                      </p:grpSpPr>
                      <p:grpSp>
                        <p:nvGrpSpPr>
                          <p:cNvPr id="158543" name="组合 158542"/>
                          <p:cNvGrpSpPr/>
                          <p:nvPr/>
                        </p:nvGrpSpPr>
                        <p:grpSpPr>
                          <a:xfrm>
                            <a:off x="1824" y="1968"/>
                            <a:ext cx="343" cy="918"/>
                            <a:chOff x="2880" y="2112"/>
                            <a:chExt cx="2304" cy="2016"/>
                          </a:xfrm>
                        </p:grpSpPr>
                        <p:sp>
                          <p:nvSpPr>
                            <p:cNvPr id="158544" name="任意多边形 15854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45" name="任意多边形 15854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546" name="组合 158545"/>
                          <p:cNvGrpSpPr/>
                          <p:nvPr/>
                        </p:nvGrpSpPr>
                        <p:grpSpPr>
                          <a:xfrm>
                            <a:off x="2167" y="1968"/>
                            <a:ext cx="342" cy="918"/>
                            <a:chOff x="2880" y="2112"/>
                            <a:chExt cx="2304" cy="2016"/>
                          </a:xfrm>
                        </p:grpSpPr>
                        <p:sp>
                          <p:nvSpPr>
                            <p:cNvPr id="158547" name="任意多边形 15854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48" name="任意多边形 15854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549" name="直接连接符 15854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550" name="组合 158549"/>
                  <p:cNvGrpSpPr/>
                  <p:nvPr/>
                </p:nvGrpSpPr>
                <p:grpSpPr>
                  <a:xfrm>
                    <a:off x="912" y="3072"/>
                    <a:ext cx="1104" cy="144"/>
                    <a:chOff x="1872" y="2880"/>
                    <a:chExt cx="1104" cy="144"/>
                  </a:xfrm>
                </p:grpSpPr>
                <p:grpSp>
                  <p:nvGrpSpPr>
                    <p:cNvPr id="158551" name="组合 158550"/>
                    <p:cNvGrpSpPr/>
                    <p:nvPr/>
                  </p:nvGrpSpPr>
                  <p:grpSpPr>
                    <a:xfrm>
                      <a:off x="2016" y="2880"/>
                      <a:ext cx="960" cy="144"/>
                      <a:chOff x="336" y="2832"/>
                      <a:chExt cx="4992" cy="630"/>
                    </a:xfrm>
                  </p:grpSpPr>
                  <p:grpSp>
                    <p:nvGrpSpPr>
                      <p:cNvPr id="158552" name="组合 158551"/>
                      <p:cNvGrpSpPr/>
                      <p:nvPr/>
                    </p:nvGrpSpPr>
                    <p:grpSpPr>
                      <a:xfrm>
                        <a:off x="336" y="2832"/>
                        <a:ext cx="2496" cy="630"/>
                        <a:chOff x="1056" y="816"/>
                        <a:chExt cx="2496" cy="630"/>
                      </a:xfrm>
                    </p:grpSpPr>
                    <p:sp>
                      <p:nvSpPr>
                        <p:cNvPr id="158553" name="任意多边形 15855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554" name="组合 158553"/>
                        <p:cNvGrpSpPr/>
                        <p:nvPr/>
                      </p:nvGrpSpPr>
                      <p:grpSpPr>
                        <a:xfrm>
                          <a:off x="1056" y="816"/>
                          <a:ext cx="2016" cy="630"/>
                          <a:chOff x="1824" y="1968"/>
                          <a:chExt cx="685" cy="918"/>
                        </a:xfrm>
                      </p:grpSpPr>
                      <p:grpSp>
                        <p:nvGrpSpPr>
                          <p:cNvPr id="158555" name="组合 158554"/>
                          <p:cNvGrpSpPr/>
                          <p:nvPr/>
                        </p:nvGrpSpPr>
                        <p:grpSpPr>
                          <a:xfrm>
                            <a:off x="1824" y="1968"/>
                            <a:ext cx="343" cy="918"/>
                            <a:chOff x="2880" y="2112"/>
                            <a:chExt cx="2304" cy="2016"/>
                          </a:xfrm>
                        </p:grpSpPr>
                        <p:sp>
                          <p:nvSpPr>
                            <p:cNvPr id="158556" name="任意多边形 15855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57" name="任意多边形 15855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558" name="组合 158557"/>
                          <p:cNvGrpSpPr/>
                          <p:nvPr/>
                        </p:nvGrpSpPr>
                        <p:grpSpPr>
                          <a:xfrm>
                            <a:off x="2167" y="1968"/>
                            <a:ext cx="342" cy="918"/>
                            <a:chOff x="2880" y="2112"/>
                            <a:chExt cx="2304" cy="2016"/>
                          </a:xfrm>
                        </p:grpSpPr>
                        <p:sp>
                          <p:nvSpPr>
                            <p:cNvPr id="158559" name="任意多边形 15855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60" name="任意多边形 15855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561" name="组合 158560"/>
                      <p:cNvGrpSpPr/>
                      <p:nvPr/>
                    </p:nvGrpSpPr>
                    <p:grpSpPr>
                      <a:xfrm flipV="1">
                        <a:off x="2832" y="2832"/>
                        <a:ext cx="2496" cy="630"/>
                        <a:chOff x="1056" y="816"/>
                        <a:chExt cx="2496" cy="630"/>
                      </a:xfrm>
                    </p:grpSpPr>
                    <p:sp>
                      <p:nvSpPr>
                        <p:cNvPr id="158562" name="任意多边形 15856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563" name="组合 158562"/>
                        <p:cNvGrpSpPr/>
                        <p:nvPr/>
                      </p:nvGrpSpPr>
                      <p:grpSpPr>
                        <a:xfrm>
                          <a:off x="1056" y="816"/>
                          <a:ext cx="2016" cy="630"/>
                          <a:chOff x="1824" y="1968"/>
                          <a:chExt cx="685" cy="918"/>
                        </a:xfrm>
                      </p:grpSpPr>
                      <p:grpSp>
                        <p:nvGrpSpPr>
                          <p:cNvPr id="158564" name="组合 158563"/>
                          <p:cNvGrpSpPr/>
                          <p:nvPr/>
                        </p:nvGrpSpPr>
                        <p:grpSpPr>
                          <a:xfrm>
                            <a:off x="1824" y="1968"/>
                            <a:ext cx="343" cy="918"/>
                            <a:chOff x="2880" y="2112"/>
                            <a:chExt cx="2304" cy="2016"/>
                          </a:xfrm>
                        </p:grpSpPr>
                        <p:sp>
                          <p:nvSpPr>
                            <p:cNvPr id="158565" name="任意多边形 15856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66" name="任意多边形 15856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567" name="组合 158566"/>
                          <p:cNvGrpSpPr/>
                          <p:nvPr/>
                        </p:nvGrpSpPr>
                        <p:grpSpPr>
                          <a:xfrm>
                            <a:off x="2167" y="1968"/>
                            <a:ext cx="342" cy="918"/>
                            <a:chOff x="2880" y="2112"/>
                            <a:chExt cx="2304" cy="2016"/>
                          </a:xfrm>
                        </p:grpSpPr>
                        <p:sp>
                          <p:nvSpPr>
                            <p:cNvPr id="158568" name="任意多边形 15856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69" name="任意多边形 15856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570" name="直接连接符 15856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8571" name="组合 158570"/>
                <p:cNvGrpSpPr/>
                <p:nvPr/>
              </p:nvGrpSpPr>
              <p:grpSpPr>
                <a:xfrm flipH="1">
                  <a:off x="2352" y="3024"/>
                  <a:ext cx="1104" cy="288"/>
                  <a:chOff x="912" y="2928"/>
                  <a:chExt cx="1104" cy="288"/>
                </a:xfrm>
              </p:grpSpPr>
              <p:grpSp>
                <p:nvGrpSpPr>
                  <p:cNvPr id="158572" name="组合 158571"/>
                  <p:cNvGrpSpPr/>
                  <p:nvPr/>
                </p:nvGrpSpPr>
                <p:grpSpPr>
                  <a:xfrm>
                    <a:off x="912" y="2928"/>
                    <a:ext cx="1104" cy="144"/>
                    <a:chOff x="1872" y="2880"/>
                    <a:chExt cx="1104" cy="144"/>
                  </a:xfrm>
                </p:grpSpPr>
                <p:grpSp>
                  <p:nvGrpSpPr>
                    <p:cNvPr id="158573" name="组合 158572"/>
                    <p:cNvGrpSpPr/>
                    <p:nvPr/>
                  </p:nvGrpSpPr>
                  <p:grpSpPr>
                    <a:xfrm>
                      <a:off x="2016" y="2880"/>
                      <a:ext cx="960" cy="144"/>
                      <a:chOff x="336" y="2832"/>
                      <a:chExt cx="4992" cy="630"/>
                    </a:xfrm>
                  </p:grpSpPr>
                  <p:grpSp>
                    <p:nvGrpSpPr>
                      <p:cNvPr id="158574" name="组合 158573"/>
                      <p:cNvGrpSpPr/>
                      <p:nvPr/>
                    </p:nvGrpSpPr>
                    <p:grpSpPr>
                      <a:xfrm>
                        <a:off x="336" y="2832"/>
                        <a:ext cx="2496" cy="630"/>
                        <a:chOff x="1056" y="816"/>
                        <a:chExt cx="2496" cy="630"/>
                      </a:xfrm>
                    </p:grpSpPr>
                    <p:sp>
                      <p:nvSpPr>
                        <p:cNvPr id="158575" name="任意多边形 15857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576" name="组合 158575"/>
                        <p:cNvGrpSpPr/>
                        <p:nvPr/>
                      </p:nvGrpSpPr>
                      <p:grpSpPr>
                        <a:xfrm>
                          <a:off x="1056" y="816"/>
                          <a:ext cx="2016" cy="630"/>
                          <a:chOff x="1824" y="1968"/>
                          <a:chExt cx="685" cy="918"/>
                        </a:xfrm>
                      </p:grpSpPr>
                      <p:grpSp>
                        <p:nvGrpSpPr>
                          <p:cNvPr id="158577" name="组合 158576"/>
                          <p:cNvGrpSpPr/>
                          <p:nvPr/>
                        </p:nvGrpSpPr>
                        <p:grpSpPr>
                          <a:xfrm>
                            <a:off x="1824" y="1968"/>
                            <a:ext cx="343" cy="918"/>
                            <a:chOff x="2880" y="2112"/>
                            <a:chExt cx="2304" cy="2016"/>
                          </a:xfrm>
                        </p:grpSpPr>
                        <p:sp>
                          <p:nvSpPr>
                            <p:cNvPr id="158578" name="任意多边形 15857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79" name="任意多边形 15857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580" name="组合 158579"/>
                          <p:cNvGrpSpPr/>
                          <p:nvPr/>
                        </p:nvGrpSpPr>
                        <p:grpSpPr>
                          <a:xfrm>
                            <a:off x="2167" y="1968"/>
                            <a:ext cx="342" cy="918"/>
                            <a:chOff x="2880" y="2112"/>
                            <a:chExt cx="2304" cy="2016"/>
                          </a:xfrm>
                        </p:grpSpPr>
                        <p:sp>
                          <p:nvSpPr>
                            <p:cNvPr id="158581" name="任意多边形 15858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82" name="任意多边形 15858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583" name="组合 158582"/>
                      <p:cNvGrpSpPr/>
                      <p:nvPr/>
                    </p:nvGrpSpPr>
                    <p:grpSpPr>
                      <a:xfrm flipV="1">
                        <a:off x="2832" y="2832"/>
                        <a:ext cx="2496" cy="630"/>
                        <a:chOff x="1056" y="816"/>
                        <a:chExt cx="2496" cy="630"/>
                      </a:xfrm>
                    </p:grpSpPr>
                    <p:sp>
                      <p:nvSpPr>
                        <p:cNvPr id="158584" name="任意多边形 15858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585" name="组合 158584"/>
                        <p:cNvGrpSpPr/>
                        <p:nvPr/>
                      </p:nvGrpSpPr>
                      <p:grpSpPr>
                        <a:xfrm>
                          <a:off x="1056" y="816"/>
                          <a:ext cx="2016" cy="630"/>
                          <a:chOff x="1824" y="1968"/>
                          <a:chExt cx="685" cy="918"/>
                        </a:xfrm>
                      </p:grpSpPr>
                      <p:grpSp>
                        <p:nvGrpSpPr>
                          <p:cNvPr id="158586" name="组合 158585"/>
                          <p:cNvGrpSpPr/>
                          <p:nvPr/>
                        </p:nvGrpSpPr>
                        <p:grpSpPr>
                          <a:xfrm>
                            <a:off x="1824" y="1968"/>
                            <a:ext cx="343" cy="918"/>
                            <a:chOff x="2880" y="2112"/>
                            <a:chExt cx="2304" cy="2016"/>
                          </a:xfrm>
                        </p:grpSpPr>
                        <p:sp>
                          <p:nvSpPr>
                            <p:cNvPr id="158587" name="任意多边形 15858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88" name="任意多边形 15858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589" name="组合 158588"/>
                          <p:cNvGrpSpPr/>
                          <p:nvPr/>
                        </p:nvGrpSpPr>
                        <p:grpSpPr>
                          <a:xfrm>
                            <a:off x="2167" y="1968"/>
                            <a:ext cx="342" cy="918"/>
                            <a:chOff x="2880" y="2112"/>
                            <a:chExt cx="2304" cy="2016"/>
                          </a:xfrm>
                        </p:grpSpPr>
                        <p:sp>
                          <p:nvSpPr>
                            <p:cNvPr id="158590" name="任意多边形 15858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591" name="任意多边形 15859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592" name="直接连接符 15859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593" name="组合 158592"/>
                  <p:cNvGrpSpPr/>
                  <p:nvPr/>
                </p:nvGrpSpPr>
                <p:grpSpPr>
                  <a:xfrm>
                    <a:off x="912" y="3072"/>
                    <a:ext cx="1104" cy="144"/>
                    <a:chOff x="1872" y="2880"/>
                    <a:chExt cx="1104" cy="144"/>
                  </a:xfrm>
                </p:grpSpPr>
                <p:grpSp>
                  <p:nvGrpSpPr>
                    <p:cNvPr id="158594" name="组合 158593"/>
                    <p:cNvGrpSpPr/>
                    <p:nvPr/>
                  </p:nvGrpSpPr>
                  <p:grpSpPr>
                    <a:xfrm>
                      <a:off x="2016" y="2880"/>
                      <a:ext cx="960" cy="144"/>
                      <a:chOff x="336" y="2832"/>
                      <a:chExt cx="4992" cy="630"/>
                    </a:xfrm>
                  </p:grpSpPr>
                  <p:grpSp>
                    <p:nvGrpSpPr>
                      <p:cNvPr id="158595" name="组合 158594"/>
                      <p:cNvGrpSpPr/>
                      <p:nvPr/>
                    </p:nvGrpSpPr>
                    <p:grpSpPr>
                      <a:xfrm>
                        <a:off x="336" y="2832"/>
                        <a:ext cx="2496" cy="630"/>
                        <a:chOff x="1056" y="816"/>
                        <a:chExt cx="2496" cy="630"/>
                      </a:xfrm>
                    </p:grpSpPr>
                    <p:sp>
                      <p:nvSpPr>
                        <p:cNvPr id="158596" name="任意多边形 15859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597" name="组合 158596"/>
                        <p:cNvGrpSpPr/>
                        <p:nvPr/>
                      </p:nvGrpSpPr>
                      <p:grpSpPr>
                        <a:xfrm>
                          <a:off x="1056" y="816"/>
                          <a:ext cx="2016" cy="630"/>
                          <a:chOff x="1824" y="1968"/>
                          <a:chExt cx="685" cy="918"/>
                        </a:xfrm>
                      </p:grpSpPr>
                      <p:grpSp>
                        <p:nvGrpSpPr>
                          <p:cNvPr id="158598" name="组合 158597"/>
                          <p:cNvGrpSpPr/>
                          <p:nvPr/>
                        </p:nvGrpSpPr>
                        <p:grpSpPr>
                          <a:xfrm>
                            <a:off x="1824" y="1968"/>
                            <a:ext cx="343" cy="918"/>
                            <a:chOff x="2880" y="2112"/>
                            <a:chExt cx="2304" cy="2016"/>
                          </a:xfrm>
                        </p:grpSpPr>
                        <p:sp>
                          <p:nvSpPr>
                            <p:cNvPr id="158599" name="任意多边形 15859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00" name="任意多边形 15859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601" name="组合 158600"/>
                          <p:cNvGrpSpPr/>
                          <p:nvPr/>
                        </p:nvGrpSpPr>
                        <p:grpSpPr>
                          <a:xfrm>
                            <a:off x="2167" y="1968"/>
                            <a:ext cx="342" cy="918"/>
                            <a:chOff x="2880" y="2112"/>
                            <a:chExt cx="2304" cy="2016"/>
                          </a:xfrm>
                        </p:grpSpPr>
                        <p:sp>
                          <p:nvSpPr>
                            <p:cNvPr id="158602" name="任意多边形 15860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03" name="任意多边形 15860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604" name="组合 158603"/>
                      <p:cNvGrpSpPr/>
                      <p:nvPr/>
                    </p:nvGrpSpPr>
                    <p:grpSpPr>
                      <a:xfrm flipV="1">
                        <a:off x="2832" y="2832"/>
                        <a:ext cx="2496" cy="630"/>
                        <a:chOff x="1056" y="816"/>
                        <a:chExt cx="2496" cy="630"/>
                      </a:xfrm>
                    </p:grpSpPr>
                    <p:sp>
                      <p:nvSpPr>
                        <p:cNvPr id="158605" name="任意多边形 15860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606" name="组合 158605"/>
                        <p:cNvGrpSpPr/>
                        <p:nvPr/>
                      </p:nvGrpSpPr>
                      <p:grpSpPr>
                        <a:xfrm>
                          <a:off x="1056" y="816"/>
                          <a:ext cx="2016" cy="630"/>
                          <a:chOff x="1824" y="1968"/>
                          <a:chExt cx="685" cy="918"/>
                        </a:xfrm>
                      </p:grpSpPr>
                      <p:grpSp>
                        <p:nvGrpSpPr>
                          <p:cNvPr id="158607" name="组合 158606"/>
                          <p:cNvGrpSpPr/>
                          <p:nvPr/>
                        </p:nvGrpSpPr>
                        <p:grpSpPr>
                          <a:xfrm>
                            <a:off x="1824" y="1968"/>
                            <a:ext cx="343" cy="918"/>
                            <a:chOff x="2880" y="2112"/>
                            <a:chExt cx="2304" cy="2016"/>
                          </a:xfrm>
                        </p:grpSpPr>
                        <p:sp>
                          <p:nvSpPr>
                            <p:cNvPr id="158608" name="任意多边形 15860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09" name="任意多边形 15860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610" name="组合 158609"/>
                          <p:cNvGrpSpPr/>
                          <p:nvPr/>
                        </p:nvGrpSpPr>
                        <p:grpSpPr>
                          <a:xfrm>
                            <a:off x="2167" y="1968"/>
                            <a:ext cx="342" cy="918"/>
                            <a:chOff x="2880" y="2112"/>
                            <a:chExt cx="2304" cy="2016"/>
                          </a:xfrm>
                        </p:grpSpPr>
                        <p:sp>
                          <p:nvSpPr>
                            <p:cNvPr id="158611" name="任意多边形 15861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12" name="任意多边形 15861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613" name="直接连接符 15861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8614" name="组合 158613"/>
              <p:cNvGrpSpPr/>
              <p:nvPr/>
            </p:nvGrpSpPr>
            <p:grpSpPr>
              <a:xfrm>
                <a:off x="3888" y="3360"/>
                <a:ext cx="1104" cy="576"/>
                <a:chOff x="2352" y="3024"/>
                <a:chExt cx="1104" cy="576"/>
              </a:xfrm>
            </p:grpSpPr>
            <p:grpSp>
              <p:nvGrpSpPr>
                <p:cNvPr id="158615" name="组合 158614"/>
                <p:cNvGrpSpPr/>
                <p:nvPr/>
              </p:nvGrpSpPr>
              <p:grpSpPr>
                <a:xfrm flipH="1">
                  <a:off x="2352" y="3312"/>
                  <a:ext cx="1104" cy="288"/>
                  <a:chOff x="912" y="2928"/>
                  <a:chExt cx="1104" cy="288"/>
                </a:xfrm>
              </p:grpSpPr>
              <p:grpSp>
                <p:nvGrpSpPr>
                  <p:cNvPr id="158616" name="组合 158615"/>
                  <p:cNvGrpSpPr/>
                  <p:nvPr/>
                </p:nvGrpSpPr>
                <p:grpSpPr>
                  <a:xfrm>
                    <a:off x="912" y="2928"/>
                    <a:ext cx="1104" cy="144"/>
                    <a:chOff x="1872" y="2880"/>
                    <a:chExt cx="1104" cy="144"/>
                  </a:xfrm>
                </p:grpSpPr>
                <p:grpSp>
                  <p:nvGrpSpPr>
                    <p:cNvPr id="158617" name="组合 158616"/>
                    <p:cNvGrpSpPr/>
                    <p:nvPr/>
                  </p:nvGrpSpPr>
                  <p:grpSpPr>
                    <a:xfrm>
                      <a:off x="2016" y="2880"/>
                      <a:ext cx="960" cy="144"/>
                      <a:chOff x="336" y="2832"/>
                      <a:chExt cx="4992" cy="630"/>
                    </a:xfrm>
                  </p:grpSpPr>
                  <p:grpSp>
                    <p:nvGrpSpPr>
                      <p:cNvPr id="158618" name="组合 158617"/>
                      <p:cNvGrpSpPr/>
                      <p:nvPr/>
                    </p:nvGrpSpPr>
                    <p:grpSpPr>
                      <a:xfrm>
                        <a:off x="336" y="2832"/>
                        <a:ext cx="2496" cy="630"/>
                        <a:chOff x="1056" y="816"/>
                        <a:chExt cx="2496" cy="630"/>
                      </a:xfrm>
                    </p:grpSpPr>
                    <p:sp>
                      <p:nvSpPr>
                        <p:cNvPr id="158619" name="任意多边形 15861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620" name="组合 158619"/>
                        <p:cNvGrpSpPr/>
                        <p:nvPr/>
                      </p:nvGrpSpPr>
                      <p:grpSpPr>
                        <a:xfrm>
                          <a:off x="1056" y="816"/>
                          <a:ext cx="2016" cy="630"/>
                          <a:chOff x="1824" y="1968"/>
                          <a:chExt cx="685" cy="918"/>
                        </a:xfrm>
                      </p:grpSpPr>
                      <p:grpSp>
                        <p:nvGrpSpPr>
                          <p:cNvPr id="158621" name="组合 158620"/>
                          <p:cNvGrpSpPr/>
                          <p:nvPr/>
                        </p:nvGrpSpPr>
                        <p:grpSpPr>
                          <a:xfrm>
                            <a:off x="1824" y="1968"/>
                            <a:ext cx="343" cy="918"/>
                            <a:chOff x="2880" y="2112"/>
                            <a:chExt cx="2304" cy="2016"/>
                          </a:xfrm>
                        </p:grpSpPr>
                        <p:sp>
                          <p:nvSpPr>
                            <p:cNvPr id="158622" name="任意多边形 15862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23" name="任意多边形 15862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624" name="组合 158623"/>
                          <p:cNvGrpSpPr/>
                          <p:nvPr/>
                        </p:nvGrpSpPr>
                        <p:grpSpPr>
                          <a:xfrm>
                            <a:off x="2167" y="1968"/>
                            <a:ext cx="342" cy="918"/>
                            <a:chOff x="2880" y="2112"/>
                            <a:chExt cx="2304" cy="2016"/>
                          </a:xfrm>
                        </p:grpSpPr>
                        <p:sp>
                          <p:nvSpPr>
                            <p:cNvPr id="158625" name="任意多边形 15862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26" name="任意多边形 15862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627" name="组合 158626"/>
                      <p:cNvGrpSpPr/>
                      <p:nvPr/>
                    </p:nvGrpSpPr>
                    <p:grpSpPr>
                      <a:xfrm flipV="1">
                        <a:off x="2832" y="2832"/>
                        <a:ext cx="2496" cy="630"/>
                        <a:chOff x="1056" y="816"/>
                        <a:chExt cx="2496" cy="630"/>
                      </a:xfrm>
                    </p:grpSpPr>
                    <p:sp>
                      <p:nvSpPr>
                        <p:cNvPr id="158628" name="任意多边形 15862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629" name="组合 158628"/>
                        <p:cNvGrpSpPr/>
                        <p:nvPr/>
                      </p:nvGrpSpPr>
                      <p:grpSpPr>
                        <a:xfrm>
                          <a:off x="1056" y="816"/>
                          <a:ext cx="2016" cy="630"/>
                          <a:chOff x="1824" y="1968"/>
                          <a:chExt cx="685" cy="918"/>
                        </a:xfrm>
                      </p:grpSpPr>
                      <p:grpSp>
                        <p:nvGrpSpPr>
                          <p:cNvPr id="158630" name="组合 158629"/>
                          <p:cNvGrpSpPr/>
                          <p:nvPr/>
                        </p:nvGrpSpPr>
                        <p:grpSpPr>
                          <a:xfrm>
                            <a:off x="1824" y="1968"/>
                            <a:ext cx="343" cy="918"/>
                            <a:chOff x="2880" y="2112"/>
                            <a:chExt cx="2304" cy="2016"/>
                          </a:xfrm>
                        </p:grpSpPr>
                        <p:sp>
                          <p:nvSpPr>
                            <p:cNvPr id="158631" name="任意多边形 15863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32" name="任意多边形 15863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633" name="组合 158632"/>
                          <p:cNvGrpSpPr/>
                          <p:nvPr/>
                        </p:nvGrpSpPr>
                        <p:grpSpPr>
                          <a:xfrm>
                            <a:off x="2167" y="1968"/>
                            <a:ext cx="342" cy="918"/>
                            <a:chOff x="2880" y="2112"/>
                            <a:chExt cx="2304" cy="2016"/>
                          </a:xfrm>
                        </p:grpSpPr>
                        <p:sp>
                          <p:nvSpPr>
                            <p:cNvPr id="158634" name="任意多边形 15863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35" name="任意多边形 15863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636" name="直接连接符 15863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637" name="组合 158636"/>
                  <p:cNvGrpSpPr/>
                  <p:nvPr/>
                </p:nvGrpSpPr>
                <p:grpSpPr>
                  <a:xfrm>
                    <a:off x="912" y="3072"/>
                    <a:ext cx="1104" cy="144"/>
                    <a:chOff x="1872" y="2880"/>
                    <a:chExt cx="1104" cy="144"/>
                  </a:xfrm>
                </p:grpSpPr>
                <p:grpSp>
                  <p:nvGrpSpPr>
                    <p:cNvPr id="158638" name="组合 158637"/>
                    <p:cNvGrpSpPr/>
                    <p:nvPr/>
                  </p:nvGrpSpPr>
                  <p:grpSpPr>
                    <a:xfrm>
                      <a:off x="2016" y="2880"/>
                      <a:ext cx="960" cy="144"/>
                      <a:chOff x="336" y="2832"/>
                      <a:chExt cx="4992" cy="630"/>
                    </a:xfrm>
                  </p:grpSpPr>
                  <p:grpSp>
                    <p:nvGrpSpPr>
                      <p:cNvPr id="158639" name="组合 158638"/>
                      <p:cNvGrpSpPr/>
                      <p:nvPr/>
                    </p:nvGrpSpPr>
                    <p:grpSpPr>
                      <a:xfrm>
                        <a:off x="336" y="2832"/>
                        <a:ext cx="2496" cy="630"/>
                        <a:chOff x="1056" y="816"/>
                        <a:chExt cx="2496" cy="630"/>
                      </a:xfrm>
                    </p:grpSpPr>
                    <p:sp>
                      <p:nvSpPr>
                        <p:cNvPr id="158640" name="任意多边形 15863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641" name="组合 158640"/>
                        <p:cNvGrpSpPr/>
                        <p:nvPr/>
                      </p:nvGrpSpPr>
                      <p:grpSpPr>
                        <a:xfrm>
                          <a:off x="1056" y="816"/>
                          <a:ext cx="2016" cy="630"/>
                          <a:chOff x="1824" y="1968"/>
                          <a:chExt cx="685" cy="918"/>
                        </a:xfrm>
                      </p:grpSpPr>
                      <p:grpSp>
                        <p:nvGrpSpPr>
                          <p:cNvPr id="158642" name="组合 158641"/>
                          <p:cNvGrpSpPr/>
                          <p:nvPr/>
                        </p:nvGrpSpPr>
                        <p:grpSpPr>
                          <a:xfrm>
                            <a:off x="1824" y="1968"/>
                            <a:ext cx="343" cy="918"/>
                            <a:chOff x="2880" y="2112"/>
                            <a:chExt cx="2304" cy="2016"/>
                          </a:xfrm>
                        </p:grpSpPr>
                        <p:sp>
                          <p:nvSpPr>
                            <p:cNvPr id="158643" name="任意多边形 15864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44" name="任意多边形 15864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645" name="组合 158644"/>
                          <p:cNvGrpSpPr/>
                          <p:nvPr/>
                        </p:nvGrpSpPr>
                        <p:grpSpPr>
                          <a:xfrm>
                            <a:off x="2167" y="1968"/>
                            <a:ext cx="342" cy="918"/>
                            <a:chOff x="2880" y="2112"/>
                            <a:chExt cx="2304" cy="2016"/>
                          </a:xfrm>
                        </p:grpSpPr>
                        <p:sp>
                          <p:nvSpPr>
                            <p:cNvPr id="158646" name="任意多边形 15864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47" name="任意多边形 15864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648" name="组合 158647"/>
                      <p:cNvGrpSpPr/>
                      <p:nvPr/>
                    </p:nvGrpSpPr>
                    <p:grpSpPr>
                      <a:xfrm flipV="1">
                        <a:off x="2832" y="2832"/>
                        <a:ext cx="2496" cy="630"/>
                        <a:chOff x="1056" y="816"/>
                        <a:chExt cx="2496" cy="630"/>
                      </a:xfrm>
                    </p:grpSpPr>
                    <p:sp>
                      <p:nvSpPr>
                        <p:cNvPr id="158649" name="任意多边形 15864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650" name="组合 158649"/>
                        <p:cNvGrpSpPr/>
                        <p:nvPr/>
                      </p:nvGrpSpPr>
                      <p:grpSpPr>
                        <a:xfrm>
                          <a:off x="1056" y="816"/>
                          <a:ext cx="2016" cy="630"/>
                          <a:chOff x="1824" y="1968"/>
                          <a:chExt cx="685" cy="918"/>
                        </a:xfrm>
                      </p:grpSpPr>
                      <p:grpSp>
                        <p:nvGrpSpPr>
                          <p:cNvPr id="158651" name="组合 158650"/>
                          <p:cNvGrpSpPr/>
                          <p:nvPr/>
                        </p:nvGrpSpPr>
                        <p:grpSpPr>
                          <a:xfrm>
                            <a:off x="1824" y="1968"/>
                            <a:ext cx="343" cy="918"/>
                            <a:chOff x="2880" y="2112"/>
                            <a:chExt cx="2304" cy="2016"/>
                          </a:xfrm>
                        </p:grpSpPr>
                        <p:sp>
                          <p:nvSpPr>
                            <p:cNvPr id="158652" name="任意多边形 15865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53" name="任意多边形 15865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654" name="组合 158653"/>
                          <p:cNvGrpSpPr/>
                          <p:nvPr/>
                        </p:nvGrpSpPr>
                        <p:grpSpPr>
                          <a:xfrm>
                            <a:off x="2167" y="1968"/>
                            <a:ext cx="342" cy="918"/>
                            <a:chOff x="2880" y="2112"/>
                            <a:chExt cx="2304" cy="2016"/>
                          </a:xfrm>
                        </p:grpSpPr>
                        <p:sp>
                          <p:nvSpPr>
                            <p:cNvPr id="158655" name="任意多边形 15865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56" name="任意多边形 15865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657" name="直接连接符 15865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8658" name="组合 158657"/>
                <p:cNvGrpSpPr/>
                <p:nvPr/>
              </p:nvGrpSpPr>
              <p:grpSpPr>
                <a:xfrm flipH="1">
                  <a:off x="2352" y="3024"/>
                  <a:ext cx="1104" cy="288"/>
                  <a:chOff x="912" y="2928"/>
                  <a:chExt cx="1104" cy="288"/>
                </a:xfrm>
              </p:grpSpPr>
              <p:grpSp>
                <p:nvGrpSpPr>
                  <p:cNvPr id="158659" name="组合 158658"/>
                  <p:cNvGrpSpPr/>
                  <p:nvPr/>
                </p:nvGrpSpPr>
                <p:grpSpPr>
                  <a:xfrm>
                    <a:off x="912" y="2928"/>
                    <a:ext cx="1104" cy="144"/>
                    <a:chOff x="1872" y="2880"/>
                    <a:chExt cx="1104" cy="144"/>
                  </a:xfrm>
                </p:grpSpPr>
                <p:grpSp>
                  <p:nvGrpSpPr>
                    <p:cNvPr id="158660" name="组合 158659"/>
                    <p:cNvGrpSpPr/>
                    <p:nvPr/>
                  </p:nvGrpSpPr>
                  <p:grpSpPr>
                    <a:xfrm>
                      <a:off x="2016" y="2880"/>
                      <a:ext cx="960" cy="144"/>
                      <a:chOff x="336" y="2832"/>
                      <a:chExt cx="4992" cy="630"/>
                    </a:xfrm>
                  </p:grpSpPr>
                  <p:grpSp>
                    <p:nvGrpSpPr>
                      <p:cNvPr id="158661" name="组合 158660"/>
                      <p:cNvGrpSpPr/>
                      <p:nvPr/>
                    </p:nvGrpSpPr>
                    <p:grpSpPr>
                      <a:xfrm>
                        <a:off x="336" y="2832"/>
                        <a:ext cx="2496" cy="630"/>
                        <a:chOff x="1056" y="816"/>
                        <a:chExt cx="2496" cy="630"/>
                      </a:xfrm>
                    </p:grpSpPr>
                    <p:sp>
                      <p:nvSpPr>
                        <p:cNvPr id="158662" name="任意多边形 15866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663" name="组合 158662"/>
                        <p:cNvGrpSpPr/>
                        <p:nvPr/>
                      </p:nvGrpSpPr>
                      <p:grpSpPr>
                        <a:xfrm>
                          <a:off x="1056" y="816"/>
                          <a:ext cx="2016" cy="630"/>
                          <a:chOff x="1824" y="1968"/>
                          <a:chExt cx="685" cy="918"/>
                        </a:xfrm>
                      </p:grpSpPr>
                      <p:grpSp>
                        <p:nvGrpSpPr>
                          <p:cNvPr id="158664" name="组合 158663"/>
                          <p:cNvGrpSpPr/>
                          <p:nvPr/>
                        </p:nvGrpSpPr>
                        <p:grpSpPr>
                          <a:xfrm>
                            <a:off x="1824" y="1968"/>
                            <a:ext cx="343" cy="918"/>
                            <a:chOff x="2880" y="2112"/>
                            <a:chExt cx="2304" cy="2016"/>
                          </a:xfrm>
                        </p:grpSpPr>
                        <p:sp>
                          <p:nvSpPr>
                            <p:cNvPr id="158665" name="任意多边形 15866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66" name="任意多边形 15866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667" name="组合 158666"/>
                          <p:cNvGrpSpPr/>
                          <p:nvPr/>
                        </p:nvGrpSpPr>
                        <p:grpSpPr>
                          <a:xfrm>
                            <a:off x="2167" y="1968"/>
                            <a:ext cx="342" cy="918"/>
                            <a:chOff x="2880" y="2112"/>
                            <a:chExt cx="2304" cy="2016"/>
                          </a:xfrm>
                        </p:grpSpPr>
                        <p:sp>
                          <p:nvSpPr>
                            <p:cNvPr id="158668" name="任意多边形 15866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69" name="任意多边形 15866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670" name="组合 158669"/>
                      <p:cNvGrpSpPr/>
                      <p:nvPr/>
                    </p:nvGrpSpPr>
                    <p:grpSpPr>
                      <a:xfrm flipV="1">
                        <a:off x="2832" y="2832"/>
                        <a:ext cx="2496" cy="630"/>
                        <a:chOff x="1056" y="816"/>
                        <a:chExt cx="2496" cy="630"/>
                      </a:xfrm>
                    </p:grpSpPr>
                    <p:sp>
                      <p:nvSpPr>
                        <p:cNvPr id="158671" name="任意多边形 15867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672" name="组合 158671"/>
                        <p:cNvGrpSpPr/>
                        <p:nvPr/>
                      </p:nvGrpSpPr>
                      <p:grpSpPr>
                        <a:xfrm>
                          <a:off x="1056" y="816"/>
                          <a:ext cx="2016" cy="630"/>
                          <a:chOff x="1824" y="1968"/>
                          <a:chExt cx="685" cy="918"/>
                        </a:xfrm>
                      </p:grpSpPr>
                      <p:grpSp>
                        <p:nvGrpSpPr>
                          <p:cNvPr id="158673" name="组合 158672"/>
                          <p:cNvGrpSpPr/>
                          <p:nvPr/>
                        </p:nvGrpSpPr>
                        <p:grpSpPr>
                          <a:xfrm>
                            <a:off x="1824" y="1968"/>
                            <a:ext cx="343" cy="918"/>
                            <a:chOff x="2880" y="2112"/>
                            <a:chExt cx="2304" cy="2016"/>
                          </a:xfrm>
                        </p:grpSpPr>
                        <p:sp>
                          <p:nvSpPr>
                            <p:cNvPr id="158674" name="任意多边形 15867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75" name="任意多边形 15867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676" name="组合 158675"/>
                          <p:cNvGrpSpPr/>
                          <p:nvPr/>
                        </p:nvGrpSpPr>
                        <p:grpSpPr>
                          <a:xfrm>
                            <a:off x="2167" y="1968"/>
                            <a:ext cx="342" cy="918"/>
                            <a:chOff x="2880" y="2112"/>
                            <a:chExt cx="2304" cy="2016"/>
                          </a:xfrm>
                        </p:grpSpPr>
                        <p:sp>
                          <p:nvSpPr>
                            <p:cNvPr id="158677" name="任意多边形 15867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78" name="任意多边形 15867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679" name="直接连接符 15867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680" name="组合 158679"/>
                  <p:cNvGrpSpPr/>
                  <p:nvPr/>
                </p:nvGrpSpPr>
                <p:grpSpPr>
                  <a:xfrm>
                    <a:off x="912" y="3072"/>
                    <a:ext cx="1104" cy="144"/>
                    <a:chOff x="1872" y="2880"/>
                    <a:chExt cx="1104" cy="144"/>
                  </a:xfrm>
                </p:grpSpPr>
                <p:grpSp>
                  <p:nvGrpSpPr>
                    <p:cNvPr id="158681" name="组合 158680"/>
                    <p:cNvGrpSpPr/>
                    <p:nvPr/>
                  </p:nvGrpSpPr>
                  <p:grpSpPr>
                    <a:xfrm>
                      <a:off x="2016" y="2880"/>
                      <a:ext cx="960" cy="144"/>
                      <a:chOff x="336" y="2832"/>
                      <a:chExt cx="4992" cy="630"/>
                    </a:xfrm>
                  </p:grpSpPr>
                  <p:grpSp>
                    <p:nvGrpSpPr>
                      <p:cNvPr id="158682" name="组合 158681"/>
                      <p:cNvGrpSpPr/>
                      <p:nvPr/>
                    </p:nvGrpSpPr>
                    <p:grpSpPr>
                      <a:xfrm>
                        <a:off x="336" y="2832"/>
                        <a:ext cx="2496" cy="630"/>
                        <a:chOff x="1056" y="816"/>
                        <a:chExt cx="2496" cy="630"/>
                      </a:xfrm>
                    </p:grpSpPr>
                    <p:sp>
                      <p:nvSpPr>
                        <p:cNvPr id="158683" name="任意多边形 15868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684" name="组合 158683"/>
                        <p:cNvGrpSpPr/>
                        <p:nvPr/>
                      </p:nvGrpSpPr>
                      <p:grpSpPr>
                        <a:xfrm>
                          <a:off x="1056" y="816"/>
                          <a:ext cx="2016" cy="630"/>
                          <a:chOff x="1824" y="1968"/>
                          <a:chExt cx="685" cy="918"/>
                        </a:xfrm>
                      </p:grpSpPr>
                      <p:grpSp>
                        <p:nvGrpSpPr>
                          <p:cNvPr id="158685" name="组合 158684"/>
                          <p:cNvGrpSpPr/>
                          <p:nvPr/>
                        </p:nvGrpSpPr>
                        <p:grpSpPr>
                          <a:xfrm>
                            <a:off x="1824" y="1968"/>
                            <a:ext cx="343" cy="918"/>
                            <a:chOff x="2880" y="2112"/>
                            <a:chExt cx="2304" cy="2016"/>
                          </a:xfrm>
                        </p:grpSpPr>
                        <p:sp>
                          <p:nvSpPr>
                            <p:cNvPr id="158686" name="任意多边形 15868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87" name="任意多边形 15868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688" name="组合 158687"/>
                          <p:cNvGrpSpPr/>
                          <p:nvPr/>
                        </p:nvGrpSpPr>
                        <p:grpSpPr>
                          <a:xfrm>
                            <a:off x="2167" y="1968"/>
                            <a:ext cx="342" cy="918"/>
                            <a:chOff x="2880" y="2112"/>
                            <a:chExt cx="2304" cy="2016"/>
                          </a:xfrm>
                        </p:grpSpPr>
                        <p:sp>
                          <p:nvSpPr>
                            <p:cNvPr id="158689" name="任意多边形 15868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90" name="任意多边形 15868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691" name="组合 158690"/>
                      <p:cNvGrpSpPr/>
                      <p:nvPr/>
                    </p:nvGrpSpPr>
                    <p:grpSpPr>
                      <a:xfrm flipV="1">
                        <a:off x="2832" y="2832"/>
                        <a:ext cx="2496" cy="630"/>
                        <a:chOff x="1056" y="816"/>
                        <a:chExt cx="2496" cy="630"/>
                      </a:xfrm>
                    </p:grpSpPr>
                    <p:sp>
                      <p:nvSpPr>
                        <p:cNvPr id="158692" name="任意多边形 15869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693" name="组合 158692"/>
                        <p:cNvGrpSpPr/>
                        <p:nvPr/>
                      </p:nvGrpSpPr>
                      <p:grpSpPr>
                        <a:xfrm>
                          <a:off x="1056" y="816"/>
                          <a:ext cx="2016" cy="630"/>
                          <a:chOff x="1824" y="1968"/>
                          <a:chExt cx="685" cy="918"/>
                        </a:xfrm>
                      </p:grpSpPr>
                      <p:grpSp>
                        <p:nvGrpSpPr>
                          <p:cNvPr id="158694" name="组合 158693"/>
                          <p:cNvGrpSpPr/>
                          <p:nvPr/>
                        </p:nvGrpSpPr>
                        <p:grpSpPr>
                          <a:xfrm>
                            <a:off x="1824" y="1968"/>
                            <a:ext cx="343" cy="918"/>
                            <a:chOff x="2880" y="2112"/>
                            <a:chExt cx="2304" cy="2016"/>
                          </a:xfrm>
                        </p:grpSpPr>
                        <p:sp>
                          <p:nvSpPr>
                            <p:cNvPr id="158695" name="任意多边形 15869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96" name="任意多边形 15869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697" name="组合 158696"/>
                          <p:cNvGrpSpPr/>
                          <p:nvPr/>
                        </p:nvGrpSpPr>
                        <p:grpSpPr>
                          <a:xfrm>
                            <a:off x="2167" y="1968"/>
                            <a:ext cx="342" cy="918"/>
                            <a:chOff x="2880" y="2112"/>
                            <a:chExt cx="2304" cy="2016"/>
                          </a:xfrm>
                        </p:grpSpPr>
                        <p:sp>
                          <p:nvSpPr>
                            <p:cNvPr id="158698" name="任意多边形 15869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699" name="任意多边形 15869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700" name="直接连接符 15869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grpSp>
        <p:nvGrpSpPr>
          <p:cNvPr id="158701" name="组合 158700"/>
          <p:cNvGrpSpPr/>
          <p:nvPr/>
        </p:nvGrpSpPr>
        <p:grpSpPr>
          <a:xfrm>
            <a:off x="2369503" y="3960178"/>
            <a:ext cx="3467100" cy="1371600"/>
            <a:chOff x="720" y="3024"/>
            <a:chExt cx="2184" cy="816"/>
          </a:xfrm>
        </p:grpSpPr>
        <p:grpSp>
          <p:nvGrpSpPr>
            <p:cNvPr id="158702" name="组合 158701"/>
            <p:cNvGrpSpPr/>
            <p:nvPr/>
          </p:nvGrpSpPr>
          <p:grpSpPr>
            <a:xfrm>
              <a:off x="1812" y="3024"/>
              <a:ext cx="1092" cy="435"/>
              <a:chOff x="3888" y="2784"/>
              <a:chExt cx="1104" cy="1152"/>
            </a:xfrm>
          </p:grpSpPr>
          <p:grpSp>
            <p:nvGrpSpPr>
              <p:cNvPr id="158703" name="组合 158702"/>
              <p:cNvGrpSpPr/>
              <p:nvPr/>
            </p:nvGrpSpPr>
            <p:grpSpPr>
              <a:xfrm>
                <a:off x="3888" y="2784"/>
                <a:ext cx="1104" cy="576"/>
                <a:chOff x="2352" y="3024"/>
                <a:chExt cx="1104" cy="576"/>
              </a:xfrm>
            </p:grpSpPr>
            <p:grpSp>
              <p:nvGrpSpPr>
                <p:cNvPr id="158704" name="组合 158703"/>
                <p:cNvGrpSpPr/>
                <p:nvPr/>
              </p:nvGrpSpPr>
              <p:grpSpPr>
                <a:xfrm flipH="1">
                  <a:off x="2352" y="3312"/>
                  <a:ext cx="1104" cy="288"/>
                  <a:chOff x="912" y="2928"/>
                  <a:chExt cx="1104" cy="288"/>
                </a:xfrm>
              </p:grpSpPr>
              <p:grpSp>
                <p:nvGrpSpPr>
                  <p:cNvPr id="158705" name="组合 158704"/>
                  <p:cNvGrpSpPr/>
                  <p:nvPr/>
                </p:nvGrpSpPr>
                <p:grpSpPr>
                  <a:xfrm>
                    <a:off x="912" y="2928"/>
                    <a:ext cx="1104" cy="144"/>
                    <a:chOff x="1872" y="2880"/>
                    <a:chExt cx="1104" cy="144"/>
                  </a:xfrm>
                </p:grpSpPr>
                <p:grpSp>
                  <p:nvGrpSpPr>
                    <p:cNvPr id="158706" name="组合 158705"/>
                    <p:cNvGrpSpPr/>
                    <p:nvPr/>
                  </p:nvGrpSpPr>
                  <p:grpSpPr>
                    <a:xfrm>
                      <a:off x="2016" y="2880"/>
                      <a:ext cx="960" cy="144"/>
                      <a:chOff x="336" y="2832"/>
                      <a:chExt cx="4992" cy="630"/>
                    </a:xfrm>
                  </p:grpSpPr>
                  <p:grpSp>
                    <p:nvGrpSpPr>
                      <p:cNvPr id="158707" name="组合 158706"/>
                      <p:cNvGrpSpPr/>
                      <p:nvPr/>
                    </p:nvGrpSpPr>
                    <p:grpSpPr>
                      <a:xfrm>
                        <a:off x="336" y="2832"/>
                        <a:ext cx="2496" cy="630"/>
                        <a:chOff x="1056" y="816"/>
                        <a:chExt cx="2496" cy="630"/>
                      </a:xfrm>
                    </p:grpSpPr>
                    <p:sp>
                      <p:nvSpPr>
                        <p:cNvPr id="158708" name="任意多边形 15870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709" name="组合 158708"/>
                        <p:cNvGrpSpPr/>
                        <p:nvPr/>
                      </p:nvGrpSpPr>
                      <p:grpSpPr>
                        <a:xfrm>
                          <a:off x="1056" y="816"/>
                          <a:ext cx="2016" cy="630"/>
                          <a:chOff x="1824" y="1968"/>
                          <a:chExt cx="685" cy="918"/>
                        </a:xfrm>
                      </p:grpSpPr>
                      <p:grpSp>
                        <p:nvGrpSpPr>
                          <p:cNvPr id="158710" name="组合 158709"/>
                          <p:cNvGrpSpPr/>
                          <p:nvPr/>
                        </p:nvGrpSpPr>
                        <p:grpSpPr>
                          <a:xfrm>
                            <a:off x="1824" y="1968"/>
                            <a:ext cx="343" cy="918"/>
                            <a:chOff x="2880" y="2112"/>
                            <a:chExt cx="2304" cy="2016"/>
                          </a:xfrm>
                        </p:grpSpPr>
                        <p:sp>
                          <p:nvSpPr>
                            <p:cNvPr id="158711" name="任意多边形 15871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12" name="任意多边形 15871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713" name="组合 158712"/>
                          <p:cNvGrpSpPr/>
                          <p:nvPr/>
                        </p:nvGrpSpPr>
                        <p:grpSpPr>
                          <a:xfrm>
                            <a:off x="2167" y="1968"/>
                            <a:ext cx="342" cy="918"/>
                            <a:chOff x="2880" y="2112"/>
                            <a:chExt cx="2304" cy="2016"/>
                          </a:xfrm>
                        </p:grpSpPr>
                        <p:sp>
                          <p:nvSpPr>
                            <p:cNvPr id="158714" name="任意多边形 15871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15" name="任意多边形 15871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716" name="组合 158715"/>
                      <p:cNvGrpSpPr/>
                      <p:nvPr/>
                    </p:nvGrpSpPr>
                    <p:grpSpPr>
                      <a:xfrm flipV="1">
                        <a:off x="2832" y="2832"/>
                        <a:ext cx="2496" cy="630"/>
                        <a:chOff x="1056" y="816"/>
                        <a:chExt cx="2496" cy="630"/>
                      </a:xfrm>
                    </p:grpSpPr>
                    <p:sp>
                      <p:nvSpPr>
                        <p:cNvPr id="158717" name="任意多边形 15871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718" name="组合 158717"/>
                        <p:cNvGrpSpPr/>
                        <p:nvPr/>
                      </p:nvGrpSpPr>
                      <p:grpSpPr>
                        <a:xfrm>
                          <a:off x="1056" y="816"/>
                          <a:ext cx="2016" cy="630"/>
                          <a:chOff x="1824" y="1968"/>
                          <a:chExt cx="685" cy="918"/>
                        </a:xfrm>
                      </p:grpSpPr>
                      <p:grpSp>
                        <p:nvGrpSpPr>
                          <p:cNvPr id="158719" name="组合 158718"/>
                          <p:cNvGrpSpPr/>
                          <p:nvPr/>
                        </p:nvGrpSpPr>
                        <p:grpSpPr>
                          <a:xfrm>
                            <a:off x="1824" y="1968"/>
                            <a:ext cx="343" cy="918"/>
                            <a:chOff x="2880" y="2112"/>
                            <a:chExt cx="2304" cy="2016"/>
                          </a:xfrm>
                        </p:grpSpPr>
                        <p:sp>
                          <p:nvSpPr>
                            <p:cNvPr id="158720" name="任意多边形 15871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21" name="任意多边形 15872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722" name="组合 158721"/>
                          <p:cNvGrpSpPr/>
                          <p:nvPr/>
                        </p:nvGrpSpPr>
                        <p:grpSpPr>
                          <a:xfrm>
                            <a:off x="2167" y="1968"/>
                            <a:ext cx="342" cy="918"/>
                            <a:chOff x="2880" y="2112"/>
                            <a:chExt cx="2304" cy="2016"/>
                          </a:xfrm>
                        </p:grpSpPr>
                        <p:sp>
                          <p:nvSpPr>
                            <p:cNvPr id="158723" name="任意多边形 15872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24" name="任意多边形 15872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725" name="直接连接符 15872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726" name="组合 158725"/>
                  <p:cNvGrpSpPr/>
                  <p:nvPr/>
                </p:nvGrpSpPr>
                <p:grpSpPr>
                  <a:xfrm>
                    <a:off x="912" y="3072"/>
                    <a:ext cx="1104" cy="144"/>
                    <a:chOff x="1872" y="2880"/>
                    <a:chExt cx="1104" cy="144"/>
                  </a:xfrm>
                </p:grpSpPr>
                <p:grpSp>
                  <p:nvGrpSpPr>
                    <p:cNvPr id="158727" name="组合 158726"/>
                    <p:cNvGrpSpPr/>
                    <p:nvPr/>
                  </p:nvGrpSpPr>
                  <p:grpSpPr>
                    <a:xfrm>
                      <a:off x="2016" y="2880"/>
                      <a:ext cx="960" cy="144"/>
                      <a:chOff x="336" y="2832"/>
                      <a:chExt cx="4992" cy="630"/>
                    </a:xfrm>
                  </p:grpSpPr>
                  <p:grpSp>
                    <p:nvGrpSpPr>
                      <p:cNvPr id="158728" name="组合 158727"/>
                      <p:cNvGrpSpPr/>
                      <p:nvPr/>
                    </p:nvGrpSpPr>
                    <p:grpSpPr>
                      <a:xfrm>
                        <a:off x="336" y="2832"/>
                        <a:ext cx="2496" cy="630"/>
                        <a:chOff x="1056" y="816"/>
                        <a:chExt cx="2496" cy="630"/>
                      </a:xfrm>
                    </p:grpSpPr>
                    <p:sp>
                      <p:nvSpPr>
                        <p:cNvPr id="158729" name="任意多边形 15872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730" name="组合 158729"/>
                        <p:cNvGrpSpPr/>
                        <p:nvPr/>
                      </p:nvGrpSpPr>
                      <p:grpSpPr>
                        <a:xfrm>
                          <a:off x="1056" y="816"/>
                          <a:ext cx="2016" cy="630"/>
                          <a:chOff x="1824" y="1968"/>
                          <a:chExt cx="685" cy="918"/>
                        </a:xfrm>
                      </p:grpSpPr>
                      <p:grpSp>
                        <p:nvGrpSpPr>
                          <p:cNvPr id="158731" name="组合 158730"/>
                          <p:cNvGrpSpPr/>
                          <p:nvPr/>
                        </p:nvGrpSpPr>
                        <p:grpSpPr>
                          <a:xfrm>
                            <a:off x="1824" y="1968"/>
                            <a:ext cx="343" cy="918"/>
                            <a:chOff x="2880" y="2112"/>
                            <a:chExt cx="2304" cy="2016"/>
                          </a:xfrm>
                        </p:grpSpPr>
                        <p:sp>
                          <p:nvSpPr>
                            <p:cNvPr id="158732" name="任意多边形 15873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33" name="任意多边形 15873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734" name="组合 158733"/>
                          <p:cNvGrpSpPr/>
                          <p:nvPr/>
                        </p:nvGrpSpPr>
                        <p:grpSpPr>
                          <a:xfrm>
                            <a:off x="2167" y="1968"/>
                            <a:ext cx="342" cy="918"/>
                            <a:chOff x="2880" y="2112"/>
                            <a:chExt cx="2304" cy="2016"/>
                          </a:xfrm>
                        </p:grpSpPr>
                        <p:sp>
                          <p:nvSpPr>
                            <p:cNvPr id="158735" name="任意多边形 15873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36" name="任意多边形 15873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737" name="组合 158736"/>
                      <p:cNvGrpSpPr/>
                      <p:nvPr/>
                    </p:nvGrpSpPr>
                    <p:grpSpPr>
                      <a:xfrm flipV="1">
                        <a:off x="2832" y="2832"/>
                        <a:ext cx="2496" cy="630"/>
                        <a:chOff x="1056" y="816"/>
                        <a:chExt cx="2496" cy="630"/>
                      </a:xfrm>
                    </p:grpSpPr>
                    <p:sp>
                      <p:nvSpPr>
                        <p:cNvPr id="158738" name="任意多边形 15873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739" name="组合 158738"/>
                        <p:cNvGrpSpPr/>
                        <p:nvPr/>
                      </p:nvGrpSpPr>
                      <p:grpSpPr>
                        <a:xfrm>
                          <a:off x="1056" y="816"/>
                          <a:ext cx="2016" cy="630"/>
                          <a:chOff x="1824" y="1968"/>
                          <a:chExt cx="685" cy="918"/>
                        </a:xfrm>
                      </p:grpSpPr>
                      <p:grpSp>
                        <p:nvGrpSpPr>
                          <p:cNvPr id="158740" name="组合 158739"/>
                          <p:cNvGrpSpPr/>
                          <p:nvPr/>
                        </p:nvGrpSpPr>
                        <p:grpSpPr>
                          <a:xfrm>
                            <a:off x="1824" y="1968"/>
                            <a:ext cx="343" cy="918"/>
                            <a:chOff x="2880" y="2112"/>
                            <a:chExt cx="2304" cy="2016"/>
                          </a:xfrm>
                        </p:grpSpPr>
                        <p:sp>
                          <p:nvSpPr>
                            <p:cNvPr id="158741" name="任意多边形 15874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42" name="任意多边形 15874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743" name="组合 158742"/>
                          <p:cNvGrpSpPr/>
                          <p:nvPr/>
                        </p:nvGrpSpPr>
                        <p:grpSpPr>
                          <a:xfrm>
                            <a:off x="2167" y="1968"/>
                            <a:ext cx="342" cy="918"/>
                            <a:chOff x="2880" y="2112"/>
                            <a:chExt cx="2304" cy="2016"/>
                          </a:xfrm>
                        </p:grpSpPr>
                        <p:sp>
                          <p:nvSpPr>
                            <p:cNvPr id="158744" name="任意多边形 15874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45" name="任意多边形 15874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746" name="直接连接符 15874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8747" name="组合 158746"/>
                <p:cNvGrpSpPr/>
                <p:nvPr/>
              </p:nvGrpSpPr>
              <p:grpSpPr>
                <a:xfrm flipH="1">
                  <a:off x="2352" y="3024"/>
                  <a:ext cx="1104" cy="288"/>
                  <a:chOff x="912" y="2928"/>
                  <a:chExt cx="1104" cy="288"/>
                </a:xfrm>
              </p:grpSpPr>
              <p:grpSp>
                <p:nvGrpSpPr>
                  <p:cNvPr id="158748" name="组合 158747"/>
                  <p:cNvGrpSpPr/>
                  <p:nvPr/>
                </p:nvGrpSpPr>
                <p:grpSpPr>
                  <a:xfrm>
                    <a:off x="912" y="2928"/>
                    <a:ext cx="1104" cy="144"/>
                    <a:chOff x="1872" y="2880"/>
                    <a:chExt cx="1104" cy="144"/>
                  </a:xfrm>
                </p:grpSpPr>
                <p:grpSp>
                  <p:nvGrpSpPr>
                    <p:cNvPr id="158749" name="组合 158748"/>
                    <p:cNvGrpSpPr/>
                    <p:nvPr/>
                  </p:nvGrpSpPr>
                  <p:grpSpPr>
                    <a:xfrm>
                      <a:off x="2016" y="2880"/>
                      <a:ext cx="960" cy="144"/>
                      <a:chOff x="336" y="2832"/>
                      <a:chExt cx="4992" cy="630"/>
                    </a:xfrm>
                  </p:grpSpPr>
                  <p:grpSp>
                    <p:nvGrpSpPr>
                      <p:cNvPr id="158750" name="组合 158749"/>
                      <p:cNvGrpSpPr/>
                      <p:nvPr/>
                    </p:nvGrpSpPr>
                    <p:grpSpPr>
                      <a:xfrm>
                        <a:off x="336" y="2832"/>
                        <a:ext cx="2496" cy="630"/>
                        <a:chOff x="1056" y="816"/>
                        <a:chExt cx="2496" cy="630"/>
                      </a:xfrm>
                    </p:grpSpPr>
                    <p:sp>
                      <p:nvSpPr>
                        <p:cNvPr id="158751" name="任意多边形 15875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752" name="组合 158751"/>
                        <p:cNvGrpSpPr/>
                        <p:nvPr/>
                      </p:nvGrpSpPr>
                      <p:grpSpPr>
                        <a:xfrm>
                          <a:off x="1056" y="816"/>
                          <a:ext cx="2016" cy="630"/>
                          <a:chOff x="1824" y="1968"/>
                          <a:chExt cx="685" cy="918"/>
                        </a:xfrm>
                      </p:grpSpPr>
                      <p:grpSp>
                        <p:nvGrpSpPr>
                          <p:cNvPr id="158753" name="组合 158752"/>
                          <p:cNvGrpSpPr/>
                          <p:nvPr/>
                        </p:nvGrpSpPr>
                        <p:grpSpPr>
                          <a:xfrm>
                            <a:off x="1824" y="1968"/>
                            <a:ext cx="343" cy="918"/>
                            <a:chOff x="2880" y="2112"/>
                            <a:chExt cx="2304" cy="2016"/>
                          </a:xfrm>
                        </p:grpSpPr>
                        <p:sp>
                          <p:nvSpPr>
                            <p:cNvPr id="158754" name="任意多边形 15875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55" name="任意多边形 15875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756" name="组合 158755"/>
                          <p:cNvGrpSpPr/>
                          <p:nvPr/>
                        </p:nvGrpSpPr>
                        <p:grpSpPr>
                          <a:xfrm>
                            <a:off x="2167" y="1968"/>
                            <a:ext cx="342" cy="918"/>
                            <a:chOff x="2880" y="2112"/>
                            <a:chExt cx="2304" cy="2016"/>
                          </a:xfrm>
                        </p:grpSpPr>
                        <p:sp>
                          <p:nvSpPr>
                            <p:cNvPr id="158757" name="任意多边形 15875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58" name="任意多边形 15875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759" name="组合 158758"/>
                      <p:cNvGrpSpPr/>
                      <p:nvPr/>
                    </p:nvGrpSpPr>
                    <p:grpSpPr>
                      <a:xfrm flipV="1">
                        <a:off x="2832" y="2832"/>
                        <a:ext cx="2496" cy="630"/>
                        <a:chOff x="1056" y="816"/>
                        <a:chExt cx="2496" cy="630"/>
                      </a:xfrm>
                    </p:grpSpPr>
                    <p:sp>
                      <p:nvSpPr>
                        <p:cNvPr id="158760" name="任意多边形 15875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761" name="组合 158760"/>
                        <p:cNvGrpSpPr/>
                        <p:nvPr/>
                      </p:nvGrpSpPr>
                      <p:grpSpPr>
                        <a:xfrm>
                          <a:off x="1056" y="816"/>
                          <a:ext cx="2016" cy="630"/>
                          <a:chOff x="1824" y="1968"/>
                          <a:chExt cx="685" cy="918"/>
                        </a:xfrm>
                      </p:grpSpPr>
                      <p:grpSp>
                        <p:nvGrpSpPr>
                          <p:cNvPr id="158762" name="组合 158761"/>
                          <p:cNvGrpSpPr/>
                          <p:nvPr/>
                        </p:nvGrpSpPr>
                        <p:grpSpPr>
                          <a:xfrm>
                            <a:off x="1824" y="1968"/>
                            <a:ext cx="343" cy="918"/>
                            <a:chOff x="2880" y="2112"/>
                            <a:chExt cx="2304" cy="2016"/>
                          </a:xfrm>
                        </p:grpSpPr>
                        <p:sp>
                          <p:nvSpPr>
                            <p:cNvPr id="158763" name="任意多边形 15876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64" name="任意多边形 15876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765" name="组合 158764"/>
                          <p:cNvGrpSpPr/>
                          <p:nvPr/>
                        </p:nvGrpSpPr>
                        <p:grpSpPr>
                          <a:xfrm>
                            <a:off x="2167" y="1968"/>
                            <a:ext cx="342" cy="918"/>
                            <a:chOff x="2880" y="2112"/>
                            <a:chExt cx="2304" cy="2016"/>
                          </a:xfrm>
                        </p:grpSpPr>
                        <p:sp>
                          <p:nvSpPr>
                            <p:cNvPr id="158766" name="任意多边形 15876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67" name="任意多边形 15876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768" name="直接连接符 15876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769" name="组合 158768"/>
                  <p:cNvGrpSpPr/>
                  <p:nvPr/>
                </p:nvGrpSpPr>
                <p:grpSpPr>
                  <a:xfrm>
                    <a:off x="912" y="3072"/>
                    <a:ext cx="1104" cy="144"/>
                    <a:chOff x="1872" y="2880"/>
                    <a:chExt cx="1104" cy="144"/>
                  </a:xfrm>
                </p:grpSpPr>
                <p:grpSp>
                  <p:nvGrpSpPr>
                    <p:cNvPr id="158770" name="组合 158769"/>
                    <p:cNvGrpSpPr/>
                    <p:nvPr/>
                  </p:nvGrpSpPr>
                  <p:grpSpPr>
                    <a:xfrm>
                      <a:off x="2016" y="2880"/>
                      <a:ext cx="960" cy="144"/>
                      <a:chOff x="336" y="2832"/>
                      <a:chExt cx="4992" cy="630"/>
                    </a:xfrm>
                  </p:grpSpPr>
                  <p:grpSp>
                    <p:nvGrpSpPr>
                      <p:cNvPr id="158771" name="组合 158770"/>
                      <p:cNvGrpSpPr/>
                      <p:nvPr/>
                    </p:nvGrpSpPr>
                    <p:grpSpPr>
                      <a:xfrm>
                        <a:off x="336" y="2832"/>
                        <a:ext cx="2496" cy="630"/>
                        <a:chOff x="1056" y="816"/>
                        <a:chExt cx="2496" cy="630"/>
                      </a:xfrm>
                    </p:grpSpPr>
                    <p:sp>
                      <p:nvSpPr>
                        <p:cNvPr id="158772" name="任意多边形 15877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773" name="组合 158772"/>
                        <p:cNvGrpSpPr/>
                        <p:nvPr/>
                      </p:nvGrpSpPr>
                      <p:grpSpPr>
                        <a:xfrm>
                          <a:off x="1056" y="816"/>
                          <a:ext cx="2016" cy="630"/>
                          <a:chOff x="1824" y="1968"/>
                          <a:chExt cx="685" cy="918"/>
                        </a:xfrm>
                      </p:grpSpPr>
                      <p:grpSp>
                        <p:nvGrpSpPr>
                          <p:cNvPr id="158774" name="组合 158773"/>
                          <p:cNvGrpSpPr/>
                          <p:nvPr/>
                        </p:nvGrpSpPr>
                        <p:grpSpPr>
                          <a:xfrm>
                            <a:off x="1824" y="1968"/>
                            <a:ext cx="343" cy="918"/>
                            <a:chOff x="2880" y="2112"/>
                            <a:chExt cx="2304" cy="2016"/>
                          </a:xfrm>
                        </p:grpSpPr>
                        <p:sp>
                          <p:nvSpPr>
                            <p:cNvPr id="158775" name="任意多边形 15877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76" name="任意多边形 15877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777" name="组合 158776"/>
                          <p:cNvGrpSpPr/>
                          <p:nvPr/>
                        </p:nvGrpSpPr>
                        <p:grpSpPr>
                          <a:xfrm>
                            <a:off x="2167" y="1968"/>
                            <a:ext cx="342" cy="918"/>
                            <a:chOff x="2880" y="2112"/>
                            <a:chExt cx="2304" cy="2016"/>
                          </a:xfrm>
                        </p:grpSpPr>
                        <p:sp>
                          <p:nvSpPr>
                            <p:cNvPr id="158778" name="任意多边形 15877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79" name="任意多边形 15877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780" name="组合 158779"/>
                      <p:cNvGrpSpPr/>
                      <p:nvPr/>
                    </p:nvGrpSpPr>
                    <p:grpSpPr>
                      <a:xfrm flipV="1">
                        <a:off x="2832" y="2832"/>
                        <a:ext cx="2496" cy="630"/>
                        <a:chOff x="1056" y="816"/>
                        <a:chExt cx="2496" cy="630"/>
                      </a:xfrm>
                    </p:grpSpPr>
                    <p:sp>
                      <p:nvSpPr>
                        <p:cNvPr id="158781" name="任意多边形 15878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782" name="组合 158781"/>
                        <p:cNvGrpSpPr/>
                        <p:nvPr/>
                      </p:nvGrpSpPr>
                      <p:grpSpPr>
                        <a:xfrm>
                          <a:off x="1056" y="816"/>
                          <a:ext cx="2016" cy="630"/>
                          <a:chOff x="1824" y="1968"/>
                          <a:chExt cx="685" cy="918"/>
                        </a:xfrm>
                      </p:grpSpPr>
                      <p:grpSp>
                        <p:nvGrpSpPr>
                          <p:cNvPr id="158783" name="组合 158782"/>
                          <p:cNvGrpSpPr/>
                          <p:nvPr/>
                        </p:nvGrpSpPr>
                        <p:grpSpPr>
                          <a:xfrm>
                            <a:off x="1824" y="1968"/>
                            <a:ext cx="343" cy="918"/>
                            <a:chOff x="2880" y="2112"/>
                            <a:chExt cx="2304" cy="2016"/>
                          </a:xfrm>
                        </p:grpSpPr>
                        <p:sp>
                          <p:nvSpPr>
                            <p:cNvPr id="158784" name="任意多边形 15878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85" name="任意多边形 15878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786" name="组合 158785"/>
                          <p:cNvGrpSpPr/>
                          <p:nvPr/>
                        </p:nvGrpSpPr>
                        <p:grpSpPr>
                          <a:xfrm>
                            <a:off x="2167" y="1968"/>
                            <a:ext cx="342" cy="918"/>
                            <a:chOff x="2880" y="2112"/>
                            <a:chExt cx="2304" cy="2016"/>
                          </a:xfrm>
                        </p:grpSpPr>
                        <p:sp>
                          <p:nvSpPr>
                            <p:cNvPr id="158787" name="任意多边形 15878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88" name="任意多边形 15878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789" name="直接连接符 15878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8790" name="组合 158789"/>
              <p:cNvGrpSpPr/>
              <p:nvPr/>
            </p:nvGrpSpPr>
            <p:grpSpPr>
              <a:xfrm>
                <a:off x="3888" y="3360"/>
                <a:ext cx="1104" cy="576"/>
                <a:chOff x="2352" y="3024"/>
                <a:chExt cx="1104" cy="576"/>
              </a:xfrm>
            </p:grpSpPr>
            <p:grpSp>
              <p:nvGrpSpPr>
                <p:cNvPr id="158791" name="组合 158790"/>
                <p:cNvGrpSpPr/>
                <p:nvPr/>
              </p:nvGrpSpPr>
              <p:grpSpPr>
                <a:xfrm flipH="1">
                  <a:off x="2352" y="3312"/>
                  <a:ext cx="1104" cy="288"/>
                  <a:chOff x="912" y="2928"/>
                  <a:chExt cx="1104" cy="288"/>
                </a:xfrm>
              </p:grpSpPr>
              <p:grpSp>
                <p:nvGrpSpPr>
                  <p:cNvPr id="158792" name="组合 158791"/>
                  <p:cNvGrpSpPr/>
                  <p:nvPr/>
                </p:nvGrpSpPr>
                <p:grpSpPr>
                  <a:xfrm>
                    <a:off x="912" y="2928"/>
                    <a:ext cx="1104" cy="144"/>
                    <a:chOff x="1872" y="2880"/>
                    <a:chExt cx="1104" cy="144"/>
                  </a:xfrm>
                </p:grpSpPr>
                <p:grpSp>
                  <p:nvGrpSpPr>
                    <p:cNvPr id="158793" name="组合 158792"/>
                    <p:cNvGrpSpPr/>
                    <p:nvPr/>
                  </p:nvGrpSpPr>
                  <p:grpSpPr>
                    <a:xfrm>
                      <a:off x="2016" y="2880"/>
                      <a:ext cx="960" cy="144"/>
                      <a:chOff x="336" y="2832"/>
                      <a:chExt cx="4992" cy="630"/>
                    </a:xfrm>
                  </p:grpSpPr>
                  <p:grpSp>
                    <p:nvGrpSpPr>
                      <p:cNvPr id="158794" name="组合 158793"/>
                      <p:cNvGrpSpPr/>
                      <p:nvPr/>
                    </p:nvGrpSpPr>
                    <p:grpSpPr>
                      <a:xfrm>
                        <a:off x="336" y="2832"/>
                        <a:ext cx="2496" cy="630"/>
                        <a:chOff x="1056" y="816"/>
                        <a:chExt cx="2496" cy="630"/>
                      </a:xfrm>
                    </p:grpSpPr>
                    <p:sp>
                      <p:nvSpPr>
                        <p:cNvPr id="158795" name="任意多边形 15879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796" name="组合 158795"/>
                        <p:cNvGrpSpPr/>
                        <p:nvPr/>
                      </p:nvGrpSpPr>
                      <p:grpSpPr>
                        <a:xfrm>
                          <a:off x="1056" y="816"/>
                          <a:ext cx="2016" cy="630"/>
                          <a:chOff x="1824" y="1968"/>
                          <a:chExt cx="685" cy="918"/>
                        </a:xfrm>
                      </p:grpSpPr>
                      <p:grpSp>
                        <p:nvGrpSpPr>
                          <p:cNvPr id="158797" name="组合 158796"/>
                          <p:cNvGrpSpPr/>
                          <p:nvPr/>
                        </p:nvGrpSpPr>
                        <p:grpSpPr>
                          <a:xfrm>
                            <a:off x="1824" y="1968"/>
                            <a:ext cx="343" cy="918"/>
                            <a:chOff x="2880" y="2112"/>
                            <a:chExt cx="2304" cy="2016"/>
                          </a:xfrm>
                        </p:grpSpPr>
                        <p:sp>
                          <p:nvSpPr>
                            <p:cNvPr id="158798" name="任意多边形 15879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799" name="任意多边形 15879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800" name="组合 158799"/>
                          <p:cNvGrpSpPr/>
                          <p:nvPr/>
                        </p:nvGrpSpPr>
                        <p:grpSpPr>
                          <a:xfrm>
                            <a:off x="2167" y="1968"/>
                            <a:ext cx="342" cy="918"/>
                            <a:chOff x="2880" y="2112"/>
                            <a:chExt cx="2304" cy="2016"/>
                          </a:xfrm>
                        </p:grpSpPr>
                        <p:sp>
                          <p:nvSpPr>
                            <p:cNvPr id="158801" name="任意多边形 15880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02" name="任意多边形 15880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803" name="组合 158802"/>
                      <p:cNvGrpSpPr/>
                      <p:nvPr/>
                    </p:nvGrpSpPr>
                    <p:grpSpPr>
                      <a:xfrm flipV="1">
                        <a:off x="2832" y="2832"/>
                        <a:ext cx="2496" cy="630"/>
                        <a:chOff x="1056" y="816"/>
                        <a:chExt cx="2496" cy="630"/>
                      </a:xfrm>
                    </p:grpSpPr>
                    <p:sp>
                      <p:nvSpPr>
                        <p:cNvPr id="158804" name="任意多边形 15880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805" name="组合 158804"/>
                        <p:cNvGrpSpPr/>
                        <p:nvPr/>
                      </p:nvGrpSpPr>
                      <p:grpSpPr>
                        <a:xfrm>
                          <a:off x="1056" y="816"/>
                          <a:ext cx="2016" cy="630"/>
                          <a:chOff x="1824" y="1968"/>
                          <a:chExt cx="685" cy="918"/>
                        </a:xfrm>
                      </p:grpSpPr>
                      <p:grpSp>
                        <p:nvGrpSpPr>
                          <p:cNvPr id="158806" name="组合 158805"/>
                          <p:cNvGrpSpPr/>
                          <p:nvPr/>
                        </p:nvGrpSpPr>
                        <p:grpSpPr>
                          <a:xfrm>
                            <a:off x="1824" y="1968"/>
                            <a:ext cx="343" cy="918"/>
                            <a:chOff x="2880" y="2112"/>
                            <a:chExt cx="2304" cy="2016"/>
                          </a:xfrm>
                        </p:grpSpPr>
                        <p:sp>
                          <p:nvSpPr>
                            <p:cNvPr id="158807" name="任意多边形 15880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08" name="任意多边形 15880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809" name="组合 158808"/>
                          <p:cNvGrpSpPr/>
                          <p:nvPr/>
                        </p:nvGrpSpPr>
                        <p:grpSpPr>
                          <a:xfrm>
                            <a:off x="2167" y="1968"/>
                            <a:ext cx="342" cy="918"/>
                            <a:chOff x="2880" y="2112"/>
                            <a:chExt cx="2304" cy="2016"/>
                          </a:xfrm>
                        </p:grpSpPr>
                        <p:sp>
                          <p:nvSpPr>
                            <p:cNvPr id="158810" name="任意多边形 15880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11" name="任意多边形 15881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812" name="直接连接符 15881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813" name="组合 158812"/>
                  <p:cNvGrpSpPr/>
                  <p:nvPr/>
                </p:nvGrpSpPr>
                <p:grpSpPr>
                  <a:xfrm>
                    <a:off x="912" y="3072"/>
                    <a:ext cx="1104" cy="144"/>
                    <a:chOff x="1872" y="2880"/>
                    <a:chExt cx="1104" cy="144"/>
                  </a:xfrm>
                </p:grpSpPr>
                <p:grpSp>
                  <p:nvGrpSpPr>
                    <p:cNvPr id="158814" name="组合 158813"/>
                    <p:cNvGrpSpPr/>
                    <p:nvPr/>
                  </p:nvGrpSpPr>
                  <p:grpSpPr>
                    <a:xfrm>
                      <a:off x="2016" y="2880"/>
                      <a:ext cx="960" cy="144"/>
                      <a:chOff x="336" y="2832"/>
                      <a:chExt cx="4992" cy="630"/>
                    </a:xfrm>
                  </p:grpSpPr>
                  <p:grpSp>
                    <p:nvGrpSpPr>
                      <p:cNvPr id="158815" name="组合 158814"/>
                      <p:cNvGrpSpPr/>
                      <p:nvPr/>
                    </p:nvGrpSpPr>
                    <p:grpSpPr>
                      <a:xfrm>
                        <a:off x="336" y="2832"/>
                        <a:ext cx="2496" cy="630"/>
                        <a:chOff x="1056" y="816"/>
                        <a:chExt cx="2496" cy="630"/>
                      </a:xfrm>
                    </p:grpSpPr>
                    <p:sp>
                      <p:nvSpPr>
                        <p:cNvPr id="158816" name="任意多边形 15881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817" name="组合 158816"/>
                        <p:cNvGrpSpPr/>
                        <p:nvPr/>
                      </p:nvGrpSpPr>
                      <p:grpSpPr>
                        <a:xfrm>
                          <a:off x="1056" y="816"/>
                          <a:ext cx="2016" cy="630"/>
                          <a:chOff x="1824" y="1968"/>
                          <a:chExt cx="685" cy="918"/>
                        </a:xfrm>
                      </p:grpSpPr>
                      <p:grpSp>
                        <p:nvGrpSpPr>
                          <p:cNvPr id="158818" name="组合 158817"/>
                          <p:cNvGrpSpPr/>
                          <p:nvPr/>
                        </p:nvGrpSpPr>
                        <p:grpSpPr>
                          <a:xfrm>
                            <a:off x="1824" y="1968"/>
                            <a:ext cx="343" cy="918"/>
                            <a:chOff x="2880" y="2112"/>
                            <a:chExt cx="2304" cy="2016"/>
                          </a:xfrm>
                        </p:grpSpPr>
                        <p:sp>
                          <p:nvSpPr>
                            <p:cNvPr id="158819" name="任意多边形 15881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20" name="任意多边形 15881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821" name="组合 158820"/>
                          <p:cNvGrpSpPr/>
                          <p:nvPr/>
                        </p:nvGrpSpPr>
                        <p:grpSpPr>
                          <a:xfrm>
                            <a:off x="2167" y="1968"/>
                            <a:ext cx="342" cy="918"/>
                            <a:chOff x="2880" y="2112"/>
                            <a:chExt cx="2304" cy="2016"/>
                          </a:xfrm>
                        </p:grpSpPr>
                        <p:sp>
                          <p:nvSpPr>
                            <p:cNvPr id="158822" name="任意多边形 15882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23" name="任意多边形 15882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824" name="组合 158823"/>
                      <p:cNvGrpSpPr/>
                      <p:nvPr/>
                    </p:nvGrpSpPr>
                    <p:grpSpPr>
                      <a:xfrm flipV="1">
                        <a:off x="2832" y="2832"/>
                        <a:ext cx="2496" cy="630"/>
                        <a:chOff x="1056" y="816"/>
                        <a:chExt cx="2496" cy="630"/>
                      </a:xfrm>
                    </p:grpSpPr>
                    <p:sp>
                      <p:nvSpPr>
                        <p:cNvPr id="158825" name="任意多边形 15882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826" name="组合 158825"/>
                        <p:cNvGrpSpPr/>
                        <p:nvPr/>
                      </p:nvGrpSpPr>
                      <p:grpSpPr>
                        <a:xfrm>
                          <a:off x="1056" y="816"/>
                          <a:ext cx="2016" cy="630"/>
                          <a:chOff x="1824" y="1968"/>
                          <a:chExt cx="685" cy="918"/>
                        </a:xfrm>
                      </p:grpSpPr>
                      <p:grpSp>
                        <p:nvGrpSpPr>
                          <p:cNvPr id="158827" name="组合 158826"/>
                          <p:cNvGrpSpPr/>
                          <p:nvPr/>
                        </p:nvGrpSpPr>
                        <p:grpSpPr>
                          <a:xfrm>
                            <a:off x="1824" y="1968"/>
                            <a:ext cx="343" cy="918"/>
                            <a:chOff x="2880" y="2112"/>
                            <a:chExt cx="2304" cy="2016"/>
                          </a:xfrm>
                        </p:grpSpPr>
                        <p:sp>
                          <p:nvSpPr>
                            <p:cNvPr id="158828" name="任意多边形 15882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29" name="任意多边形 15882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830" name="组合 158829"/>
                          <p:cNvGrpSpPr/>
                          <p:nvPr/>
                        </p:nvGrpSpPr>
                        <p:grpSpPr>
                          <a:xfrm>
                            <a:off x="2167" y="1968"/>
                            <a:ext cx="342" cy="918"/>
                            <a:chOff x="2880" y="2112"/>
                            <a:chExt cx="2304" cy="2016"/>
                          </a:xfrm>
                        </p:grpSpPr>
                        <p:sp>
                          <p:nvSpPr>
                            <p:cNvPr id="158831" name="任意多边形 15883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32" name="任意多边形 15883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833" name="直接连接符 15883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8834" name="组合 158833"/>
                <p:cNvGrpSpPr/>
                <p:nvPr/>
              </p:nvGrpSpPr>
              <p:grpSpPr>
                <a:xfrm flipH="1">
                  <a:off x="2352" y="3024"/>
                  <a:ext cx="1104" cy="288"/>
                  <a:chOff x="912" y="2928"/>
                  <a:chExt cx="1104" cy="288"/>
                </a:xfrm>
              </p:grpSpPr>
              <p:grpSp>
                <p:nvGrpSpPr>
                  <p:cNvPr id="158835" name="组合 158834"/>
                  <p:cNvGrpSpPr/>
                  <p:nvPr/>
                </p:nvGrpSpPr>
                <p:grpSpPr>
                  <a:xfrm>
                    <a:off x="912" y="2928"/>
                    <a:ext cx="1104" cy="144"/>
                    <a:chOff x="1872" y="2880"/>
                    <a:chExt cx="1104" cy="144"/>
                  </a:xfrm>
                </p:grpSpPr>
                <p:grpSp>
                  <p:nvGrpSpPr>
                    <p:cNvPr id="158836" name="组合 158835"/>
                    <p:cNvGrpSpPr/>
                    <p:nvPr/>
                  </p:nvGrpSpPr>
                  <p:grpSpPr>
                    <a:xfrm>
                      <a:off x="2016" y="2880"/>
                      <a:ext cx="960" cy="144"/>
                      <a:chOff x="336" y="2832"/>
                      <a:chExt cx="4992" cy="630"/>
                    </a:xfrm>
                  </p:grpSpPr>
                  <p:grpSp>
                    <p:nvGrpSpPr>
                      <p:cNvPr id="158837" name="组合 158836"/>
                      <p:cNvGrpSpPr/>
                      <p:nvPr/>
                    </p:nvGrpSpPr>
                    <p:grpSpPr>
                      <a:xfrm>
                        <a:off x="336" y="2832"/>
                        <a:ext cx="2496" cy="630"/>
                        <a:chOff x="1056" y="816"/>
                        <a:chExt cx="2496" cy="630"/>
                      </a:xfrm>
                    </p:grpSpPr>
                    <p:sp>
                      <p:nvSpPr>
                        <p:cNvPr id="158838" name="任意多边形 15883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839" name="组合 158838"/>
                        <p:cNvGrpSpPr/>
                        <p:nvPr/>
                      </p:nvGrpSpPr>
                      <p:grpSpPr>
                        <a:xfrm>
                          <a:off x="1056" y="816"/>
                          <a:ext cx="2016" cy="630"/>
                          <a:chOff x="1824" y="1968"/>
                          <a:chExt cx="685" cy="918"/>
                        </a:xfrm>
                      </p:grpSpPr>
                      <p:grpSp>
                        <p:nvGrpSpPr>
                          <p:cNvPr id="158840" name="组合 158839"/>
                          <p:cNvGrpSpPr/>
                          <p:nvPr/>
                        </p:nvGrpSpPr>
                        <p:grpSpPr>
                          <a:xfrm>
                            <a:off x="1824" y="1968"/>
                            <a:ext cx="343" cy="918"/>
                            <a:chOff x="2880" y="2112"/>
                            <a:chExt cx="2304" cy="2016"/>
                          </a:xfrm>
                        </p:grpSpPr>
                        <p:sp>
                          <p:nvSpPr>
                            <p:cNvPr id="158841" name="任意多边形 15884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42" name="任意多边形 15884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843" name="组合 158842"/>
                          <p:cNvGrpSpPr/>
                          <p:nvPr/>
                        </p:nvGrpSpPr>
                        <p:grpSpPr>
                          <a:xfrm>
                            <a:off x="2167" y="1968"/>
                            <a:ext cx="342" cy="918"/>
                            <a:chOff x="2880" y="2112"/>
                            <a:chExt cx="2304" cy="2016"/>
                          </a:xfrm>
                        </p:grpSpPr>
                        <p:sp>
                          <p:nvSpPr>
                            <p:cNvPr id="158844" name="任意多边形 15884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45" name="任意多边形 15884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846" name="组合 158845"/>
                      <p:cNvGrpSpPr/>
                      <p:nvPr/>
                    </p:nvGrpSpPr>
                    <p:grpSpPr>
                      <a:xfrm flipV="1">
                        <a:off x="2832" y="2832"/>
                        <a:ext cx="2496" cy="630"/>
                        <a:chOff x="1056" y="816"/>
                        <a:chExt cx="2496" cy="630"/>
                      </a:xfrm>
                    </p:grpSpPr>
                    <p:sp>
                      <p:nvSpPr>
                        <p:cNvPr id="158847" name="任意多边形 15884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848" name="组合 158847"/>
                        <p:cNvGrpSpPr/>
                        <p:nvPr/>
                      </p:nvGrpSpPr>
                      <p:grpSpPr>
                        <a:xfrm>
                          <a:off x="1056" y="816"/>
                          <a:ext cx="2016" cy="630"/>
                          <a:chOff x="1824" y="1968"/>
                          <a:chExt cx="685" cy="918"/>
                        </a:xfrm>
                      </p:grpSpPr>
                      <p:grpSp>
                        <p:nvGrpSpPr>
                          <p:cNvPr id="158849" name="组合 158848"/>
                          <p:cNvGrpSpPr/>
                          <p:nvPr/>
                        </p:nvGrpSpPr>
                        <p:grpSpPr>
                          <a:xfrm>
                            <a:off x="1824" y="1968"/>
                            <a:ext cx="343" cy="918"/>
                            <a:chOff x="2880" y="2112"/>
                            <a:chExt cx="2304" cy="2016"/>
                          </a:xfrm>
                        </p:grpSpPr>
                        <p:sp>
                          <p:nvSpPr>
                            <p:cNvPr id="158850" name="任意多边形 15884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51" name="任意多边形 15885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852" name="组合 158851"/>
                          <p:cNvGrpSpPr/>
                          <p:nvPr/>
                        </p:nvGrpSpPr>
                        <p:grpSpPr>
                          <a:xfrm>
                            <a:off x="2167" y="1968"/>
                            <a:ext cx="342" cy="918"/>
                            <a:chOff x="2880" y="2112"/>
                            <a:chExt cx="2304" cy="2016"/>
                          </a:xfrm>
                        </p:grpSpPr>
                        <p:sp>
                          <p:nvSpPr>
                            <p:cNvPr id="158853" name="任意多边形 15885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54" name="任意多边形 15885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855" name="直接连接符 15885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856" name="组合 158855"/>
                  <p:cNvGrpSpPr/>
                  <p:nvPr/>
                </p:nvGrpSpPr>
                <p:grpSpPr>
                  <a:xfrm>
                    <a:off x="912" y="3072"/>
                    <a:ext cx="1104" cy="144"/>
                    <a:chOff x="1872" y="2880"/>
                    <a:chExt cx="1104" cy="144"/>
                  </a:xfrm>
                </p:grpSpPr>
                <p:grpSp>
                  <p:nvGrpSpPr>
                    <p:cNvPr id="158857" name="组合 158856"/>
                    <p:cNvGrpSpPr/>
                    <p:nvPr/>
                  </p:nvGrpSpPr>
                  <p:grpSpPr>
                    <a:xfrm>
                      <a:off x="2016" y="2880"/>
                      <a:ext cx="960" cy="144"/>
                      <a:chOff x="336" y="2832"/>
                      <a:chExt cx="4992" cy="630"/>
                    </a:xfrm>
                  </p:grpSpPr>
                  <p:grpSp>
                    <p:nvGrpSpPr>
                      <p:cNvPr id="158858" name="组合 158857"/>
                      <p:cNvGrpSpPr/>
                      <p:nvPr/>
                    </p:nvGrpSpPr>
                    <p:grpSpPr>
                      <a:xfrm>
                        <a:off x="336" y="2832"/>
                        <a:ext cx="2496" cy="630"/>
                        <a:chOff x="1056" y="816"/>
                        <a:chExt cx="2496" cy="630"/>
                      </a:xfrm>
                    </p:grpSpPr>
                    <p:sp>
                      <p:nvSpPr>
                        <p:cNvPr id="158859" name="任意多边形 15885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860" name="组合 158859"/>
                        <p:cNvGrpSpPr/>
                        <p:nvPr/>
                      </p:nvGrpSpPr>
                      <p:grpSpPr>
                        <a:xfrm>
                          <a:off x="1056" y="816"/>
                          <a:ext cx="2016" cy="630"/>
                          <a:chOff x="1824" y="1968"/>
                          <a:chExt cx="685" cy="918"/>
                        </a:xfrm>
                      </p:grpSpPr>
                      <p:grpSp>
                        <p:nvGrpSpPr>
                          <p:cNvPr id="158861" name="组合 158860"/>
                          <p:cNvGrpSpPr/>
                          <p:nvPr/>
                        </p:nvGrpSpPr>
                        <p:grpSpPr>
                          <a:xfrm>
                            <a:off x="1824" y="1968"/>
                            <a:ext cx="343" cy="918"/>
                            <a:chOff x="2880" y="2112"/>
                            <a:chExt cx="2304" cy="2016"/>
                          </a:xfrm>
                        </p:grpSpPr>
                        <p:sp>
                          <p:nvSpPr>
                            <p:cNvPr id="158862" name="任意多边形 15886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63" name="任意多边形 15886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864" name="组合 158863"/>
                          <p:cNvGrpSpPr/>
                          <p:nvPr/>
                        </p:nvGrpSpPr>
                        <p:grpSpPr>
                          <a:xfrm>
                            <a:off x="2167" y="1968"/>
                            <a:ext cx="342" cy="918"/>
                            <a:chOff x="2880" y="2112"/>
                            <a:chExt cx="2304" cy="2016"/>
                          </a:xfrm>
                        </p:grpSpPr>
                        <p:sp>
                          <p:nvSpPr>
                            <p:cNvPr id="158865" name="任意多边形 15886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66" name="任意多边形 15886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867" name="组合 158866"/>
                      <p:cNvGrpSpPr/>
                      <p:nvPr/>
                    </p:nvGrpSpPr>
                    <p:grpSpPr>
                      <a:xfrm flipV="1">
                        <a:off x="2832" y="2832"/>
                        <a:ext cx="2496" cy="630"/>
                        <a:chOff x="1056" y="816"/>
                        <a:chExt cx="2496" cy="630"/>
                      </a:xfrm>
                    </p:grpSpPr>
                    <p:sp>
                      <p:nvSpPr>
                        <p:cNvPr id="158868" name="任意多边形 15886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869" name="组合 158868"/>
                        <p:cNvGrpSpPr/>
                        <p:nvPr/>
                      </p:nvGrpSpPr>
                      <p:grpSpPr>
                        <a:xfrm>
                          <a:off x="1056" y="816"/>
                          <a:ext cx="2016" cy="630"/>
                          <a:chOff x="1824" y="1968"/>
                          <a:chExt cx="685" cy="918"/>
                        </a:xfrm>
                      </p:grpSpPr>
                      <p:grpSp>
                        <p:nvGrpSpPr>
                          <p:cNvPr id="158870" name="组合 158869"/>
                          <p:cNvGrpSpPr/>
                          <p:nvPr/>
                        </p:nvGrpSpPr>
                        <p:grpSpPr>
                          <a:xfrm>
                            <a:off x="1824" y="1968"/>
                            <a:ext cx="343" cy="918"/>
                            <a:chOff x="2880" y="2112"/>
                            <a:chExt cx="2304" cy="2016"/>
                          </a:xfrm>
                        </p:grpSpPr>
                        <p:sp>
                          <p:nvSpPr>
                            <p:cNvPr id="158871" name="任意多边形 15887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72" name="任意多边形 15887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873" name="组合 158872"/>
                          <p:cNvGrpSpPr/>
                          <p:nvPr/>
                        </p:nvGrpSpPr>
                        <p:grpSpPr>
                          <a:xfrm>
                            <a:off x="2167" y="1968"/>
                            <a:ext cx="342" cy="918"/>
                            <a:chOff x="2880" y="2112"/>
                            <a:chExt cx="2304" cy="2016"/>
                          </a:xfrm>
                        </p:grpSpPr>
                        <p:sp>
                          <p:nvSpPr>
                            <p:cNvPr id="158874" name="任意多边形 15887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75" name="任意多边形 15887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876" name="直接连接符 15887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58877" name="组合 158876"/>
            <p:cNvGrpSpPr/>
            <p:nvPr/>
          </p:nvGrpSpPr>
          <p:grpSpPr>
            <a:xfrm>
              <a:off x="1812" y="3405"/>
              <a:ext cx="1092" cy="435"/>
              <a:chOff x="3888" y="2784"/>
              <a:chExt cx="1104" cy="1152"/>
            </a:xfrm>
          </p:grpSpPr>
          <p:grpSp>
            <p:nvGrpSpPr>
              <p:cNvPr id="158878" name="组合 158877"/>
              <p:cNvGrpSpPr/>
              <p:nvPr/>
            </p:nvGrpSpPr>
            <p:grpSpPr>
              <a:xfrm>
                <a:off x="3888" y="2784"/>
                <a:ext cx="1104" cy="576"/>
                <a:chOff x="2352" y="3024"/>
                <a:chExt cx="1104" cy="576"/>
              </a:xfrm>
            </p:grpSpPr>
            <p:grpSp>
              <p:nvGrpSpPr>
                <p:cNvPr id="158879" name="组合 158878"/>
                <p:cNvGrpSpPr/>
                <p:nvPr/>
              </p:nvGrpSpPr>
              <p:grpSpPr>
                <a:xfrm flipH="1">
                  <a:off x="2352" y="3312"/>
                  <a:ext cx="1104" cy="288"/>
                  <a:chOff x="912" y="2928"/>
                  <a:chExt cx="1104" cy="288"/>
                </a:xfrm>
              </p:grpSpPr>
              <p:grpSp>
                <p:nvGrpSpPr>
                  <p:cNvPr id="158880" name="组合 158879"/>
                  <p:cNvGrpSpPr/>
                  <p:nvPr/>
                </p:nvGrpSpPr>
                <p:grpSpPr>
                  <a:xfrm>
                    <a:off x="912" y="2928"/>
                    <a:ext cx="1104" cy="144"/>
                    <a:chOff x="1872" y="2880"/>
                    <a:chExt cx="1104" cy="144"/>
                  </a:xfrm>
                </p:grpSpPr>
                <p:grpSp>
                  <p:nvGrpSpPr>
                    <p:cNvPr id="158881" name="组合 158880"/>
                    <p:cNvGrpSpPr/>
                    <p:nvPr/>
                  </p:nvGrpSpPr>
                  <p:grpSpPr>
                    <a:xfrm>
                      <a:off x="2016" y="2880"/>
                      <a:ext cx="960" cy="144"/>
                      <a:chOff x="336" y="2832"/>
                      <a:chExt cx="4992" cy="630"/>
                    </a:xfrm>
                  </p:grpSpPr>
                  <p:grpSp>
                    <p:nvGrpSpPr>
                      <p:cNvPr id="158882" name="组合 158881"/>
                      <p:cNvGrpSpPr/>
                      <p:nvPr/>
                    </p:nvGrpSpPr>
                    <p:grpSpPr>
                      <a:xfrm>
                        <a:off x="336" y="2832"/>
                        <a:ext cx="2496" cy="630"/>
                        <a:chOff x="1056" y="816"/>
                        <a:chExt cx="2496" cy="630"/>
                      </a:xfrm>
                    </p:grpSpPr>
                    <p:sp>
                      <p:nvSpPr>
                        <p:cNvPr id="158883" name="任意多边形 15888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884" name="组合 158883"/>
                        <p:cNvGrpSpPr/>
                        <p:nvPr/>
                      </p:nvGrpSpPr>
                      <p:grpSpPr>
                        <a:xfrm>
                          <a:off x="1056" y="816"/>
                          <a:ext cx="2016" cy="630"/>
                          <a:chOff x="1824" y="1968"/>
                          <a:chExt cx="685" cy="918"/>
                        </a:xfrm>
                      </p:grpSpPr>
                      <p:grpSp>
                        <p:nvGrpSpPr>
                          <p:cNvPr id="158885" name="组合 158884"/>
                          <p:cNvGrpSpPr/>
                          <p:nvPr/>
                        </p:nvGrpSpPr>
                        <p:grpSpPr>
                          <a:xfrm>
                            <a:off x="1824" y="1968"/>
                            <a:ext cx="343" cy="918"/>
                            <a:chOff x="2880" y="2112"/>
                            <a:chExt cx="2304" cy="2016"/>
                          </a:xfrm>
                        </p:grpSpPr>
                        <p:sp>
                          <p:nvSpPr>
                            <p:cNvPr id="158886" name="任意多边形 15888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87" name="任意多边形 15888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888" name="组合 158887"/>
                          <p:cNvGrpSpPr/>
                          <p:nvPr/>
                        </p:nvGrpSpPr>
                        <p:grpSpPr>
                          <a:xfrm>
                            <a:off x="2167" y="1968"/>
                            <a:ext cx="342" cy="918"/>
                            <a:chOff x="2880" y="2112"/>
                            <a:chExt cx="2304" cy="2016"/>
                          </a:xfrm>
                        </p:grpSpPr>
                        <p:sp>
                          <p:nvSpPr>
                            <p:cNvPr id="158889" name="任意多边形 15888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90" name="任意多边形 15888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891" name="组合 158890"/>
                      <p:cNvGrpSpPr/>
                      <p:nvPr/>
                    </p:nvGrpSpPr>
                    <p:grpSpPr>
                      <a:xfrm flipV="1">
                        <a:off x="2832" y="2832"/>
                        <a:ext cx="2496" cy="630"/>
                        <a:chOff x="1056" y="816"/>
                        <a:chExt cx="2496" cy="630"/>
                      </a:xfrm>
                    </p:grpSpPr>
                    <p:sp>
                      <p:nvSpPr>
                        <p:cNvPr id="158892" name="任意多边形 15889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893" name="组合 158892"/>
                        <p:cNvGrpSpPr/>
                        <p:nvPr/>
                      </p:nvGrpSpPr>
                      <p:grpSpPr>
                        <a:xfrm>
                          <a:off x="1056" y="816"/>
                          <a:ext cx="2016" cy="630"/>
                          <a:chOff x="1824" y="1968"/>
                          <a:chExt cx="685" cy="918"/>
                        </a:xfrm>
                      </p:grpSpPr>
                      <p:grpSp>
                        <p:nvGrpSpPr>
                          <p:cNvPr id="158894" name="组合 158893"/>
                          <p:cNvGrpSpPr/>
                          <p:nvPr/>
                        </p:nvGrpSpPr>
                        <p:grpSpPr>
                          <a:xfrm>
                            <a:off x="1824" y="1968"/>
                            <a:ext cx="343" cy="918"/>
                            <a:chOff x="2880" y="2112"/>
                            <a:chExt cx="2304" cy="2016"/>
                          </a:xfrm>
                        </p:grpSpPr>
                        <p:sp>
                          <p:nvSpPr>
                            <p:cNvPr id="158895" name="任意多边形 15889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96" name="任意多边形 15889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897" name="组合 158896"/>
                          <p:cNvGrpSpPr/>
                          <p:nvPr/>
                        </p:nvGrpSpPr>
                        <p:grpSpPr>
                          <a:xfrm>
                            <a:off x="2167" y="1968"/>
                            <a:ext cx="342" cy="918"/>
                            <a:chOff x="2880" y="2112"/>
                            <a:chExt cx="2304" cy="2016"/>
                          </a:xfrm>
                        </p:grpSpPr>
                        <p:sp>
                          <p:nvSpPr>
                            <p:cNvPr id="158898" name="任意多边形 15889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899" name="任意多边形 15889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900" name="直接连接符 15889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901" name="组合 158900"/>
                  <p:cNvGrpSpPr/>
                  <p:nvPr/>
                </p:nvGrpSpPr>
                <p:grpSpPr>
                  <a:xfrm>
                    <a:off x="912" y="3072"/>
                    <a:ext cx="1104" cy="144"/>
                    <a:chOff x="1872" y="2880"/>
                    <a:chExt cx="1104" cy="144"/>
                  </a:xfrm>
                </p:grpSpPr>
                <p:grpSp>
                  <p:nvGrpSpPr>
                    <p:cNvPr id="158902" name="组合 158901"/>
                    <p:cNvGrpSpPr/>
                    <p:nvPr/>
                  </p:nvGrpSpPr>
                  <p:grpSpPr>
                    <a:xfrm>
                      <a:off x="2016" y="2880"/>
                      <a:ext cx="960" cy="144"/>
                      <a:chOff x="336" y="2832"/>
                      <a:chExt cx="4992" cy="630"/>
                    </a:xfrm>
                  </p:grpSpPr>
                  <p:grpSp>
                    <p:nvGrpSpPr>
                      <p:cNvPr id="158903" name="组合 158902"/>
                      <p:cNvGrpSpPr/>
                      <p:nvPr/>
                    </p:nvGrpSpPr>
                    <p:grpSpPr>
                      <a:xfrm>
                        <a:off x="336" y="2832"/>
                        <a:ext cx="2496" cy="630"/>
                        <a:chOff x="1056" y="816"/>
                        <a:chExt cx="2496" cy="630"/>
                      </a:xfrm>
                    </p:grpSpPr>
                    <p:sp>
                      <p:nvSpPr>
                        <p:cNvPr id="158904" name="任意多边形 15890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905" name="组合 158904"/>
                        <p:cNvGrpSpPr/>
                        <p:nvPr/>
                      </p:nvGrpSpPr>
                      <p:grpSpPr>
                        <a:xfrm>
                          <a:off x="1056" y="816"/>
                          <a:ext cx="2016" cy="630"/>
                          <a:chOff x="1824" y="1968"/>
                          <a:chExt cx="685" cy="918"/>
                        </a:xfrm>
                      </p:grpSpPr>
                      <p:grpSp>
                        <p:nvGrpSpPr>
                          <p:cNvPr id="158906" name="组合 158905"/>
                          <p:cNvGrpSpPr/>
                          <p:nvPr/>
                        </p:nvGrpSpPr>
                        <p:grpSpPr>
                          <a:xfrm>
                            <a:off x="1824" y="1968"/>
                            <a:ext cx="343" cy="918"/>
                            <a:chOff x="2880" y="2112"/>
                            <a:chExt cx="2304" cy="2016"/>
                          </a:xfrm>
                        </p:grpSpPr>
                        <p:sp>
                          <p:nvSpPr>
                            <p:cNvPr id="158907" name="任意多边形 15890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08" name="任意多边形 15890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909" name="组合 158908"/>
                          <p:cNvGrpSpPr/>
                          <p:nvPr/>
                        </p:nvGrpSpPr>
                        <p:grpSpPr>
                          <a:xfrm>
                            <a:off x="2167" y="1968"/>
                            <a:ext cx="342" cy="918"/>
                            <a:chOff x="2880" y="2112"/>
                            <a:chExt cx="2304" cy="2016"/>
                          </a:xfrm>
                        </p:grpSpPr>
                        <p:sp>
                          <p:nvSpPr>
                            <p:cNvPr id="158910" name="任意多边形 15890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11" name="任意多边形 15891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912" name="组合 158911"/>
                      <p:cNvGrpSpPr/>
                      <p:nvPr/>
                    </p:nvGrpSpPr>
                    <p:grpSpPr>
                      <a:xfrm flipV="1">
                        <a:off x="2832" y="2832"/>
                        <a:ext cx="2496" cy="630"/>
                        <a:chOff x="1056" y="816"/>
                        <a:chExt cx="2496" cy="630"/>
                      </a:xfrm>
                    </p:grpSpPr>
                    <p:sp>
                      <p:nvSpPr>
                        <p:cNvPr id="158913" name="任意多边形 15891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914" name="组合 158913"/>
                        <p:cNvGrpSpPr/>
                        <p:nvPr/>
                      </p:nvGrpSpPr>
                      <p:grpSpPr>
                        <a:xfrm>
                          <a:off x="1056" y="816"/>
                          <a:ext cx="2016" cy="630"/>
                          <a:chOff x="1824" y="1968"/>
                          <a:chExt cx="685" cy="918"/>
                        </a:xfrm>
                      </p:grpSpPr>
                      <p:grpSp>
                        <p:nvGrpSpPr>
                          <p:cNvPr id="158915" name="组合 158914"/>
                          <p:cNvGrpSpPr/>
                          <p:nvPr/>
                        </p:nvGrpSpPr>
                        <p:grpSpPr>
                          <a:xfrm>
                            <a:off x="1824" y="1968"/>
                            <a:ext cx="343" cy="918"/>
                            <a:chOff x="2880" y="2112"/>
                            <a:chExt cx="2304" cy="2016"/>
                          </a:xfrm>
                        </p:grpSpPr>
                        <p:sp>
                          <p:nvSpPr>
                            <p:cNvPr id="158916" name="任意多边形 15891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17" name="任意多边形 15891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918" name="组合 158917"/>
                          <p:cNvGrpSpPr/>
                          <p:nvPr/>
                        </p:nvGrpSpPr>
                        <p:grpSpPr>
                          <a:xfrm>
                            <a:off x="2167" y="1968"/>
                            <a:ext cx="342" cy="918"/>
                            <a:chOff x="2880" y="2112"/>
                            <a:chExt cx="2304" cy="2016"/>
                          </a:xfrm>
                        </p:grpSpPr>
                        <p:sp>
                          <p:nvSpPr>
                            <p:cNvPr id="158919" name="任意多边形 15891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20" name="任意多边形 15891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921" name="直接连接符 15892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8922" name="组合 158921"/>
                <p:cNvGrpSpPr/>
                <p:nvPr/>
              </p:nvGrpSpPr>
              <p:grpSpPr>
                <a:xfrm flipH="1">
                  <a:off x="2352" y="3024"/>
                  <a:ext cx="1104" cy="288"/>
                  <a:chOff x="912" y="2928"/>
                  <a:chExt cx="1104" cy="288"/>
                </a:xfrm>
              </p:grpSpPr>
              <p:grpSp>
                <p:nvGrpSpPr>
                  <p:cNvPr id="158923" name="组合 158922"/>
                  <p:cNvGrpSpPr/>
                  <p:nvPr/>
                </p:nvGrpSpPr>
                <p:grpSpPr>
                  <a:xfrm>
                    <a:off x="912" y="2928"/>
                    <a:ext cx="1104" cy="144"/>
                    <a:chOff x="1872" y="2880"/>
                    <a:chExt cx="1104" cy="144"/>
                  </a:xfrm>
                </p:grpSpPr>
                <p:grpSp>
                  <p:nvGrpSpPr>
                    <p:cNvPr id="158924" name="组合 158923"/>
                    <p:cNvGrpSpPr/>
                    <p:nvPr/>
                  </p:nvGrpSpPr>
                  <p:grpSpPr>
                    <a:xfrm>
                      <a:off x="2016" y="2880"/>
                      <a:ext cx="960" cy="144"/>
                      <a:chOff x="336" y="2832"/>
                      <a:chExt cx="4992" cy="630"/>
                    </a:xfrm>
                  </p:grpSpPr>
                  <p:grpSp>
                    <p:nvGrpSpPr>
                      <p:cNvPr id="158925" name="组合 158924"/>
                      <p:cNvGrpSpPr/>
                      <p:nvPr/>
                    </p:nvGrpSpPr>
                    <p:grpSpPr>
                      <a:xfrm>
                        <a:off x="336" y="2832"/>
                        <a:ext cx="2496" cy="630"/>
                        <a:chOff x="1056" y="816"/>
                        <a:chExt cx="2496" cy="630"/>
                      </a:xfrm>
                    </p:grpSpPr>
                    <p:sp>
                      <p:nvSpPr>
                        <p:cNvPr id="158926" name="任意多边形 15892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927" name="组合 158926"/>
                        <p:cNvGrpSpPr/>
                        <p:nvPr/>
                      </p:nvGrpSpPr>
                      <p:grpSpPr>
                        <a:xfrm>
                          <a:off x="1056" y="816"/>
                          <a:ext cx="2016" cy="630"/>
                          <a:chOff x="1824" y="1968"/>
                          <a:chExt cx="685" cy="918"/>
                        </a:xfrm>
                      </p:grpSpPr>
                      <p:grpSp>
                        <p:nvGrpSpPr>
                          <p:cNvPr id="158928" name="组合 158927"/>
                          <p:cNvGrpSpPr/>
                          <p:nvPr/>
                        </p:nvGrpSpPr>
                        <p:grpSpPr>
                          <a:xfrm>
                            <a:off x="1824" y="1968"/>
                            <a:ext cx="343" cy="918"/>
                            <a:chOff x="2880" y="2112"/>
                            <a:chExt cx="2304" cy="2016"/>
                          </a:xfrm>
                        </p:grpSpPr>
                        <p:sp>
                          <p:nvSpPr>
                            <p:cNvPr id="158929" name="任意多边形 15892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30" name="任意多边形 15892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931" name="组合 158930"/>
                          <p:cNvGrpSpPr/>
                          <p:nvPr/>
                        </p:nvGrpSpPr>
                        <p:grpSpPr>
                          <a:xfrm>
                            <a:off x="2167" y="1968"/>
                            <a:ext cx="342" cy="918"/>
                            <a:chOff x="2880" y="2112"/>
                            <a:chExt cx="2304" cy="2016"/>
                          </a:xfrm>
                        </p:grpSpPr>
                        <p:sp>
                          <p:nvSpPr>
                            <p:cNvPr id="158932" name="任意多边形 15893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33" name="任意多边形 15893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934" name="组合 158933"/>
                      <p:cNvGrpSpPr/>
                      <p:nvPr/>
                    </p:nvGrpSpPr>
                    <p:grpSpPr>
                      <a:xfrm flipV="1">
                        <a:off x="2832" y="2832"/>
                        <a:ext cx="2496" cy="630"/>
                        <a:chOff x="1056" y="816"/>
                        <a:chExt cx="2496" cy="630"/>
                      </a:xfrm>
                    </p:grpSpPr>
                    <p:sp>
                      <p:nvSpPr>
                        <p:cNvPr id="158935" name="任意多边形 15893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936" name="组合 158935"/>
                        <p:cNvGrpSpPr/>
                        <p:nvPr/>
                      </p:nvGrpSpPr>
                      <p:grpSpPr>
                        <a:xfrm>
                          <a:off x="1056" y="816"/>
                          <a:ext cx="2016" cy="630"/>
                          <a:chOff x="1824" y="1968"/>
                          <a:chExt cx="685" cy="918"/>
                        </a:xfrm>
                      </p:grpSpPr>
                      <p:grpSp>
                        <p:nvGrpSpPr>
                          <p:cNvPr id="158937" name="组合 158936"/>
                          <p:cNvGrpSpPr/>
                          <p:nvPr/>
                        </p:nvGrpSpPr>
                        <p:grpSpPr>
                          <a:xfrm>
                            <a:off x="1824" y="1968"/>
                            <a:ext cx="343" cy="918"/>
                            <a:chOff x="2880" y="2112"/>
                            <a:chExt cx="2304" cy="2016"/>
                          </a:xfrm>
                        </p:grpSpPr>
                        <p:sp>
                          <p:nvSpPr>
                            <p:cNvPr id="158938" name="任意多边形 15893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39" name="任意多边形 15893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940" name="组合 158939"/>
                          <p:cNvGrpSpPr/>
                          <p:nvPr/>
                        </p:nvGrpSpPr>
                        <p:grpSpPr>
                          <a:xfrm>
                            <a:off x="2167" y="1968"/>
                            <a:ext cx="342" cy="918"/>
                            <a:chOff x="2880" y="2112"/>
                            <a:chExt cx="2304" cy="2016"/>
                          </a:xfrm>
                        </p:grpSpPr>
                        <p:sp>
                          <p:nvSpPr>
                            <p:cNvPr id="158941" name="任意多边形 15894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42" name="任意多边形 15894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943" name="直接连接符 15894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944" name="组合 158943"/>
                  <p:cNvGrpSpPr/>
                  <p:nvPr/>
                </p:nvGrpSpPr>
                <p:grpSpPr>
                  <a:xfrm>
                    <a:off x="912" y="3072"/>
                    <a:ext cx="1104" cy="144"/>
                    <a:chOff x="1872" y="2880"/>
                    <a:chExt cx="1104" cy="144"/>
                  </a:xfrm>
                </p:grpSpPr>
                <p:grpSp>
                  <p:nvGrpSpPr>
                    <p:cNvPr id="158945" name="组合 158944"/>
                    <p:cNvGrpSpPr/>
                    <p:nvPr/>
                  </p:nvGrpSpPr>
                  <p:grpSpPr>
                    <a:xfrm>
                      <a:off x="2016" y="2880"/>
                      <a:ext cx="960" cy="144"/>
                      <a:chOff x="336" y="2832"/>
                      <a:chExt cx="4992" cy="630"/>
                    </a:xfrm>
                  </p:grpSpPr>
                  <p:grpSp>
                    <p:nvGrpSpPr>
                      <p:cNvPr id="158946" name="组合 158945"/>
                      <p:cNvGrpSpPr/>
                      <p:nvPr/>
                    </p:nvGrpSpPr>
                    <p:grpSpPr>
                      <a:xfrm>
                        <a:off x="336" y="2832"/>
                        <a:ext cx="2496" cy="630"/>
                        <a:chOff x="1056" y="816"/>
                        <a:chExt cx="2496" cy="630"/>
                      </a:xfrm>
                    </p:grpSpPr>
                    <p:sp>
                      <p:nvSpPr>
                        <p:cNvPr id="158947" name="任意多边形 15894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948" name="组合 158947"/>
                        <p:cNvGrpSpPr/>
                        <p:nvPr/>
                      </p:nvGrpSpPr>
                      <p:grpSpPr>
                        <a:xfrm>
                          <a:off x="1056" y="816"/>
                          <a:ext cx="2016" cy="630"/>
                          <a:chOff x="1824" y="1968"/>
                          <a:chExt cx="685" cy="918"/>
                        </a:xfrm>
                      </p:grpSpPr>
                      <p:grpSp>
                        <p:nvGrpSpPr>
                          <p:cNvPr id="158949" name="组合 158948"/>
                          <p:cNvGrpSpPr/>
                          <p:nvPr/>
                        </p:nvGrpSpPr>
                        <p:grpSpPr>
                          <a:xfrm>
                            <a:off x="1824" y="1968"/>
                            <a:ext cx="343" cy="918"/>
                            <a:chOff x="2880" y="2112"/>
                            <a:chExt cx="2304" cy="2016"/>
                          </a:xfrm>
                        </p:grpSpPr>
                        <p:sp>
                          <p:nvSpPr>
                            <p:cNvPr id="158950" name="任意多边形 15894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51" name="任意多边形 15895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952" name="组合 158951"/>
                          <p:cNvGrpSpPr/>
                          <p:nvPr/>
                        </p:nvGrpSpPr>
                        <p:grpSpPr>
                          <a:xfrm>
                            <a:off x="2167" y="1968"/>
                            <a:ext cx="342" cy="918"/>
                            <a:chOff x="2880" y="2112"/>
                            <a:chExt cx="2304" cy="2016"/>
                          </a:xfrm>
                        </p:grpSpPr>
                        <p:sp>
                          <p:nvSpPr>
                            <p:cNvPr id="158953" name="任意多边形 15895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54" name="任意多边形 15895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955" name="组合 158954"/>
                      <p:cNvGrpSpPr/>
                      <p:nvPr/>
                    </p:nvGrpSpPr>
                    <p:grpSpPr>
                      <a:xfrm flipV="1">
                        <a:off x="2832" y="2832"/>
                        <a:ext cx="2496" cy="630"/>
                        <a:chOff x="1056" y="816"/>
                        <a:chExt cx="2496" cy="630"/>
                      </a:xfrm>
                    </p:grpSpPr>
                    <p:sp>
                      <p:nvSpPr>
                        <p:cNvPr id="158956" name="任意多边形 15895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957" name="组合 158956"/>
                        <p:cNvGrpSpPr/>
                        <p:nvPr/>
                      </p:nvGrpSpPr>
                      <p:grpSpPr>
                        <a:xfrm>
                          <a:off x="1056" y="816"/>
                          <a:ext cx="2016" cy="630"/>
                          <a:chOff x="1824" y="1968"/>
                          <a:chExt cx="685" cy="918"/>
                        </a:xfrm>
                      </p:grpSpPr>
                      <p:grpSp>
                        <p:nvGrpSpPr>
                          <p:cNvPr id="158958" name="组合 158957"/>
                          <p:cNvGrpSpPr/>
                          <p:nvPr/>
                        </p:nvGrpSpPr>
                        <p:grpSpPr>
                          <a:xfrm>
                            <a:off x="1824" y="1968"/>
                            <a:ext cx="343" cy="918"/>
                            <a:chOff x="2880" y="2112"/>
                            <a:chExt cx="2304" cy="2016"/>
                          </a:xfrm>
                        </p:grpSpPr>
                        <p:sp>
                          <p:nvSpPr>
                            <p:cNvPr id="158959" name="任意多边形 15895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60" name="任意多边形 15895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961" name="组合 158960"/>
                          <p:cNvGrpSpPr/>
                          <p:nvPr/>
                        </p:nvGrpSpPr>
                        <p:grpSpPr>
                          <a:xfrm>
                            <a:off x="2167" y="1968"/>
                            <a:ext cx="342" cy="918"/>
                            <a:chOff x="2880" y="2112"/>
                            <a:chExt cx="2304" cy="2016"/>
                          </a:xfrm>
                        </p:grpSpPr>
                        <p:sp>
                          <p:nvSpPr>
                            <p:cNvPr id="158962" name="任意多边形 15896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63" name="任意多边形 15896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964" name="直接连接符 15896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8965" name="组合 158964"/>
              <p:cNvGrpSpPr/>
              <p:nvPr/>
            </p:nvGrpSpPr>
            <p:grpSpPr>
              <a:xfrm>
                <a:off x="3888" y="3360"/>
                <a:ext cx="1104" cy="576"/>
                <a:chOff x="2352" y="3024"/>
                <a:chExt cx="1104" cy="576"/>
              </a:xfrm>
            </p:grpSpPr>
            <p:grpSp>
              <p:nvGrpSpPr>
                <p:cNvPr id="158966" name="组合 158965"/>
                <p:cNvGrpSpPr/>
                <p:nvPr/>
              </p:nvGrpSpPr>
              <p:grpSpPr>
                <a:xfrm flipH="1">
                  <a:off x="2352" y="3312"/>
                  <a:ext cx="1104" cy="288"/>
                  <a:chOff x="912" y="2928"/>
                  <a:chExt cx="1104" cy="288"/>
                </a:xfrm>
              </p:grpSpPr>
              <p:grpSp>
                <p:nvGrpSpPr>
                  <p:cNvPr id="158967" name="组合 158966"/>
                  <p:cNvGrpSpPr/>
                  <p:nvPr/>
                </p:nvGrpSpPr>
                <p:grpSpPr>
                  <a:xfrm>
                    <a:off x="912" y="2928"/>
                    <a:ext cx="1104" cy="144"/>
                    <a:chOff x="1872" y="2880"/>
                    <a:chExt cx="1104" cy="144"/>
                  </a:xfrm>
                </p:grpSpPr>
                <p:grpSp>
                  <p:nvGrpSpPr>
                    <p:cNvPr id="158968" name="组合 158967"/>
                    <p:cNvGrpSpPr/>
                    <p:nvPr/>
                  </p:nvGrpSpPr>
                  <p:grpSpPr>
                    <a:xfrm>
                      <a:off x="2016" y="2880"/>
                      <a:ext cx="960" cy="144"/>
                      <a:chOff x="336" y="2832"/>
                      <a:chExt cx="4992" cy="630"/>
                    </a:xfrm>
                  </p:grpSpPr>
                  <p:grpSp>
                    <p:nvGrpSpPr>
                      <p:cNvPr id="158969" name="组合 158968"/>
                      <p:cNvGrpSpPr/>
                      <p:nvPr/>
                    </p:nvGrpSpPr>
                    <p:grpSpPr>
                      <a:xfrm>
                        <a:off x="336" y="2832"/>
                        <a:ext cx="2496" cy="630"/>
                        <a:chOff x="1056" y="816"/>
                        <a:chExt cx="2496" cy="630"/>
                      </a:xfrm>
                    </p:grpSpPr>
                    <p:sp>
                      <p:nvSpPr>
                        <p:cNvPr id="158970" name="任意多边形 15896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971" name="组合 158970"/>
                        <p:cNvGrpSpPr/>
                        <p:nvPr/>
                      </p:nvGrpSpPr>
                      <p:grpSpPr>
                        <a:xfrm>
                          <a:off x="1056" y="816"/>
                          <a:ext cx="2016" cy="630"/>
                          <a:chOff x="1824" y="1968"/>
                          <a:chExt cx="685" cy="918"/>
                        </a:xfrm>
                      </p:grpSpPr>
                      <p:grpSp>
                        <p:nvGrpSpPr>
                          <p:cNvPr id="158972" name="组合 158971"/>
                          <p:cNvGrpSpPr/>
                          <p:nvPr/>
                        </p:nvGrpSpPr>
                        <p:grpSpPr>
                          <a:xfrm>
                            <a:off x="1824" y="1968"/>
                            <a:ext cx="343" cy="918"/>
                            <a:chOff x="2880" y="2112"/>
                            <a:chExt cx="2304" cy="2016"/>
                          </a:xfrm>
                        </p:grpSpPr>
                        <p:sp>
                          <p:nvSpPr>
                            <p:cNvPr id="158973" name="任意多边形 15897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74" name="任意多边形 15897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975" name="组合 158974"/>
                          <p:cNvGrpSpPr/>
                          <p:nvPr/>
                        </p:nvGrpSpPr>
                        <p:grpSpPr>
                          <a:xfrm>
                            <a:off x="2167" y="1968"/>
                            <a:ext cx="342" cy="918"/>
                            <a:chOff x="2880" y="2112"/>
                            <a:chExt cx="2304" cy="2016"/>
                          </a:xfrm>
                        </p:grpSpPr>
                        <p:sp>
                          <p:nvSpPr>
                            <p:cNvPr id="158976" name="任意多边形 15897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77" name="任意多边形 15897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978" name="组合 158977"/>
                      <p:cNvGrpSpPr/>
                      <p:nvPr/>
                    </p:nvGrpSpPr>
                    <p:grpSpPr>
                      <a:xfrm flipV="1">
                        <a:off x="2832" y="2832"/>
                        <a:ext cx="2496" cy="630"/>
                        <a:chOff x="1056" y="816"/>
                        <a:chExt cx="2496" cy="630"/>
                      </a:xfrm>
                    </p:grpSpPr>
                    <p:sp>
                      <p:nvSpPr>
                        <p:cNvPr id="158979" name="任意多边形 15897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980" name="组合 158979"/>
                        <p:cNvGrpSpPr/>
                        <p:nvPr/>
                      </p:nvGrpSpPr>
                      <p:grpSpPr>
                        <a:xfrm>
                          <a:off x="1056" y="816"/>
                          <a:ext cx="2016" cy="630"/>
                          <a:chOff x="1824" y="1968"/>
                          <a:chExt cx="685" cy="918"/>
                        </a:xfrm>
                      </p:grpSpPr>
                      <p:grpSp>
                        <p:nvGrpSpPr>
                          <p:cNvPr id="158981" name="组合 158980"/>
                          <p:cNvGrpSpPr/>
                          <p:nvPr/>
                        </p:nvGrpSpPr>
                        <p:grpSpPr>
                          <a:xfrm>
                            <a:off x="1824" y="1968"/>
                            <a:ext cx="343" cy="918"/>
                            <a:chOff x="2880" y="2112"/>
                            <a:chExt cx="2304" cy="2016"/>
                          </a:xfrm>
                        </p:grpSpPr>
                        <p:sp>
                          <p:nvSpPr>
                            <p:cNvPr id="158982" name="任意多边形 15898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83" name="任意多边形 15898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984" name="组合 158983"/>
                          <p:cNvGrpSpPr/>
                          <p:nvPr/>
                        </p:nvGrpSpPr>
                        <p:grpSpPr>
                          <a:xfrm>
                            <a:off x="2167" y="1968"/>
                            <a:ext cx="342" cy="918"/>
                            <a:chOff x="2880" y="2112"/>
                            <a:chExt cx="2304" cy="2016"/>
                          </a:xfrm>
                        </p:grpSpPr>
                        <p:sp>
                          <p:nvSpPr>
                            <p:cNvPr id="158985" name="任意多边形 15898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86" name="任意多边形 15898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8987" name="直接连接符 15898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8988" name="组合 158987"/>
                  <p:cNvGrpSpPr/>
                  <p:nvPr/>
                </p:nvGrpSpPr>
                <p:grpSpPr>
                  <a:xfrm>
                    <a:off x="912" y="3072"/>
                    <a:ext cx="1104" cy="144"/>
                    <a:chOff x="1872" y="2880"/>
                    <a:chExt cx="1104" cy="144"/>
                  </a:xfrm>
                </p:grpSpPr>
                <p:grpSp>
                  <p:nvGrpSpPr>
                    <p:cNvPr id="158989" name="组合 158988"/>
                    <p:cNvGrpSpPr/>
                    <p:nvPr/>
                  </p:nvGrpSpPr>
                  <p:grpSpPr>
                    <a:xfrm>
                      <a:off x="2016" y="2880"/>
                      <a:ext cx="960" cy="144"/>
                      <a:chOff x="336" y="2832"/>
                      <a:chExt cx="4992" cy="630"/>
                    </a:xfrm>
                  </p:grpSpPr>
                  <p:grpSp>
                    <p:nvGrpSpPr>
                      <p:cNvPr id="158990" name="组合 158989"/>
                      <p:cNvGrpSpPr/>
                      <p:nvPr/>
                    </p:nvGrpSpPr>
                    <p:grpSpPr>
                      <a:xfrm>
                        <a:off x="336" y="2832"/>
                        <a:ext cx="2496" cy="630"/>
                        <a:chOff x="1056" y="816"/>
                        <a:chExt cx="2496" cy="630"/>
                      </a:xfrm>
                    </p:grpSpPr>
                    <p:sp>
                      <p:nvSpPr>
                        <p:cNvPr id="158991" name="任意多边形 15899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8992" name="组合 158991"/>
                        <p:cNvGrpSpPr/>
                        <p:nvPr/>
                      </p:nvGrpSpPr>
                      <p:grpSpPr>
                        <a:xfrm>
                          <a:off x="1056" y="816"/>
                          <a:ext cx="2016" cy="630"/>
                          <a:chOff x="1824" y="1968"/>
                          <a:chExt cx="685" cy="918"/>
                        </a:xfrm>
                      </p:grpSpPr>
                      <p:grpSp>
                        <p:nvGrpSpPr>
                          <p:cNvPr id="158993" name="组合 158992"/>
                          <p:cNvGrpSpPr/>
                          <p:nvPr/>
                        </p:nvGrpSpPr>
                        <p:grpSpPr>
                          <a:xfrm>
                            <a:off x="1824" y="1968"/>
                            <a:ext cx="343" cy="918"/>
                            <a:chOff x="2880" y="2112"/>
                            <a:chExt cx="2304" cy="2016"/>
                          </a:xfrm>
                        </p:grpSpPr>
                        <p:sp>
                          <p:nvSpPr>
                            <p:cNvPr id="158994" name="任意多边形 15899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95" name="任意多边形 15899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8996" name="组合 158995"/>
                          <p:cNvGrpSpPr/>
                          <p:nvPr/>
                        </p:nvGrpSpPr>
                        <p:grpSpPr>
                          <a:xfrm>
                            <a:off x="2167" y="1968"/>
                            <a:ext cx="342" cy="918"/>
                            <a:chOff x="2880" y="2112"/>
                            <a:chExt cx="2304" cy="2016"/>
                          </a:xfrm>
                        </p:grpSpPr>
                        <p:sp>
                          <p:nvSpPr>
                            <p:cNvPr id="158997" name="任意多边形 15899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8998" name="任意多边形 15899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8999" name="组合 158998"/>
                      <p:cNvGrpSpPr/>
                      <p:nvPr/>
                    </p:nvGrpSpPr>
                    <p:grpSpPr>
                      <a:xfrm flipV="1">
                        <a:off x="2832" y="2832"/>
                        <a:ext cx="2496" cy="630"/>
                        <a:chOff x="1056" y="816"/>
                        <a:chExt cx="2496" cy="630"/>
                      </a:xfrm>
                    </p:grpSpPr>
                    <p:sp>
                      <p:nvSpPr>
                        <p:cNvPr id="159000" name="任意多边形 15899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001" name="组合 159000"/>
                        <p:cNvGrpSpPr/>
                        <p:nvPr/>
                      </p:nvGrpSpPr>
                      <p:grpSpPr>
                        <a:xfrm>
                          <a:off x="1056" y="816"/>
                          <a:ext cx="2016" cy="630"/>
                          <a:chOff x="1824" y="1968"/>
                          <a:chExt cx="685" cy="918"/>
                        </a:xfrm>
                      </p:grpSpPr>
                      <p:grpSp>
                        <p:nvGrpSpPr>
                          <p:cNvPr id="159002" name="组合 159001"/>
                          <p:cNvGrpSpPr/>
                          <p:nvPr/>
                        </p:nvGrpSpPr>
                        <p:grpSpPr>
                          <a:xfrm>
                            <a:off x="1824" y="1968"/>
                            <a:ext cx="343" cy="918"/>
                            <a:chOff x="2880" y="2112"/>
                            <a:chExt cx="2304" cy="2016"/>
                          </a:xfrm>
                        </p:grpSpPr>
                        <p:sp>
                          <p:nvSpPr>
                            <p:cNvPr id="159003" name="任意多边形 15900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04" name="任意多边形 15900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005" name="组合 159004"/>
                          <p:cNvGrpSpPr/>
                          <p:nvPr/>
                        </p:nvGrpSpPr>
                        <p:grpSpPr>
                          <a:xfrm>
                            <a:off x="2167" y="1968"/>
                            <a:ext cx="342" cy="918"/>
                            <a:chOff x="2880" y="2112"/>
                            <a:chExt cx="2304" cy="2016"/>
                          </a:xfrm>
                        </p:grpSpPr>
                        <p:sp>
                          <p:nvSpPr>
                            <p:cNvPr id="159006" name="任意多边形 15900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07" name="任意多边形 15900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008" name="直接连接符 15900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9009" name="组合 159008"/>
                <p:cNvGrpSpPr/>
                <p:nvPr/>
              </p:nvGrpSpPr>
              <p:grpSpPr>
                <a:xfrm flipH="1">
                  <a:off x="2352" y="3024"/>
                  <a:ext cx="1104" cy="288"/>
                  <a:chOff x="912" y="2928"/>
                  <a:chExt cx="1104" cy="288"/>
                </a:xfrm>
              </p:grpSpPr>
              <p:grpSp>
                <p:nvGrpSpPr>
                  <p:cNvPr id="159010" name="组合 159009"/>
                  <p:cNvGrpSpPr/>
                  <p:nvPr/>
                </p:nvGrpSpPr>
                <p:grpSpPr>
                  <a:xfrm>
                    <a:off x="912" y="2928"/>
                    <a:ext cx="1104" cy="144"/>
                    <a:chOff x="1872" y="2880"/>
                    <a:chExt cx="1104" cy="144"/>
                  </a:xfrm>
                </p:grpSpPr>
                <p:grpSp>
                  <p:nvGrpSpPr>
                    <p:cNvPr id="159011" name="组合 159010"/>
                    <p:cNvGrpSpPr/>
                    <p:nvPr/>
                  </p:nvGrpSpPr>
                  <p:grpSpPr>
                    <a:xfrm>
                      <a:off x="2016" y="2880"/>
                      <a:ext cx="960" cy="144"/>
                      <a:chOff x="336" y="2832"/>
                      <a:chExt cx="4992" cy="630"/>
                    </a:xfrm>
                  </p:grpSpPr>
                  <p:grpSp>
                    <p:nvGrpSpPr>
                      <p:cNvPr id="159012" name="组合 159011"/>
                      <p:cNvGrpSpPr/>
                      <p:nvPr/>
                    </p:nvGrpSpPr>
                    <p:grpSpPr>
                      <a:xfrm>
                        <a:off x="336" y="2832"/>
                        <a:ext cx="2496" cy="630"/>
                        <a:chOff x="1056" y="816"/>
                        <a:chExt cx="2496" cy="630"/>
                      </a:xfrm>
                    </p:grpSpPr>
                    <p:sp>
                      <p:nvSpPr>
                        <p:cNvPr id="159013" name="任意多边形 15901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014" name="组合 159013"/>
                        <p:cNvGrpSpPr/>
                        <p:nvPr/>
                      </p:nvGrpSpPr>
                      <p:grpSpPr>
                        <a:xfrm>
                          <a:off x="1056" y="816"/>
                          <a:ext cx="2016" cy="630"/>
                          <a:chOff x="1824" y="1968"/>
                          <a:chExt cx="685" cy="918"/>
                        </a:xfrm>
                      </p:grpSpPr>
                      <p:grpSp>
                        <p:nvGrpSpPr>
                          <p:cNvPr id="159015" name="组合 159014"/>
                          <p:cNvGrpSpPr/>
                          <p:nvPr/>
                        </p:nvGrpSpPr>
                        <p:grpSpPr>
                          <a:xfrm>
                            <a:off x="1824" y="1968"/>
                            <a:ext cx="343" cy="918"/>
                            <a:chOff x="2880" y="2112"/>
                            <a:chExt cx="2304" cy="2016"/>
                          </a:xfrm>
                        </p:grpSpPr>
                        <p:sp>
                          <p:nvSpPr>
                            <p:cNvPr id="159016" name="任意多边形 15901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17" name="任意多边形 15901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018" name="组合 159017"/>
                          <p:cNvGrpSpPr/>
                          <p:nvPr/>
                        </p:nvGrpSpPr>
                        <p:grpSpPr>
                          <a:xfrm>
                            <a:off x="2167" y="1968"/>
                            <a:ext cx="342" cy="918"/>
                            <a:chOff x="2880" y="2112"/>
                            <a:chExt cx="2304" cy="2016"/>
                          </a:xfrm>
                        </p:grpSpPr>
                        <p:sp>
                          <p:nvSpPr>
                            <p:cNvPr id="159019" name="任意多边形 15901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20" name="任意多边形 15901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021" name="组合 159020"/>
                      <p:cNvGrpSpPr/>
                      <p:nvPr/>
                    </p:nvGrpSpPr>
                    <p:grpSpPr>
                      <a:xfrm flipV="1">
                        <a:off x="2832" y="2832"/>
                        <a:ext cx="2496" cy="630"/>
                        <a:chOff x="1056" y="816"/>
                        <a:chExt cx="2496" cy="630"/>
                      </a:xfrm>
                    </p:grpSpPr>
                    <p:sp>
                      <p:nvSpPr>
                        <p:cNvPr id="159022" name="任意多边形 15902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023" name="组合 159022"/>
                        <p:cNvGrpSpPr/>
                        <p:nvPr/>
                      </p:nvGrpSpPr>
                      <p:grpSpPr>
                        <a:xfrm>
                          <a:off x="1056" y="816"/>
                          <a:ext cx="2016" cy="630"/>
                          <a:chOff x="1824" y="1968"/>
                          <a:chExt cx="685" cy="918"/>
                        </a:xfrm>
                      </p:grpSpPr>
                      <p:grpSp>
                        <p:nvGrpSpPr>
                          <p:cNvPr id="159024" name="组合 159023"/>
                          <p:cNvGrpSpPr/>
                          <p:nvPr/>
                        </p:nvGrpSpPr>
                        <p:grpSpPr>
                          <a:xfrm>
                            <a:off x="1824" y="1968"/>
                            <a:ext cx="343" cy="918"/>
                            <a:chOff x="2880" y="2112"/>
                            <a:chExt cx="2304" cy="2016"/>
                          </a:xfrm>
                        </p:grpSpPr>
                        <p:sp>
                          <p:nvSpPr>
                            <p:cNvPr id="159025" name="任意多边形 15902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26" name="任意多边形 15902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027" name="组合 159026"/>
                          <p:cNvGrpSpPr/>
                          <p:nvPr/>
                        </p:nvGrpSpPr>
                        <p:grpSpPr>
                          <a:xfrm>
                            <a:off x="2167" y="1968"/>
                            <a:ext cx="342" cy="918"/>
                            <a:chOff x="2880" y="2112"/>
                            <a:chExt cx="2304" cy="2016"/>
                          </a:xfrm>
                        </p:grpSpPr>
                        <p:sp>
                          <p:nvSpPr>
                            <p:cNvPr id="159028" name="任意多边形 15902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29" name="任意多边形 15902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030" name="直接连接符 15902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031" name="组合 159030"/>
                  <p:cNvGrpSpPr/>
                  <p:nvPr/>
                </p:nvGrpSpPr>
                <p:grpSpPr>
                  <a:xfrm>
                    <a:off x="912" y="3072"/>
                    <a:ext cx="1104" cy="144"/>
                    <a:chOff x="1872" y="2880"/>
                    <a:chExt cx="1104" cy="144"/>
                  </a:xfrm>
                </p:grpSpPr>
                <p:grpSp>
                  <p:nvGrpSpPr>
                    <p:cNvPr id="159032" name="组合 159031"/>
                    <p:cNvGrpSpPr/>
                    <p:nvPr/>
                  </p:nvGrpSpPr>
                  <p:grpSpPr>
                    <a:xfrm>
                      <a:off x="2016" y="2880"/>
                      <a:ext cx="960" cy="144"/>
                      <a:chOff x="336" y="2832"/>
                      <a:chExt cx="4992" cy="630"/>
                    </a:xfrm>
                  </p:grpSpPr>
                  <p:grpSp>
                    <p:nvGrpSpPr>
                      <p:cNvPr id="159033" name="组合 159032"/>
                      <p:cNvGrpSpPr/>
                      <p:nvPr/>
                    </p:nvGrpSpPr>
                    <p:grpSpPr>
                      <a:xfrm>
                        <a:off x="336" y="2832"/>
                        <a:ext cx="2496" cy="630"/>
                        <a:chOff x="1056" y="816"/>
                        <a:chExt cx="2496" cy="630"/>
                      </a:xfrm>
                    </p:grpSpPr>
                    <p:sp>
                      <p:nvSpPr>
                        <p:cNvPr id="159034" name="任意多边形 15903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035" name="组合 159034"/>
                        <p:cNvGrpSpPr/>
                        <p:nvPr/>
                      </p:nvGrpSpPr>
                      <p:grpSpPr>
                        <a:xfrm>
                          <a:off x="1056" y="816"/>
                          <a:ext cx="2016" cy="630"/>
                          <a:chOff x="1824" y="1968"/>
                          <a:chExt cx="685" cy="918"/>
                        </a:xfrm>
                      </p:grpSpPr>
                      <p:grpSp>
                        <p:nvGrpSpPr>
                          <p:cNvPr id="159036" name="组合 159035"/>
                          <p:cNvGrpSpPr/>
                          <p:nvPr/>
                        </p:nvGrpSpPr>
                        <p:grpSpPr>
                          <a:xfrm>
                            <a:off x="1824" y="1968"/>
                            <a:ext cx="343" cy="918"/>
                            <a:chOff x="2880" y="2112"/>
                            <a:chExt cx="2304" cy="2016"/>
                          </a:xfrm>
                        </p:grpSpPr>
                        <p:sp>
                          <p:nvSpPr>
                            <p:cNvPr id="159037" name="任意多边形 15903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38" name="任意多边形 15903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039" name="组合 159038"/>
                          <p:cNvGrpSpPr/>
                          <p:nvPr/>
                        </p:nvGrpSpPr>
                        <p:grpSpPr>
                          <a:xfrm>
                            <a:off x="2167" y="1968"/>
                            <a:ext cx="342" cy="918"/>
                            <a:chOff x="2880" y="2112"/>
                            <a:chExt cx="2304" cy="2016"/>
                          </a:xfrm>
                        </p:grpSpPr>
                        <p:sp>
                          <p:nvSpPr>
                            <p:cNvPr id="159040" name="任意多边形 15903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41" name="任意多边形 15904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042" name="组合 159041"/>
                      <p:cNvGrpSpPr/>
                      <p:nvPr/>
                    </p:nvGrpSpPr>
                    <p:grpSpPr>
                      <a:xfrm flipV="1">
                        <a:off x="2832" y="2832"/>
                        <a:ext cx="2496" cy="630"/>
                        <a:chOff x="1056" y="816"/>
                        <a:chExt cx="2496" cy="630"/>
                      </a:xfrm>
                    </p:grpSpPr>
                    <p:sp>
                      <p:nvSpPr>
                        <p:cNvPr id="159043" name="任意多边形 15904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044" name="组合 159043"/>
                        <p:cNvGrpSpPr/>
                        <p:nvPr/>
                      </p:nvGrpSpPr>
                      <p:grpSpPr>
                        <a:xfrm>
                          <a:off x="1056" y="816"/>
                          <a:ext cx="2016" cy="630"/>
                          <a:chOff x="1824" y="1968"/>
                          <a:chExt cx="685" cy="918"/>
                        </a:xfrm>
                      </p:grpSpPr>
                      <p:grpSp>
                        <p:nvGrpSpPr>
                          <p:cNvPr id="159045" name="组合 159044"/>
                          <p:cNvGrpSpPr/>
                          <p:nvPr/>
                        </p:nvGrpSpPr>
                        <p:grpSpPr>
                          <a:xfrm>
                            <a:off x="1824" y="1968"/>
                            <a:ext cx="343" cy="918"/>
                            <a:chOff x="2880" y="2112"/>
                            <a:chExt cx="2304" cy="2016"/>
                          </a:xfrm>
                        </p:grpSpPr>
                        <p:sp>
                          <p:nvSpPr>
                            <p:cNvPr id="159046" name="任意多边形 15904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47" name="任意多边形 15904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048" name="组合 159047"/>
                          <p:cNvGrpSpPr/>
                          <p:nvPr/>
                        </p:nvGrpSpPr>
                        <p:grpSpPr>
                          <a:xfrm>
                            <a:off x="2167" y="1968"/>
                            <a:ext cx="342" cy="918"/>
                            <a:chOff x="2880" y="2112"/>
                            <a:chExt cx="2304" cy="2016"/>
                          </a:xfrm>
                        </p:grpSpPr>
                        <p:sp>
                          <p:nvSpPr>
                            <p:cNvPr id="159049" name="任意多边形 15904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50" name="任意多边形 15904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051" name="直接连接符 15905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59052" name="组合 159051"/>
            <p:cNvGrpSpPr/>
            <p:nvPr/>
          </p:nvGrpSpPr>
          <p:grpSpPr>
            <a:xfrm>
              <a:off x="720" y="3024"/>
              <a:ext cx="1092" cy="435"/>
              <a:chOff x="3888" y="2784"/>
              <a:chExt cx="1104" cy="1152"/>
            </a:xfrm>
          </p:grpSpPr>
          <p:grpSp>
            <p:nvGrpSpPr>
              <p:cNvPr id="159053" name="组合 159052"/>
              <p:cNvGrpSpPr/>
              <p:nvPr/>
            </p:nvGrpSpPr>
            <p:grpSpPr>
              <a:xfrm>
                <a:off x="3888" y="2784"/>
                <a:ext cx="1104" cy="576"/>
                <a:chOff x="2352" y="3024"/>
                <a:chExt cx="1104" cy="576"/>
              </a:xfrm>
            </p:grpSpPr>
            <p:grpSp>
              <p:nvGrpSpPr>
                <p:cNvPr id="159054" name="组合 159053"/>
                <p:cNvGrpSpPr/>
                <p:nvPr/>
              </p:nvGrpSpPr>
              <p:grpSpPr>
                <a:xfrm flipH="1">
                  <a:off x="2352" y="3312"/>
                  <a:ext cx="1104" cy="288"/>
                  <a:chOff x="912" y="2928"/>
                  <a:chExt cx="1104" cy="288"/>
                </a:xfrm>
              </p:grpSpPr>
              <p:grpSp>
                <p:nvGrpSpPr>
                  <p:cNvPr id="159055" name="组合 159054"/>
                  <p:cNvGrpSpPr/>
                  <p:nvPr/>
                </p:nvGrpSpPr>
                <p:grpSpPr>
                  <a:xfrm>
                    <a:off x="912" y="2928"/>
                    <a:ext cx="1104" cy="144"/>
                    <a:chOff x="1872" y="2880"/>
                    <a:chExt cx="1104" cy="144"/>
                  </a:xfrm>
                </p:grpSpPr>
                <p:grpSp>
                  <p:nvGrpSpPr>
                    <p:cNvPr id="159056" name="组合 159055"/>
                    <p:cNvGrpSpPr/>
                    <p:nvPr/>
                  </p:nvGrpSpPr>
                  <p:grpSpPr>
                    <a:xfrm>
                      <a:off x="2016" y="2880"/>
                      <a:ext cx="960" cy="144"/>
                      <a:chOff x="336" y="2832"/>
                      <a:chExt cx="4992" cy="630"/>
                    </a:xfrm>
                  </p:grpSpPr>
                  <p:grpSp>
                    <p:nvGrpSpPr>
                      <p:cNvPr id="159057" name="组合 159056"/>
                      <p:cNvGrpSpPr/>
                      <p:nvPr/>
                    </p:nvGrpSpPr>
                    <p:grpSpPr>
                      <a:xfrm>
                        <a:off x="336" y="2832"/>
                        <a:ext cx="2496" cy="630"/>
                        <a:chOff x="1056" y="816"/>
                        <a:chExt cx="2496" cy="630"/>
                      </a:xfrm>
                    </p:grpSpPr>
                    <p:sp>
                      <p:nvSpPr>
                        <p:cNvPr id="159058" name="任意多边形 15905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059" name="组合 159058"/>
                        <p:cNvGrpSpPr/>
                        <p:nvPr/>
                      </p:nvGrpSpPr>
                      <p:grpSpPr>
                        <a:xfrm>
                          <a:off x="1056" y="816"/>
                          <a:ext cx="2016" cy="630"/>
                          <a:chOff x="1824" y="1968"/>
                          <a:chExt cx="685" cy="918"/>
                        </a:xfrm>
                      </p:grpSpPr>
                      <p:grpSp>
                        <p:nvGrpSpPr>
                          <p:cNvPr id="159060" name="组合 159059"/>
                          <p:cNvGrpSpPr/>
                          <p:nvPr/>
                        </p:nvGrpSpPr>
                        <p:grpSpPr>
                          <a:xfrm>
                            <a:off x="1824" y="1968"/>
                            <a:ext cx="343" cy="918"/>
                            <a:chOff x="2880" y="2112"/>
                            <a:chExt cx="2304" cy="2016"/>
                          </a:xfrm>
                        </p:grpSpPr>
                        <p:sp>
                          <p:nvSpPr>
                            <p:cNvPr id="159061" name="任意多边形 15906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62" name="任意多边形 15906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063" name="组合 159062"/>
                          <p:cNvGrpSpPr/>
                          <p:nvPr/>
                        </p:nvGrpSpPr>
                        <p:grpSpPr>
                          <a:xfrm>
                            <a:off x="2167" y="1968"/>
                            <a:ext cx="342" cy="918"/>
                            <a:chOff x="2880" y="2112"/>
                            <a:chExt cx="2304" cy="2016"/>
                          </a:xfrm>
                        </p:grpSpPr>
                        <p:sp>
                          <p:nvSpPr>
                            <p:cNvPr id="159064" name="任意多边形 15906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65" name="任意多边形 15906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066" name="组合 159065"/>
                      <p:cNvGrpSpPr/>
                      <p:nvPr/>
                    </p:nvGrpSpPr>
                    <p:grpSpPr>
                      <a:xfrm flipV="1">
                        <a:off x="2832" y="2832"/>
                        <a:ext cx="2496" cy="630"/>
                        <a:chOff x="1056" y="816"/>
                        <a:chExt cx="2496" cy="630"/>
                      </a:xfrm>
                    </p:grpSpPr>
                    <p:sp>
                      <p:nvSpPr>
                        <p:cNvPr id="159067" name="任意多边形 15906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068" name="组合 159067"/>
                        <p:cNvGrpSpPr/>
                        <p:nvPr/>
                      </p:nvGrpSpPr>
                      <p:grpSpPr>
                        <a:xfrm>
                          <a:off x="1056" y="816"/>
                          <a:ext cx="2016" cy="630"/>
                          <a:chOff x="1824" y="1968"/>
                          <a:chExt cx="685" cy="918"/>
                        </a:xfrm>
                      </p:grpSpPr>
                      <p:grpSp>
                        <p:nvGrpSpPr>
                          <p:cNvPr id="159069" name="组合 159068"/>
                          <p:cNvGrpSpPr/>
                          <p:nvPr/>
                        </p:nvGrpSpPr>
                        <p:grpSpPr>
                          <a:xfrm>
                            <a:off x="1824" y="1968"/>
                            <a:ext cx="343" cy="918"/>
                            <a:chOff x="2880" y="2112"/>
                            <a:chExt cx="2304" cy="2016"/>
                          </a:xfrm>
                        </p:grpSpPr>
                        <p:sp>
                          <p:nvSpPr>
                            <p:cNvPr id="159070" name="任意多边形 15906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71" name="任意多边形 15907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072" name="组合 159071"/>
                          <p:cNvGrpSpPr/>
                          <p:nvPr/>
                        </p:nvGrpSpPr>
                        <p:grpSpPr>
                          <a:xfrm>
                            <a:off x="2167" y="1968"/>
                            <a:ext cx="342" cy="918"/>
                            <a:chOff x="2880" y="2112"/>
                            <a:chExt cx="2304" cy="2016"/>
                          </a:xfrm>
                        </p:grpSpPr>
                        <p:sp>
                          <p:nvSpPr>
                            <p:cNvPr id="159073" name="任意多边形 15907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74" name="任意多边形 15907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075" name="直接连接符 15907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076" name="组合 159075"/>
                  <p:cNvGrpSpPr/>
                  <p:nvPr/>
                </p:nvGrpSpPr>
                <p:grpSpPr>
                  <a:xfrm>
                    <a:off x="912" y="3072"/>
                    <a:ext cx="1104" cy="144"/>
                    <a:chOff x="1872" y="2880"/>
                    <a:chExt cx="1104" cy="144"/>
                  </a:xfrm>
                </p:grpSpPr>
                <p:grpSp>
                  <p:nvGrpSpPr>
                    <p:cNvPr id="159077" name="组合 159076"/>
                    <p:cNvGrpSpPr/>
                    <p:nvPr/>
                  </p:nvGrpSpPr>
                  <p:grpSpPr>
                    <a:xfrm>
                      <a:off x="2016" y="2880"/>
                      <a:ext cx="960" cy="144"/>
                      <a:chOff x="336" y="2832"/>
                      <a:chExt cx="4992" cy="630"/>
                    </a:xfrm>
                  </p:grpSpPr>
                  <p:grpSp>
                    <p:nvGrpSpPr>
                      <p:cNvPr id="159078" name="组合 159077"/>
                      <p:cNvGrpSpPr/>
                      <p:nvPr/>
                    </p:nvGrpSpPr>
                    <p:grpSpPr>
                      <a:xfrm>
                        <a:off x="336" y="2832"/>
                        <a:ext cx="2496" cy="630"/>
                        <a:chOff x="1056" y="816"/>
                        <a:chExt cx="2496" cy="630"/>
                      </a:xfrm>
                    </p:grpSpPr>
                    <p:sp>
                      <p:nvSpPr>
                        <p:cNvPr id="159079" name="任意多边形 15907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080" name="组合 159079"/>
                        <p:cNvGrpSpPr/>
                        <p:nvPr/>
                      </p:nvGrpSpPr>
                      <p:grpSpPr>
                        <a:xfrm>
                          <a:off x="1056" y="816"/>
                          <a:ext cx="2016" cy="630"/>
                          <a:chOff x="1824" y="1968"/>
                          <a:chExt cx="685" cy="918"/>
                        </a:xfrm>
                      </p:grpSpPr>
                      <p:grpSp>
                        <p:nvGrpSpPr>
                          <p:cNvPr id="159081" name="组合 159080"/>
                          <p:cNvGrpSpPr/>
                          <p:nvPr/>
                        </p:nvGrpSpPr>
                        <p:grpSpPr>
                          <a:xfrm>
                            <a:off x="1824" y="1968"/>
                            <a:ext cx="343" cy="918"/>
                            <a:chOff x="2880" y="2112"/>
                            <a:chExt cx="2304" cy="2016"/>
                          </a:xfrm>
                        </p:grpSpPr>
                        <p:sp>
                          <p:nvSpPr>
                            <p:cNvPr id="159082" name="任意多边形 15908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83" name="任意多边形 15908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084" name="组合 159083"/>
                          <p:cNvGrpSpPr/>
                          <p:nvPr/>
                        </p:nvGrpSpPr>
                        <p:grpSpPr>
                          <a:xfrm>
                            <a:off x="2167" y="1968"/>
                            <a:ext cx="342" cy="918"/>
                            <a:chOff x="2880" y="2112"/>
                            <a:chExt cx="2304" cy="2016"/>
                          </a:xfrm>
                        </p:grpSpPr>
                        <p:sp>
                          <p:nvSpPr>
                            <p:cNvPr id="159085" name="任意多边形 15908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86" name="任意多边形 15908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087" name="组合 159086"/>
                      <p:cNvGrpSpPr/>
                      <p:nvPr/>
                    </p:nvGrpSpPr>
                    <p:grpSpPr>
                      <a:xfrm flipV="1">
                        <a:off x="2832" y="2832"/>
                        <a:ext cx="2496" cy="630"/>
                        <a:chOff x="1056" y="816"/>
                        <a:chExt cx="2496" cy="630"/>
                      </a:xfrm>
                    </p:grpSpPr>
                    <p:sp>
                      <p:nvSpPr>
                        <p:cNvPr id="159088" name="任意多边形 15908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089" name="组合 159088"/>
                        <p:cNvGrpSpPr/>
                        <p:nvPr/>
                      </p:nvGrpSpPr>
                      <p:grpSpPr>
                        <a:xfrm>
                          <a:off x="1056" y="816"/>
                          <a:ext cx="2016" cy="630"/>
                          <a:chOff x="1824" y="1968"/>
                          <a:chExt cx="685" cy="918"/>
                        </a:xfrm>
                      </p:grpSpPr>
                      <p:grpSp>
                        <p:nvGrpSpPr>
                          <p:cNvPr id="159090" name="组合 159089"/>
                          <p:cNvGrpSpPr/>
                          <p:nvPr/>
                        </p:nvGrpSpPr>
                        <p:grpSpPr>
                          <a:xfrm>
                            <a:off x="1824" y="1968"/>
                            <a:ext cx="343" cy="918"/>
                            <a:chOff x="2880" y="2112"/>
                            <a:chExt cx="2304" cy="2016"/>
                          </a:xfrm>
                        </p:grpSpPr>
                        <p:sp>
                          <p:nvSpPr>
                            <p:cNvPr id="159091" name="任意多边形 15909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92" name="任意多边形 15909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093" name="组合 159092"/>
                          <p:cNvGrpSpPr/>
                          <p:nvPr/>
                        </p:nvGrpSpPr>
                        <p:grpSpPr>
                          <a:xfrm>
                            <a:off x="2167" y="1968"/>
                            <a:ext cx="342" cy="918"/>
                            <a:chOff x="2880" y="2112"/>
                            <a:chExt cx="2304" cy="2016"/>
                          </a:xfrm>
                        </p:grpSpPr>
                        <p:sp>
                          <p:nvSpPr>
                            <p:cNvPr id="159094" name="任意多边形 15909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095" name="任意多边形 15909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096" name="直接连接符 15909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9097" name="组合 159096"/>
                <p:cNvGrpSpPr/>
                <p:nvPr/>
              </p:nvGrpSpPr>
              <p:grpSpPr>
                <a:xfrm flipH="1">
                  <a:off x="2352" y="3024"/>
                  <a:ext cx="1104" cy="288"/>
                  <a:chOff x="912" y="2928"/>
                  <a:chExt cx="1104" cy="288"/>
                </a:xfrm>
              </p:grpSpPr>
              <p:grpSp>
                <p:nvGrpSpPr>
                  <p:cNvPr id="159098" name="组合 159097"/>
                  <p:cNvGrpSpPr/>
                  <p:nvPr/>
                </p:nvGrpSpPr>
                <p:grpSpPr>
                  <a:xfrm>
                    <a:off x="912" y="2928"/>
                    <a:ext cx="1104" cy="144"/>
                    <a:chOff x="1872" y="2880"/>
                    <a:chExt cx="1104" cy="144"/>
                  </a:xfrm>
                </p:grpSpPr>
                <p:grpSp>
                  <p:nvGrpSpPr>
                    <p:cNvPr id="159099" name="组合 159098"/>
                    <p:cNvGrpSpPr/>
                    <p:nvPr/>
                  </p:nvGrpSpPr>
                  <p:grpSpPr>
                    <a:xfrm>
                      <a:off x="2016" y="2880"/>
                      <a:ext cx="960" cy="144"/>
                      <a:chOff x="336" y="2832"/>
                      <a:chExt cx="4992" cy="630"/>
                    </a:xfrm>
                  </p:grpSpPr>
                  <p:grpSp>
                    <p:nvGrpSpPr>
                      <p:cNvPr id="159100" name="组合 159099"/>
                      <p:cNvGrpSpPr/>
                      <p:nvPr/>
                    </p:nvGrpSpPr>
                    <p:grpSpPr>
                      <a:xfrm>
                        <a:off x="336" y="2832"/>
                        <a:ext cx="2496" cy="630"/>
                        <a:chOff x="1056" y="816"/>
                        <a:chExt cx="2496" cy="630"/>
                      </a:xfrm>
                    </p:grpSpPr>
                    <p:sp>
                      <p:nvSpPr>
                        <p:cNvPr id="159101" name="任意多边形 15910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102" name="组合 159101"/>
                        <p:cNvGrpSpPr/>
                        <p:nvPr/>
                      </p:nvGrpSpPr>
                      <p:grpSpPr>
                        <a:xfrm>
                          <a:off x="1056" y="816"/>
                          <a:ext cx="2016" cy="630"/>
                          <a:chOff x="1824" y="1968"/>
                          <a:chExt cx="685" cy="918"/>
                        </a:xfrm>
                      </p:grpSpPr>
                      <p:grpSp>
                        <p:nvGrpSpPr>
                          <p:cNvPr id="159103" name="组合 159102"/>
                          <p:cNvGrpSpPr/>
                          <p:nvPr/>
                        </p:nvGrpSpPr>
                        <p:grpSpPr>
                          <a:xfrm>
                            <a:off x="1824" y="1968"/>
                            <a:ext cx="343" cy="918"/>
                            <a:chOff x="2880" y="2112"/>
                            <a:chExt cx="2304" cy="2016"/>
                          </a:xfrm>
                        </p:grpSpPr>
                        <p:sp>
                          <p:nvSpPr>
                            <p:cNvPr id="159104" name="任意多边形 15910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05" name="任意多边形 15910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106" name="组合 159105"/>
                          <p:cNvGrpSpPr/>
                          <p:nvPr/>
                        </p:nvGrpSpPr>
                        <p:grpSpPr>
                          <a:xfrm>
                            <a:off x="2167" y="1968"/>
                            <a:ext cx="342" cy="918"/>
                            <a:chOff x="2880" y="2112"/>
                            <a:chExt cx="2304" cy="2016"/>
                          </a:xfrm>
                        </p:grpSpPr>
                        <p:sp>
                          <p:nvSpPr>
                            <p:cNvPr id="159107" name="任意多边形 15910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08" name="任意多边形 15910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109" name="组合 159108"/>
                      <p:cNvGrpSpPr/>
                      <p:nvPr/>
                    </p:nvGrpSpPr>
                    <p:grpSpPr>
                      <a:xfrm flipV="1">
                        <a:off x="2832" y="2832"/>
                        <a:ext cx="2496" cy="630"/>
                        <a:chOff x="1056" y="816"/>
                        <a:chExt cx="2496" cy="630"/>
                      </a:xfrm>
                    </p:grpSpPr>
                    <p:sp>
                      <p:nvSpPr>
                        <p:cNvPr id="159110" name="任意多边形 15910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111" name="组合 159110"/>
                        <p:cNvGrpSpPr/>
                        <p:nvPr/>
                      </p:nvGrpSpPr>
                      <p:grpSpPr>
                        <a:xfrm>
                          <a:off x="1056" y="816"/>
                          <a:ext cx="2016" cy="630"/>
                          <a:chOff x="1824" y="1968"/>
                          <a:chExt cx="685" cy="918"/>
                        </a:xfrm>
                      </p:grpSpPr>
                      <p:grpSp>
                        <p:nvGrpSpPr>
                          <p:cNvPr id="159112" name="组合 159111"/>
                          <p:cNvGrpSpPr/>
                          <p:nvPr/>
                        </p:nvGrpSpPr>
                        <p:grpSpPr>
                          <a:xfrm>
                            <a:off x="1824" y="1968"/>
                            <a:ext cx="343" cy="918"/>
                            <a:chOff x="2880" y="2112"/>
                            <a:chExt cx="2304" cy="2016"/>
                          </a:xfrm>
                        </p:grpSpPr>
                        <p:sp>
                          <p:nvSpPr>
                            <p:cNvPr id="159113" name="任意多边形 15911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14" name="任意多边形 15911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115" name="组合 159114"/>
                          <p:cNvGrpSpPr/>
                          <p:nvPr/>
                        </p:nvGrpSpPr>
                        <p:grpSpPr>
                          <a:xfrm>
                            <a:off x="2167" y="1968"/>
                            <a:ext cx="342" cy="918"/>
                            <a:chOff x="2880" y="2112"/>
                            <a:chExt cx="2304" cy="2016"/>
                          </a:xfrm>
                        </p:grpSpPr>
                        <p:sp>
                          <p:nvSpPr>
                            <p:cNvPr id="159116" name="任意多边形 15911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17" name="任意多边形 15911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118" name="直接连接符 15911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119" name="组合 159118"/>
                  <p:cNvGrpSpPr/>
                  <p:nvPr/>
                </p:nvGrpSpPr>
                <p:grpSpPr>
                  <a:xfrm>
                    <a:off x="912" y="3072"/>
                    <a:ext cx="1104" cy="144"/>
                    <a:chOff x="1872" y="2880"/>
                    <a:chExt cx="1104" cy="144"/>
                  </a:xfrm>
                </p:grpSpPr>
                <p:grpSp>
                  <p:nvGrpSpPr>
                    <p:cNvPr id="159120" name="组合 159119"/>
                    <p:cNvGrpSpPr/>
                    <p:nvPr/>
                  </p:nvGrpSpPr>
                  <p:grpSpPr>
                    <a:xfrm>
                      <a:off x="2016" y="2880"/>
                      <a:ext cx="960" cy="144"/>
                      <a:chOff x="336" y="2832"/>
                      <a:chExt cx="4992" cy="630"/>
                    </a:xfrm>
                  </p:grpSpPr>
                  <p:grpSp>
                    <p:nvGrpSpPr>
                      <p:cNvPr id="159121" name="组合 159120"/>
                      <p:cNvGrpSpPr/>
                      <p:nvPr/>
                    </p:nvGrpSpPr>
                    <p:grpSpPr>
                      <a:xfrm>
                        <a:off x="336" y="2832"/>
                        <a:ext cx="2496" cy="630"/>
                        <a:chOff x="1056" y="816"/>
                        <a:chExt cx="2496" cy="630"/>
                      </a:xfrm>
                    </p:grpSpPr>
                    <p:sp>
                      <p:nvSpPr>
                        <p:cNvPr id="159122" name="任意多边形 15912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123" name="组合 159122"/>
                        <p:cNvGrpSpPr/>
                        <p:nvPr/>
                      </p:nvGrpSpPr>
                      <p:grpSpPr>
                        <a:xfrm>
                          <a:off x="1056" y="816"/>
                          <a:ext cx="2016" cy="630"/>
                          <a:chOff x="1824" y="1968"/>
                          <a:chExt cx="685" cy="918"/>
                        </a:xfrm>
                      </p:grpSpPr>
                      <p:grpSp>
                        <p:nvGrpSpPr>
                          <p:cNvPr id="159124" name="组合 159123"/>
                          <p:cNvGrpSpPr/>
                          <p:nvPr/>
                        </p:nvGrpSpPr>
                        <p:grpSpPr>
                          <a:xfrm>
                            <a:off x="1824" y="1968"/>
                            <a:ext cx="343" cy="918"/>
                            <a:chOff x="2880" y="2112"/>
                            <a:chExt cx="2304" cy="2016"/>
                          </a:xfrm>
                        </p:grpSpPr>
                        <p:sp>
                          <p:nvSpPr>
                            <p:cNvPr id="159125" name="任意多边形 15912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26" name="任意多边形 15912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127" name="组合 159126"/>
                          <p:cNvGrpSpPr/>
                          <p:nvPr/>
                        </p:nvGrpSpPr>
                        <p:grpSpPr>
                          <a:xfrm>
                            <a:off x="2167" y="1968"/>
                            <a:ext cx="342" cy="918"/>
                            <a:chOff x="2880" y="2112"/>
                            <a:chExt cx="2304" cy="2016"/>
                          </a:xfrm>
                        </p:grpSpPr>
                        <p:sp>
                          <p:nvSpPr>
                            <p:cNvPr id="159128" name="任意多边形 15912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29" name="任意多边形 15912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130" name="组合 159129"/>
                      <p:cNvGrpSpPr/>
                      <p:nvPr/>
                    </p:nvGrpSpPr>
                    <p:grpSpPr>
                      <a:xfrm flipV="1">
                        <a:off x="2832" y="2832"/>
                        <a:ext cx="2496" cy="630"/>
                        <a:chOff x="1056" y="816"/>
                        <a:chExt cx="2496" cy="630"/>
                      </a:xfrm>
                    </p:grpSpPr>
                    <p:sp>
                      <p:nvSpPr>
                        <p:cNvPr id="159131" name="任意多边形 15913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132" name="组合 159131"/>
                        <p:cNvGrpSpPr/>
                        <p:nvPr/>
                      </p:nvGrpSpPr>
                      <p:grpSpPr>
                        <a:xfrm>
                          <a:off x="1056" y="816"/>
                          <a:ext cx="2016" cy="630"/>
                          <a:chOff x="1824" y="1968"/>
                          <a:chExt cx="685" cy="918"/>
                        </a:xfrm>
                      </p:grpSpPr>
                      <p:grpSp>
                        <p:nvGrpSpPr>
                          <p:cNvPr id="159133" name="组合 159132"/>
                          <p:cNvGrpSpPr/>
                          <p:nvPr/>
                        </p:nvGrpSpPr>
                        <p:grpSpPr>
                          <a:xfrm>
                            <a:off x="1824" y="1968"/>
                            <a:ext cx="343" cy="918"/>
                            <a:chOff x="2880" y="2112"/>
                            <a:chExt cx="2304" cy="2016"/>
                          </a:xfrm>
                        </p:grpSpPr>
                        <p:sp>
                          <p:nvSpPr>
                            <p:cNvPr id="159134" name="任意多边形 15913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35" name="任意多边形 15913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136" name="组合 159135"/>
                          <p:cNvGrpSpPr/>
                          <p:nvPr/>
                        </p:nvGrpSpPr>
                        <p:grpSpPr>
                          <a:xfrm>
                            <a:off x="2167" y="1968"/>
                            <a:ext cx="342" cy="918"/>
                            <a:chOff x="2880" y="2112"/>
                            <a:chExt cx="2304" cy="2016"/>
                          </a:xfrm>
                        </p:grpSpPr>
                        <p:sp>
                          <p:nvSpPr>
                            <p:cNvPr id="159137" name="任意多边形 15913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38" name="任意多边形 15913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139" name="直接连接符 15913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9140" name="组合 159139"/>
              <p:cNvGrpSpPr/>
              <p:nvPr/>
            </p:nvGrpSpPr>
            <p:grpSpPr>
              <a:xfrm>
                <a:off x="3888" y="3360"/>
                <a:ext cx="1104" cy="576"/>
                <a:chOff x="2352" y="3024"/>
                <a:chExt cx="1104" cy="576"/>
              </a:xfrm>
            </p:grpSpPr>
            <p:grpSp>
              <p:nvGrpSpPr>
                <p:cNvPr id="159141" name="组合 159140"/>
                <p:cNvGrpSpPr/>
                <p:nvPr/>
              </p:nvGrpSpPr>
              <p:grpSpPr>
                <a:xfrm flipH="1">
                  <a:off x="2352" y="3312"/>
                  <a:ext cx="1104" cy="288"/>
                  <a:chOff x="912" y="2928"/>
                  <a:chExt cx="1104" cy="288"/>
                </a:xfrm>
              </p:grpSpPr>
              <p:grpSp>
                <p:nvGrpSpPr>
                  <p:cNvPr id="159142" name="组合 159141"/>
                  <p:cNvGrpSpPr/>
                  <p:nvPr/>
                </p:nvGrpSpPr>
                <p:grpSpPr>
                  <a:xfrm>
                    <a:off x="912" y="2928"/>
                    <a:ext cx="1104" cy="144"/>
                    <a:chOff x="1872" y="2880"/>
                    <a:chExt cx="1104" cy="144"/>
                  </a:xfrm>
                </p:grpSpPr>
                <p:grpSp>
                  <p:nvGrpSpPr>
                    <p:cNvPr id="159143" name="组合 159142"/>
                    <p:cNvGrpSpPr/>
                    <p:nvPr/>
                  </p:nvGrpSpPr>
                  <p:grpSpPr>
                    <a:xfrm>
                      <a:off x="2016" y="2880"/>
                      <a:ext cx="960" cy="144"/>
                      <a:chOff x="336" y="2832"/>
                      <a:chExt cx="4992" cy="630"/>
                    </a:xfrm>
                  </p:grpSpPr>
                  <p:grpSp>
                    <p:nvGrpSpPr>
                      <p:cNvPr id="159144" name="组合 159143"/>
                      <p:cNvGrpSpPr/>
                      <p:nvPr/>
                    </p:nvGrpSpPr>
                    <p:grpSpPr>
                      <a:xfrm>
                        <a:off x="336" y="2832"/>
                        <a:ext cx="2496" cy="630"/>
                        <a:chOff x="1056" y="816"/>
                        <a:chExt cx="2496" cy="630"/>
                      </a:xfrm>
                    </p:grpSpPr>
                    <p:sp>
                      <p:nvSpPr>
                        <p:cNvPr id="159145" name="任意多边形 15914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146" name="组合 159145"/>
                        <p:cNvGrpSpPr/>
                        <p:nvPr/>
                      </p:nvGrpSpPr>
                      <p:grpSpPr>
                        <a:xfrm>
                          <a:off x="1056" y="816"/>
                          <a:ext cx="2016" cy="630"/>
                          <a:chOff x="1824" y="1968"/>
                          <a:chExt cx="685" cy="918"/>
                        </a:xfrm>
                      </p:grpSpPr>
                      <p:grpSp>
                        <p:nvGrpSpPr>
                          <p:cNvPr id="159147" name="组合 159146"/>
                          <p:cNvGrpSpPr/>
                          <p:nvPr/>
                        </p:nvGrpSpPr>
                        <p:grpSpPr>
                          <a:xfrm>
                            <a:off x="1824" y="1968"/>
                            <a:ext cx="343" cy="918"/>
                            <a:chOff x="2880" y="2112"/>
                            <a:chExt cx="2304" cy="2016"/>
                          </a:xfrm>
                        </p:grpSpPr>
                        <p:sp>
                          <p:nvSpPr>
                            <p:cNvPr id="159148" name="任意多边形 15914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49" name="任意多边形 15914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150" name="组合 159149"/>
                          <p:cNvGrpSpPr/>
                          <p:nvPr/>
                        </p:nvGrpSpPr>
                        <p:grpSpPr>
                          <a:xfrm>
                            <a:off x="2167" y="1968"/>
                            <a:ext cx="342" cy="918"/>
                            <a:chOff x="2880" y="2112"/>
                            <a:chExt cx="2304" cy="2016"/>
                          </a:xfrm>
                        </p:grpSpPr>
                        <p:sp>
                          <p:nvSpPr>
                            <p:cNvPr id="159151" name="任意多边形 15915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52" name="任意多边形 15915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153" name="组合 159152"/>
                      <p:cNvGrpSpPr/>
                      <p:nvPr/>
                    </p:nvGrpSpPr>
                    <p:grpSpPr>
                      <a:xfrm flipV="1">
                        <a:off x="2832" y="2832"/>
                        <a:ext cx="2496" cy="630"/>
                        <a:chOff x="1056" y="816"/>
                        <a:chExt cx="2496" cy="630"/>
                      </a:xfrm>
                    </p:grpSpPr>
                    <p:sp>
                      <p:nvSpPr>
                        <p:cNvPr id="159154" name="任意多边形 15915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155" name="组合 159154"/>
                        <p:cNvGrpSpPr/>
                        <p:nvPr/>
                      </p:nvGrpSpPr>
                      <p:grpSpPr>
                        <a:xfrm>
                          <a:off x="1056" y="816"/>
                          <a:ext cx="2016" cy="630"/>
                          <a:chOff x="1824" y="1968"/>
                          <a:chExt cx="685" cy="918"/>
                        </a:xfrm>
                      </p:grpSpPr>
                      <p:grpSp>
                        <p:nvGrpSpPr>
                          <p:cNvPr id="159156" name="组合 159155"/>
                          <p:cNvGrpSpPr/>
                          <p:nvPr/>
                        </p:nvGrpSpPr>
                        <p:grpSpPr>
                          <a:xfrm>
                            <a:off x="1824" y="1968"/>
                            <a:ext cx="343" cy="918"/>
                            <a:chOff x="2880" y="2112"/>
                            <a:chExt cx="2304" cy="2016"/>
                          </a:xfrm>
                        </p:grpSpPr>
                        <p:sp>
                          <p:nvSpPr>
                            <p:cNvPr id="159157" name="任意多边形 15915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58" name="任意多边形 15915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159" name="组合 159158"/>
                          <p:cNvGrpSpPr/>
                          <p:nvPr/>
                        </p:nvGrpSpPr>
                        <p:grpSpPr>
                          <a:xfrm>
                            <a:off x="2167" y="1968"/>
                            <a:ext cx="342" cy="918"/>
                            <a:chOff x="2880" y="2112"/>
                            <a:chExt cx="2304" cy="2016"/>
                          </a:xfrm>
                        </p:grpSpPr>
                        <p:sp>
                          <p:nvSpPr>
                            <p:cNvPr id="159160" name="任意多边形 15915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61" name="任意多边形 15916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162" name="直接连接符 15916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163" name="组合 159162"/>
                  <p:cNvGrpSpPr/>
                  <p:nvPr/>
                </p:nvGrpSpPr>
                <p:grpSpPr>
                  <a:xfrm>
                    <a:off x="912" y="3072"/>
                    <a:ext cx="1104" cy="144"/>
                    <a:chOff x="1872" y="2880"/>
                    <a:chExt cx="1104" cy="144"/>
                  </a:xfrm>
                </p:grpSpPr>
                <p:grpSp>
                  <p:nvGrpSpPr>
                    <p:cNvPr id="159164" name="组合 159163"/>
                    <p:cNvGrpSpPr/>
                    <p:nvPr/>
                  </p:nvGrpSpPr>
                  <p:grpSpPr>
                    <a:xfrm>
                      <a:off x="2016" y="2880"/>
                      <a:ext cx="960" cy="144"/>
                      <a:chOff x="336" y="2832"/>
                      <a:chExt cx="4992" cy="630"/>
                    </a:xfrm>
                  </p:grpSpPr>
                  <p:grpSp>
                    <p:nvGrpSpPr>
                      <p:cNvPr id="159165" name="组合 159164"/>
                      <p:cNvGrpSpPr/>
                      <p:nvPr/>
                    </p:nvGrpSpPr>
                    <p:grpSpPr>
                      <a:xfrm>
                        <a:off x="336" y="2832"/>
                        <a:ext cx="2496" cy="630"/>
                        <a:chOff x="1056" y="816"/>
                        <a:chExt cx="2496" cy="630"/>
                      </a:xfrm>
                    </p:grpSpPr>
                    <p:sp>
                      <p:nvSpPr>
                        <p:cNvPr id="159166" name="任意多边形 15916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167" name="组合 159166"/>
                        <p:cNvGrpSpPr/>
                        <p:nvPr/>
                      </p:nvGrpSpPr>
                      <p:grpSpPr>
                        <a:xfrm>
                          <a:off x="1056" y="816"/>
                          <a:ext cx="2016" cy="630"/>
                          <a:chOff x="1824" y="1968"/>
                          <a:chExt cx="685" cy="918"/>
                        </a:xfrm>
                      </p:grpSpPr>
                      <p:grpSp>
                        <p:nvGrpSpPr>
                          <p:cNvPr id="159168" name="组合 159167"/>
                          <p:cNvGrpSpPr/>
                          <p:nvPr/>
                        </p:nvGrpSpPr>
                        <p:grpSpPr>
                          <a:xfrm>
                            <a:off x="1824" y="1968"/>
                            <a:ext cx="343" cy="918"/>
                            <a:chOff x="2880" y="2112"/>
                            <a:chExt cx="2304" cy="2016"/>
                          </a:xfrm>
                        </p:grpSpPr>
                        <p:sp>
                          <p:nvSpPr>
                            <p:cNvPr id="159169" name="任意多边形 15916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70" name="任意多边形 15916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171" name="组合 159170"/>
                          <p:cNvGrpSpPr/>
                          <p:nvPr/>
                        </p:nvGrpSpPr>
                        <p:grpSpPr>
                          <a:xfrm>
                            <a:off x="2167" y="1968"/>
                            <a:ext cx="342" cy="918"/>
                            <a:chOff x="2880" y="2112"/>
                            <a:chExt cx="2304" cy="2016"/>
                          </a:xfrm>
                        </p:grpSpPr>
                        <p:sp>
                          <p:nvSpPr>
                            <p:cNvPr id="159172" name="任意多边形 15917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73" name="任意多边形 15917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174" name="组合 159173"/>
                      <p:cNvGrpSpPr/>
                      <p:nvPr/>
                    </p:nvGrpSpPr>
                    <p:grpSpPr>
                      <a:xfrm flipV="1">
                        <a:off x="2832" y="2832"/>
                        <a:ext cx="2496" cy="630"/>
                        <a:chOff x="1056" y="816"/>
                        <a:chExt cx="2496" cy="630"/>
                      </a:xfrm>
                    </p:grpSpPr>
                    <p:sp>
                      <p:nvSpPr>
                        <p:cNvPr id="159175" name="任意多边形 15917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176" name="组合 159175"/>
                        <p:cNvGrpSpPr/>
                        <p:nvPr/>
                      </p:nvGrpSpPr>
                      <p:grpSpPr>
                        <a:xfrm>
                          <a:off x="1056" y="816"/>
                          <a:ext cx="2016" cy="630"/>
                          <a:chOff x="1824" y="1968"/>
                          <a:chExt cx="685" cy="918"/>
                        </a:xfrm>
                      </p:grpSpPr>
                      <p:grpSp>
                        <p:nvGrpSpPr>
                          <p:cNvPr id="159177" name="组合 159176"/>
                          <p:cNvGrpSpPr/>
                          <p:nvPr/>
                        </p:nvGrpSpPr>
                        <p:grpSpPr>
                          <a:xfrm>
                            <a:off x="1824" y="1968"/>
                            <a:ext cx="343" cy="918"/>
                            <a:chOff x="2880" y="2112"/>
                            <a:chExt cx="2304" cy="2016"/>
                          </a:xfrm>
                        </p:grpSpPr>
                        <p:sp>
                          <p:nvSpPr>
                            <p:cNvPr id="159178" name="任意多边形 15917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79" name="任意多边形 15917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180" name="组合 159179"/>
                          <p:cNvGrpSpPr/>
                          <p:nvPr/>
                        </p:nvGrpSpPr>
                        <p:grpSpPr>
                          <a:xfrm>
                            <a:off x="2167" y="1968"/>
                            <a:ext cx="342" cy="918"/>
                            <a:chOff x="2880" y="2112"/>
                            <a:chExt cx="2304" cy="2016"/>
                          </a:xfrm>
                        </p:grpSpPr>
                        <p:sp>
                          <p:nvSpPr>
                            <p:cNvPr id="159181" name="任意多边形 15918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82" name="任意多边形 15918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183" name="直接连接符 15918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9184" name="组合 159183"/>
                <p:cNvGrpSpPr/>
                <p:nvPr/>
              </p:nvGrpSpPr>
              <p:grpSpPr>
                <a:xfrm flipH="1">
                  <a:off x="2352" y="3024"/>
                  <a:ext cx="1104" cy="288"/>
                  <a:chOff x="912" y="2928"/>
                  <a:chExt cx="1104" cy="288"/>
                </a:xfrm>
              </p:grpSpPr>
              <p:grpSp>
                <p:nvGrpSpPr>
                  <p:cNvPr id="159185" name="组合 159184"/>
                  <p:cNvGrpSpPr/>
                  <p:nvPr/>
                </p:nvGrpSpPr>
                <p:grpSpPr>
                  <a:xfrm>
                    <a:off x="912" y="2928"/>
                    <a:ext cx="1104" cy="144"/>
                    <a:chOff x="1872" y="2880"/>
                    <a:chExt cx="1104" cy="144"/>
                  </a:xfrm>
                </p:grpSpPr>
                <p:grpSp>
                  <p:nvGrpSpPr>
                    <p:cNvPr id="159186" name="组合 159185"/>
                    <p:cNvGrpSpPr/>
                    <p:nvPr/>
                  </p:nvGrpSpPr>
                  <p:grpSpPr>
                    <a:xfrm>
                      <a:off x="2016" y="2880"/>
                      <a:ext cx="960" cy="144"/>
                      <a:chOff x="336" y="2832"/>
                      <a:chExt cx="4992" cy="630"/>
                    </a:xfrm>
                  </p:grpSpPr>
                  <p:grpSp>
                    <p:nvGrpSpPr>
                      <p:cNvPr id="159187" name="组合 159186"/>
                      <p:cNvGrpSpPr/>
                      <p:nvPr/>
                    </p:nvGrpSpPr>
                    <p:grpSpPr>
                      <a:xfrm>
                        <a:off x="336" y="2832"/>
                        <a:ext cx="2496" cy="630"/>
                        <a:chOff x="1056" y="816"/>
                        <a:chExt cx="2496" cy="630"/>
                      </a:xfrm>
                    </p:grpSpPr>
                    <p:sp>
                      <p:nvSpPr>
                        <p:cNvPr id="159188" name="任意多边形 15918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189" name="组合 159188"/>
                        <p:cNvGrpSpPr/>
                        <p:nvPr/>
                      </p:nvGrpSpPr>
                      <p:grpSpPr>
                        <a:xfrm>
                          <a:off x="1056" y="816"/>
                          <a:ext cx="2016" cy="630"/>
                          <a:chOff x="1824" y="1968"/>
                          <a:chExt cx="685" cy="918"/>
                        </a:xfrm>
                      </p:grpSpPr>
                      <p:grpSp>
                        <p:nvGrpSpPr>
                          <p:cNvPr id="159190" name="组合 159189"/>
                          <p:cNvGrpSpPr/>
                          <p:nvPr/>
                        </p:nvGrpSpPr>
                        <p:grpSpPr>
                          <a:xfrm>
                            <a:off x="1824" y="1968"/>
                            <a:ext cx="343" cy="918"/>
                            <a:chOff x="2880" y="2112"/>
                            <a:chExt cx="2304" cy="2016"/>
                          </a:xfrm>
                        </p:grpSpPr>
                        <p:sp>
                          <p:nvSpPr>
                            <p:cNvPr id="159191" name="任意多边形 15919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92" name="任意多边形 15919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193" name="组合 159192"/>
                          <p:cNvGrpSpPr/>
                          <p:nvPr/>
                        </p:nvGrpSpPr>
                        <p:grpSpPr>
                          <a:xfrm>
                            <a:off x="2167" y="1968"/>
                            <a:ext cx="342" cy="918"/>
                            <a:chOff x="2880" y="2112"/>
                            <a:chExt cx="2304" cy="2016"/>
                          </a:xfrm>
                        </p:grpSpPr>
                        <p:sp>
                          <p:nvSpPr>
                            <p:cNvPr id="159194" name="任意多边形 15919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195" name="任意多边形 15919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196" name="组合 159195"/>
                      <p:cNvGrpSpPr/>
                      <p:nvPr/>
                    </p:nvGrpSpPr>
                    <p:grpSpPr>
                      <a:xfrm flipV="1">
                        <a:off x="2832" y="2832"/>
                        <a:ext cx="2496" cy="630"/>
                        <a:chOff x="1056" y="816"/>
                        <a:chExt cx="2496" cy="630"/>
                      </a:xfrm>
                    </p:grpSpPr>
                    <p:sp>
                      <p:nvSpPr>
                        <p:cNvPr id="159197" name="任意多边形 15919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198" name="组合 159197"/>
                        <p:cNvGrpSpPr/>
                        <p:nvPr/>
                      </p:nvGrpSpPr>
                      <p:grpSpPr>
                        <a:xfrm>
                          <a:off x="1056" y="816"/>
                          <a:ext cx="2016" cy="630"/>
                          <a:chOff x="1824" y="1968"/>
                          <a:chExt cx="685" cy="918"/>
                        </a:xfrm>
                      </p:grpSpPr>
                      <p:grpSp>
                        <p:nvGrpSpPr>
                          <p:cNvPr id="159199" name="组合 159198"/>
                          <p:cNvGrpSpPr/>
                          <p:nvPr/>
                        </p:nvGrpSpPr>
                        <p:grpSpPr>
                          <a:xfrm>
                            <a:off x="1824" y="1968"/>
                            <a:ext cx="343" cy="918"/>
                            <a:chOff x="2880" y="2112"/>
                            <a:chExt cx="2304" cy="2016"/>
                          </a:xfrm>
                        </p:grpSpPr>
                        <p:sp>
                          <p:nvSpPr>
                            <p:cNvPr id="159200" name="任意多边形 15919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01" name="任意多边形 15920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202" name="组合 159201"/>
                          <p:cNvGrpSpPr/>
                          <p:nvPr/>
                        </p:nvGrpSpPr>
                        <p:grpSpPr>
                          <a:xfrm>
                            <a:off x="2167" y="1968"/>
                            <a:ext cx="342" cy="918"/>
                            <a:chOff x="2880" y="2112"/>
                            <a:chExt cx="2304" cy="2016"/>
                          </a:xfrm>
                        </p:grpSpPr>
                        <p:sp>
                          <p:nvSpPr>
                            <p:cNvPr id="159203" name="任意多边形 15920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04" name="任意多边形 15920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205" name="直接连接符 15920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206" name="组合 159205"/>
                  <p:cNvGrpSpPr/>
                  <p:nvPr/>
                </p:nvGrpSpPr>
                <p:grpSpPr>
                  <a:xfrm>
                    <a:off x="912" y="3072"/>
                    <a:ext cx="1104" cy="144"/>
                    <a:chOff x="1872" y="2880"/>
                    <a:chExt cx="1104" cy="144"/>
                  </a:xfrm>
                </p:grpSpPr>
                <p:grpSp>
                  <p:nvGrpSpPr>
                    <p:cNvPr id="159207" name="组合 159206"/>
                    <p:cNvGrpSpPr/>
                    <p:nvPr/>
                  </p:nvGrpSpPr>
                  <p:grpSpPr>
                    <a:xfrm>
                      <a:off x="2016" y="2880"/>
                      <a:ext cx="960" cy="144"/>
                      <a:chOff x="336" y="2832"/>
                      <a:chExt cx="4992" cy="630"/>
                    </a:xfrm>
                  </p:grpSpPr>
                  <p:grpSp>
                    <p:nvGrpSpPr>
                      <p:cNvPr id="159208" name="组合 159207"/>
                      <p:cNvGrpSpPr/>
                      <p:nvPr/>
                    </p:nvGrpSpPr>
                    <p:grpSpPr>
                      <a:xfrm>
                        <a:off x="336" y="2832"/>
                        <a:ext cx="2496" cy="630"/>
                        <a:chOff x="1056" y="816"/>
                        <a:chExt cx="2496" cy="630"/>
                      </a:xfrm>
                    </p:grpSpPr>
                    <p:sp>
                      <p:nvSpPr>
                        <p:cNvPr id="159209" name="任意多边形 15920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210" name="组合 159209"/>
                        <p:cNvGrpSpPr/>
                        <p:nvPr/>
                      </p:nvGrpSpPr>
                      <p:grpSpPr>
                        <a:xfrm>
                          <a:off x="1056" y="816"/>
                          <a:ext cx="2016" cy="630"/>
                          <a:chOff x="1824" y="1968"/>
                          <a:chExt cx="685" cy="918"/>
                        </a:xfrm>
                      </p:grpSpPr>
                      <p:grpSp>
                        <p:nvGrpSpPr>
                          <p:cNvPr id="159211" name="组合 159210"/>
                          <p:cNvGrpSpPr/>
                          <p:nvPr/>
                        </p:nvGrpSpPr>
                        <p:grpSpPr>
                          <a:xfrm>
                            <a:off x="1824" y="1968"/>
                            <a:ext cx="343" cy="918"/>
                            <a:chOff x="2880" y="2112"/>
                            <a:chExt cx="2304" cy="2016"/>
                          </a:xfrm>
                        </p:grpSpPr>
                        <p:sp>
                          <p:nvSpPr>
                            <p:cNvPr id="159212" name="任意多边形 15921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13" name="任意多边形 15921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214" name="组合 159213"/>
                          <p:cNvGrpSpPr/>
                          <p:nvPr/>
                        </p:nvGrpSpPr>
                        <p:grpSpPr>
                          <a:xfrm>
                            <a:off x="2167" y="1968"/>
                            <a:ext cx="342" cy="918"/>
                            <a:chOff x="2880" y="2112"/>
                            <a:chExt cx="2304" cy="2016"/>
                          </a:xfrm>
                        </p:grpSpPr>
                        <p:sp>
                          <p:nvSpPr>
                            <p:cNvPr id="159215" name="任意多边形 15921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16" name="任意多边形 15921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217" name="组合 159216"/>
                      <p:cNvGrpSpPr/>
                      <p:nvPr/>
                    </p:nvGrpSpPr>
                    <p:grpSpPr>
                      <a:xfrm flipV="1">
                        <a:off x="2832" y="2832"/>
                        <a:ext cx="2496" cy="630"/>
                        <a:chOff x="1056" y="816"/>
                        <a:chExt cx="2496" cy="630"/>
                      </a:xfrm>
                    </p:grpSpPr>
                    <p:sp>
                      <p:nvSpPr>
                        <p:cNvPr id="159218" name="任意多边形 15921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219" name="组合 159218"/>
                        <p:cNvGrpSpPr/>
                        <p:nvPr/>
                      </p:nvGrpSpPr>
                      <p:grpSpPr>
                        <a:xfrm>
                          <a:off x="1056" y="816"/>
                          <a:ext cx="2016" cy="630"/>
                          <a:chOff x="1824" y="1968"/>
                          <a:chExt cx="685" cy="918"/>
                        </a:xfrm>
                      </p:grpSpPr>
                      <p:grpSp>
                        <p:nvGrpSpPr>
                          <p:cNvPr id="159220" name="组合 159219"/>
                          <p:cNvGrpSpPr/>
                          <p:nvPr/>
                        </p:nvGrpSpPr>
                        <p:grpSpPr>
                          <a:xfrm>
                            <a:off x="1824" y="1968"/>
                            <a:ext cx="343" cy="918"/>
                            <a:chOff x="2880" y="2112"/>
                            <a:chExt cx="2304" cy="2016"/>
                          </a:xfrm>
                        </p:grpSpPr>
                        <p:sp>
                          <p:nvSpPr>
                            <p:cNvPr id="159221" name="任意多边形 15922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22" name="任意多边形 15922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223" name="组合 159222"/>
                          <p:cNvGrpSpPr/>
                          <p:nvPr/>
                        </p:nvGrpSpPr>
                        <p:grpSpPr>
                          <a:xfrm>
                            <a:off x="2167" y="1968"/>
                            <a:ext cx="342" cy="918"/>
                            <a:chOff x="2880" y="2112"/>
                            <a:chExt cx="2304" cy="2016"/>
                          </a:xfrm>
                        </p:grpSpPr>
                        <p:sp>
                          <p:nvSpPr>
                            <p:cNvPr id="159224" name="任意多边形 15922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25" name="任意多边形 15922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226" name="直接连接符 15922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59227" name="组合 159226"/>
            <p:cNvGrpSpPr/>
            <p:nvPr/>
          </p:nvGrpSpPr>
          <p:grpSpPr>
            <a:xfrm>
              <a:off x="720" y="3405"/>
              <a:ext cx="1092" cy="435"/>
              <a:chOff x="3888" y="2784"/>
              <a:chExt cx="1104" cy="1152"/>
            </a:xfrm>
          </p:grpSpPr>
          <p:grpSp>
            <p:nvGrpSpPr>
              <p:cNvPr id="159228" name="组合 159227"/>
              <p:cNvGrpSpPr/>
              <p:nvPr/>
            </p:nvGrpSpPr>
            <p:grpSpPr>
              <a:xfrm>
                <a:off x="3888" y="2784"/>
                <a:ext cx="1104" cy="576"/>
                <a:chOff x="2352" y="3024"/>
                <a:chExt cx="1104" cy="576"/>
              </a:xfrm>
            </p:grpSpPr>
            <p:grpSp>
              <p:nvGrpSpPr>
                <p:cNvPr id="159229" name="组合 159228"/>
                <p:cNvGrpSpPr/>
                <p:nvPr/>
              </p:nvGrpSpPr>
              <p:grpSpPr>
                <a:xfrm flipH="1">
                  <a:off x="2352" y="3312"/>
                  <a:ext cx="1104" cy="288"/>
                  <a:chOff x="912" y="2928"/>
                  <a:chExt cx="1104" cy="288"/>
                </a:xfrm>
              </p:grpSpPr>
              <p:grpSp>
                <p:nvGrpSpPr>
                  <p:cNvPr id="159230" name="组合 159229"/>
                  <p:cNvGrpSpPr/>
                  <p:nvPr/>
                </p:nvGrpSpPr>
                <p:grpSpPr>
                  <a:xfrm>
                    <a:off x="912" y="2928"/>
                    <a:ext cx="1104" cy="144"/>
                    <a:chOff x="1872" y="2880"/>
                    <a:chExt cx="1104" cy="144"/>
                  </a:xfrm>
                </p:grpSpPr>
                <p:grpSp>
                  <p:nvGrpSpPr>
                    <p:cNvPr id="159231" name="组合 159230"/>
                    <p:cNvGrpSpPr/>
                    <p:nvPr/>
                  </p:nvGrpSpPr>
                  <p:grpSpPr>
                    <a:xfrm>
                      <a:off x="2016" y="2880"/>
                      <a:ext cx="960" cy="144"/>
                      <a:chOff x="336" y="2832"/>
                      <a:chExt cx="4992" cy="630"/>
                    </a:xfrm>
                  </p:grpSpPr>
                  <p:grpSp>
                    <p:nvGrpSpPr>
                      <p:cNvPr id="159232" name="组合 159231"/>
                      <p:cNvGrpSpPr/>
                      <p:nvPr/>
                    </p:nvGrpSpPr>
                    <p:grpSpPr>
                      <a:xfrm>
                        <a:off x="336" y="2832"/>
                        <a:ext cx="2496" cy="630"/>
                        <a:chOff x="1056" y="816"/>
                        <a:chExt cx="2496" cy="630"/>
                      </a:xfrm>
                    </p:grpSpPr>
                    <p:sp>
                      <p:nvSpPr>
                        <p:cNvPr id="159233" name="任意多边形 15923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234" name="组合 159233"/>
                        <p:cNvGrpSpPr/>
                        <p:nvPr/>
                      </p:nvGrpSpPr>
                      <p:grpSpPr>
                        <a:xfrm>
                          <a:off x="1056" y="816"/>
                          <a:ext cx="2016" cy="630"/>
                          <a:chOff x="1824" y="1968"/>
                          <a:chExt cx="685" cy="918"/>
                        </a:xfrm>
                      </p:grpSpPr>
                      <p:grpSp>
                        <p:nvGrpSpPr>
                          <p:cNvPr id="159235" name="组合 159234"/>
                          <p:cNvGrpSpPr/>
                          <p:nvPr/>
                        </p:nvGrpSpPr>
                        <p:grpSpPr>
                          <a:xfrm>
                            <a:off x="1824" y="1968"/>
                            <a:ext cx="343" cy="918"/>
                            <a:chOff x="2880" y="2112"/>
                            <a:chExt cx="2304" cy="2016"/>
                          </a:xfrm>
                        </p:grpSpPr>
                        <p:sp>
                          <p:nvSpPr>
                            <p:cNvPr id="159236" name="任意多边形 15923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37" name="任意多边形 15923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238" name="组合 159237"/>
                          <p:cNvGrpSpPr/>
                          <p:nvPr/>
                        </p:nvGrpSpPr>
                        <p:grpSpPr>
                          <a:xfrm>
                            <a:off x="2167" y="1968"/>
                            <a:ext cx="342" cy="918"/>
                            <a:chOff x="2880" y="2112"/>
                            <a:chExt cx="2304" cy="2016"/>
                          </a:xfrm>
                        </p:grpSpPr>
                        <p:sp>
                          <p:nvSpPr>
                            <p:cNvPr id="159239" name="任意多边形 15923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40" name="任意多边形 15923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241" name="组合 159240"/>
                      <p:cNvGrpSpPr/>
                      <p:nvPr/>
                    </p:nvGrpSpPr>
                    <p:grpSpPr>
                      <a:xfrm flipV="1">
                        <a:off x="2832" y="2832"/>
                        <a:ext cx="2496" cy="630"/>
                        <a:chOff x="1056" y="816"/>
                        <a:chExt cx="2496" cy="630"/>
                      </a:xfrm>
                    </p:grpSpPr>
                    <p:sp>
                      <p:nvSpPr>
                        <p:cNvPr id="159242" name="任意多边形 15924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243" name="组合 159242"/>
                        <p:cNvGrpSpPr/>
                        <p:nvPr/>
                      </p:nvGrpSpPr>
                      <p:grpSpPr>
                        <a:xfrm>
                          <a:off x="1056" y="816"/>
                          <a:ext cx="2016" cy="630"/>
                          <a:chOff x="1824" y="1968"/>
                          <a:chExt cx="685" cy="918"/>
                        </a:xfrm>
                      </p:grpSpPr>
                      <p:grpSp>
                        <p:nvGrpSpPr>
                          <p:cNvPr id="159244" name="组合 159243"/>
                          <p:cNvGrpSpPr/>
                          <p:nvPr/>
                        </p:nvGrpSpPr>
                        <p:grpSpPr>
                          <a:xfrm>
                            <a:off x="1824" y="1968"/>
                            <a:ext cx="343" cy="918"/>
                            <a:chOff x="2880" y="2112"/>
                            <a:chExt cx="2304" cy="2016"/>
                          </a:xfrm>
                        </p:grpSpPr>
                        <p:sp>
                          <p:nvSpPr>
                            <p:cNvPr id="159245" name="任意多边形 15924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46" name="任意多边形 15924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247" name="组合 159246"/>
                          <p:cNvGrpSpPr/>
                          <p:nvPr/>
                        </p:nvGrpSpPr>
                        <p:grpSpPr>
                          <a:xfrm>
                            <a:off x="2167" y="1968"/>
                            <a:ext cx="342" cy="918"/>
                            <a:chOff x="2880" y="2112"/>
                            <a:chExt cx="2304" cy="2016"/>
                          </a:xfrm>
                        </p:grpSpPr>
                        <p:sp>
                          <p:nvSpPr>
                            <p:cNvPr id="159248" name="任意多边形 15924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49" name="任意多边形 15924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250" name="直接连接符 15924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251" name="组合 159250"/>
                  <p:cNvGrpSpPr/>
                  <p:nvPr/>
                </p:nvGrpSpPr>
                <p:grpSpPr>
                  <a:xfrm>
                    <a:off x="912" y="3072"/>
                    <a:ext cx="1104" cy="144"/>
                    <a:chOff x="1872" y="2880"/>
                    <a:chExt cx="1104" cy="144"/>
                  </a:xfrm>
                </p:grpSpPr>
                <p:grpSp>
                  <p:nvGrpSpPr>
                    <p:cNvPr id="159252" name="组合 159251"/>
                    <p:cNvGrpSpPr/>
                    <p:nvPr/>
                  </p:nvGrpSpPr>
                  <p:grpSpPr>
                    <a:xfrm>
                      <a:off x="2016" y="2880"/>
                      <a:ext cx="960" cy="144"/>
                      <a:chOff x="336" y="2832"/>
                      <a:chExt cx="4992" cy="630"/>
                    </a:xfrm>
                  </p:grpSpPr>
                  <p:grpSp>
                    <p:nvGrpSpPr>
                      <p:cNvPr id="159253" name="组合 159252"/>
                      <p:cNvGrpSpPr/>
                      <p:nvPr/>
                    </p:nvGrpSpPr>
                    <p:grpSpPr>
                      <a:xfrm>
                        <a:off x="336" y="2832"/>
                        <a:ext cx="2496" cy="630"/>
                        <a:chOff x="1056" y="816"/>
                        <a:chExt cx="2496" cy="630"/>
                      </a:xfrm>
                    </p:grpSpPr>
                    <p:sp>
                      <p:nvSpPr>
                        <p:cNvPr id="159254" name="任意多边形 15925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255" name="组合 159254"/>
                        <p:cNvGrpSpPr/>
                        <p:nvPr/>
                      </p:nvGrpSpPr>
                      <p:grpSpPr>
                        <a:xfrm>
                          <a:off x="1056" y="816"/>
                          <a:ext cx="2016" cy="630"/>
                          <a:chOff x="1824" y="1968"/>
                          <a:chExt cx="685" cy="918"/>
                        </a:xfrm>
                      </p:grpSpPr>
                      <p:grpSp>
                        <p:nvGrpSpPr>
                          <p:cNvPr id="159256" name="组合 159255"/>
                          <p:cNvGrpSpPr/>
                          <p:nvPr/>
                        </p:nvGrpSpPr>
                        <p:grpSpPr>
                          <a:xfrm>
                            <a:off x="1824" y="1968"/>
                            <a:ext cx="343" cy="918"/>
                            <a:chOff x="2880" y="2112"/>
                            <a:chExt cx="2304" cy="2016"/>
                          </a:xfrm>
                        </p:grpSpPr>
                        <p:sp>
                          <p:nvSpPr>
                            <p:cNvPr id="159257" name="任意多边形 15925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58" name="任意多边形 15925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259" name="组合 159258"/>
                          <p:cNvGrpSpPr/>
                          <p:nvPr/>
                        </p:nvGrpSpPr>
                        <p:grpSpPr>
                          <a:xfrm>
                            <a:off x="2167" y="1968"/>
                            <a:ext cx="342" cy="918"/>
                            <a:chOff x="2880" y="2112"/>
                            <a:chExt cx="2304" cy="2016"/>
                          </a:xfrm>
                        </p:grpSpPr>
                        <p:sp>
                          <p:nvSpPr>
                            <p:cNvPr id="159260" name="任意多边形 15925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61" name="任意多边形 15926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262" name="组合 159261"/>
                      <p:cNvGrpSpPr/>
                      <p:nvPr/>
                    </p:nvGrpSpPr>
                    <p:grpSpPr>
                      <a:xfrm flipV="1">
                        <a:off x="2832" y="2832"/>
                        <a:ext cx="2496" cy="630"/>
                        <a:chOff x="1056" y="816"/>
                        <a:chExt cx="2496" cy="630"/>
                      </a:xfrm>
                    </p:grpSpPr>
                    <p:sp>
                      <p:nvSpPr>
                        <p:cNvPr id="159263" name="任意多边形 15926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264" name="组合 159263"/>
                        <p:cNvGrpSpPr/>
                        <p:nvPr/>
                      </p:nvGrpSpPr>
                      <p:grpSpPr>
                        <a:xfrm>
                          <a:off x="1056" y="816"/>
                          <a:ext cx="2016" cy="630"/>
                          <a:chOff x="1824" y="1968"/>
                          <a:chExt cx="685" cy="918"/>
                        </a:xfrm>
                      </p:grpSpPr>
                      <p:grpSp>
                        <p:nvGrpSpPr>
                          <p:cNvPr id="159265" name="组合 159264"/>
                          <p:cNvGrpSpPr/>
                          <p:nvPr/>
                        </p:nvGrpSpPr>
                        <p:grpSpPr>
                          <a:xfrm>
                            <a:off x="1824" y="1968"/>
                            <a:ext cx="343" cy="918"/>
                            <a:chOff x="2880" y="2112"/>
                            <a:chExt cx="2304" cy="2016"/>
                          </a:xfrm>
                        </p:grpSpPr>
                        <p:sp>
                          <p:nvSpPr>
                            <p:cNvPr id="159266" name="任意多边形 15926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67" name="任意多边形 15926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268" name="组合 159267"/>
                          <p:cNvGrpSpPr/>
                          <p:nvPr/>
                        </p:nvGrpSpPr>
                        <p:grpSpPr>
                          <a:xfrm>
                            <a:off x="2167" y="1968"/>
                            <a:ext cx="342" cy="918"/>
                            <a:chOff x="2880" y="2112"/>
                            <a:chExt cx="2304" cy="2016"/>
                          </a:xfrm>
                        </p:grpSpPr>
                        <p:sp>
                          <p:nvSpPr>
                            <p:cNvPr id="159269" name="任意多边形 15926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70" name="任意多边形 15926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271" name="直接连接符 15927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9272" name="组合 159271"/>
                <p:cNvGrpSpPr/>
                <p:nvPr/>
              </p:nvGrpSpPr>
              <p:grpSpPr>
                <a:xfrm flipH="1">
                  <a:off x="2352" y="3024"/>
                  <a:ext cx="1104" cy="288"/>
                  <a:chOff x="912" y="2928"/>
                  <a:chExt cx="1104" cy="288"/>
                </a:xfrm>
              </p:grpSpPr>
              <p:grpSp>
                <p:nvGrpSpPr>
                  <p:cNvPr id="159273" name="组合 159272"/>
                  <p:cNvGrpSpPr/>
                  <p:nvPr/>
                </p:nvGrpSpPr>
                <p:grpSpPr>
                  <a:xfrm>
                    <a:off x="912" y="2928"/>
                    <a:ext cx="1104" cy="144"/>
                    <a:chOff x="1872" y="2880"/>
                    <a:chExt cx="1104" cy="144"/>
                  </a:xfrm>
                </p:grpSpPr>
                <p:grpSp>
                  <p:nvGrpSpPr>
                    <p:cNvPr id="159274" name="组合 159273"/>
                    <p:cNvGrpSpPr/>
                    <p:nvPr/>
                  </p:nvGrpSpPr>
                  <p:grpSpPr>
                    <a:xfrm>
                      <a:off x="2016" y="2880"/>
                      <a:ext cx="960" cy="144"/>
                      <a:chOff x="336" y="2832"/>
                      <a:chExt cx="4992" cy="630"/>
                    </a:xfrm>
                  </p:grpSpPr>
                  <p:grpSp>
                    <p:nvGrpSpPr>
                      <p:cNvPr id="159275" name="组合 159274"/>
                      <p:cNvGrpSpPr/>
                      <p:nvPr/>
                    </p:nvGrpSpPr>
                    <p:grpSpPr>
                      <a:xfrm>
                        <a:off x="336" y="2832"/>
                        <a:ext cx="2496" cy="630"/>
                        <a:chOff x="1056" y="816"/>
                        <a:chExt cx="2496" cy="630"/>
                      </a:xfrm>
                    </p:grpSpPr>
                    <p:sp>
                      <p:nvSpPr>
                        <p:cNvPr id="159276" name="任意多边形 15927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277" name="组合 159276"/>
                        <p:cNvGrpSpPr/>
                        <p:nvPr/>
                      </p:nvGrpSpPr>
                      <p:grpSpPr>
                        <a:xfrm>
                          <a:off x="1056" y="816"/>
                          <a:ext cx="2016" cy="630"/>
                          <a:chOff x="1824" y="1968"/>
                          <a:chExt cx="685" cy="918"/>
                        </a:xfrm>
                      </p:grpSpPr>
                      <p:grpSp>
                        <p:nvGrpSpPr>
                          <p:cNvPr id="159278" name="组合 159277"/>
                          <p:cNvGrpSpPr/>
                          <p:nvPr/>
                        </p:nvGrpSpPr>
                        <p:grpSpPr>
                          <a:xfrm>
                            <a:off x="1824" y="1968"/>
                            <a:ext cx="343" cy="918"/>
                            <a:chOff x="2880" y="2112"/>
                            <a:chExt cx="2304" cy="2016"/>
                          </a:xfrm>
                        </p:grpSpPr>
                        <p:sp>
                          <p:nvSpPr>
                            <p:cNvPr id="159279" name="任意多边形 15927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80" name="任意多边形 15927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281" name="组合 159280"/>
                          <p:cNvGrpSpPr/>
                          <p:nvPr/>
                        </p:nvGrpSpPr>
                        <p:grpSpPr>
                          <a:xfrm>
                            <a:off x="2167" y="1968"/>
                            <a:ext cx="342" cy="918"/>
                            <a:chOff x="2880" y="2112"/>
                            <a:chExt cx="2304" cy="2016"/>
                          </a:xfrm>
                        </p:grpSpPr>
                        <p:sp>
                          <p:nvSpPr>
                            <p:cNvPr id="159282" name="任意多边形 15928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83" name="任意多边形 15928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284" name="组合 159283"/>
                      <p:cNvGrpSpPr/>
                      <p:nvPr/>
                    </p:nvGrpSpPr>
                    <p:grpSpPr>
                      <a:xfrm flipV="1">
                        <a:off x="2832" y="2832"/>
                        <a:ext cx="2496" cy="630"/>
                        <a:chOff x="1056" y="816"/>
                        <a:chExt cx="2496" cy="630"/>
                      </a:xfrm>
                    </p:grpSpPr>
                    <p:sp>
                      <p:nvSpPr>
                        <p:cNvPr id="159285" name="任意多边形 15928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286" name="组合 159285"/>
                        <p:cNvGrpSpPr/>
                        <p:nvPr/>
                      </p:nvGrpSpPr>
                      <p:grpSpPr>
                        <a:xfrm>
                          <a:off x="1056" y="816"/>
                          <a:ext cx="2016" cy="630"/>
                          <a:chOff x="1824" y="1968"/>
                          <a:chExt cx="685" cy="918"/>
                        </a:xfrm>
                      </p:grpSpPr>
                      <p:grpSp>
                        <p:nvGrpSpPr>
                          <p:cNvPr id="159287" name="组合 159286"/>
                          <p:cNvGrpSpPr/>
                          <p:nvPr/>
                        </p:nvGrpSpPr>
                        <p:grpSpPr>
                          <a:xfrm>
                            <a:off x="1824" y="1968"/>
                            <a:ext cx="343" cy="918"/>
                            <a:chOff x="2880" y="2112"/>
                            <a:chExt cx="2304" cy="2016"/>
                          </a:xfrm>
                        </p:grpSpPr>
                        <p:sp>
                          <p:nvSpPr>
                            <p:cNvPr id="159288" name="任意多边形 15928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89" name="任意多边形 15928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290" name="组合 159289"/>
                          <p:cNvGrpSpPr/>
                          <p:nvPr/>
                        </p:nvGrpSpPr>
                        <p:grpSpPr>
                          <a:xfrm>
                            <a:off x="2167" y="1968"/>
                            <a:ext cx="342" cy="918"/>
                            <a:chOff x="2880" y="2112"/>
                            <a:chExt cx="2304" cy="2016"/>
                          </a:xfrm>
                        </p:grpSpPr>
                        <p:sp>
                          <p:nvSpPr>
                            <p:cNvPr id="159291" name="任意多边形 15929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292" name="任意多边形 15929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293" name="直接连接符 15929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294" name="组合 159293"/>
                  <p:cNvGrpSpPr/>
                  <p:nvPr/>
                </p:nvGrpSpPr>
                <p:grpSpPr>
                  <a:xfrm>
                    <a:off x="912" y="3072"/>
                    <a:ext cx="1104" cy="144"/>
                    <a:chOff x="1872" y="2880"/>
                    <a:chExt cx="1104" cy="144"/>
                  </a:xfrm>
                </p:grpSpPr>
                <p:grpSp>
                  <p:nvGrpSpPr>
                    <p:cNvPr id="159295" name="组合 159294"/>
                    <p:cNvGrpSpPr/>
                    <p:nvPr/>
                  </p:nvGrpSpPr>
                  <p:grpSpPr>
                    <a:xfrm>
                      <a:off x="2016" y="2880"/>
                      <a:ext cx="960" cy="144"/>
                      <a:chOff x="336" y="2832"/>
                      <a:chExt cx="4992" cy="630"/>
                    </a:xfrm>
                  </p:grpSpPr>
                  <p:grpSp>
                    <p:nvGrpSpPr>
                      <p:cNvPr id="159296" name="组合 159295"/>
                      <p:cNvGrpSpPr/>
                      <p:nvPr/>
                    </p:nvGrpSpPr>
                    <p:grpSpPr>
                      <a:xfrm>
                        <a:off x="336" y="2832"/>
                        <a:ext cx="2496" cy="630"/>
                        <a:chOff x="1056" y="816"/>
                        <a:chExt cx="2496" cy="630"/>
                      </a:xfrm>
                    </p:grpSpPr>
                    <p:sp>
                      <p:nvSpPr>
                        <p:cNvPr id="159297" name="任意多边形 15929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298" name="组合 159297"/>
                        <p:cNvGrpSpPr/>
                        <p:nvPr/>
                      </p:nvGrpSpPr>
                      <p:grpSpPr>
                        <a:xfrm>
                          <a:off x="1056" y="816"/>
                          <a:ext cx="2016" cy="630"/>
                          <a:chOff x="1824" y="1968"/>
                          <a:chExt cx="685" cy="918"/>
                        </a:xfrm>
                      </p:grpSpPr>
                      <p:grpSp>
                        <p:nvGrpSpPr>
                          <p:cNvPr id="159299" name="组合 159298"/>
                          <p:cNvGrpSpPr/>
                          <p:nvPr/>
                        </p:nvGrpSpPr>
                        <p:grpSpPr>
                          <a:xfrm>
                            <a:off x="1824" y="1968"/>
                            <a:ext cx="343" cy="918"/>
                            <a:chOff x="2880" y="2112"/>
                            <a:chExt cx="2304" cy="2016"/>
                          </a:xfrm>
                        </p:grpSpPr>
                        <p:sp>
                          <p:nvSpPr>
                            <p:cNvPr id="159300" name="任意多边形 15929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01" name="任意多边形 15930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302" name="组合 159301"/>
                          <p:cNvGrpSpPr/>
                          <p:nvPr/>
                        </p:nvGrpSpPr>
                        <p:grpSpPr>
                          <a:xfrm>
                            <a:off x="2167" y="1968"/>
                            <a:ext cx="342" cy="918"/>
                            <a:chOff x="2880" y="2112"/>
                            <a:chExt cx="2304" cy="2016"/>
                          </a:xfrm>
                        </p:grpSpPr>
                        <p:sp>
                          <p:nvSpPr>
                            <p:cNvPr id="159303" name="任意多边形 15930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04" name="任意多边形 15930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305" name="组合 159304"/>
                      <p:cNvGrpSpPr/>
                      <p:nvPr/>
                    </p:nvGrpSpPr>
                    <p:grpSpPr>
                      <a:xfrm flipV="1">
                        <a:off x="2832" y="2832"/>
                        <a:ext cx="2496" cy="630"/>
                        <a:chOff x="1056" y="816"/>
                        <a:chExt cx="2496" cy="630"/>
                      </a:xfrm>
                    </p:grpSpPr>
                    <p:sp>
                      <p:nvSpPr>
                        <p:cNvPr id="159306" name="任意多边形 15930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307" name="组合 159306"/>
                        <p:cNvGrpSpPr/>
                        <p:nvPr/>
                      </p:nvGrpSpPr>
                      <p:grpSpPr>
                        <a:xfrm>
                          <a:off x="1056" y="816"/>
                          <a:ext cx="2016" cy="630"/>
                          <a:chOff x="1824" y="1968"/>
                          <a:chExt cx="685" cy="918"/>
                        </a:xfrm>
                      </p:grpSpPr>
                      <p:grpSp>
                        <p:nvGrpSpPr>
                          <p:cNvPr id="159308" name="组合 159307"/>
                          <p:cNvGrpSpPr/>
                          <p:nvPr/>
                        </p:nvGrpSpPr>
                        <p:grpSpPr>
                          <a:xfrm>
                            <a:off x="1824" y="1968"/>
                            <a:ext cx="343" cy="918"/>
                            <a:chOff x="2880" y="2112"/>
                            <a:chExt cx="2304" cy="2016"/>
                          </a:xfrm>
                        </p:grpSpPr>
                        <p:sp>
                          <p:nvSpPr>
                            <p:cNvPr id="159309" name="任意多边形 15930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10" name="任意多边形 15930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311" name="组合 159310"/>
                          <p:cNvGrpSpPr/>
                          <p:nvPr/>
                        </p:nvGrpSpPr>
                        <p:grpSpPr>
                          <a:xfrm>
                            <a:off x="2167" y="1968"/>
                            <a:ext cx="342" cy="918"/>
                            <a:chOff x="2880" y="2112"/>
                            <a:chExt cx="2304" cy="2016"/>
                          </a:xfrm>
                        </p:grpSpPr>
                        <p:sp>
                          <p:nvSpPr>
                            <p:cNvPr id="159312" name="任意多边形 15931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13" name="任意多边形 15931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314" name="直接连接符 15931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9315" name="组合 159314"/>
              <p:cNvGrpSpPr/>
              <p:nvPr/>
            </p:nvGrpSpPr>
            <p:grpSpPr>
              <a:xfrm>
                <a:off x="3888" y="3360"/>
                <a:ext cx="1104" cy="576"/>
                <a:chOff x="2352" y="3024"/>
                <a:chExt cx="1104" cy="576"/>
              </a:xfrm>
            </p:grpSpPr>
            <p:grpSp>
              <p:nvGrpSpPr>
                <p:cNvPr id="159316" name="组合 159315"/>
                <p:cNvGrpSpPr/>
                <p:nvPr/>
              </p:nvGrpSpPr>
              <p:grpSpPr>
                <a:xfrm flipH="1">
                  <a:off x="2352" y="3312"/>
                  <a:ext cx="1104" cy="288"/>
                  <a:chOff x="912" y="2928"/>
                  <a:chExt cx="1104" cy="288"/>
                </a:xfrm>
              </p:grpSpPr>
              <p:grpSp>
                <p:nvGrpSpPr>
                  <p:cNvPr id="159317" name="组合 159316"/>
                  <p:cNvGrpSpPr/>
                  <p:nvPr/>
                </p:nvGrpSpPr>
                <p:grpSpPr>
                  <a:xfrm>
                    <a:off x="912" y="2928"/>
                    <a:ext cx="1104" cy="144"/>
                    <a:chOff x="1872" y="2880"/>
                    <a:chExt cx="1104" cy="144"/>
                  </a:xfrm>
                </p:grpSpPr>
                <p:grpSp>
                  <p:nvGrpSpPr>
                    <p:cNvPr id="159318" name="组合 159317"/>
                    <p:cNvGrpSpPr/>
                    <p:nvPr/>
                  </p:nvGrpSpPr>
                  <p:grpSpPr>
                    <a:xfrm>
                      <a:off x="2016" y="2880"/>
                      <a:ext cx="960" cy="144"/>
                      <a:chOff x="336" y="2832"/>
                      <a:chExt cx="4992" cy="630"/>
                    </a:xfrm>
                  </p:grpSpPr>
                  <p:grpSp>
                    <p:nvGrpSpPr>
                      <p:cNvPr id="159319" name="组合 159318"/>
                      <p:cNvGrpSpPr/>
                      <p:nvPr/>
                    </p:nvGrpSpPr>
                    <p:grpSpPr>
                      <a:xfrm>
                        <a:off x="336" y="2832"/>
                        <a:ext cx="2496" cy="630"/>
                        <a:chOff x="1056" y="816"/>
                        <a:chExt cx="2496" cy="630"/>
                      </a:xfrm>
                    </p:grpSpPr>
                    <p:sp>
                      <p:nvSpPr>
                        <p:cNvPr id="159320" name="任意多边形 15931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321" name="组合 159320"/>
                        <p:cNvGrpSpPr/>
                        <p:nvPr/>
                      </p:nvGrpSpPr>
                      <p:grpSpPr>
                        <a:xfrm>
                          <a:off x="1056" y="816"/>
                          <a:ext cx="2016" cy="630"/>
                          <a:chOff x="1824" y="1968"/>
                          <a:chExt cx="685" cy="918"/>
                        </a:xfrm>
                      </p:grpSpPr>
                      <p:grpSp>
                        <p:nvGrpSpPr>
                          <p:cNvPr id="159322" name="组合 159321"/>
                          <p:cNvGrpSpPr/>
                          <p:nvPr/>
                        </p:nvGrpSpPr>
                        <p:grpSpPr>
                          <a:xfrm>
                            <a:off x="1824" y="1968"/>
                            <a:ext cx="343" cy="918"/>
                            <a:chOff x="2880" y="2112"/>
                            <a:chExt cx="2304" cy="2016"/>
                          </a:xfrm>
                        </p:grpSpPr>
                        <p:sp>
                          <p:nvSpPr>
                            <p:cNvPr id="159323" name="任意多边形 15932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24" name="任意多边形 15932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325" name="组合 159324"/>
                          <p:cNvGrpSpPr/>
                          <p:nvPr/>
                        </p:nvGrpSpPr>
                        <p:grpSpPr>
                          <a:xfrm>
                            <a:off x="2167" y="1968"/>
                            <a:ext cx="342" cy="918"/>
                            <a:chOff x="2880" y="2112"/>
                            <a:chExt cx="2304" cy="2016"/>
                          </a:xfrm>
                        </p:grpSpPr>
                        <p:sp>
                          <p:nvSpPr>
                            <p:cNvPr id="159326" name="任意多边形 15932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27" name="任意多边形 15932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328" name="组合 159327"/>
                      <p:cNvGrpSpPr/>
                      <p:nvPr/>
                    </p:nvGrpSpPr>
                    <p:grpSpPr>
                      <a:xfrm flipV="1">
                        <a:off x="2832" y="2832"/>
                        <a:ext cx="2496" cy="630"/>
                        <a:chOff x="1056" y="816"/>
                        <a:chExt cx="2496" cy="630"/>
                      </a:xfrm>
                    </p:grpSpPr>
                    <p:sp>
                      <p:nvSpPr>
                        <p:cNvPr id="159329" name="任意多边形 15932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330" name="组合 159329"/>
                        <p:cNvGrpSpPr/>
                        <p:nvPr/>
                      </p:nvGrpSpPr>
                      <p:grpSpPr>
                        <a:xfrm>
                          <a:off x="1056" y="816"/>
                          <a:ext cx="2016" cy="630"/>
                          <a:chOff x="1824" y="1968"/>
                          <a:chExt cx="685" cy="918"/>
                        </a:xfrm>
                      </p:grpSpPr>
                      <p:grpSp>
                        <p:nvGrpSpPr>
                          <p:cNvPr id="159331" name="组合 159330"/>
                          <p:cNvGrpSpPr/>
                          <p:nvPr/>
                        </p:nvGrpSpPr>
                        <p:grpSpPr>
                          <a:xfrm>
                            <a:off x="1824" y="1968"/>
                            <a:ext cx="343" cy="918"/>
                            <a:chOff x="2880" y="2112"/>
                            <a:chExt cx="2304" cy="2016"/>
                          </a:xfrm>
                        </p:grpSpPr>
                        <p:sp>
                          <p:nvSpPr>
                            <p:cNvPr id="159332" name="任意多边形 15933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33" name="任意多边形 15933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334" name="组合 159333"/>
                          <p:cNvGrpSpPr/>
                          <p:nvPr/>
                        </p:nvGrpSpPr>
                        <p:grpSpPr>
                          <a:xfrm>
                            <a:off x="2167" y="1968"/>
                            <a:ext cx="342" cy="918"/>
                            <a:chOff x="2880" y="2112"/>
                            <a:chExt cx="2304" cy="2016"/>
                          </a:xfrm>
                        </p:grpSpPr>
                        <p:sp>
                          <p:nvSpPr>
                            <p:cNvPr id="159335" name="任意多边形 15933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36" name="任意多边形 15933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337" name="直接连接符 15933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338" name="组合 159337"/>
                  <p:cNvGrpSpPr/>
                  <p:nvPr/>
                </p:nvGrpSpPr>
                <p:grpSpPr>
                  <a:xfrm>
                    <a:off x="912" y="3072"/>
                    <a:ext cx="1104" cy="144"/>
                    <a:chOff x="1872" y="2880"/>
                    <a:chExt cx="1104" cy="144"/>
                  </a:xfrm>
                </p:grpSpPr>
                <p:grpSp>
                  <p:nvGrpSpPr>
                    <p:cNvPr id="159339" name="组合 159338"/>
                    <p:cNvGrpSpPr/>
                    <p:nvPr/>
                  </p:nvGrpSpPr>
                  <p:grpSpPr>
                    <a:xfrm>
                      <a:off x="2016" y="2880"/>
                      <a:ext cx="960" cy="144"/>
                      <a:chOff x="336" y="2832"/>
                      <a:chExt cx="4992" cy="630"/>
                    </a:xfrm>
                  </p:grpSpPr>
                  <p:grpSp>
                    <p:nvGrpSpPr>
                      <p:cNvPr id="159340" name="组合 159339"/>
                      <p:cNvGrpSpPr/>
                      <p:nvPr/>
                    </p:nvGrpSpPr>
                    <p:grpSpPr>
                      <a:xfrm>
                        <a:off x="336" y="2832"/>
                        <a:ext cx="2496" cy="630"/>
                        <a:chOff x="1056" y="816"/>
                        <a:chExt cx="2496" cy="630"/>
                      </a:xfrm>
                    </p:grpSpPr>
                    <p:sp>
                      <p:nvSpPr>
                        <p:cNvPr id="159341" name="任意多边形 15934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342" name="组合 159341"/>
                        <p:cNvGrpSpPr/>
                        <p:nvPr/>
                      </p:nvGrpSpPr>
                      <p:grpSpPr>
                        <a:xfrm>
                          <a:off x="1056" y="816"/>
                          <a:ext cx="2016" cy="630"/>
                          <a:chOff x="1824" y="1968"/>
                          <a:chExt cx="685" cy="918"/>
                        </a:xfrm>
                      </p:grpSpPr>
                      <p:grpSp>
                        <p:nvGrpSpPr>
                          <p:cNvPr id="159343" name="组合 159342"/>
                          <p:cNvGrpSpPr/>
                          <p:nvPr/>
                        </p:nvGrpSpPr>
                        <p:grpSpPr>
                          <a:xfrm>
                            <a:off x="1824" y="1968"/>
                            <a:ext cx="343" cy="918"/>
                            <a:chOff x="2880" y="2112"/>
                            <a:chExt cx="2304" cy="2016"/>
                          </a:xfrm>
                        </p:grpSpPr>
                        <p:sp>
                          <p:nvSpPr>
                            <p:cNvPr id="159344" name="任意多边形 15934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45" name="任意多边形 15934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346" name="组合 159345"/>
                          <p:cNvGrpSpPr/>
                          <p:nvPr/>
                        </p:nvGrpSpPr>
                        <p:grpSpPr>
                          <a:xfrm>
                            <a:off x="2167" y="1968"/>
                            <a:ext cx="342" cy="918"/>
                            <a:chOff x="2880" y="2112"/>
                            <a:chExt cx="2304" cy="2016"/>
                          </a:xfrm>
                        </p:grpSpPr>
                        <p:sp>
                          <p:nvSpPr>
                            <p:cNvPr id="159347" name="任意多边形 15934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48" name="任意多边形 15934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349" name="组合 159348"/>
                      <p:cNvGrpSpPr/>
                      <p:nvPr/>
                    </p:nvGrpSpPr>
                    <p:grpSpPr>
                      <a:xfrm flipV="1">
                        <a:off x="2832" y="2832"/>
                        <a:ext cx="2496" cy="630"/>
                        <a:chOff x="1056" y="816"/>
                        <a:chExt cx="2496" cy="630"/>
                      </a:xfrm>
                    </p:grpSpPr>
                    <p:sp>
                      <p:nvSpPr>
                        <p:cNvPr id="159350" name="任意多边形 15934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351" name="组合 159350"/>
                        <p:cNvGrpSpPr/>
                        <p:nvPr/>
                      </p:nvGrpSpPr>
                      <p:grpSpPr>
                        <a:xfrm>
                          <a:off x="1056" y="816"/>
                          <a:ext cx="2016" cy="630"/>
                          <a:chOff x="1824" y="1968"/>
                          <a:chExt cx="685" cy="918"/>
                        </a:xfrm>
                      </p:grpSpPr>
                      <p:grpSp>
                        <p:nvGrpSpPr>
                          <p:cNvPr id="159352" name="组合 159351"/>
                          <p:cNvGrpSpPr/>
                          <p:nvPr/>
                        </p:nvGrpSpPr>
                        <p:grpSpPr>
                          <a:xfrm>
                            <a:off x="1824" y="1968"/>
                            <a:ext cx="343" cy="918"/>
                            <a:chOff x="2880" y="2112"/>
                            <a:chExt cx="2304" cy="2016"/>
                          </a:xfrm>
                        </p:grpSpPr>
                        <p:sp>
                          <p:nvSpPr>
                            <p:cNvPr id="159353" name="任意多边形 15935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54" name="任意多边形 15935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355" name="组合 159354"/>
                          <p:cNvGrpSpPr/>
                          <p:nvPr/>
                        </p:nvGrpSpPr>
                        <p:grpSpPr>
                          <a:xfrm>
                            <a:off x="2167" y="1968"/>
                            <a:ext cx="342" cy="918"/>
                            <a:chOff x="2880" y="2112"/>
                            <a:chExt cx="2304" cy="2016"/>
                          </a:xfrm>
                        </p:grpSpPr>
                        <p:sp>
                          <p:nvSpPr>
                            <p:cNvPr id="159356" name="任意多边形 15935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57" name="任意多边形 15935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358" name="直接连接符 15935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9359" name="组合 159358"/>
                <p:cNvGrpSpPr/>
                <p:nvPr/>
              </p:nvGrpSpPr>
              <p:grpSpPr>
                <a:xfrm flipH="1">
                  <a:off x="2352" y="3024"/>
                  <a:ext cx="1104" cy="288"/>
                  <a:chOff x="912" y="2928"/>
                  <a:chExt cx="1104" cy="288"/>
                </a:xfrm>
              </p:grpSpPr>
              <p:grpSp>
                <p:nvGrpSpPr>
                  <p:cNvPr id="159360" name="组合 159359"/>
                  <p:cNvGrpSpPr/>
                  <p:nvPr/>
                </p:nvGrpSpPr>
                <p:grpSpPr>
                  <a:xfrm>
                    <a:off x="912" y="2928"/>
                    <a:ext cx="1104" cy="144"/>
                    <a:chOff x="1872" y="2880"/>
                    <a:chExt cx="1104" cy="144"/>
                  </a:xfrm>
                </p:grpSpPr>
                <p:grpSp>
                  <p:nvGrpSpPr>
                    <p:cNvPr id="159361" name="组合 159360"/>
                    <p:cNvGrpSpPr/>
                    <p:nvPr/>
                  </p:nvGrpSpPr>
                  <p:grpSpPr>
                    <a:xfrm>
                      <a:off x="2016" y="2880"/>
                      <a:ext cx="960" cy="144"/>
                      <a:chOff x="336" y="2832"/>
                      <a:chExt cx="4992" cy="630"/>
                    </a:xfrm>
                  </p:grpSpPr>
                  <p:grpSp>
                    <p:nvGrpSpPr>
                      <p:cNvPr id="159362" name="组合 159361"/>
                      <p:cNvGrpSpPr/>
                      <p:nvPr/>
                    </p:nvGrpSpPr>
                    <p:grpSpPr>
                      <a:xfrm>
                        <a:off x="336" y="2832"/>
                        <a:ext cx="2496" cy="630"/>
                        <a:chOff x="1056" y="816"/>
                        <a:chExt cx="2496" cy="630"/>
                      </a:xfrm>
                    </p:grpSpPr>
                    <p:sp>
                      <p:nvSpPr>
                        <p:cNvPr id="159363" name="任意多边形 15936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364" name="组合 159363"/>
                        <p:cNvGrpSpPr/>
                        <p:nvPr/>
                      </p:nvGrpSpPr>
                      <p:grpSpPr>
                        <a:xfrm>
                          <a:off x="1056" y="816"/>
                          <a:ext cx="2016" cy="630"/>
                          <a:chOff x="1824" y="1968"/>
                          <a:chExt cx="685" cy="918"/>
                        </a:xfrm>
                      </p:grpSpPr>
                      <p:grpSp>
                        <p:nvGrpSpPr>
                          <p:cNvPr id="159365" name="组合 159364"/>
                          <p:cNvGrpSpPr/>
                          <p:nvPr/>
                        </p:nvGrpSpPr>
                        <p:grpSpPr>
                          <a:xfrm>
                            <a:off x="1824" y="1968"/>
                            <a:ext cx="343" cy="918"/>
                            <a:chOff x="2880" y="2112"/>
                            <a:chExt cx="2304" cy="2016"/>
                          </a:xfrm>
                        </p:grpSpPr>
                        <p:sp>
                          <p:nvSpPr>
                            <p:cNvPr id="159366" name="任意多边形 15936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67" name="任意多边形 15936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368" name="组合 159367"/>
                          <p:cNvGrpSpPr/>
                          <p:nvPr/>
                        </p:nvGrpSpPr>
                        <p:grpSpPr>
                          <a:xfrm>
                            <a:off x="2167" y="1968"/>
                            <a:ext cx="342" cy="918"/>
                            <a:chOff x="2880" y="2112"/>
                            <a:chExt cx="2304" cy="2016"/>
                          </a:xfrm>
                        </p:grpSpPr>
                        <p:sp>
                          <p:nvSpPr>
                            <p:cNvPr id="159369" name="任意多边形 15936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70" name="任意多边形 15936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371" name="组合 159370"/>
                      <p:cNvGrpSpPr/>
                      <p:nvPr/>
                    </p:nvGrpSpPr>
                    <p:grpSpPr>
                      <a:xfrm flipV="1">
                        <a:off x="2832" y="2832"/>
                        <a:ext cx="2496" cy="630"/>
                        <a:chOff x="1056" y="816"/>
                        <a:chExt cx="2496" cy="630"/>
                      </a:xfrm>
                    </p:grpSpPr>
                    <p:sp>
                      <p:nvSpPr>
                        <p:cNvPr id="159372" name="任意多边形 15937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373" name="组合 159372"/>
                        <p:cNvGrpSpPr/>
                        <p:nvPr/>
                      </p:nvGrpSpPr>
                      <p:grpSpPr>
                        <a:xfrm>
                          <a:off x="1056" y="816"/>
                          <a:ext cx="2016" cy="630"/>
                          <a:chOff x="1824" y="1968"/>
                          <a:chExt cx="685" cy="918"/>
                        </a:xfrm>
                      </p:grpSpPr>
                      <p:grpSp>
                        <p:nvGrpSpPr>
                          <p:cNvPr id="159374" name="组合 159373"/>
                          <p:cNvGrpSpPr/>
                          <p:nvPr/>
                        </p:nvGrpSpPr>
                        <p:grpSpPr>
                          <a:xfrm>
                            <a:off x="1824" y="1968"/>
                            <a:ext cx="343" cy="918"/>
                            <a:chOff x="2880" y="2112"/>
                            <a:chExt cx="2304" cy="2016"/>
                          </a:xfrm>
                        </p:grpSpPr>
                        <p:sp>
                          <p:nvSpPr>
                            <p:cNvPr id="159375" name="任意多边形 15937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76" name="任意多边形 15937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377" name="组合 159376"/>
                          <p:cNvGrpSpPr/>
                          <p:nvPr/>
                        </p:nvGrpSpPr>
                        <p:grpSpPr>
                          <a:xfrm>
                            <a:off x="2167" y="1968"/>
                            <a:ext cx="342" cy="918"/>
                            <a:chOff x="2880" y="2112"/>
                            <a:chExt cx="2304" cy="2016"/>
                          </a:xfrm>
                        </p:grpSpPr>
                        <p:sp>
                          <p:nvSpPr>
                            <p:cNvPr id="159378" name="任意多边形 15937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79" name="任意多边形 15937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380" name="直接连接符 15937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381" name="组合 159380"/>
                  <p:cNvGrpSpPr/>
                  <p:nvPr/>
                </p:nvGrpSpPr>
                <p:grpSpPr>
                  <a:xfrm>
                    <a:off x="912" y="3072"/>
                    <a:ext cx="1104" cy="144"/>
                    <a:chOff x="1872" y="2880"/>
                    <a:chExt cx="1104" cy="144"/>
                  </a:xfrm>
                </p:grpSpPr>
                <p:grpSp>
                  <p:nvGrpSpPr>
                    <p:cNvPr id="159382" name="组合 159381"/>
                    <p:cNvGrpSpPr/>
                    <p:nvPr/>
                  </p:nvGrpSpPr>
                  <p:grpSpPr>
                    <a:xfrm>
                      <a:off x="2016" y="2880"/>
                      <a:ext cx="960" cy="144"/>
                      <a:chOff x="336" y="2832"/>
                      <a:chExt cx="4992" cy="630"/>
                    </a:xfrm>
                  </p:grpSpPr>
                  <p:grpSp>
                    <p:nvGrpSpPr>
                      <p:cNvPr id="159383" name="组合 159382"/>
                      <p:cNvGrpSpPr/>
                      <p:nvPr/>
                    </p:nvGrpSpPr>
                    <p:grpSpPr>
                      <a:xfrm>
                        <a:off x="336" y="2832"/>
                        <a:ext cx="2496" cy="630"/>
                        <a:chOff x="1056" y="816"/>
                        <a:chExt cx="2496" cy="630"/>
                      </a:xfrm>
                    </p:grpSpPr>
                    <p:sp>
                      <p:nvSpPr>
                        <p:cNvPr id="159384" name="任意多边形 15938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385" name="组合 159384"/>
                        <p:cNvGrpSpPr/>
                        <p:nvPr/>
                      </p:nvGrpSpPr>
                      <p:grpSpPr>
                        <a:xfrm>
                          <a:off x="1056" y="816"/>
                          <a:ext cx="2016" cy="630"/>
                          <a:chOff x="1824" y="1968"/>
                          <a:chExt cx="685" cy="918"/>
                        </a:xfrm>
                      </p:grpSpPr>
                      <p:grpSp>
                        <p:nvGrpSpPr>
                          <p:cNvPr id="159386" name="组合 159385"/>
                          <p:cNvGrpSpPr/>
                          <p:nvPr/>
                        </p:nvGrpSpPr>
                        <p:grpSpPr>
                          <a:xfrm>
                            <a:off x="1824" y="1968"/>
                            <a:ext cx="343" cy="918"/>
                            <a:chOff x="2880" y="2112"/>
                            <a:chExt cx="2304" cy="2016"/>
                          </a:xfrm>
                        </p:grpSpPr>
                        <p:sp>
                          <p:nvSpPr>
                            <p:cNvPr id="159387" name="任意多边形 15938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88" name="任意多边形 15938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389" name="组合 159388"/>
                          <p:cNvGrpSpPr/>
                          <p:nvPr/>
                        </p:nvGrpSpPr>
                        <p:grpSpPr>
                          <a:xfrm>
                            <a:off x="2167" y="1968"/>
                            <a:ext cx="342" cy="918"/>
                            <a:chOff x="2880" y="2112"/>
                            <a:chExt cx="2304" cy="2016"/>
                          </a:xfrm>
                        </p:grpSpPr>
                        <p:sp>
                          <p:nvSpPr>
                            <p:cNvPr id="159390" name="任意多边形 15938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91" name="任意多边形 15939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392" name="组合 159391"/>
                      <p:cNvGrpSpPr/>
                      <p:nvPr/>
                    </p:nvGrpSpPr>
                    <p:grpSpPr>
                      <a:xfrm flipV="1">
                        <a:off x="2832" y="2832"/>
                        <a:ext cx="2496" cy="630"/>
                        <a:chOff x="1056" y="816"/>
                        <a:chExt cx="2496" cy="630"/>
                      </a:xfrm>
                    </p:grpSpPr>
                    <p:sp>
                      <p:nvSpPr>
                        <p:cNvPr id="159393" name="任意多边形 15939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394" name="组合 159393"/>
                        <p:cNvGrpSpPr/>
                        <p:nvPr/>
                      </p:nvGrpSpPr>
                      <p:grpSpPr>
                        <a:xfrm>
                          <a:off x="1056" y="816"/>
                          <a:ext cx="2016" cy="630"/>
                          <a:chOff x="1824" y="1968"/>
                          <a:chExt cx="685" cy="918"/>
                        </a:xfrm>
                      </p:grpSpPr>
                      <p:grpSp>
                        <p:nvGrpSpPr>
                          <p:cNvPr id="159395" name="组合 159394"/>
                          <p:cNvGrpSpPr/>
                          <p:nvPr/>
                        </p:nvGrpSpPr>
                        <p:grpSpPr>
                          <a:xfrm>
                            <a:off x="1824" y="1968"/>
                            <a:ext cx="343" cy="918"/>
                            <a:chOff x="2880" y="2112"/>
                            <a:chExt cx="2304" cy="2016"/>
                          </a:xfrm>
                        </p:grpSpPr>
                        <p:sp>
                          <p:nvSpPr>
                            <p:cNvPr id="159396" name="任意多边形 15939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397" name="任意多边形 15939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398" name="组合 159397"/>
                          <p:cNvGrpSpPr/>
                          <p:nvPr/>
                        </p:nvGrpSpPr>
                        <p:grpSpPr>
                          <a:xfrm>
                            <a:off x="2167" y="1968"/>
                            <a:ext cx="342" cy="918"/>
                            <a:chOff x="2880" y="2112"/>
                            <a:chExt cx="2304" cy="2016"/>
                          </a:xfrm>
                        </p:grpSpPr>
                        <p:sp>
                          <p:nvSpPr>
                            <p:cNvPr id="159399" name="任意多边形 15939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00" name="任意多边形 15939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401" name="直接连接符 15940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grpSp>
        <p:nvGrpSpPr>
          <p:cNvPr id="159402" name="组合 159401"/>
          <p:cNvGrpSpPr/>
          <p:nvPr/>
        </p:nvGrpSpPr>
        <p:grpSpPr>
          <a:xfrm>
            <a:off x="8717915" y="4103053"/>
            <a:ext cx="1752600" cy="914400"/>
            <a:chOff x="2352" y="3024"/>
            <a:chExt cx="1104" cy="576"/>
          </a:xfrm>
        </p:grpSpPr>
        <p:grpSp>
          <p:nvGrpSpPr>
            <p:cNvPr id="159403" name="组合 159402"/>
            <p:cNvGrpSpPr/>
            <p:nvPr/>
          </p:nvGrpSpPr>
          <p:grpSpPr>
            <a:xfrm flipH="1">
              <a:off x="2352" y="3312"/>
              <a:ext cx="1104" cy="288"/>
              <a:chOff x="912" y="2928"/>
              <a:chExt cx="1104" cy="288"/>
            </a:xfrm>
          </p:grpSpPr>
          <p:grpSp>
            <p:nvGrpSpPr>
              <p:cNvPr id="159404" name="组合 159403"/>
              <p:cNvGrpSpPr/>
              <p:nvPr/>
            </p:nvGrpSpPr>
            <p:grpSpPr>
              <a:xfrm>
                <a:off x="912" y="2928"/>
                <a:ext cx="1104" cy="144"/>
                <a:chOff x="1872" y="2880"/>
                <a:chExt cx="1104" cy="144"/>
              </a:xfrm>
            </p:grpSpPr>
            <p:grpSp>
              <p:nvGrpSpPr>
                <p:cNvPr id="159405" name="组合 159404"/>
                <p:cNvGrpSpPr/>
                <p:nvPr/>
              </p:nvGrpSpPr>
              <p:grpSpPr>
                <a:xfrm>
                  <a:off x="2016" y="2880"/>
                  <a:ext cx="960" cy="144"/>
                  <a:chOff x="336" y="2832"/>
                  <a:chExt cx="4992" cy="630"/>
                </a:xfrm>
              </p:grpSpPr>
              <p:grpSp>
                <p:nvGrpSpPr>
                  <p:cNvPr id="159406" name="组合 159405"/>
                  <p:cNvGrpSpPr/>
                  <p:nvPr/>
                </p:nvGrpSpPr>
                <p:grpSpPr>
                  <a:xfrm>
                    <a:off x="336" y="2832"/>
                    <a:ext cx="2496" cy="630"/>
                    <a:chOff x="1056" y="816"/>
                    <a:chExt cx="2496" cy="630"/>
                  </a:xfrm>
                </p:grpSpPr>
                <p:sp>
                  <p:nvSpPr>
                    <p:cNvPr id="159407" name="任意多边形 15940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408" name="组合 159407"/>
                    <p:cNvGrpSpPr/>
                    <p:nvPr/>
                  </p:nvGrpSpPr>
                  <p:grpSpPr>
                    <a:xfrm>
                      <a:off x="1056" y="816"/>
                      <a:ext cx="2016" cy="630"/>
                      <a:chOff x="1824" y="1968"/>
                      <a:chExt cx="685" cy="918"/>
                    </a:xfrm>
                  </p:grpSpPr>
                  <p:grpSp>
                    <p:nvGrpSpPr>
                      <p:cNvPr id="159409" name="组合 159408"/>
                      <p:cNvGrpSpPr/>
                      <p:nvPr/>
                    </p:nvGrpSpPr>
                    <p:grpSpPr>
                      <a:xfrm>
                        <a:off x="1824" y="1968"/>
                        <a:ext cx="343" cy="918"/>
                        <a:chOff x="2880" y="2112"/>
                        <a:chExt cx="2304" cy="2016"/>
                      </a:xfrm>
                    </p:grpSpPr>
                    <p:sp>
                      <p:nvSpPr>
                        <p:cNvPr id="159410" name="任意多边形 15940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11" name="任意多边形 15941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412" name="组合 159411"/>
                      <p:cNvGrpSpPr/>
                      <p:nvPr/>
                    </p:nvGrpSpPr>
                    <p:grpSpPr>
                      <a:xfrm>
                        <a:off x="2167" y="1968"/>
                        <a:ext cx="342" cy="918"/>
                        <a:chOff x="2880" y="2112"/>
                        <a:chExt cx="2304" cy="2016"/>
                      </a:xfrm>
                    </p:grpSpPr>
                    <p:sp>
                      <p:nvSpPr>
                        <p:cNvPr id="159413" name="任意多边形 15941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14" name="任意多边形 15941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415" name="组合 159414"/>
                  <p:cNvGrpSpPr/>
                  <p:nvPr/>
                </p:nvGrpSpPr>
                <p:grpSpPr>
                  <a:xfrm flipV="1">
                    <a:off x="2832" y="2832"/>
                    <a:ext cx="2496" cy="630"/>
                    <a:chOff x="1056" y="816"/>
                    <a:chExt cx="2496" cy="630"/>
                  </a:xfrm>
                </p:grpSpPr>
                <p:sp>
                  <p:nvSpPr>
                    <p:cNvPr id="159416" name="任意多边形 15941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417" name="组合 159416"/>
                    <p:cNvGrpSpPr/>
                    <p:nvPr/>
                  </p:nvGrpSpPr>
                  <p:grpSpPr>
                    <a:xfrm>
                      <a:off x="1056" y="816"/>
                      <a:ext cx="2016" cy="630"/>
                      <a:chOff x="1824" y="1968"/>
                      <a:chExt cx="685" cy="918"/>
                    </a:xfrm>
                  </p:grpSpPr>
                  <p:grpSp>
                    <p:nvGrpSpPr>
                      <p:cNvPr id="159418" name="组合 159417"/>
                      <p:cNvGrpSpPr/>
                      <p:nvPr/>
                    </p:nvGrpSpPr>
                    <p:grpSpPr>
                      <a:xfrm>
                        <a:off x="1824" y="1968"/>
                        <a:ext cx="343" cy="918"/>
                        <a:chOff x="2880" y="2112"/>
                        <a:chExt cx="2304" cy="2016"/>
                      </a:xfrm>
                    </p:grpSpPr>
                    <p:sp>
                      <p:nvSpPr>
                        <p:cNvPr id="159419" name="任意多边形 15941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20" name="任意多边形 15941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421" name="组合 159420"/>
                      <p:cNvGrpSpPr/>
                      <p:nvPr/>
                    </p:nvGrpSpPr>
                    <p:grpSpPr>
                      <a:xfrm>
                        <a:off x="2167" y="1968"/>
                        <a:ext cx="342" cy="918"/>
                        <a:chOff x="2880" y="2112"/>
                        <a:chExt cx="2304" cy="2016"/>
                      </a:xfrm>
                    </p:grpSpPr>
                    <p:sp>
                      <p:nvSpPr>
                        <p:cNvPr id="159422" name="任意多边形 15942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23" name="任意多边形 15942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424" name="直接连接符 15942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425" name="组合 159424"/>
              <p:cNvGrpSpPr/>
              <p:nvPr/>
            </p:nvGrpSpPr>
            <p:grpSpPr>
              <a:xfrm>
                <a:off x="912" y="3072"/>
                <a:ext cx="1104" cy="144"/>
                <a:chOff x="1872" y="2880"/>
                <a:chExt cx="1104" cy="144"/>
              </a:xfrm>
            </p:grpSpPr>
            <p:grpSp>
              <p:nvGrpSpPr>
                <p:cNvPr id="159426" name="组合 159425"/>
                <p:cNvGrpSpPr/>
                <p:nvPr/>
              </p:nvGrpSpPr>
              <p:grpSpPr>
                <a:xfrm>
                  <a:off x="2016" y="2880"/>
                  <a:ext cx="960" cy="144"/>
                  <a:chOff x="336" y="2832"/>
                  <a:chExt cx="4992" cy="630"/>
                </a:xfrm>
              </p:grpSpPr>
              <p:grpSp>
                <p:nvGrpSpPr>
                  <p:cNvPr id="159427" name="组合 159426"/>
                  <p:cNvGrpSpPr/>
                  <p:nvPr/>
                </p:nvGrpSpPr>
                <p:grpSpPr>
                  <a:xfrm>
                    <a:off x="336" y="2832"/>
                    <a:ext cx="2496" cy="630"/>
                    <a:chOff x="1056" y="816"/>
                    <a:chExt cx="2496" cy="630"/>
                  </a:xfrm>
                </p:grpSpPr>
                <p:sp>
                  <p:nvSpPr>
                    <p:cNvPr id="159428" name="任意多边形 15942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429" name="组合 159428"/>
                    <p:cNvGrpSpPr/>
                    <p:nvPr/>
                  </p:nvGrpSpPr>
                  <p:grpSpPr>
                    <a:xfrm>
                      <a:off x="1056" y="816"/>
                      <a:ext cx="2016" cy="630"/>
                      <a:chOff x="1824" y="1968"/>
                      <a:chExt cx="685" cy="918"/>
                    </a:xfrm>
                  </p:grpSpPr>
                  <p:grpSp>
                    <p:nvGrpSpPr>
                      <p:cNvPr id="159430" name="组合 159429"/>
                      <p:cNvGrpSpPr/>
                      <p:nvPr/>
                    </p:nvGrpSpPr>
                    <p:grpSpPr>
                      <a:xfrm>
                        <a:off x="1824" y="1968"/>
                        <a:ext cx="343" cy="918"/>
                        <a:chOff x="2880" y="2112"/>
                        <a:chExt cx="2304" cy="2016"/>
                      </a:xfrm>
                    </p:grpSpPr>
                    <p:sp>
                      <p:nvSpPr>
                        <p:cNvPr id="159431" name="任意多边形 15943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32" name="任意多边形 15943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433" name="组合 159432"/>
                      <p:cNvGrpSpPr/>
                      <p:nvPr/>
                    </p:nvGrpSpPr>
                    <p:grpSpPr>
                      <a:xfrm>
                        <a:off x="2167" y="1968"/>
                        <a:ext cx="342" cy="918"/>
                        <a:chOff x="2880" y="2112"/>
                        <a:chExt cx="2304" cy="2016"/>
                      </a:xfrm>
                    </p:grpSpPr>
                    <p:sp>
                      <p:nvSpPr>
                        <p:cNvPr id="159434" name="任意多边形 15943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35" name="任意多边形 15943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436" name="组合 159435"/>
                  <p:cNvGrpSpPr/>
                  <p:nvPr/>
                </p:nvGrpSpPr>
                <p:grpSpPr>
                  <a:xfrm flipV="1">
                    <a:off x="2832" y="2832"/>
                    <a:ext cx="2496" cy="630"/>
                    <a:chOff x="1056" y="816"/>
                    <a:chExt cx="2496" cy="630"/>
                  </a:xfrm>
                </p:grpSpPr>
                <p:sp>
                  <p:nvSpPr>
                    <p:cNvPr id="159437" name="任意多边形 15943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438" name="组合 159437"/>
                    <p:cNvGrpSpPr/>
                    <p:nvPr/>
                  </p:nvGrpSpPr>
                  <p:grpSpPr>
                    <a:xfrm>
                      <a:off x="1056" y="816"/>
                      <a:ext cx="2016" cy="630"/>
                      <a:chOff x="1824" y="1968"/>
                      <a:chExt cx="685" cy="918"/>
                    </a:xfrm>
                  </p:grpSpPr>
                  <p:grpSp>
                    <p:nvGrpSpPr>
                      <p:cNvPr id="159439" name="组合 159438"/>
                      <p:cNvGrpSpPr/>
                      <p:nvPr/>
                    </p:nvGrpSpPr>
                    <p:grpSpPr>
                      <a:xfrm>
                        <a:off x="1824" y="1968"/>
                        <a:ext cx="343" cy="918"/>
                        <a:chOff x="2880" y="2112"/>
                        <a:chExt cx="2304" cy="2016"/>
                      </a:xfrm>
                    </p:grpSpPr>
                    <p:sp>
                      <p:nvSpPr>
                        <p:cNvPr id="159440" name="任意多边形 15943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41" name="任意多边形 15944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442" name="组合 159441"/>
                      <p:cNvGrpSpPr/>
                      <p:nvPr/>
                    </p:nvGrpSpPr>
                    <p:grpSpPr>
                      <a:xfrm>
                        <a:off x="2167" y="1968"/>
                        <a:ext cx="342" cy="918"/>
                        <a:chOff x="2880" y="2112"/>
                        <a:chExt cx="2304" cy="2016"/>
                      </a:xfrm>
                    </p:grpSpPr>
                    <p:sp>
                      <p:nvSpPr>
                        <p:cNvPr id="159443" name="任意多边形 15944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44" name="任意多边形 15944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445" name="直接连接符 15944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9446" name="组合 159445"/>
            <p:cNvGrpSpPr/>
            <p:nvPr/>
          </p:nvGrpSpPr>
          <p:grpSpPr>
            <a:xfrm flipH="1">
              <a:off x="2352" y="3024"/>
              <a:ext cx="1104" cy="288"/>
              <a:chOff x="912" y="2928"/>
              <a:chExt cx="1104" cy="288"/>
            </a:xfrm>
          </p:grpSpPr>
          <p:grpSp>
            <p:nvGrpSpPr>
              <p:cNvPr id="159447" name="组合 159446"/>
              <p:cNvGrpSpPr/>
              <p:nvPr/>
            </p:nvGrpSpPr>
            <p:grpSpPr>
              <a:xfrm>
                <a:off x="912" y="2928"/>
                <a:ext cx="1104" cy="144"/>
                <a:chOff x="1872" y="2880"/>
                <a:chExt cx="1104" cy="144"/>
              </a:xfrm>
            </p:grpSpPr>
            <p:grpSp>
              <p:nvGrpSpPr>
                <p:cNvPr id="159448" name="组合 159447"/>
                <p:cNvGrpSpPr/>
                <p:nvPr/>
              </p:nvGrpSpPr>
              <p:grpSpPr>
                <a:xfrm>
                  <a:off x="2016" y="2880"/>
                  <a:ext cx="960" cy="144"/>
                  <a:chOff x="336" y="2832"/>
                  <a:chExt cx="4992" cy="630"/>
                </a:xfrm>
              </p:grpSpPr>
              <p:grpSp>
                <p:nvGrpSpPr>
                  <p:cNvPr id="159449" name="组合 159448"/>
                  <p:cNvGrpSpPr/>
                  <p:nvPr/>
                </p:nvGrpSpPr>
                <p:grpSpPr>
                  <a:xfrm>
                    <a:off x="336" y="2832"/>
                    <a:ext cx="2496" cy="630"/>
                    <a:chOff x="1056" y="816"/>
                    <a:chExt cx="2496" cy="630"/>
                  </a:xfrm>
                </p:grpSpPr>
                <p:sp>
                  <p:nvSpPr>
                    <p:cNvPr id="159450" name="任意多边形 15944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451" name="组合 159450"/>
                    <p:cNvGrpSpPr/>
                    <p:nvPr/>
                  </p:nvGrpSpPr>
                  <p:grpSpPr>
                    <a:xfrm>
                      <a:off x="1056" y="816"/>
                      <a:ext cx="2016" cy="630"/>
                      <a:chOff x="1824" y="1968"/>
                      <a:chExt cx="685" cy="918"/>
                    </a:xfrm>
                  </p:grpSpPr>
                  <p:grpSp>
                    <p:nvGrpSpPr>
                      <p:cNvPr id="159452" name="组合 159451"/>
                      <p:cNvGrpSpPr/>
                      <p:nvPr/>
                    </p:nvGrpSpPr>
                    <p:grpSpPr>
                      <a:xfrm>
                        <a:off x="1824" y="1968"/>
                        <a:ext cx="343" cy="918"/>
                        <a:chOff x="2880" y="2112"/>
                        <a:chExt cx="2304" cy="2016"/>
                      </a:xfrm>
                    </p:grpSpPr>
                    <p:sp>
                      <p:nvSpPr>
                        <p:cNvPr id="159453" name="任意多边形 15945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54" name="任意多边形 15945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455" name="组合 159454"/>
                      <p:cNvGrpSpPr/>
                      <p:nvPr/>
                    </p:nvGrpSpPr>
                    <p:grpSpPr>
                      <a:xfrm>
                        <a:off x="2167" y="1968"/>
                        <a:ext cx="342" cy="918"/>
                        <a:chOff x="2880" y="2112"/>
                        <a:chExt cx="2304" cy="2016"/>
                      </a:xfrm>
                    </p:grpSpPr>
                    <p:sp>
                      <p:nvSpPr>
                        <p:cNvPr id="159456" name="任意多边形 15945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57" name="任意多边形 15945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458" name="组合 159457"/>
                  <p:cNvGrpSpPr/>
                  <p:nvPr/>
                </p:nvGrpSpPr>
                <p:grpSpPr>
                  <a:xfrm flipV="1">
                    <a:off x="2832" y="2832"/>
                    <a:ext cx="2496" cy="630"/>
                    <a:chOff x="1056" y="816"/>
                    <a:chExt cx="2496" cy="630"/>
                  </a:xfrm>
                </p:grpSpPr>
                <p:sp>
                  <p:nvSpPr>
                    <p:cNvPr id="159459" name="任意多边形 15945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460" name="组合 159459"/>
                    <p:cNvGrpSpPr/>
                    <p:nvPr/>
                  </p:nvGrpSpPr>
                  <p:grpSpPr>
                    <a:xfrm>
                      <a:off x="1056" y="816"/>
                      <a:ext cx="2016" cy="630"/>
                      <a:chOff x="1824" y="1968"/>
                      <a:chExt cx="685" cy="918"/>
                    </a:xfrm>
                  </p:grpSpPr>
                  <p:grpSp>
                    <p:nvGrpSpPr>
                      <p:cNvPr id="159461" name="组合 159460"/>
                      <p:cNvGrpSpPr/>
                      <p:nvPr/>
                    </p:nvGrpSpPr>
                    <p:grpSpPr>
                      <a:xfrm>
                        <a:off x="1824" y="1968"/>
                        <a:ext cx="343" cy="918"/>
                        <a:chOff x="2880" y="2112"/>
                        <a:chExt cx="2304" cy="2016"/>
                      </a:xfrm>
                    </p:grpSpPr>
                    <p:sp>
                      <p:nvSpPr>
                        <p:cNvPr id="159462" name="任意多边形 15946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63" name="任意多边形 15946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464" name="组合 159463"/>
                      <p:cNvGrpSpPr/>
                      <p:nvPr/>
                    </p:nvGrpSpPr>
                    <p:grpSpPr>
                      <a:xfrm>
                        <a:off x="2167" y="1968"/>
                        <a:ext cx="342" cy="918"/>
                        <a:chOff x="2880" y="2112"/>
                        <a:chExt cx="2304" cy="2016"/>
                      </a:xfrm>
                    </p:grpSpPr>
                    <p:sp>
                      <p:nvSpPr>
                        <p:cNvPr id="159465" name="任意多边形 15946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66" name="任意多边形 15946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467" name="直接连接符 15946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468" name="组合 159467"/>
              <p:cNvGrpSpPr/>
              <p:nvPr/>
            </p:nvGrpSpPr>
            <p:grpSpPr>
              <a:xfrm>
                <a:off x="912" y="3072"/>
                <a:ext cx="1104" cy="144"/>
                <a:chOff x="1872" y="2880"/>
                <a:chExt cx="1104" cy="144"/>
              </a:xfrm>
            </p:grpSpPr>
            <p:grpSp>
              <p:nvGrpSpPr>
                <p:cNvPr id="159469" name="组合 159468"/>
                <p:cNvGrpSpPr/>
                <p:nvPr/>
              </p:nvGrpSpPr>
              <p:grpSpPr>
                <a:xfrm>
                  <a:off x="2016" y="2880"/>
                  <a:ext cx="960" cy="144"/>
                  <a:chOff x="336" y="2832"/>
                  <a:chExt cx="4992" cy="630"/>
                </a:xfrm>
              </p:grpSpPr>
              <p:grpSp>
                <p:nvGrpSpPr>
                  <p:cNvPr id="159470" name="组合 159469"/>
                  <p:cNvGrpSpPr/>
                  <p:nvPr/>
                </p:nvGrpSpPr>
                <p:grpSpPr>
                  <a:xfrm>
                    <a:off x="336" y="2832"/>
                    <a:ext cx="2496" cy="630"/>
                    <a:chOff x="1056" y="816"/>
                    <a:chExt cx="2496" cy="630"/>
                  </a:xfrm>
                </p:grpSpPr>
                <p:sp>
                  <p:nvSpPr>
                    <p:cNvPr id="159471" name="任意多边形 15947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472" name="组合 159471"/>
                    <p:cNvGrpSpPr/>
                    <p:nvPr/>
                  </p:nvGrpSpPr>
                  <p:grpSpPr>
                    <a:xfrm>
                      <a:off x="1056" y="816"/>
                      <a:ext cx="2016" cy="630"/>
                      <a:chOff x="1824" y="1968"/>
                      <a:chExt cx="685" cy="918"/>
                    </a:xfrm>
                  </p:grpSpPr>
                  <p:grpSp>
                    <p:nvGrpSpPr>
                      <p:cNvPr id="159473" name="组合 159472"/>
                      <p:cNvGrpSpPr/>
                      <p:nvPr/>
                    </p:nvGrpSpPr>
                    <p:grpSpPr>
                      <a:xfrm>
                        <a:off x="1824" y="1968"/>
                        <a:ext cx="343" cy="918"/>
                        <a:chOff x="2880" y="2112"/>
                        <a:chExt cx="2304" cy="2016"/>
                      </a:xfrm>
                    </p:grpSpPr>
                    <p:sp>
                      <p:nvSpPr>
                        <p:cNvPr id="159474" name="任意多边形 15947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75" name="任意多边形 15947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476" name="组合 159475"/>
                      <p:cNvGrpSpPr/>
                      <p:nvPr/>
                    </p:nvGrpSpPr>
                    <p:grpSpPr>
                      <a:xfrm>
                        <a:off x="2167" y="1968"/>
                        <a:ext cx="342" cy="918"/>
                        <a:chOff x="2880" y="2112"/>
                        <a:chExt cx="2304" cy="2016"/>
                      </a:xfrm>
                    </p:grpSpPr>
                    <p:sp>
                      <p:nvSpPr>
                        <p:cNvPr id="159477" name="任意多边形 15947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78" name="任意多边形 15947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479" name="组合 159478"/>
                  <p:cNvGrpSpPr/>
                  <p:nvPr/>
                </p:nvGrpSpPr>
                <p:grpSpPr>
                  <a:xfrm flipV="1">
                    <a:off x="2832" y="2832"/>
                    <a:ext cx="2496" cy="630"/>
                    <a:chOff x="1056" y="816"/>
                    <a:chExt cx="2496" cy="630"/>
                  </a:xfrm>
                </p:grpSpPr>
                <p:sp>
                  <p:nvSpPr>
                    <p:cNvPr id="159480" name="任意多边形 15947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481" name="组合 159480"/>
                    <p:cNvGrpSpPr/>
                    <p:nvPr/>
                  </p:nvGrpSpPr>
                  <p:grpSpPr>
                    <a:xfrm>
                      <a:off x="1056" y="816"/>
                      <a:ext cx="2016" cy="630"/>
                      <a:chOff x="1824" y="1968"/>
                      <a:chExt cx="685" cy="918"/>
                    </a:xfrm>
                  </p:grpSpPr>
                  <p:grpSp>
                    <p:nvGrpSpPr>
                      <p:cNvPr id="159482" name="组合 159481"/>
                      <p:cNvGrpSpPr/>
                      <p:nvPr/>
                    </p:nvGrpSpPr>
                    <p:grpSpPr>
                      <a:xfrm>
                        <a:off x="1824" y="1968"/>
                        <a:ext cx="343" cy="918"/>
                        <a:chOff x="2880" y="2112"/>
                        <a:chExt cx="2304" cy="2016"/>
                      </a:xfrm>
                    </p:grpSpPr>
                    <p:sp>
                      <p:nvSpPr>
                        <p:cNvPr id="159483" name="任意多边形 15948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84" name="任意多边形 15948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485" name="组合 159484"/>
                      <p:cNvGrpSpPr/>
                      <p:nvPr/>
                    </p:nvGrpSpPr>
                    <p:grpSpPr>
                      <a:xfrm>
                        <a:off x="2167" y="1968"/>
                        <a:ext cx="342" cy="918"/>
                        <a:chOff x="2880" y="2112"/>
                        <a:chExt cx="2304" cy="2016"/>
                      </a:xfrm>
                    </p:grpSpPr>
                    <p:sp>
                      <p:nvSpPr>
                        <p:cNvPr id="159486" name="任意多边形 15948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487" name="任意多边形 15948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488" name="直接连接符 15948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sp>
        <p:nvSpPr>
          <p:cNvPr id="159489" name="文本框 159488"/>
          <p:cNvSpPr txBox="1"/>
          <p:nvPr/>
        </p:nvSpPr>
        <p:spPr>
          <a:xfrm>
            <a:off x="9646603" y="4963478"/>
            <a:ext cx="747395" cy="583565"/>
          </a:xfrm>
          <a:prstGeom prst="rect">
            <a:avLst/>
          </a:prstGeom>
          <a:noFill/>
          <a:ln w="9525">
            <a:noFill/>
          </a:ln>
        </p:spPr>
        <p:txBody>
          <a:bodyPr wrap="none" anchor="t">
            <a:spAutoFit/>
          </a:bodyPr>
          <a:lstStyle/>
          <a:p>
            <a:r>
              <a:rPr lang="en-US" altLang="zh-CN" sz="3200" b="1">
                <a:solidFill>
                  <a:srgbClr val="FFFF00"/>
                </a:solidFill>
                <a:latin typeface="Times New Roman" panose="02020603050405020304" pitchFamily="18" charset="0"/>
              </a:rPr>
              <a:t>out</a:t>
            </a:r>
          </a:p>
        </p:txBody>
      </p:sp>
      <p:grpSp>
        <p:nvGrpSpPr>
          <p:cNvPr id="159491" name="组合 159490"/>
          <p:cNvGrpSpPr/>
          <p:nvPr/>
        </p:nvGrpSpPr>
        <p:grpSpPr>
          <a:xfrm>
            <a:off x="5860415" y="3977640"/>
            <a:ext cx="3467100" cy="1371600"/>
            <a:chOff x="2904" y="3024"/>
            <a:chExt cx="2184" cy="816"/>
          </a:xfrm>
        </p:grpSpPr>
        <p:grpSp>
          <p:nvGrpSpPr>
            <p:cNvPr id="159492" name="组合 159491"/>
            <p:cNvGrpSpPr/>
            <p:nvPr/>
          </p:nvGrpSpPr>
          <p:grpSpPr>
            <a:xfrm>
              <a:off x="2904" y="3024"/>
              <a:ext cx="1092" cy="435"/>
              <a:chOff x="3888" y="2784"/>
              <a:chExt cx="1104" cy="1152"/>
            </a:xfrm>
          </p:grpSpPr>
          <p:grpSp>
            <p:nvGrpSpPr>
              <p:cNvPr id="159493" name="组合 159492"/>
              <p:cNvGrpSpPr/>
              <p:nvPr/>
            </p:nvGrpSpPr>
            <p:grpSpPr>
              <a:xfrm>
                <a:off x="3888" y="2784"/>
                <a:ext cx="1104" cy="576"/>
                <a:chOff x="2352" y="3024"/>
                <a:chExt cx="1104" cy="576"/>
              </a:xfrm>
            </p:grpSpPr>
            <p:grpSp>
              <p:nvGrpSpPr>
                <p:cNvPr id="159494" name="组合 159493"/>
                <p:cNvGrpSpPr/>
                <p:nvPr/>
              </p:nvGrpSpPr>
              <p:grpSpPr>
                <a:xfrm flipH="1">
                  <a:off x="2352" y="3312"/>
                  <a:ext cx="1104" cy="288"/>
                  <a:chOff x="912" y="2928"/>
                  <a:chExt cx="1104" cy="288"/>
                </a:xfrm>
              </p:grpSpPr>
              <p:grpSp>
                <p:nvGrpSpPr>
                  <p:cNvPr id="159495" name="组合 159494"/>
                  <p:cNvGrpSpPr/>
                  <p:nvPr/>
                </p:nvGrpSpPr>
                <p:grpSpPr>
                  <a:xfrm>
                    <a:off x="912" y="2928"/>
                    <a:ext cx="1104" cy="144"/>
                    <a:chOff x="1872" y="2880"/>
                    <a:chExt cx="1104" cy="144"/>
                  </a:xfrm>
                </p:grpSpPr>
                <p:grpSp>
                  <p:nvGrpSpPr>
                    <p:cNvPr id="159496" name="组合 159495"/>
                    <p:cNvGrpSpPr/>
                    <p:nvPr/>
                  </p:nvGrpSpPr>
                  <p:grpSpPr>
                    <a:xfrm>
                      <a:off x="2016" y="2880"/>
                      <a:ext cx="960" cy="144"/>
                      <a:chOff x="336" y="2832"/>
                      <a:chExt cx="4992" cy="630"/>
                    </a:xfrm>
                  </p:grpSpPr>
                  <p:grpSp>
                    <p:nvGrpSpPr>
                      <p:cNvPr id="159497" name="组合 159496"/>
                      <p:cNvGrpSpPr/>
                      <p:nvPr/>
                    </p:nvGrpSpPr>
                    <p:grpSpPr>
                      <a:xfrm>
                        <a:off x="336" y="2832"/>
                        <a:ext cx="2496" cy="630"/>
                        <a:chOff x="1056" y="816"/>
                        <a:chExt cx="2496" cy="630"/>
                      </a:xfrm>
                    </p:grpSpPr>
                    <p:sp>
                      <p:nvSpPr>
                        <p:cNvPr id="159498" name="任意多边形 15949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499" name="组合 159498"/>
                        <p:cNvGrpSpPr/>
                        <p:nvPr/>
                      </p:nvGrpSpPr>
                      <p:grpSpPr>
                        <a:xfrm>
                          <a:off x="1056" y="816"/>
                          <a:ext cx="2016" cy="630"/>
                          <a:chOff x="1824" y="1968"/>
                          <a:chExt cx="685" cy="918"/>
                        </a:xfrm>
                      </p:grpSpPr>
                      <p:grpSp>
                        <p:nvGrpSpPr>
                          <p:cNvPr id="159500" name="组合 159499"/>
                          <p:cNvGrpSpPr/>
                          <p:nvPr/>
                        </p:nvGrpSpPr>
                        <p:grpSpPr>
                          <a:xfrm>
                            <a:off x="1824" y="1968"/>
                            <a:ext cx="343" cy="918"/>
                            <a:chOff x="2880" y="2112"/>
                            <a:chExt cx="2304" cy="2016"/>
                          </a:xfrm>
                        </p:grpSpPr>
                        <p:sp>
                          <p:nvSpPr>
                            <p:cNvPr id="159501" name="任意多边形 15950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02" name="任意多边形 15950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503" name="组合 159502"/>
                          <p:cNvGrpSpPr/>
                          <p:nvPr/>
                        </p:nvGrpSpPr>
                        <p:grpSpPr>
                          <a:xfrm>
                            <a:off x="2167" y="1968"/>
                            <a:ext cx="342" cy="918"/>
                            <a:chOff x="2880" y="2112"/>
                            <a:chExt cx="2304" cy="2016"/>
                          </a:xfrm>
                        </p:grpSpPr>
                        <p:sp>
                          <p:nvSpPr>
                            <p:cNvPr id="159504" name="任意多边形 15950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05" name="任意多边形 15950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506" name="组合 159505"/>
                      <p:cNvGrpSpPr/>
                      <p:nvPr/>
                    </p:nvGrpSpPr>
                    <p:grpSpPr>
                      <a:xfrm flipV="1">
                        <a:off x="2832" y="2832"/>
                        <a:ext cx="2496" cy="630"/>
                        <a:chOff x="1056" y="816"/>
                        <a:chExt cx="2496" cy="630"/>
                      </a:xfrm>
                    </p:grpSpPr>
                    <p:sp>
                      <p:nvSpPr>
                        <p:cNvPr id="159507" name="任意多边形 15950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508" name="组合 159507"/>
                        <p:cNvGrpSpPr/>
                        <p:nvPr/>
                      </p:nvGrpSpPr>
                      <p:grpSpPr>
                        <a:xfrm>
                          <a:off x="1056" y="816"/>
                          <a:ext cx="2016" cy="630"/>
                          <a:chOff x="1824" y="1968"/>
                          <a:chExt cx="685" cy="918"/>
                        </a:xfrm>
                      </p:grpSpPr>
                      <p:grpSp>
                        <p:nvGrpSpPr>
                          <p:cNvPr id="159509" name="组合 159508"/>
                          <p:cNvGrpSpPr/>
                          <p:nvPr/>
                        </p:nvGrpSpPr>
                        <p:grpSpPr>
                          <a:xfrm>
                            <a:off x="1824" y="1968"/>
                            <a:ext cx="343" cy="918"/>
                            <a:chOff x="2880" y="2112"/>
                            <a:chExt cx="2304" cy="2016"/>
                          </a:xfrm>
                        </p:grpSpPr>
                        <p:sp>
                          <p:nvSpPr>
                            <p:cNvPr id="159510" name="任意多边形 15950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11" name="任意多边形 15951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512" name="组合 159511"/>
                          <p:cNvGrpSpPr/>
                          <p:nvPr/>
                        </p:nvGrpSpPr>
                        <p:grpSpPr>
                          <a:xfrm>
                            <a:off x="2167" y="1968"/>
                            <a:ext cx="342" cy="918"/>
                            <a:chOff x="2880" y="2112"/>
                            <a:chExt cx="2304" cy="2016"/>
                          </a:xfrm>
                        </p:grpSpPr>
                        <p:sp>
                          <p:nvSpPr>
                            <p:cNvPr id="159513" name="任意多边形 15951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14" name="任意多边形 15951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515" name="直接连接符 15951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516" name="组合 159515"/>
                  <p:cNvGrpSpPr/>
                  <p:nvPr/>
                </p:nvGrpSpPr>
                <p:grpSpPr>
                  <a:xfrm>
                    <a:off x="912" y="3072"/>
                    <a:ext cx="1104" cy="144"/>
                    <a:chOff x="1872" y="2880"/>
                    <a:chExt cx="1104" cy="144"/>
                  </a:xfrm>
                </p:grpSpPr>
                <p:grpSp>
                  <p:nvGrpSpPr>
                    <p:cNvPr id="159517" name="组合 159516"/>
                    <p:cNvGrpSpPr/>
                    <p:nvPr/>
                  </p:nvGrpSpPr>
                  <p:grpSpPr>
                    <a:xfrm>
                      <a:off x="2016" y="2880"/>
                      <a:ext cx="960" cy="144"/>
                      <a:chOff x="336" y="2832"/>
                      <a:chExt cx="4992" cy="630"/>
                    </a:xfrm>
                  </p:grpSpPr>
                  <p:grpSp>
                    <p:nvGrpSpPr>
                      <p:cNvPr id="159518" name="组合 159517"/>
                      <p:cNvGrpSpPr/>
                      <p:nvPr/>
                    </p:nvGrpSpPr>
                    <p:grpSpPr>
                      <a:xfrm>
                        <a:off x="336" y="2832"/>
                        <a:ext cx="2496" cy="630"/>
                        <a:chOff x="1056" y="816"/>
                        <a:chExt cx="2496" cy="630"/>
                      </a:xfrm>
                    </p:grpSpPr>
                    <p:sp>
                      <p:nvSpPr>
                        <p:cNvPr id="159519" name="任意多边形 15951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520" name="组合 159519"/>
                        <p:cNvGrpSpPr/>
                        <p:nvPr/>
                      </p:nvGrpSpPr>
                      <p:grpSpPr>
                        <a:xfrm>
                          <a:off x="1056" y="816"/>
                          <a:ext cx="2016" cy="630"/>
                          <a:chOff x="1824" y="1968"/>
                          <a:chExt cx="685" cy="918"/>
                        </a:xfrm>
                      </p:grpSpPr>
                      <p:grpSp>
                        <p:nvGrpSpPr>
                          <p:cNvPr id="159521" name="组合 159520"/>
                          <p:cNvGrpSpPr/>
                          <p:nvPr/>
                        </p:nvGrpSpPr>
                        <p:grpSpPr>
                          <a:xfrm>
                            <a:off x="1824" y="1968"/>
                            <a:ext cx="343" cy="918"/>
                            <a:chOff x="2880" y="2112"/>
                            <a:chExt cx="2304" cy="2016"/>
                          </a:xfrm>
                        </p:grpSpPr>
                        <p:sp>
                          <p:nvSpPr>
                            <p:cNvPr id="159522" name="任意多边形 15952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23" name="任意多边形 15952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524" name="组合 159523"/>
                          <p:cNvGrpSpPr/>
                          <p:nvPr/>
                        </p:nvGrpSpPr>
                        <p:grpSpPr>
                          <a:xfrm>
                            <a:off x="2167" y="1968"/>
                            <a:ext cx="342" cy="918"/>
                            <a:chOff x="2880" y="2112"/>
                            <a:chExt cx="2304" cy="2016"/>
                          </a:xfrm>
                        </p:grpSpPr>
                        <p:sp>
                          <p:nvSpPr>
                            <p:cNvPr id="159525" name="任意多边形 15952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26" name="任意多边形 15952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527" name="组合 159526"/>
                      <p:cNvGrpSpPr/>
                      <p:nvPr/>
                    </p:nvGrpSpPr>
                    <p:grpSpPr>
                      <a:xfrm flipV="1">
                        <a:off x="2832" y="2832"/>
                        <a:ext cx="2496" cy="630"/>
                        <a:chOff x="1056" y="816"/>
                        <a:chExt cx="2496" cy="630"/>
                      </a:xfrm>
                    </p:grpSpPr>
                    <p:sp>
                      <p:nvSpPr>
                        <p:cNvPr id="159528" name="任意多边形 15952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529" name="组合 159528"/>
                        <p:cNvGrpSpPr/>
                        <p:nvPr/>
                      </p:nvGrpSpPr>
                      <p:grpSpPr>
                        <a:xfrm>
                          <a:off x="1056" y="816"/>
                          <a:ext cx="2016" cy="630"/>
                          <a:chOff x="1824" y="1968"/>
                          <a:chExt cx="685" cy="918"/>
                        </a:xfrm>
                      </p:grpSpPr>
                      <p:grpSp>
                        <p:nvGrpSpPr>
                          <p:cNvPr id="159530" name="组合 159529"/>
                          <p:cNvGrpSpPr/>
                          <p:nvPr/>
                        </p:nvGrpSpPr>
                        <p:grpSpPr>
                          <a:xfrm>
                            <a:off x="1824" y="1968"/>
                            <a:ext cx="343" cy="918"/>
                            <a:chOff x="2880" y="2112"/>
                            <a:chExt cx="2304" cy="2016"/>
                          </a:xfrm>
                        </p:grpSpPr>
                        <p:sp>
                          <p:nvSpPr>
                            <p:cNvPr id="159531" name="任意多边形 15953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32" name="任意多边形 15953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533" name="组合 159532"/>
                          <p:cNvGrpSpPr/>
                          <p:nvPr/>
                        </p:nvGrpSpPr>
                        <p:grpSpPr>
                          <a:xfrm>
                            <a:off x="2167" y="1968"/>
                            <a:ext cx="342" cy="918"/>
                            <a:chOff x="2880" y="2112"/>
                            <a:chExt cx="2304" cy="2016"/>
                          </a:xfrm>
                        </p:grpSpPr>
                        <p:sp>
                          <p:nvSpPr>
                            <p:cNvPr id="159534" name="任意多边形 15953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35" name="任意多边形 15953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536" name="直接连接符 15953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9537" name="组合 159536"/>
                <p:cNvGrpSpPr/>
                <p:nvPr/>
              </p:nvGrpSpPr>
              <p:grpSpPr>
                <a:xfrm flipH="1">
                  <a:off x="2352" y="3024"/>
                  <a:ext cx="1104" cy="288"/>
                  <a:chOff x="912" y="2928"/>
                  <a:chExt cx="1104" cy="288"/>
                </a:xfrm>
              </p:grpSpPr>
              <p:grpSp>
                <p:nvGrpSpPr>
                  <p:cNvPr id="159538" name="组合 159537"/>
                  <p:cNvGrpSpPr/>
                  <p:nvPr/>
                </p:nvGrpSpPr>
                <p:grpSpPr>
                  <a:xfrm>
                    <a:off x="912" y="2928"/>
                    <a:ext cx="1104" cy="144"/>
                    <a:chOff x="1872" y="2880"/>
                    <a:chExt cx="1104" cy="144"/>
                  </a:xfrm>
                </p:grpSpPr>
                <p:grpSp>
                  <p:nvGrpSpPr>
                    <p:cNvPr id="159539" name="组合 159538"/>
                    <p:cNvGrpSpPr/>
                    <p:nvPr/>
                  </p:nvGrpSpPr>
                  <p:grpSpPr>
                    <a:xfrm>
                      <a:off x="2016" y="2880"/>
                      <a:ext cx="960" cy="144"/>
                      <a:chOff x="336" y="2832"/>
                      <a:chExt cx="4992" cy="630"/>
                    </a:xfrm>
                  </p:grpSpPr>
                  <p:grpSp>
                    <p:nvGrpSpPr>
                      <p:cNvPr id="159540" name="组合 159539"/>
                      <p:cNvGrpSpPr/>
                      <p:nvPr/>
                    </p:nvGrpSpPr>
                    <p:grpSpPr>
                      <a:xfrm>
                        <a:off x="336" y="2832"/>
                        <a:ext cx="2496" cy="630"/>
                        <a:chOff x="1056" y="816"/>
                        <a:chExt cx="2496" cy="630"/>
                      </a:xfrm>
                    </p:grpSpPr>
                    <p:sp>
                      <p:nvSpPr>
                        <p:cNvPr id="159541" name="任意多边形 15954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542" name="组合 159541"/>
                        <p:cNvGrpSpPr/>
                        <p:nvPr/>
                      </p:nvGrpSpPr>
                      <p:grpSpPr>
                        <a:xfrm>
                          <a:off x="1056" y="816"/>
                          <a:ext cx="2016" cy="630"/>
                          <a:chOff x="1824" y="1968"/>
                          <a:chExt cx="685" cy="918"/>
                        </a:xfrm>
                      </p:grpSpPr>
                      <p:grpSp>
                        <p:nvGrpSpPr>
                          <p:cNvPr id="159543" name="组合 159542"/>
                          <p:cNvGrpSpPr/>
                          <p:nvPr/>
                        </p:nvGrpSpPr>
                        <p:grpSpPr>
                          <a:xfrm>
                            <a:off x="1824" y="1968"/>
                            <a:ext cx="343" cy="918"/>
                            <a:chOff x="2880" y="2112"/>
                            <a:chExt cx="2304" cy="2016"/>
                          </a:xfrm>
                        </p:grpSpPr>
                        <p:sp>
                          <p:nvSpPr>
                            <p:cNvPr id="159544" name="任意多边形 15954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45" name="任意多边形 15954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546" name="组合 159545"/>
                          <p:cNvGrpSpPr/>
                          <p:nvPr/>
                        </p:nvGrpSpPr>
                        <p:grpSpPr>
                          <a:xfrm>
                            <a:off x="2167" y="1968"/>
                            <a:ext cx="342" cy="918"/>
                            <a:chOff x="2880" y="2112"/>
                            <a:chExt cx="2304" cy="2016"/>
                          </a:xfrm>
                        </p:grpSpPr>
                        <p:sp>
                          <p:nvSpPr>
                            <p:cNvPr id="159547" name="任意多边形 15954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48" name="任意多边形 15954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549" name="组合 159548"/>
                      <p:cNvGrpSpPr/>
                      <p:nvPr/>
                    </p:nvGrpSpPr>
                    <p:grpSpPr>
                      <a:xfrm flipV="1">
                        <a:off x="2832" y="2832"/>
                        <a:ext cx="2496" cy="630"/>
                        <a:chOff x="1056" y="816"/>
                        <a:chExt cx="2496" cy="630"/>
                      </a:xfrm>
                    </p:grpSpPr>
                    <p:sp>
                      <p:nvSpPr>
                        <p:cNvPr id="159550" name="任意多边形 15954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551" name="组合 159550"/>
                        <p:cNvGrpSpPr/>
                        <p:nvPr/>
                      </p:nvGrpSpPr>
                      <p:grpSpPr>
                        <a:xfrm>
                          <a:off x="1056" y="816"/>
                          <a:ext cx="2016" cy="630"/>
                          <a:chOff x="1824" y="1968"/>
                          <a:chExt cx="685" cy="918"/>
                        </a:xfrm>
                      </p:grpSpPr>
                      <p:grpSp>
                        <p:nvGrpSpPr>
                          <p:cNvPr id="159552" name="组合 159551"/>
                          <p:cNvGrpSpPr/>
                          <p:nvPr/>
                        </p:nvGrpSpPr>
                        <p:grpSpPr>
                          <a:xfrm>
                            <a:off x="1824" y="1968"/>
                            <a:ext cx="343" cy="918"/>
                            <a:chOff x="2880" y="2112"/>
                            <a:chExt cx="2304" cy="2016"/>
                          </a:xfrm>
                        </p:grpSpPr>
                        <p:sp>
                          <p:nvSpPr>
                            <p:cNvPr id="159553" name="任意多边形 15955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54" name="任意多边形 15955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555" name="组合 159554"/>
                          <p:cNvGrpSpPr/>
                          <p:nvPr/>
                        </p:nvGrpSpPr>
                        <p:grpSpPr>
                          <a:xfrm>
                            <a:off x="2167" y="1968"/>
                            <a:ext cx="342" cy="918"/>
                            <a:chOff x="2880" y="2112"/>
                            <a:chExt cx="2304" cy="2016"/>
                          </a:xfrm>
                        </p:grpSpPr>
                        <p:sp>
                          <p:nvSpPr>
                            <p:cNvPr id="159556" name="任意多边形 15955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57" name="任意多边形 15955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558" name="直接连接符 15955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559" name="组合 159558"/>
                  <p:cNvGrpSpPr/>
                  <p:nvPr/>
                </p:nvGrpSpPr>
                <p:grpSpPr>
                  <a:xfrm>
                    <a:off x="912" y="3072"/>
                    <a:ext cx="1104" cy="144"/>
                    <a:chOff x="1872" y="2880"/>
                    <a:chExt cx="1104" cy="144"/>
                  </a:xfrm>
                </p:grpSpPr>
                <p:grpSp>
                  <p:nvGrpSpPr>
                    <p:cNvPr id="159560" name="组合 159559"/>
                    <p:cNvGrpSpPr/>
                    <p:nvPr/>
                  </p:nvGrpSpPr>
                  <p:grpSpPr>
                    <a:xfrm>
                      <a:off x="2016" y="2880"/>
                      <a:ext cx="960" cy="144"/>
                      <a:chOff x="336" y="2832"/>
                      <a:chExt cx="4992" cy="630"/>
                    </a:xfrm>
                  </p:grpSpPr>
                  <p:grpSp>
                    <p:nvGrpSpPr>
                      <p:cNvPr id="159561" name="组合 159560"/>
                      <p:cNvGrpSpPr/>
                      <p:nvPr/>
                    </p:nvGrpSpPr>
                    <p:grpSpPr>
                      <a:xfrm>
                        <a:off x="336" y="2832"/>
                        <a:ext cx="2496" cy="630"/>
                        <a:chOff x="1056" y="816"/>
                        <a:chExt cx="2496" cy="630"/>
                      </a:xfrm>
                    </p:grpSpPr>
                    <p:sp>
                      <p:nvSpPr>
                        <p:cNvPr id="159562" name="任意多边形 15956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563" name="组合 159562"/>
                        <p:cNvGrpSpPr/>
                        <p:nvPr/>
                      </p:nvGrpSpPr>
                      <p:grpSpPr>
                        <a:xfrm>
                          <a:off x="1056" y="816"/>
                          <a:ext cx="2016" cy="630"/>
                          <a:chOff x="1824" y="1968"/>
                          <a:chExt cx="685" cy="918"/>
                        </a:xfrm>
                      </p:grpSpPr>
                      <p:grpSp>
                        <p:nvGrpSpPr>
                          <p:cNvPr id="159564" name="组合 159563"/>
                          <p:cNvGrpSpPr/>
                          <p:nvPr/>
                        </p:nvGrpSpPr>
                        <p:grpSpPr>
                          <a:xfrm>
                            <a:off x="1824" y="1968"/>
                            <a:ext cx="343" cy="918"/>
                            <a:chOff x="2880" y="2112"/>
                            <a:chExt cx="2304" cy="2016"/>
                          </a:xfrm>
                        </p:grpSpPr>
                        <p:sp>
                          <p:nvSpPr>
                            <p:cNvPr id="159565" name="任意多边形 15956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66" name="任意多边形 15956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567" name="组合 159566"/>
                          <p:cNvGrpSpPr/>
                          <p:nvPr/>
                        </p:nvGrpSpPr>
                        <p:grpSpPr>
                          <a:xfrm>
                            <a:off x="2167" y="1968"/>
                            <a:ext cx="342" cy="918"/>
                            <a:chOff x="2880" y="2112"/>
                            <a:chExt cx="2304" cy="2016"/>
                          </a:xfrm>
                        </p:grpSpPr>
                        <p:sp>
                          <p:nvSpPr>
                            <p:cNvPr id="159568" name="任意多边形 15956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69" name="任意多边形 15956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570" name="组合 159569"/>
                      <p:cNvGrpSpPr/>
                      <p:nvPr/>
                    </p:nvGrpSpPr>
                    <p:grpSpPr>
                      <a:xfrm flipV="1">
                        <a:off x="2832" y="2832"/>
                        <a:ext cx="2496" cy="630"/>
                        <a:chOff x="1056" y="816"/>
                        <a:chExt cx="2496" cy="630"/>
                      </a:xfrm>
                    </p:grpSpPr>
                    <p:sp>
                      <p:nvSpPr>
                        <p:cNvPr id="159571" name="任意多边形 15957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572" name="组合 159571"/>
                        <p:cNvGrpSpPr/>
                        <p:nvPr/>
                      </p:nvGrpSpPr>
                      <p:grpSpPr>
                        <a:xfrm>
                          <a:off x="1056" y="816"/>
                          <a:ext cx="2016" cy="630"/>
                          <a:chOff x="1824" y="1968"/>
                          <a:chExt cx="685" cy="918"/>
                        </a:xfrm>
                      </p:grpSpPr>
                      <p:grpSp>
                        <p:nvGrpSpPr>
                          <p:cNvPr id="159573" name="组合 159572"/>
                          <p:cNvGrpSpPr/>
                          <p:nvPr/>
                        </p:nvGrpSpPr>
                        <p:grpSpPr>
                          <a:xfrm>
                            <a:off x="1824" y="1968"/>
                            <a:ext cx="343" cy="918"/>
                            <a:chOff x="2880" y="2112"/>
                            <a:chExt cx="2304" cy="2016"/>
                          </a:xfrm>
                        </p:grpSpPr>
                        <p:sp>
                          <p:nvSpPr>
                            <p:cNvPr id="159574" name="任意多边形 15957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75" name="任意多边形 15957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576" name="组合 159575"/>
                          <p:cNvGrpSpPr/>
                          <p:nvPr/>
                        </p:nvGrpSpPr>
                        <p:grpSpPr>
                          <a:xfrm>
                            <a:off x="2167" y="1968"/>
                            <a:ext cx="342" cy="918"/>
                            <a:chOff x="2880" y="2112"/>
                            <a:chExt cx="2304" cy="2016"/>
                          </a:xfrm>
                        </p:grpSpPr>
                        <p:sp>
                          <p:nvSpPr>
                            <p:cNvPr id="159577" name="任意多边形 15957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78" name="任意多边形 15957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579" name="直接连接符 15957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59580" name="组合 159579"/>
              <p:cNvGrpSpPr/>
              <p:nvPr/>
            </p:nvGrpSpPr>
            <p:grpSpPr>
              <a:xfrm>
                <a:off x="3888" y="3360"/>
                <a:ext cx="1104" cy="576"/>
                <a:chOff x="2352" y="3024"/>
                <a:chExt cx="1104" cy="576"/>
              </a:xfrm>
            </p:grpSpPr>
            <p:grpSp>
              <p:nvGrpSpPr>
                <p:cNvPr id="159581" name="组合 159580"/>
                <p:cNvGrpSpPr/>
                <p:nvPr/>
              </p:nvGrpSpPr>
              <p:grpSpPr>
                <a:xfrm flipH="1">
                  <a:off x="2352" y="3312"/>
                  <a:ext cx="1104" cy="288"/>
                  <a:chOff x="912" y="2928"/>
                  <a:chExt cx="1104" cy="288"/>
                </a:xfrm>
              </p:grpSpPr>
              <p:grpSp>
                <p:nvGrpSpPr>
                  <p:cNvPr id="159582" name="组合 159581"/>
                  <p:cNvGrpSpPr/>
                  <p:nvPr/>
                </p:nvGrpSpPr>
                <p:grpSpPr>
                  <a:xfrm>
                    <a:off x="912" y="2928"/>
                    <a:ext cx="1104" cy="144"/>
                    <a:chOff x="1872" y="2880"/>
                    <a:chExt cx="1104" cy="144"/>
                  </a:xfrm>
                </p:grpSpPr>
                <p:grpSp>
                  <p:nvGrpSpPr>
                    <p:cNvPr id="159583" name="组合 159582"/>
                    <p:cNvGrpSpPr/>
                    <p:nvPr/>
                  </p:nvGrpSpPr>
                  <p:grpSpPr>
                    <a:xfrm>
                      <a:off x="2016" y="2880"/>
                      <a:ext cx="960" cy="144"/>
                      <a:chOff x="336" y="2832"/>
                      <a:chExt cx="4992" cy="630"/>
                    </a:xfrm>
                  </p:grpSpPr>
                  <p:grpSp>
                    <p:nvGrpSpPr>
                      <p:cNvPr id="159584" name="组合 159583"/>
                      <p:cNvGrpSpPr/>
                      <p:nvPr/>
                    </p:nvGrpSpPr>
                    <p:grpSpPr>
                      <a:xfrm>
                        <a:off x="336" y="2832"/>
                        <a:ext cx="2496" cy="630"/>
                        <a:chOff x="1056" y="816"/>
                        <a:chExt cx="2496" cy="630"/>
                      </a:xfrm>
                    </p:grpSpPr>
                    <p:sp>
                      <p:nvSpPr>
                        <p:cNvPr id="159585" name="任意多边形 15958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586" name="组合 159585"/>
                        <p:cNvGrpSpPr/>
                        <p:nvPr/>
                      </p:nvGrpSpPr>
                      <p:grpSpPr>
                        <a:xfrm>
                          <a:off x="1056" y="816"/>
                          <a:ext cx="2016" cy="630"/>
                          <a:chOff x="1824" y="1968"/>
                          <a:chExt cx="685" cy="918"/>
                        </a:xfrm>
                      </p:grpSpPr>
                      <p:grpSp>
                        <p:nvGrpSpPr>
                          <p:cNvPr id="159587" name="组合 159586"/>
                          <p:cNvGrpSpPr/>
                          <p:nvPr/>
                        </p:nvGrpSpPr>
                        <p:grpSpPr>
                          <a:xfrm>
                            <a:off x="1824" y="1968"/>
                            <a:ext cx="343" cy="918"/>
                            <a:chOff x="2880" y="2112"/>
                            <a:chExt cx="2304" cy="2016"/>
                          </a:xfrm>
                        </p:grpSpPr>
                        <p:sp>
                          <p:nvSpPr>
                            <p:cNvPr id="159588" name="任意多边形 15958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89" name="任意多边形 15958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590" name="组合 159589"/>
                          <p:cNvGrpSpPr/>
                          <p:nvPr/>
                        </p:nvGrpSpPr>
                        <p:grpSpPr>
                          <a:xfrm>
                            <a:off x="2167" y="1968"/>
                            <a:ext cx="342" cy="918"/>
                            <a:chOff x="2880" y="2112"/>
                            <a:chExt cx="2304" cy="2016"/>
                          </a:xfrm>
                        </p:grpSpPr>
                        <p:sp>
                          <p:nvSpPr>
                            <p:cNvPr id="159591" name="任意多边形 15959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92" name="任意多边形 15959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593" name="组合 159592"/>
                      <p:cNvGrpSpPr/>
                      <p:nvPr/>
                    </p:nvGrpSpPr>
                    <p:grpSpPr>
                      <a:xfrm flipV="1">
                        <a:off x="2832" y="2832"/>
                        <a:ext cx="2496" cy="630"/>
                        <a:chOff x="1056" y="816"/>
                        <a:chExt cx="2496" cy="630"/>
                      </a:xfrm>
                    </p:grpSpPr>
                    <p:sp>
                      <p:nvSpPr>
                        <p:cNvPr id="159594" name="任意多边形 15959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595" name="组合 159594"/>
                        <p:cNvGrpSpPr/>
                        <p:nvPr/>
                      </p:nvGrpSpPr>
                      <p:grpSpPr>
                        <a:xfrm>
                          <a:off x="1056" y="816"/>
                          <a:ext cx="2016" cy="630"/>
                          <a:chOff x="1824" y="1968"/>
                          <a:chExt cx="685" cy="918"/>
                        </a:xfrm>
                      </p:grpSpPr>
                      <p:grpSp>
                        <p:nvGrpSpPr>
                          <p:cNvPr id="159596" name="组合 159595"/>
                          <p:cNvGrpSpPr/>
                          <p:nvPr/>
                        </p:nvGrpSpPr>
                        <p:grpSpPr>
                          <a:xfrm>
                            <a:off x="1824" y="1968"/>
                            <a:ext cx="343" cy="918"/>
                            <a:chOff x="2880" y="2112"/>
                            <a:chExt cx="2304" cy="2016"/>
                          </a:xfrm>
                        </p:grpSpPr>
                        <p:sp>
                          <p:nvSpPr>
                            <p:cNvPr id="159597" name="任意多边形 15959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598" name="任意多边形 15959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599" name="组合 159598"/>
                          <p:cNvGrpSpPr/>
                          <p:nvPr/>
                        </p:nvGrpSpPr>
                        <p:grpSpPr>
                          <a:xfrm>
                            <a:off x="2167" y="1968"/>
                            <a:ext cx="342" cy="918"/>
                            <a:chOff x="2880" y="2112"/>
                            <a:chExt cx="2304" cy="2016"/>
                          </a:xfrm>
                        </p:grpSpPr>
                        <p:sp>
                          <p:nvSpPr>
                            <p:cNvPr id="159600" name="任意多边形 15959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01" name="任意多边形 15960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602" name="直接连接符 15960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603" name="组合 159602"/>
                  <p:cNvGrpSpPr/>
                  <p:nvPr/>
                </p:nvGrpSpPr>
                <p:grpSpPr>
                  <a:xfrm>
                    <a:off x="912" y="3072"/>
                    <a:ext cx="1104" cy="144"/>
                    <a:chOff x="1872" y="2880"/>
                    <a:chExt cx="1104" cy="144"/>
                  </a:xfrm>
                </p:grpSpPr>
                <p:grpSp>
                  <p:nvGrpSpPr>
                    <p:cNvPr id="159604" name="组合 159603"/>
                    <p:cNvGrpSpPr/>
                    <p:nvPr/>
                  </p:nvGrpSpPr>
                  <p:grpSpPr>
                    <a:xfrm>
                      <a:off x="2016" y="2880"/>
                      <a:ext cx="960" cy="144"/>
                      <a:chOff x="336" y="2832"/>
                      <a:chExt cx="4992" cy="630"/>
                    </a:xfrm>
                  </p:grpSpPr>
                  <p:grpSp>
                    <p:nvGrpSpPr>
                      <p:cNvPr id="159605" name="组合 159604"/>
                      <p:cNvGrpSpPr/>
                      <p:nvPr/>
                    </p:nvGrpSpPr>
                    <p:grpSpPr>
                      <a:xfrm>
                        <a:off x="336" y="2832"/>
                        <a:ext cx="2496" cy="630"/>
                        <a:chOff x="1056" y="816"/>
                        <a:chExt cx="2496" cy="630"/>
                      </a:xfrm>
                    </p:grpSpPr>
                    <p:sp>
                      <p:nvSpPr>
                        <p:cNvPr id="159606" name="任意多边形 15960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607" name="组合 159606"/>
                        <p:cNvGrpSpPr/>
                        <p:nvPr/>
                      </p:nvGrpSpPr>
                      <p:grpSpPr>
                        <a:xfrm>
                          <a:off x="1056" y="816"/>
                          <a:ext cx="2016" cy="630"/>
                          <a:chOff x="1824" y="1968"/>
                          <a:chExt cx="685" cy="918"/>
                        </a:xfrm>
                      </p:grpSpPr>
                      <p:grpSp>
                        <p:nvGrpSpPr>
                          <p:cNvPr id="159608" name="组合 159607"/>
                          <p:cNvGrpSpPr/>
                          <p:nvPr/>
                        </p:nvGrpSpPr>
                        <p:grpSpPr>
                          <a:xfrm>
                            <a:off x="1824" y="1968"/>
                            <a:ext cx="343" cy="918"/>
                            <a:chOff x="2880" y="2112"/>
                            <a:chExt cx="2304" cy="2016"/>
                          </a:xfrm>
                        </p:grpSpPr>
                        <p:sp>
                          <p:nvSpPr>
                            <p:cNvPr id="159609" name="任意多边形 15960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10" name="任意多边形 15960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611" name="组合 159610"/>
                          <p:cNvGrpSpPr/>
                          <p:nvPr/>
                        </p:nvGrpSpPr>
                        <p:grpSpPr>
                          <a:xfrm>
                            <a:off x="2167" y="1968"/>
                            <a:ext cx="342" cy="918"/>
                            <a:chOff x="2880" y="2112"/>
                            <a:chExt cx="2304" cy="2016"/>
                          </a:xfrm>
                        </p:grpSpPr>
                        <p:sp>
                          <p:nvSpPr>
                            <p:cNvPr id="159612" name="任意多边形 15961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13" name="任意多边形 15961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614" name="组合 159613"/>
                      <p:cNvGrpSpPr/>
                      <p:nvPr/>
                    </p:nvGrpSpPr>
                    <p:grpSpPr>
                      <a:xfrm flipV="1">
                        <a:off x="2832" y="2832"/>
                        <a:ext cx="2496" cy="630"/>
                        <a:chOff x="1056" y="816"/>
                        <a:chExt cx="2496" cy="630"/>
                      </a:xfrm>
                    </p:grpSpPr>
                    <p:sp>
                      <p:nvSpPr>
                        <p:cNvPr id="159615" name="任意多边形 15961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616" name="组合 159615"/>
                        <p:cNvGrpSpPr/>
                        <p:nvPr/>
                      </p:nvGrpSpPr>
                      <p:grpSpPr>
                        <a:xfrm>
                          <a:off x="1056" y="816"/>
                          <a:ext cx="2016" cy="630"/>
                          <a:chOff x="1824" y="1968"/>
                          <a:chExt cx="685" cy="918"/>
                        </a:xfrm>
                      </p:grpSpPr>
                      <p:grpSp>
                        <p:nvGrpSpPr>
                          <p:cNvPr id="159617" name="组合 159616"/>
                          <p:cNvGrpSpPr/>
                          <p:nvPr/>
                        </p:nvGrpSpPr>
                        <p:grpSpPr>
                          <a:xfrm>
                            <a:off x="1824" y="1968"/>
                            <a:ext cx="343" cy="918"/>
                            <a:chOff x="2880" y="2112"/>
                            <a:chExt cx="2304" cy="2016"/>
                          </a:xfrm>
                        </p:grpSpPr>
                        <p:sp>
                          <p:nvSpPr>
                            <p:cNvPr id="159618" name="任意多边形 15961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19" name="任意多边形 15961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620" name="组合 159619"/>
                          <p:cNvGrpSpPr/>
                          <p:nvPr/>
                        </p:nvGrpSpPr>
                        <p:grpSpPr>
                          <a:xfrm>
                            <a:off x="2167" y="1968"/>
                            <a:ext cx="342" cy="918"/>
                            <a:chOff x="2880" y="2112"/>
                            <a:chExt cx="2304" cy="2016"/>
                          </a:xfrm>
                        </p:grpSpPr>
                        <p:sp>
                          <p:nvSpPr>
                            <p:cNvPr id="159621" name="任意多边形 15962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22" name="任意多边形 15962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623" name="直接连接符 15962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9624" name="组合 159623"/>
                <p:cNvGrpSpPr/>
                <p:nvPr/>
              </p:nvGrpSpPr>
              <p:grpSpPr>
                <a:xfrm flipH="1">
                  <a:off x="2352" y="3024"/>
                  <a:ext cx="1104" cy="288"/>
                  <a:chOff x="912" y="2928"/>
                  <a:chExt cx="1104" cy="288"/>
                </a:xfrm>
              </p:grpSpPr>
              <p:grpSp>
                <p:nvGrpSpPr>
                  <p:cNvPr id="159625" name="组合 159624"/>
                  <p:cNvGrpSpPr/>
                  <p:nvPr/>
                </p:nvGrpSpPr>
                <p:grpSpPr>
                  <a:xfrm>
                    <a:off x="912" y="2928"/>
                    <a:ext cx="1104" cy="144"/>
                    <a:chOff x="1872" y="2880"/>
                    <a:chExt cx="1104" cy="144"/>
                  </a:xfrm>
                </p:grpSpPr>
                <p:grpSp>
                  <p:nvGrpSpPr>
                    <p:cNvPr id="159626" name="组合 159625"/>
                    <p:cNvGrpSpPr/>
                    <p:nvPr/>
                  </p:nvGrpSpPr>
                  <p:grpSpPr>
                    <a:xfrm>
                      <a:off x="2016" y="2880"/>
                      <a:ext cx="960" cy="144"/>
                      <a:chOff x="336" y="2832"/>
                      <a:chExt cx="4992" cy="630"/>
                    </a:xfrm>
                  </p:grpSpPr>
                  <p:grpSp>
                    <p:nvGrpSpPr>
                      <p:cNvPr id="159627" name="组合 159626"/>
                      <p:cNvGrpSpPr/>
                      <p:nvPr/>
                    </p:nvGrpSpPr>
                    <p:grpSpPr>
                      <a:xfrm>
                        <a:off x="336" y="2832"/>
                        <a:ext cx="2496" cy="630"/>
                        <a:chOff x="1056" y="816"/>
                        <a:chExt cx="2496" cy="630"/>
                      </a:xfrm>
                    </p:grpSpPr>
                    <p:sp>
                      <p:nvSpPr>
                        <p:cNvPr id="159628" name="任意多边形 15962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629" name="组合 159628"/>
                        <p:cNvGrpSpPr/>
                        <p:nvPr/>
                      </p:nvGrpSpPr>
                      <p:grpSpPr>
                        <a:xfrm>
                          <a:off x="1056" y="816"/>
                          <a:ext cx="2016" cy="630"/>
                          <a:chOff x="1824" y="1968"/>
                          <a:chExt cx="685" cy="918"/>
                        </a:xfrm>
                      </p:grpSpPr>
                      <p:grpSp>
                        <p:nvGrpSpPr>
                          <p:cNvPr id="159630" name="组合 159629"/>
                          <p:cNvGrpSpPr/>
                          <p:nvPr/>
                        </p:nvGrpSpPr>
                        <p:grpSpPr>
                          <a:xfrm>
                            <a:off x="1824" y="1968"/>
                            <a:ext cx="343" cy="918"/>
                            <a:chOff x="2880" y="2112"/>
                            <a:chExt cx="2304" cy="2016"/>
                          </a:xfrm>
                        </p:grpSpPr>
                        <p:sp>
                          <p:nvSpPr>
                            <p:cNvPr id="159631" name="任意多边形 15963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32" name="任意多边形 15963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633" name="组合 159632"/>
                          <p:cNvGrpSpPr/>
                          <p:nvPr/>
                        </p:nvGrpSpPr>
                        <p:grpSpPr>
                          <a:xfrm>
                            <a:off x="2167" y="1968"/>
                            <a:ext cx="342" cy="918"/>
                            <a:chOff x="2880" y="2112"/>
                            <a:chExt cx="2304" cy="2016"/>
                          </a:xfrm>
                        </p:grpSpPr>
                        <p:sp>
                          <p:nvSpPr>
                            <p:cNvPr id="159634" name="任意多边形 15963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35" name="任意多边形 15963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636" name="组合 159635"/>
                      <p:cNvGrpSpPr/>
                      <p:nvPr/>
                    </p:nvGrpSpPr>
                    <p:grpSpPr>
                      <a:xfrm flipV="1">
                        <a:off x="2832" y="2832"/>
                        <a:ext cx="2496" cy="630"/>
                        <a:chOff x="1056" y="816"/>
                        <a:chExt cx="2496" cy="630"/>
                      </a:xfrm>
                    </p:grpSpPr>
                    <p:sp>
                      <p:nvSpPr>
                        <p:cNvPr id="159637" name="任意多边形 15963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638" name="组合 159637"/>
                        <p:cNvGrpSpPr/>
                        <p:nvPr/>
                      </p:nvGrpSpPr>
                      <p:grpSpPr>
                        <a:xfrm>
                          <a:off x="1056" y="816"/>
                          <a:ext cx="2016" cy="630"/>
                          <a:chOff x="1824" y="1968"/>
                          <a:chExt cx="685" cy="918"/>
                        </a:xfrm>
                      </p:grpSpPr>
                      <p:grpSp>
                        <p:nvGrpSpPr>
                          <p:cNvPr id="159639" name="组合 159638"/>
                          <p:cNvGrpSpPr/>
                          <p:nvPr/>
                        </p:nvGrpSpPr>
                        <p:grpSpPr>
                          <a:xfrm>
                            <a:off x="1824" y="1968"/>
                            <a:ext cx="343" cy="918"/>
                            <a:chOff x="2880" y="2112"/>
                            <a:chExt cx="2304" cy="2016"/>
                          </a:xfrm>
                        </p:grpSpPr>
                        <p:sp>
                          <p:nvSpPr>
                            <p:cNvPr id="159640" name="任意多边形 15963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41" name="任意多边形 15964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642" name="组合 159641"/>
                          <p:cNvGrpSpPr/>
                          <p:nvPr/>
                        </p:nvGrpSpPr>
                        <p:grpSpPr>
                          <a:xfrm>
                            <a:off x="2167" y="1968"/>
                            <a:ext cx="342" cy="918"/>
                            <a:chOff x="2880" y="2112"/>
                            <a:chExt cx="2304" cy="2016"/>
                          </a:xfrm>
                        </p:grpSpPr>
                        <p:sp>
                          <p:nvSpPr>
                            <p:cNvPr id="159643" name="任意多边形 15964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44" name="任意多边形 15964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645" name="直接连接符 15964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646" name="组合 159645"/>
                  <p:cNvGrpSpPr/>
                  <p:nvPr/>
                </p:nvGrpSpPr>
                <p:grpSpPr>
                  <a:xfrm>
                    <a:off x="912" y="3072"/>
                    <a:ext cx="1104" cy="144"/>
                    <a:chOff x="1872" y="2880"/>
                    <a:chExt cx="1104" cy="144"/>
                  </a:xfrm>
                </p:grpSpPr>
                <p:grpSp>
                  <p:nvGrpSpPr>
                    <p:cNvPr id="159647" name="组合 159646"/>
                    <p:cNvGrpSpPr/>
                    <p:nvPr/>
                  </p:nvGrpSpPr>
                  <p:grpSpPr>
                    <a:xfrm>
                      <a:off x="2016" y="2880"/>
                      <a:ext cx="960" cy="144"/>
                      <a:chOff x="336" y="2832"/>
                      <a:chExt cx="4992" cy="630"/>
                    </a:xfrm>
                  </p:grpSpPr>
                  <p:grpSp>
                    <p:nvGrpSpPr>
                      <p:cNvPr id="159648" name="组合 159647"/>
                      <p:cNvGrpSpPr/>
                      <p:nvPr/>
                    </p:nvGrpSpPr>
                    <p:grpSpPr>
                      <a:xfrm>
                        <a:off x="336" y="2832"/>
                        <a:ext cx="2496" cy="630"/>
                        <a:chOff x="1056" y="816"/>
                        <a:chExt cx="2496" cy="630"/>
                      </a:xfrm>
                    </p:grpSpPr>
                    <p:sp>
                      <p:nvSpPr>
                        <p:cNvPr id="159649" name="任意多边形 15964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650" name="组合 159649"/>
                        <p:cNvGrpSpPr/>
                        <p:nvPr/>
                      </p:nvGrpSpPr>
                      <p:grpSpPr>
                        <a:xfrm>
                          <a:off x="1056" y="816"/>
                          <a:ext cx="2016" cy="630"/>
                          <a:chOff x="1824" y="1968"/>
                          <a:chExt cx="685" cy="918"/>
                        </a:xfrm>
                      </p:grpSpPr>
                      <p:grpSp>
                        <p:nvGrpSpPr>
                          <p:cNvPr id="159651" name="组合 159650"/>
                          <p:cNvGrpSpPr/>
                          <p:nvPr/>
                        </p:nvGrpSpPr>
                        <p:grpSpPr>
                          <a:xfrm>
                            <a:off x="1824" y="1968"/>
                            <a:ext cx="343" cy="918"/>
                            <a:chOff x="2880" y="2112"/>
                            <a:chExt cx="2304" cy="2016"/>
                          </a:xfrm>
                        </p:grpSpPr>
                        <p:sp>
                          <p:nvSpPr>
                            <p:cNvPr id="159652" name="任意多边形 15965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53" name="任意多边形 15965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654" name="组合 159653"/>
                          <p:cNvGrpSpPr/>
                          <p:nvPr/>
                        </p:nvGrpSpPr>
                        <p:grpSpPr>
                          <a:xfrm>
                            <a:off x="2167" y="1968"/>
                            <a:ext cx="342" cy="918"/>
                            <a:chOff x="2880" y="2112"/>
                            <a:chExt cx="2304" cy="2016"/>
                          </a:xfrm>
                        </p:grpSpPr>
                        <p:sp>
                          <p:nvSpPr>
                            <p:cNvPr id="159655" name="任意多边形 15965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56" name="任意多边形 15965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657" name="组合 159656"/>
                      <p:cNvGrpSpPr/>
                      <p:nvPr/>
                    </p:nvGrpSpPr>
                    <p:grpSpPr>
                      <a:xfrm flipV="1">
                        <a:off x="2832" y="2832"/>
                        <a:ext cx="2496" cy="630"/>
                        <a:chOff x="1056" y="816"/>
                        <a:chExt cx="2496" cy="630"/>
                      </a:xfrm>
                    </p:grpSpPr>
                    <p:sp>
                      <p:nvSpPr>
                        <p:cNvPr id="159658" name="任意多边形 15965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659" name="组合 159658"/>
                        <p:cNvGrpSpPr/>
                        <p:nvPr/>
                      </p:nvGrpSpPr>
                      <p:grpSpPr>
                        <a:xfrm>
                          <a:off x="1056" y="816"/>
                          <a:ext cx="2016" cy="630"/>
                          <a:chOff x="1824" y="1968"/>
                          <a:chExt cx="685" cy="918"/>
                        </a:xfrm>
                      </p:grpSpPr>
                      <p:grpSp>
                        <p:nvGrpSpPr>
                          <p:cNvPr id="159660" name="组合 159659"/>
                          <p:cNvGrpSpPr/>
                          <p:nvPr/>
                        </p:nvGrpSpPr>
                        <p:grpSpPr>
                          <a:xfrm>
                            <a:off x="1824" y="1968"/>
                            <a:ext cx="343" cy="918"/>
                            <a:chOff x="2880" y="2112"/>
                            <a:chExt cx="2304" cy="2016"/>
                          </a:xfrm>
                        </p:grpSpPr>
                        <p:sp>
                          <p:nvSpPr>
                            <p:cNvPr id="159661" name="任意多边形 15966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62" name="任意多边形 15966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663" name="组合 159662"/>
                          <p:cNvGrpSpPr/>
                          <p:nvPr/>
                        </p:nvGrpSpPr>
                        <p:grpSpPr>
                          <a:xfrm>
                            <a:off x="2167" y="1968"/>
                            <a:ext cx="342" cy="918"/>
                            <a:chOff x="2880" y="2112"/>
                            <a:chExt cx="2304" cy="2016"/>
                          </a:xfrm>
                        </p:grpSpPr>
                        <p:sp>
                          <p:nvSpPr>
                            <p:cNvPr id="159664" name="任意多边形 15966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65" name="任意多边形 15966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666" name="直接连接符 15966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59667" name="组合 159666"/>
            <p:cNvGrpSpPr/>
            <p:nvPr/>
          </p:nvGrpSpPr>
          <p:grpSpPr>
            <a:xfrm>
              <a:off x="2904" y="3405"/>
              <a:ext cx="1092" cy="435"/>
              <a:chOff x="3888" y="2784"/>
              <a:chExt cx="1104" cy="1152"/>
            </a:xfrm>
          </p:grpSpPr>
          <p:grpSp>
            <p:nvGrpSpPr>
              <p:cNvPr id="159668" name="组合 159667"/>
              <p:cNvGrpSpPr/>
              <p:nvPr/>
            </p:nvGrpSpPr>
            <p:grpSpPr>
              <a:xfrm>
                <a:off x="3888" y="2784"/>
                <a:ext cx="1104" cy="576"/>
                <a:chOff x="2352" y="3024"/>
                <a:chExt cx="1104" cy="576"/>
              </a:xfrm>
            </p:grpSpPr>
            <p:grpSp>
              <p:nvGrpSpPr>
                <p:cNvPr id="159669" name="组合 159668"/>
                <p:cNvGrpSpPr/>
                <p:nvPr/>
              </p:nvGrpSpPr>
              <p:grpSpPr>
                <a:xfrm flipH="1">
                  <a:off x="2352" y="3312"/>
                  <a:ext cx="1104" cy="288"/>
                  <a:chOff x="912" y="2928"/>
                  <a:chExt cx="1104" cy="288"/>
                </a:xfrm>
              </p:grpSpPr>
              <p:grpSp>
                <p:nvGrpSpPr>
                  <p:cNvPr id="159670" name="组合 159669"/>
                  <p:cNvGrpSpPr/>
                  <p:nvPr/>
                </p:nvGrpSpPr>
                <p:grpSpPr>
                  <a:xfrm>
                    <a:off x="912" y="2928"/>
                    <a:ext cx="1104" cy="144"/>
                    <a:chOff x="1872" y="2880"/>
                    <a:chExt cx="1104" cy="144"/>
                  </a:xfrm>
                </p:grpSpPr>
                <p:grpSp>
                  <p:nvGrpSpPr>
                    <p:cNvPr id="159671" name="组合 159670"/>
                    <p:cNvGrpSpPr/>
                    <p:nvPr/>
                  </p:nvGrpSpPr>
                  <p:grpSpPr>
                    <a:xfrm>
                      <a:off x="2016" y="2880"/>
                      <a:ext cx="960" cy="144"/>
                      <a:chOff x="336" y="2832"/>
                      <a:chExt cx="4992" cy="630"/>
                    </a:xfrm>
                  </p:grpSpPr>
                  <p:grpSp>
                    <p:nvGrpSpPr>
                      <p:cNvPr id="159672" name="组合 159671"/>
                      <p:cNvGrpSpPr/>
                      <p:nvPr/>
                    </p:nvGrpSpPr>
                    <p:grpSpPr>
                      <a:xfrm>
                        <a:off x="336" y="2832"/>
                        <a:ext cx="2496" cy="630"/>
                        <a:chOff x="1056" y="816"/>
                        <a:chExt cx="2496" cy="630"/>
                      </a:xfrm>
                    </p:grpSpPr>
                    <p:sp>
                      <p:nvSpPr>
                        <p:cNvPr id="159673" name="任意多边形 15967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674" name="组合 159673"/>
                        <p:cNvGrpSpPr/>
                        <p:nvPr/>
                      </p:nvGrpSpPr>
                      <p:grpSpPr>
                        <a:xfrm>
                          <a:off x="1056" y="816"/>
                          <a:ext cx="2016" cy="630"/>
                          <a:chOff x="1824" y="1968"/>
                          <a:chExt cx="685" cy="918"/>
                        </a:xfrm>
                      </p:grpSpPr>
                      <p:grpSp>
                        <p:nvGrpSpPr>
                          <p:cNvPr id="159675" name="组合 159674"/>
                          <p:cNvGrpSpPr/>
                          <p:nvPr/>
                        </p:nvGrpSpPr>
                        <p:grpSpPr>
                          <a:xfrm>
                            <a:off x="1824" y="1968"/>
                            <a:ext cx="343" cy="918"/>
                            <a:chOff x="2880" y="2112"/>
                            <a:chExt cx="2304" cy="2016"/>
                          </a:xfrm>
                        </p:grpSpPr>
                        <p:sp>
                          <p:nvSpPr>
                            <p:cNvPr id="159676" name="任意多边形 15967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77" name="任意多边形 15967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678" name="组合 159677"/>
                          <p:cNvGrpSpPr/>
                          <p:nvPr/>
                        </p:nvGrpSpPr>
                        <p:grpSpPr>
                          <a:xfrm>
                            <a:off x="2167" y="1968"/>
                            <a:ext cx="342" cy="918"/>
                            <a:chOff x="2880" y="2112"/>
                            <a:chExt cx="2304" cy="2016"/>
                          </a:xfrm>
                        </p:grpSpPr>
                        <p:sp>
                          <p:nvSpPr>
                            <p:cNvPr id="159679" name="任意多边形 15967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80" name="任意多边形 15967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681" name="组合 159680"/>
                      <p:cNvGrpSpPr/>
                      <p:nvPr/>
                    </p:nvGrpSpPr>
                    <p:grpSpPr>
                      <a:xfrm flipV="1">
                        <a:off x="2832" y="2832"/>
                        <a:ext cx="2496" cy="630"/>
                        <a:chOff x="1056" y="816"/>
                        <a:chExt cx="2496" cy="630"/>
                      </a:xfrm>
                    </p:grpSpPr>
                    <p:sp>
                      <p:nvSpPr>
                        <p:cNvPr id="159682" name="任意多边形 15968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683" name="组合 159682"/>
                        <p:cNvGrpSpPr/>
                        <p:nvPr/>
                      </p:nvGrpSpPr>
                      <p:grpSpPr>
                        <a:xfrm>
                          <a:off x="1056" y="816"/>
                          <a:ext cx="2016" cy="630"/>
                          <a:chOff x="1824" y="1968"/>
                          <a:chExt cx="685" cy="918"/>
                        </a:xfrm>
                      </p:grpSpPr>
                      <p:grpSp>
                        <p:nvGrpSpPr>
                          <p:cNvPr id="159684" name="组合 159683"/>
                          <p:cNvGrpSpPr/>
                          <p:nvPr/>
                        </p:nvGrpSpPr>
                        <p:grpSpPr>
                          <a:xfrm>
                            <a:off x="1824" y="1968"/>
                            <a:ext cx="343" cy="918"/>
                            <a:chOff x="2880" y="2112"/>
                            <a:chExt cx="2304" cy="2016"/>
                          </a:xfrm>
                        </p:grpSpPr>
                        <p:sp>
                          <p:nvSpPr>
                            <p:cNvPr id="159685" name="任意多边形 15968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86" name="任意多边形 15968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687" name="组合 159686"/>
                          <p:cNvGrpSpPr/>
                          <p:nvPr/>
                        </p:nvGrpSpPr>
                        <p:grpSpPr>
                          <a:xfrm>
                            <a:off x="2167" y="1968"/>
                            <a:ext cx="342" cy="918"/>
                            <a:chOff x="2880" y="2112"/>
                            <a:chExt cx="2304" cy="2016"/>
                          </a:xfrm>
                        </p:grpSpPr>
                        <p:sp>
                          <p:nvSpPr>
                            <p:cNvPr id="159688" name="任意多边形 15968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89" name="任意多边形 15968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690" name="直接连接符 15968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691" name="组合 159690"/>
                  <p:cNvGrpSpPr/>
                  <p:nvPr/>
                </p:nvGrpSpPr>
                <p:grpSpPr>
                  <a:xfrm>
                    <a:off x="912" y="3072"/>
                    <a:ext cx="1104" cy="144"/>
                    <a:chOff x="1872" y="2880"/>
                    <a:chExt cx="1104" cy="144"/>
                  </a:xfrm>
                </p:grpSpPr>
                <p:grpSp>
                  <p:nvGrpSpPr>
                    <p:cNvPr id="159692" name="组合 159691"/>
                    <p:cNvGrpSpPr/>
                    <p:nvPr/>
                  </p:nvGrpSpPr>
                  <p:grpSpPr>
                    <a:xfrm>
                      <a:off x="2016" y="2880"/>
                      <a:ext cx="960" cy="144"/>
                      <a:chOff x="336" y="2832"/>
                      <a:chExt cx="4992" cy="630"/>
                    </a:xfrm>
                  </p:grpSpPr>
                  <p:grpSp>
                    <p:nvGrpSpPr>
                      <p:cNvPr id="159693" name="组合 159692"/>
                      <p:cNvGrpSpPr/>
                      <p:nvPr/>
                    </p:nvGrpSpPr>
                    <p:grpSpPr>
                      <a:xfrm>
                        <a:off x="336" y="2832"/>
                        <a:ext cx="2496" cy="630"/>
                        <a:chOff x="1056" y="816"/>
                        <a:chExt cx="2496" cy="630"/>
                      </a:xfrm>
                    </p:grpSpPr>
                    <p:sp>
                      <p:nvSpPr>
                        <p:cNvPr id="159694" name="任意多边形 15969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695" name="组合 159694"/>
                        <p:cNvGrpSpPr/>
                        <p:nvPr/>
                      </p:nvGrpSpPr>
                      <p:grpSpPr>
                        <a:xfrm>
                          <a:off x="1056" y="816"/>
                          <a:ext cx="2016" cy="630"/>
                          <a:chOff x="1824" y="1968"/>
                          <a:chExt cx="685" cy="918"/>
                        </a:xfrm>
                      </p:grpSpPr>
                      <p:grpSp>
                        <p:nvGrpSpPr>
                          <p:cNvPr id="159696" name="组合 159695"/>
                          <p:cNvGrpSpPr/>
                          <p:nvPr/>
                        </p:nvGrpSpPr>
                        <p:grpSpPr>
                          <a:xfrm>
                            <a:off x="1824" y="1968"/>
                            <a:ext cx="343" cy="918"/>
                            <a:chOff x="2880" y="2112"/>
                            <a:chExt cx="2304" cy="2016"/>
                          </a:xfrm>
                        </p:grpSpPr>
                        <p:sp>
                          <p:nvSpPr>
                            <p:cNvPr id="159697" name="任意多边形 15969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698" name="任意多边形 15969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699" name="组合 159698"/>
                          <p:cNvGrpSpPr/>
                          <p:nvPr/>
                        </p:nvGrpSpPr>
                        <p:grpSpPr>
                          <a:xfrm>
                            <a:off x="2167" y="1968"/>
                            <a:ext cx="342" cy="918"/>
                            <a:chOff x="2880" y="2112"/>
                            <a:chExt cx="2304" cy="2016"/>
                          </a:xfrm>
                        </p:grpSpPr>
                        <p:sp>
                          <p:nvSpPr>
                            <p:cNvPr id="159700" name="任意多边形 15969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701" name="任意多边形 15970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702" name="组合 159701"/>
                      <p:cNvGrpSpPr/>
                      <p:nvPr/>
                    </p:nvGrpSpPr>
                    <p:grpSpPr>
                      <a:xfrm flipV="1">
                        <a:off x="2832" y="2832"/>
                        <a:ext cx="2496" cy="630"/>
                        <a:chOff x="1056" y="816"/>
                        <a:chExt cx="2496" cy="630"/>
                      </a:xfrm>
                    </p:grpSpPr>
                    <p:sp>
                      <p:nvSpPr>
                        <p:cNvPr id="159703" name="任意多边形 15970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704" name="组合 159703"/>
                        <p:cNvGrpSpPr/>
                        <p:nvPr/>
                      </p:nvGrpSpPr>
                      <p:grpSpPr>
                        <a:xfrm>
                          <a:off x="1056" y="816"/>
                          <a:ext cx="2016" cy="630"/>
                          <a:chOff x="1824" y="1968"/>
                          <a:chExt cx="685" cy="918"/>
                        </a:xfrm>
                      </p:grpSpPr>
                      <p:grpSp>
                        <p:nvGrpSpPr>
                          <p:cNvPr id="159705" name="组合 159704"/>
                          <p:cNvGrpSpPr/>
                          <p:nvPr/>
                        </p:nvGrpSpPr>
                        <p:grpSpPr>
                          <a:xfrm>
                            <a:off x="1824" y="1968"/>
                            <a:ext cx="343" cy="918"/>
                            <a:chOff x="2880" y="2112"/>
                            <a:chExt cx="2304" cy="2016"/>
                          </a:xfrm>
                        </p:grpSpPr>
                        <p:sp>
                          <p:nvSpPr>
                            <p:cNvPr id="159706" name="任意多边形 15970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707" name="任意多边形 15970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708" name="组合 159707"/>
                          <p:cNvGrpSpPr/>
                          <p:nvPr/>
                        </p:nvGrpSpPr>
                        <p:grpSpPr>
                          <a:xfrm>
                            <a:off x="2167" y="1968"/>
                            <a:ext cx="342" cy="918"/>
                            <a:chOff x="2880" y="2112"/>
                            <a:chExt cx="2304" cy="2016"/>
                          </a:xfrm>
                        </p:grpSpPr>
                        <p:sp>
                          <p:nvSpPr>
                            <p:cNvPr id="159709" name="任意多边形 15970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710" name="任意多边形 15970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711" name="直接连接符 15971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59712" name="组合 159711"/>
                <p:cNvGrpSpPr/>
                <p:nvPr/>
              </p:nvGrpSpPr>
              <p:grpSpPr>
                <a:xfrm flipH="1">
                  <a:off x="2352" y="3024"/>
                  <a:ext cx="1104" cy="288"/>
                  <a:chOff x="912" y="2928"/>
                  <a:chExt cx="1104" cy="288"/>
                </a:xfrm>
              </p:grpSpPr>
              <p:grpSp>
                <p:nvGrpSpPr>
                  <p:cNvPr id="159713" name="组合 159712"/>
                  <p:cNvGrpSpPr/>
                  <p:nvPr/>
                </p:nvGrpSpPr>
                <p:grpSpPr>
                  <a:xfrm>
                    <a:off x="912" y="2928"/>
                    <a:ext cx="1104" cy="144"/>
                    <a:chOff x="1872" y="2880"/>
                    <a:chExt cx="1104" cy="144"/>
                  </a:xfrm>
                </p:grpSpPr>
                <p:grpSp>
                  <p:nvGrpSpPr>
                    <p:cNvPr id="159714" name="组合 159713"/>
                    <p:cNvGrpSpPr/>
                    <p:nvPr/>
                  </p:nvGrpSpPr>
                  <p:grpSpPr>
                    <a:xfrm>
                      <a:off x="2016" y="2880"/>
                      <a:ext cx="960" cy="144"/>
                      <a:chOff x="336" y="2832"/>
                      <a:chExt cx="4992" cy="630"/>
                    </a:xfrm>
                  </p:grpSpPr>
                  <p:grpSp>
                    <p:nvGrpSpPr>
                      <p:cNvPr id="159715" name="组合 159714"/>
                      <p:cNvGrpSpPr/>
                      <p:nvPr/>
                    </p:nvGrpSpPr>
                    <p:grpSpPr>
                      <a:xfrm>
                        <a:off x="336" y="2832"/>
                        <a:ext cx="2496" cy="630"/>
                        <a:chOff x="1056" y="816"/>
                        <a:chExt cx="2496" cy="630"/>
                      </a:xfrm>
                    </p:grpSpPr>
                    <p:sp>
                      <p:nvSpPr>
                        <p:cNvPr id="159716" name="任意多边形 15971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717" name="组合 159716"/>
                        <p:cNvGrpSpPr/>
                        <p:nvPr/>
                      </p:nvGrpSpPr>
                      <p:grpSpPr>
                        <a:xfrm>
                          <a:off x="1056" y="816"/>
                          <a:ext cx="2016" cy="630"/>
                          <a:chOff x="1824" y="1968"/>
                          <a:chExt cx="685" cy="918"/>
                        </a:xfrm>
                      </p:grpSpPr>
                      <p:grpSp>
                        <p:nvGrpSpPr>
                          <p:cNvPr id="159718" name="组合 159717"/>
                          <p:cNvGrpSpPr/>
                          <p:nvPr/>
                        </p:nvGrpSpPr>
                        <p:grpSpPr>
                          <a:xfrm>
                            <a:off x="1824" y="1968"/>
                            <a:ext cx="343" cy="918"/>
                            <a:chOff x="2880" y="2112"/>
                            <a:chExt cx="2304" cy="2016"/>
                          </a:xfrm>
                        </p:grpSpPr>
                        <p:sp>
                          <p:nvSpPr>
                            <p:cNvPr id="159719" name="任意多边形 15971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720" name="任意多边形 15971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721" name="组合 159720"/>
                          <p:cNvGrpSpPr/>
                          <p:nvPr/>
                        </p:nvGrpSpPr>
                        <p:grpSpPr>
                          <a:xfrm>
                            <a:off x="2167" y="1968"/>
                            <a:ext cx="342" cy="918"/>
                            <a:chOff x="2880" y="2112"/>
                            <a:chExt cx="2304" cy="2016"/>
                          </a:xfrm>
                        </p:grpSpPr>
                        <p:sp>
                          <p:nvSpPr>
                            <p:cNvPr id="159722" name="任意多边形 15972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723" name="任意多边形 15972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59724" name="组合 159723"/>
                      <p:cNvGrpSpPr/>
                      <p:nvPr/>
                    </p:nvGrpSpPr>
                    <p:grpSpPr>
                      <a:xfrm flipV="1">
                        <a:off x="2832" y="2832"/>
                        <a:ext cx="2496" cy="630"/>
                        <a:chOff x="1056" y="816"/>
                        <a:chExt cx="2496" cy="630"/>
                      </a:xfrm>
                    </p:grpSpPr>
                    <p:sp>
                      <p:nvSpPr>
                        <p:cNvPr id="159725" name="任意多边形 15972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726" name="组合 159725"/>
                        <p:cNvGrpSpPr/>
                        <p:nvPr/>
                      </p:nvGrpSpPr>
                      <p:grpSpPr>
                        <a:xfrm>
                          <a:off x="1056" y="816"/>
                          <a:ext cx="2016" cy="630"/>
                          <a:chOff x="1824" y="1968"/>
                          <a:chExt cx="685" cy="918"/>
                        </a:xfrm>
                      </p:grpSpPr>
                      <p:grpSp>
                        <p:nvGrpSpPr>
                          <p:cNvPr id="159727" name="组合 159726"/>
                          <p:cNvGrpSpPr/>
                          <p:nvPr/>
                        </p:nvGrpSpPr>
                        <p:grpSpPr>
                          <a:xfrm>
                            <a:off x="1824" y="1968"/>
                            <a:ext cx="343" cy="918"/>
                            <a:chOff x="2880" y="2112"/>
                            <a:chExt cx="2304" cy="2016"/>
                          </a:xfrm>
                        </p:grpSpPr>
                        <p:sp>
                          <p:nvSpPr>
                            <p:cNvPr id="159728" name="任意多边形 15972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729" name="任意多边形 15972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730" name="组合 159729"/>
                          <p:cNvGrpSpPr/>
                          <p:nvPr/>
                        </p:nvGrpSpPr>
                        <p:grpSpPr>
                          <a:xfrm>
                            <a:off x="2167" y="1968"/>
                            <a:ext cx="342" cy="918"/>
                            <a:chOff x="2880" y="2112"/>
                            <a:chExt cx="2304" cy="2016"/>
                          </a:xfrm>
                        </p:grpSpPr>
                        <p:sp>
                          <p:nvSpPr>
                            <p:cNvPr id="159731" name="任意多边形 15973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732" name="任意多边形 15973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59733" name="直接连接符 15973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59734" name="组合 159733"/>
                  <p:cNvGrpSpPr/>
                  <p:nvPr/>
                </p:nvGrpSpPr>
                <p:grpSpPr>
                  <a:xfrm>
                    <a:off x="912" y="3072"/>
                    <a:ext cx="1104" cy="144"/>
                    <a:chOff x="1872" y="2880"/>
                    <a:chExt cx="1104" cy="144"/>
                  </a:xfrm>
                </p:grpSpPr>
                <p:grpSp>
                  <p:nvGrpSpPr>
                    <p:cNvPr id="159735" name="组合 159734"/>
                    <p:cNvGrpSpPr/>
                    <p:nvPr/>
                  </p:nvGrpSpPr>
                  <p:grpSpPr>
                    <a:xfrm>
                      <a:off x="2016" y="2880"/>
                      <a:ext cx="960" cy="144"/>
                      <a:chOff x="336" y="2832"/>
                      <a:chExt cx="4992" cy="630"/>
                    </a:xfrm>
                  </p:grpSpPr>
                  <p:grpSp>
                    <p:nvGrpSpPr>
                      <p:cNvPr id="159736" name="组合 159735"/>
                      <p:cNvGrpSpPr/>
                      <p:nvPr/>
                    </p:nvGrpSpPr>
                    <p:grpSpPr>
                      <a:xfrm>
                        <a:off x="336" y="2832"/>
                        <a:ext cx="2496" cy="630"/>
                        <a:chOff x="1056" y="816"/>
                        <a:chExt cx="2496" cy="630"/>
                      </a:xfrm>
                    </p:grpSpPr>
                    <p:sp>
                      <p:nvSpPr>
                        <p:cNvPr id="159737" name="任意多边形 15973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59738" name="组合 159737"/>
                        <p:cNvGrpSpPr/>
                        <p:nvPr/>
                      </p:nvGrpSpPr>
                      <p:grpSpPr>
                        <a:xfrm>
                          <a:off x="1056" y="816"/>
                          <a:ext cx="2016" cy="630"/>
                          <a:chOff x="1824" y="1968"/>
                          <a:chExt cx="685" cy="918"/>
                        </a:xfrm>
                      </p:grpSpPr>
                      <p:grpSp>
                        <p:nvGrpSpPr>
                          <p:cNvPr id="159739" name="组合 159738"/>
                          <p:cNvGrpSpPr/>
                          <p:nvPr/>
                        </p:nvGrpSpPr>
                        <p:grpSpPr>
                          <a:xfrm>
                            <a:off x="1824" y="1968"/>
                            <a:ext cx="343" cy="918"/>
                            <a:chOff x="2880" y="2112"/>
                            <a:chExt cx="2304" cy="2016"/>
                          </a:xfrm>
                        </p:grpSpPr>
                        <p:sp>
                          <p:nvSpPr>
                            <p:cNvPr id="159740" name="任意多边形 15973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59741" name="任意多边形 15974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59742" name="组合 159741"/>
                          <p:cNvGrpSpPr/>
                          <p:nvPr/>
                        </p:nvGrpSpPr>
                        <p:grpSpPr>
                          <a:xfrm>
                            <a:off x="2167" y="1968"/>
                            <a:ext cx="342" cy="918"/>
                            <a:chOff x="2880" y="2112"/>
                            <a:chExt cx="2304" cy="2016"/>
                          </a:xfrm>
                        </p:grpSpPr>
                        <p:sp>
                          <p:nvSpPr>
                            <p:cNvPr id="159743" name="任意多边形 15974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768" name="任意多边形 16076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0769" name="组合 160768"/>
                      <p:cNvGrpSpPr/>
                      <p:nvPr/>
                    </p:nvGrpSpPr>
                    <p:grpSpPr>
                      <a:xfrm flipV="1">
                        <a:off x="2832" y="2832"/>
                        <a:ext cx="2496" cy="630"/>
                        <a:chOff x="1056" y="816"/>
                        <a:chExt cx="2496" cy="630"/>
                      </a:xfrm>
                    </p:grpSpPr>
                    <p:sp>
                      <p:nvSpPr>
                        <p:cNvPr id="160770" name="任意多边形 16076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771" name="组合 160770"/>
                        <p:cNvGrpSpPr/>
                        <p:nvPr/>
                      </p:nvGrpSpPr>
                      <p:grpSpPr>
                        <a:xfrm>
                          <a:off x="1056" y="816"/>
                          <a:ext cx="2016" cy="630"/>
                          <a:chOff x="1824" y="1968"/>
                          <a:chExt cx="685" cy="918"/>
                        </a:xfrm>
                      </p:grpSpPr>
                      <p:grpSp>
                        <p:nvGrpSpPr>
                          <p:cNvPr id="160772" name="组合 160771"/>
                          <p:cNvGrpSpPr/>
                          <p:nvPr/>
                        </p:nvGrpSpPr>
                        <p:grpSpPr>
                          <a:xfrm>
                            <a:off x="1824" y="1968"/>
                            <a:ext cx="343" cy="918"/>
                            <a:chOff x="2880" y="2112"/>
                            <a:chExt cx="2304" cy="2016"/>
                          </a:xfrm>
                        </p:grpSpPr>
                        <p:sp>
                          <p:nvSpPr>
                            <p:cNvPr id="160773" name="任意多边形 16077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774" name="任意多边形 16077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775" name="组合 160774"/>
                          <p:cNvGrpSpPr/>
                          <p:nvPr/>
                        </p:nvGrpSpPr>
                        <p:grpSpPr>
                          <a:xfrm>
                            <a:off x="2167" y="1968"/>
                            <a:ext cx="342" cy="918"/>
                            <a:chOff x="2880" y="2112"/>
                            <a:chExt cx="2304" cy="2016"/>
                          </a:xfrm>
                        </p:grpSpPr>
                        <p:sp>
                          <p:nvSpPr>
                            <p:cNvPr id="160776" name="任意多边形 16077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777" name="任意多边形 16077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0778" name="直接连接符 16077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60779" name="组合 160778"/>
              <p:cNvGrpSpPr/>
              <p:nvPr/>
            </p:nvGrpSpPr>
            <p:grpSpPr>
              <a:xfrm>
                <a:off x="3888" y="3360"/>
                <a:ext cx="1104" cy="576"/>
                <a:chOff x="2352" y="3024"/>
                <a:chExt cx="1104" cy="576"/>
              </a:xfrm>
            </p:grpSpPr>
            <p:grpSp>
              <p:nvGrpSpPr>
                <p:cNvPr id="160780" name="组合 160779"/>
                <p:cNvGrpSpPr/>
                <p:nvPr/>
              </p:nvGrpSpPr>
              <p:grpSpPr>
                <a:xfrm flipH="1">
                  <a:off x="2352" y="3312"/>
                  <a:ext cx="1104" cy="288"/>
                  <a:chOff x="912" y="2928"/>
                  <a:chExt cx="1104" cy="288"/>
                </a:xfrm>
              </p:grpSpPr>
              <p:grpSp>
                <p:nvGrpSpPr>
                  <p:cNvPr id="160781" name="组合 160780"/>
                  <p:cNvGrpSpPr/>
                  <p:nvPr/>
                </p:nvGrpSpPr>
                <p:grpSpPr>
                  <a:xfrm>
                    <a:off x="912" y="2928"/>
                    <a:ext cx="1104" cy="144"/>
                    <a:chOff x="1872" y="2880"/>
                    <a:chExt cx="1104" cy="144"/>
                  </a:xfrm>
                </p:grpSpPr>
                <p:grpSp>
                  <p:nvGrpSpPr>
                    <p:cNvPr id="160782" name="组合 160781"/>
                    <p:cNvGrpSpPr/>
                    <p:nvPr/>
                  </p:nvGrpSpPr>
                  <p:grpSpPr>
                    <a:xfrm>
                      <a:off x="2016" y="2880"/>
                      <a:ext cx="960" cy="144"/>
                      <a:chOff x="336" y="2832"/>
                      <a:chExt cx="4992" cy="630"/>
                    </a:xfrm>
                  </p:grpSpPr>
                  <p:grpSp>
                    <p:nvGrpSpPr>
                      <p:cNvPr id="160783" name="组合 160782"/>
                      <p:cNvGrpSpPr/>
                      <p:nvPr/>
                    </p:nvGrpSpPr>
                    <p:grpSpPr>
                      <a:xfrm>
                        <a:off x="336" y="2832"/>
                        <a:ext cx="2496" cy="630"/>
                        <a:chOff x="1056" y="816"/>
                        <a:chExt cx="2496" cy="630"/>
                      </a:xfrm>
                    </p:grpSpPr>
                    <p:sp>
                      <p:nvSpPr>
                        <p:cNvPr id="160784" name="任意多边形 16078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785" name="组合 160784"/>
                        <p:cNvGrpSpPr/>
                        <p:nvPr/>
                      </p:nvGrpSpPr>
                      <p:grpSpPr>
                        <a:xfrm>
                          <a:off x="1056" y="816"/>
                          <a:ext cx="2016" cy="630"/>
                          <a:chOff x="1824" y="1968"/>
                          <a:chExt cx="685" cy="918"/>
                        </a:xfrm>
                      </p:grpSpPr>
                      <p:grpSp>
                        <p:nvGrpSpPr>
                          <p:cNvPr id="160786" name="组合 160785"/>
                          <p:cNvGrpSpPr/>
                          <p:nvPr/>
                        </p:nvGrpSpPr>
                        <p:grpSpPr>
                          <a:xfrm>
                            <a:off x="1824" y="1968"/>
                            <a:ext cx="343" cy="918"/>
                            <a:chOff x="2880" y="2112"/>
                            <a:chExt cx="2304" cy="2016"/>
                          </a:xfrm>
                        </p:grpSpPr>
                        <p:sp>
                          <p:nvSpPr>
                            <p:cNvPr id="160787" name="任意多边形 16078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788" name="任意多边形 16078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789" name="组合 160788"/>
                          <p:cNvGrpSpPr/>
                          <p:nvPr/>
                        </p:nvGrpSpPr>
                        <p:grpSpPr>
                          <a:xfrm>
                            <a:off x="2167" y="1968"/>
                            <a:ext cx="342" cy="918"/>
                            <a:chOff x="2880" y="2112"/>
                            <a:chExt cx="2304" cy="2016"/>
                          </a:xfrm>
                        </p:grpSpPr>
                        <p:sp>
                          <p:nvSpPr>
                            <p:cNvPr id="160790" name="任意多边形 16078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791" name="任意多边形 16079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0792" name="组合 160791"/>
                      <p:cNvGrpSpPr/>
                      <p:nvPr/>
                    </p:nvGrpSpPr>
                    <p:grpSpPr>
                      <a:xfrm flipV="1">
                        <a:off x="2832" y="2832"/>
                        <a:ext cx="2496" cy="630"/>
                        <a:chOff x="1056" y="816"/>
                        <a:chExt cx="2496" cy="630"/>
                      </a:xfrm>
                    </p:grpSpPr>
                    <p:sp>
                      <p:nvSpPr>
                        <p:cNvPr id="160793" name="任意多边形 16079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794" name="组合 160793"/>
                        <p:cNvGrpSpPr/>
                        <p:nvPr/>
                      </p:nvGrpSpPr>
                      <p:grpSpPr>
                        <a:xfrm>
                          <a:off x="1056" y="816"/>
                          <a:ext cx="2016" cy="630"/>
                          <a:chOff x="1824" y="1968"/>
                          <a:chExt cx="685" cy="918"/>
                        </a:xfrm>
                      </p:grpSpPr>
                      <p:grpSp>
                        <p:nvGrpSpPr>
                          <p:cNvPr id="160795" name="组合 160794"/>
                          <p:cNvGrpSpPr/>
                          <p:nvPr/>
                        </p:nvGrpSpPr>
                        <p:grpSpPr>
                          <a:xfrm>
                            <a:off x="1824" y="1968"/>
                            <a:ext cx="343" cy="918"/>
                            <a:chOff x="2880" y="2112"/>
                            <a:chExt cx="2304" cy="2016"/>
                          </a:xfrm>
                        </p:grpSpPr>
                        <p:sp>
                          <p:nvSpPr>
                            <p:cNvPr id="160796" name="任意多边形 16079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797" name="任意多边形 16079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798" name="组合 160797"/>
                          <p:cNvGrpSpPr/>
                          <p:nvPr/>
                        </p:nvGrpSpPr>
                        <p:grpSpPr>
                          <a:xfrm>
                            <a:off x="2167" y="1968"/>
                            <a:ext cx="342" cy="918"/>
                            <a:chOff x="2880" y="2112"/>
                            <a:chExt cx="2304" cy="2016"/>
                          </a:xfrm>
                        </p:grpSpPr>
                        <p:sp>
                          <p:nvSpPr>
                            <p:cNvPr id="160799" name="任意多边形 16079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00" name="任意多边形 16079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0801" name="直接连接符 16080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0802" name="组合 160801"/>
                  <p:cNvGrpSpPr/>
                  <p:nvPr/>
                </p:nvGrpSpPr>
                <p:grpSpPr>
                  <a:xfrm>
                    <a:off x="912" y="3072"/>
                    <a:ext cx="1104" cy="144"/>
                    <a:chOff x="1872" y="2880"/>
                    <a:chExt cx="1104" cy="144"/>
                  </a:xfrm>
                </p:grpSpPr>
                <p:grpSp>
                  <p:nvGrpSpPr>
                    <p:cNvPr id="160803" name="组合 160802"/>
                    <p:cNvGrpSpPr/>
                    <p:nvPr/>
                  </p:nvGrpSpPr>
                  <p:grpSpPr>
                    <a:xfrm>
                      <a:off x="2016" y="2880"/>
                      <a:ext cx="960" cy="144"/>
                      <a:chOff x="336" y="2832"/>
                      <a:chExt cx="4992" cy="630"/>
                    </a:xfrm>
                  </p:grpSpPr>
                  <p:grpSp>
                    <p:nvGrpSpPr>
                      <p:cNvPr id="160804" name="组合 160803"/>
                      <p:cNvGrpSpPr/>
                      <p:nvPr/>
                    </p:nvGrpSpPr>
                    <p:grpSpPr>
                      <a:xfrm>
                        <a:off x="336" y="2832"/>
                        <a:ext cx="2496" cy="630"/>
                        <a:chOff x="1056" y="816"/>
                        <a:chExt cx="2496" cy="630"/>
                      </a:xfrm>
                    </p:grpSpPr>
                    <p:sp>
                      <p:nvSpPr>
                        <p:cNvPr id="160805" name="任意多边形 16080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806" name="组合 160805"/>
                        <p:cNvGrpSpPr/>
                        <p:nvPr/>
                      </p:nvGrpSpPr>
                      <p:grpSpPr>
                        <a:xfrm>
                          <a:off x="1056" y="816"/>
                          <a:ext cx="2016" cy="630"/>
                          <a:chOff x="1824" y="1968"/>
                          <a:chExt cx="685" cy="918"/>
                        </a:xfrm>
                      </p:grpSpPr>
                      <p:grpSp>
                        <p:nvGrpSpPr>
                          <p:cNvPr id="160807" name="组合 160806"/>
                          <p:cNvGrpSpPr/>
                          <p:nvPr/>
                        </p:nvGrpSpPr>
                        <p:grpSpPr>
                          <a:xfrm>
                            <a:off x="1824" y="1968"/>
                            <a:ext cx="343" cy="918"/>
                            <a:chOff x="2880" y="2112"/>
                            <a:chExt cx="2304" cy="2016"/>
                          </a:xfrm>
                        </p:grpSpPr>
                        <p:sp>
                          <p:nvSpPr>
                            <p:cNvPr id="160808" name="任意多边形 16080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09" name="任意多边形 16080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810" name="组合 160809"/>
                          <p:cNvGrpSpPr/>
                          <p:nvPr/>
                        </p:nvGrpSpPr>
                        <p:grpSpPr>
                          <a:xfrm>
                            <a:off x="2167" y="1968"/>
                            <a:ext cx="342" cy="918"/>
                            <a:chOff x="2880" y="2112"/>
                            <a:chExt cx="2304" cy="2016"/>
                          </a:xfrm>
                        </p:grpSpPr>
                        <p:sp>
                          <p:nvSpPr>
                            <p:cNvPr id="160811" name="任意多边形 16081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12" name="任意多边形 16081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0813" name="组合 160812"/>
                      <p:cNvGrpSpPr/>
                      <p:nvPr/>
                    </p:nvGrpSpPr>
                    <p:grpSpPr>
                      <a:xfrm flipV="1">
                        <a:off x="2832" y="2832"/>
                        <a:ext cx="2496" cy="630"/>
                        <a:chOff x="1056" y="816"/>
                        <a:chExt cx="2496" cy="630"/>
                      </a:xfrm>
                    </p:grpSpPr>
                    <p:sp>
                      <p:nvSpPr>
                        <p:cNvPr id="160814" name="任意多边形 16081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815" name="组合 160814"/>
                        <p:cNvGrpSpPr/>
                        <p:nvPr/>
                      </p:nvGrpSpPr>
                      <p:grpSpPr>
                        <a:xfrm>
                          <a:off x="1056" y="816"/>
                          <a:ext cx="2016" cy="630"/>
                          <a:chOff x="1824" y="1968"/>
                          <a:chExt cx="685" cy="918"/>
                        </a:xfrm>
                      </p:grpSpPr>
                      <p:grpSp>
                        <p:nvGrpSpPr>
                          <p:cNvPr id="160816" name="组合 160815"/>
                          <p:cNvGrpSpPr/>
                          <p:nvPr/>
                        </p:nvGrpSpPr>
                        <p:grpSpPr>
                          <a:xfrm>
                            <a:off x="1824" y="1968"/>
                            <a:ext cx="343" cy="918"/>
                            <a:chOff x="2880" y="2112"/>
                            <a:chExt cx="2304" cy="2016"/>
                          </a:xfrm>
                        </p:grpSpPr>
                        <p:sp>
                          <p:nvSpPr>
                            <p:cNvPr id="160817" name="任意多边形 16081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18" name="任意多边形 16081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819" name="组合 160818"/>
                          <p:cNvGrpSpPr/>
                          <p:nvPr/>
                        </p:nvGrpSpPr>
                        <p:grpSpPr>
                          <a:xfrm>
                            <a:off x="2167" y="1968"/>
                            <a:ext cx="342" cy="918"/>
                            <a:chOff x="2880" y="2112"/>
                            <a:chExt cx="2304" cy="2016"/>
                          </a:xfrm>
                        </p:grpSpPr>
                        <p:sp>
                          <p:nvSpPr>
                            <p:cNvPr id="160820" name="任意多边形 16081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21" name="任意多边形 16082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0822" name="直接连接符 16082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60823" name="组合 160822"/>
                <p:cNvGrpSpPr/>
                <p:nvPr/>
              </p:nvGrpSpPr>
              <p:grpSpPr>
                <a:xfrm flipH="1">
                  <a:off x="2352" y="3024"/>
                  <a:ext cx="1104" cy="288"/>
                  <a:chOff x="912" y="2928"/>
                  <a:chExt cx="1104" cy="288"/>
                </a:xfrm>
              </p:grpSpPr>
              <p:grpSp>
                <p:nvGrpSpPr>
                  <p:cNvPr id="160824" name="组合 160823"/>
                  <p:cNvGrpSpPr/>
                  <p:nvPr/>
                </p:nvGrpSpPr>
                <p:grpSpPr>
                  <a:xfrm>
                    <a:off x="912" y="2928"/>
                    <a:ext cx="1104" cy="144"/>
                    <a:chOff x="1872" y="2880"/>
                    <a:chExt cx="1104" cy="144"/>
                  </a:xfrm>
                </p:grpSpPr>
                <p:grpSp>
                  <p:nvGrpSpPr>
                    <p:cNvPr id="160825" name="组合 160824"/>
                    <p:cNvGrpSpPr/>
                    <p:nvPr/>
                  </p:nvGrpSpPr>
                  <p:grpSpPr>
                    <a:xfrm>
                      <a:off x="2016" y="2880"/>
                      <a:ext cx="960" cy="144"/>
                      <a:chOff x="336" y="2832"/>
                      <a:chExt cx="4992" cy="630"/>
                    </a:xfrm>
                  </p:grpSpPr>
                  <p:grpSp>
                    <p:nvGrpSpPr>
                      <p:cNvPr id="160826" name="组合 160825"/>
                      <p:cNvGrpSpPr/>
                      <p:nvPr/>
                    </p:nvGrpSpPr>
                    <p:grpSpPr>
                      <a:xfrm>
                        <a:off x="336" y="2832"/>
                        <a:ext cx="2496" cy="630"/>
                        <a:chOff x="1056" y="816"/>
                        <a:chExt cx="2496" cy="630"/>
                      </a:xfrm>
                    </p:grpSpPr>
                    <p:sp>
                      <p:nvSpPr>
                        <p:cNvPr id="160827" name="任意多边形 16082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828" name="组合 160827"/>
                        <p:cNvGrpSpPr/>
                        <p:nvPr/>
                      </p:nvGrpSpPr>
                      <p:grpSpPr>
                        <a:xfrm>
                          <a:off x="1056" y="816"/>
                          <a:ext cx="2016" cy="630"/>
                          <a:chOff x="1824" y="1968"/>
                          <a:chExt cx="685" cy="918"/>
                        </a:xfrm>
                      </p:grpSpPr>
                      <p:grpSp>
                        <p:nvGrpSpPr>
                          <p:cNvPr id="160829" name="组合 160828"/>
                          <p:cNvGrpSpPr/>
                          <p:nvPr/>
                        </p:nvGrpSpPr>
                        <p:grpSpPr>
                          <a:xfrm>
                            <a:off x="1824" y="1968"/>
                            <a:ext cx="343" cy="918"/>
                            <a:chOff x="2880" y="2112"/>
                            <a:chExt cx="2304" cy="2016"/>
                          </a:xfrm>
                        </p:grpSpPr>
                        <p:sp>
                          <p:nvSpPr>
                            <p:cNvPr id="160830" name="任意多边形 16082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31" name="任意多边形 16083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832" name="组合 160831"/>
                          <p:cNvGrpSpPr/>
                          <p:nvPr/>
                        </p:nvGrpSpPr>
                        <p:grpSpPr>
                          <a:xfrm>
                            <a:off x="2167" y="1968"/>
                            <a:ext cx="342" cy="918"/>
                            <a:chOff x="2880" y="2112"/>
                            <a:chExt cx="2304" cy="2016"/>
                          </a:xfrm>
                        </p:grpSpPr>
                        <p:sp>
                          <p:nvSpPr>
                            <p:cNvPr id="160833" name="任意多边形 16083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34" name="任意多边形 16083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0835" name="组合 160834"/>
                      <p:cNvGrpSpPr/>
                      <p:nvPr/>
                    </p:nvGrpSpPr>
                    <p:grpSpPr>
                      <a:xfrm flipV="1">
                        <a:off x="2832" y="2832"/>
                        <a:ext cx="2496" cy="630"/>
                        <a:chOff x="1056" y="816"/>
                        <a:chExt cx="2496" cy="630"/>
                      </a:xfrm>
                    </p:grpSpPr>
                    <p:sp>
                      <p:nvSpPr>
                        <p:cNvPr id="160836" name="任意多边形 16083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837" name="组合 160836"/>
                        <p:cNvGrpSpPr/>
                        <p:nvPr/>
                      </p:nvGrpSpPr>
                      <p:grpSpPr>
                        <a:xfrm>
                          <a:off x="1056" y="816"/>
                          <a:ext cx="2016" cy="630"/>
                          <a:chOff x="1824" y="1968"/>
                          <a:chExt cx="685" cy="918"/>
                        </a:xfrm>
                      </p:grpSpPr>
                      <p:grpSp>
                        <p:nvGrpSpPr>
                          <p:cNvPr id="160838" name="组合 160837"/>
                          <p:cNvGrpSpPr/>
                          <p:nvPr/>
                        </p:nvGrpSpPr>
                        <p:grpSpPr>
                          <a:xfrm>
                            <a:off x="1824" y="1968"/>
                            <a:ext cx="343" cy="918"/>
                            <a:chOff x="2880" y="2112"/>
                            <a:chExt cx="2304" cy="2016"/>
                          </a:xfrm>
                        </p:grpSpPr>
                        <p:sp>
                          <p:nvSpPr>
                            <p:cNvPr id="160839" name="任意多边形 16083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40" name="任意多边形 16083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841" name="组合 160840"/>
                          <p:cNvGrpSpPr/>
                          <p:nvPr/>
                        </p:nvGrpSpPr>
                        <p:grpSpPr>
                          <a:xfrm>
                            <a:off x="2167" y="1968"/>
                            <a:ext cx="342" cy="918"/>
                            <a:chOff x="2880" y="2112"/>
                            <a:chExt cx="2304" cy="2016"/>
                          </a:xfrm>
                        </p:grpSpPr>
                        <p:sp>
                          <p:nvSpPr>
                            <p:cNvPr id="160842" name="任意多边形 16084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43" name="任意多边形 16084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0844" name="直接连接符 16084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0845" name="组合 160844"/>
                  <p:cNvGrpSpPr/>
                  <p:nvPr/>
                </p:nvGrpSpPr>
                <p:grpSpPr>
                  <a:xfrm>
                    <a:off x="912" y="3072"/>
                    <a:ext cx="1104" cy="144"/>
                    <a:chOff x="1872" y="2880"/>
                    <a:chExt cx="1104" cy="144"/>
                  </a:xfrm>
                </p:grpSpPr>
                <p:grpSp>
                  <p:nvGrpSpPr>
                    <p:cNvPr id="160846" name="组合 160845"/>
                    <p:cNvGrpSpPr/>
                    <p:nvPr/>
                  </p:nvGrpSpPr>
                  <p:grpSpPr>
                    <a:xfrm>
                      <a:off x="2016" y="2880"/>
                      <a:ext cx="960" cy="144"/>
                      <a:chOff x="336" y="2832"/>
                      <a:chExt cx="4992" cy="630"/>
                    </a:xfrm>
                  </p:grpSpPr>
                  <p:grpSp>
                    <p:nvGrpSpPr>
                      <p:cNvPr id="160847" name="组合 160846"/>
                      <p:cNvGrpSpPr/>
                      <p:nvPr/>
                    </p:nvGrpSpPr>
                    <p:grpSpPr>
                      <a:xfrm>
                        <a:off x="336" y="2832"/>
                        <a:ext cx="2496" cy="630"/>
                        <a:chOff x="1056" y="816"/>
                        <a:chExt cx="2496" cy="630"/>
                      </a:xfrm>
                    </p:grpSpPr>
                    <p:sp>
                      <p:nvSpPr>
                        <p:cNvPr id="160848" name="任意多边形 16084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849" name="组合 160848"/>
                        <p:cNvGrpSpPr/>
                        <p:nvPr/>
                      </p:nvGrpSpPr>
                      <p:grpSpPr>
                        <a:xfrm>
                          <a:off x="1056" y="816"/>
                          <a:ext cx="2016" cy="630"/>
                          <a:chOff x="1824" y="1968"/>
                          <a:chExt cx="685" cy="918"/>
                        </a:xfrm>
                      </p:grpSpPr>
                      <p:grpSp>
                        <p:nvGrpSpPr>
                          <p:cNvPr id="160850" name="组合 160849"/>
                          <p:cNvGrpSpPr/>
                          <p:nvPr/>
                        </p:nvGrpSpPr>
                        <p:grpSpPr>
                          <a:xfrm>
                            <a:off x="1824" y="1968"/>
                            <a:ext cx="343" cy="918"/>
                            <a:chOff x="2880" y="2112"/>
                            <a:chExt cx="2304" cy="2016"/>
                          </a:xfrm>
                        </p:grpSpPr>
                        <p:sp>
                          <p:nvSpPr>
                            <p:cNvPr id="160851" name="任意多边形 16085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52" name="任意多边形 16085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853" name="组合 160852"/>
                          <p:cNvGrpSpPr/>
                          <p:nvPr/>
                        </p:nvGrpSpPr>
                        <p:grpSpPr>
                          <a:xfrm>
                            <a:off x="2167" y="1968"/>
                            <a:ext cx="342" cy="918"/>
                            <a:chOff x="2880" y="2112"/>
                            <a:chExt cx="2304" cy="2016"/>
                          </a:xfrm>
                        </p:grpSpPr>
                        <p:sp>
                          <p:nvSpPr>
                            <p:cNvPr id="160854" name="任意多边形 16085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55" name="任意多边形 16085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0856" name="组合 160855"/>
                      <p:cNvGrpSpPr/>
                      <p:nvPr/>
                    </p:nvGrpSpPr>
                    <p:grpSpPr>
                      <a:xfrm flipV="1">
                        <a:off x="2832" y="2832"/>
                        <a:ext cx="2496" cy="630"/>
                        <a:chOff x="1056" y="816"/>
                        <a:chExt cx="2496" cy="630"/>
                      </a:xfrm>
                    </p:grpSpPr>
                    <p:sp>
                      <p:nvSpPr>
                        <p:cNvPr id="160857" name="任意多边形 16085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858" name="组合 160857"/>
                        <p:cNvGrpSpPr/>
                        <p:nvPr/>
                      </p:nvGrpSpPr>
                      <p:grpSpPr>
                        <a:xfrm>
                          <a:off x="1056" y="816"/>
                          <a:ext cx="2016" cy="630"/>
                          <a:chOff x="1824" y="1968"/>
                          <a:chExt cx="685" cy="918"/>
                        </a:xfrm>
                      </p:grpSpPr>
                      <p:grpSp>
                        <p:nvGrpSpPr>
                          <p:cNvPr id="160859" name="组合 160858"/>
                          <p:cNvGrpSpPr/>
                          <p:nvPr/>
                        </p:nvGrpSpPr>
                        <p:grpSpPr>
                          <a:xfrm>
                            <a:off x="1824" y="1968"/>
                            <a:ext cx="343" cy="918"/>
                            <a:chOff x="2880" y="2112"/>
                            <a:chExt cx="2304" cy="2016"/>
                          </a:xfrm>
                        </p:grpSpPr>
                        <p:sp>
                          <p:nvSpPr>
                            <p:cNvPr id="160860" name="任意多边形 16085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61" name="任意多边形 16086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862" name="组合 160861"/>
                          <p:cNvGrpSpPr/>
                          <p:nvPr/>
                        </p:nvGrpSpPr>
                        <p:grpSpPr>
                          <a:xfrm>
                            <a:off x="2167" y="1968"/>
                            <a:ext cx="342" cy="918"/>
                            <a:chOff x="2880" y="2112"/>
                            <a:chExt cx="2304" cy="2016"/>
                          </a:xfrm>
                        </p:grpSpPr>
                        <p:sp>
                          <p:nvSpPr>
                            <p:cNvPr id="160863" name="任意多边形 16086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64" name="任意多边形 16086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0865" name="直接连接符 16086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60866" name="组合 160865"/>
            <p:cNvGrpSpPr/>
            <p:nvPr/>
          </p:nvGrpSpPr>
          <p:grpSpPr>
            <a:xfrm>
              <a:off x="3996" y="3024"/>
              <a:ext cx="1092" cy="435"/>
              <a:chOff x="3888" y="2784"/>
              <a:chExt cx="1104" cy="1152"/>
            </a:xfrm>
          </p:grpSpPr>
          <p:grpSp>
            <p:nvGrpSpPr>
              <p:cNvPr id="160867" name="组合 160866"/>
              <p:cNvGrpSpPr/>
              <p:nvPr/>
            </p:nvGrpSpPr>
            <p:grpSpPr>
              <a:xfrm>
                <a:off x="3888" y="2784"/>
                <a:ext cx="1104" cy="576"/>
                <a:chOff x="2352" y="3024"/>
                <a:chExt cx="1104" cy="576"/>
              </a:xfrm>
            </p:grpSpPr>
            <p:grpSp>
              <p:nvGrpSpPr>
                <p:cNvPr id="160868" name="组合 160867"/>
                <p:cNvGrpSpPr/>
                <p:nvPr/>
              </p:nvGrpSpPr>
              <p:grpSpPr>
                <a:xfrm flipH="1">
                  <a:off x="2352" y="3312"/>
                  <a:ext cx="1104" cy="288"/>
                  <a:chOff x="912" y="2928"/>
                  <a:chExt cx="1104" cy="288"/>
                </a:xfrm>
              </p:grpSpPr>
              <p:grpSp>
                <p:nvGrpSpPr>
                  <p:cNvPr id="160869" name="组合 160868"/>
                  <p:cNvGrpSpPr/>
                  <p:nvPr/>
                </p:nvGrpSpPr>
                <p:grpSpPr>
                  <a:xfrm>
                    <a:off x="912" y="2928"/>
                    <a:ext cx="1104" cy="144"/>
                    <a:chOff x="1872" y="2880"/>
                    <a:chExt cx="1104" cy="144"/>
                  </a:xfrm>
                </p:grpSpPr>
                <p:grpSp>
                  <p:nvGrpSpPr>
                    <p:cNvPr id="160870" name="组合 160869"/>
                    <p:cNvGrpSpPr/>
                    <p:nvPr/>
                  </p:nvGrpSpPr>
                  <p:grpSpPr>
                    <a:xfrm>
                      <a:off x="2016" y="2880"/>
                      <a:ext cx="960" cy="144"/>
                      <a:chOff x="336" y="2832"/>
                      <a:chExt cx="4992" cy="630"/>
                    </a:xfrm>
                  </p:grpSpPr>
                  <p:grpSp>
                    <p:nvGrpSpPr>
                      <p:cNvPr id="160871" name="组合 160870"/>
                      <p:cNvGrpSpPr/>
                      <p:nvPr/>
                    </p:nvGrpSpPr>
                    <p:grpSpPr>
                      <a:xfrm>
                        <a:off x="336" y="2832"/>
                        <a:ext cx="2496" cy="630"/>
                        <a:chOff x="1056" y="816"/>
                        <a:chExt cx="2496" cy="630"/>
                      </a:xfrm>
                    </p:grpSpPr>
                    <p:sp>
                      <p:nvSpPr>
                        <p:cNvPr id="160872" name="任意多边形 16087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873" name="组合 160872"/>
                        <p:cNvGrpSpPr/>
                        <p:nvPr/>
                      </p:nvGrpSpPr>
                      <p:grpSpPr>
                        <a:xfrm>
                          <a:off x="1056" y="816"/>
                          <a:ext cx="2016" cy="630"/>
                          <a:chOff x="1824" y="1968"/>
                          <a:chExt cx="685" cy="918"/>
                        </a:xfrm>
                      </p:grpSpPr>
                      <p:grpSp>
                        <p:nvGrpSpPr>
                          <p:cNvPr id="160874" name="组合 160873"/>
                          <p:cNvGrpSpPr/>
                          <p:nvPr/>
                        </p:nvGrpSpPr>
                        <p:grpSpPr>
                          <a:xfrm>
                            <a:off x="1824" y="1968"/>
                            <a:ext cx="343" cy="918"/>
                            <a:chOff x="2880" y="2112"/>
                            <a:chExt cx="2304" cy="2016"/>
                          </a:xfrm>
                        </p:grpSpPr>
                        <p:sp>
                          <p:nvSpPr>
                            <p:cNvPr id="160875" name="任意多边形 16087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76" name="任意多边形 16087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877" name="组合 160876"/>
                          <p:cNvGrpSpPr/>
                          <p:nvPr/>
                        </p:nvGrpSpPr>
                        <p:grpSpPr>
                          <a:xfrm>
                            <a:off x="2167" y="1968"/>
                            <a:ext cx="342" cy="918"/>
                            <a:chOff x="2880" y="2112"/>
                            <a:chExt cx="2304" cy="2016"/>
                          </a:xfrm>
                        </p:grpSpPr>
                        <p:sp>
                          <p:nvSpPr>
                            <p:cNvPr id="160878" name="任意多边形 16087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79" name="任意多边形 16087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0880" name="组合 160879"/>
                      <p:cNvGrpSpPr/>
                      <p:nvPr/>
                    </p:nvGrpSpPr>
                    <p:grpSpPr>
                      <a:xfrm flipV="1">
                        <a:off x="2832" y="2832"/>
                        <a:ext cx="2496" cy="630"/>
                        <a:chOff x="1056" y="816"/>
                        <a:chExt cx="2496" cy="630"/>
                      </a:xfrm>
                    </p:grpSpPr>
                    <p:sp>
                      <p:nvSpPr>
                        <p:cNvPr id="160881" name="任意多边形 16088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882" name="组合 160881"/>
                        <p:cNvGrpSpPr/>
                        <p:nvPr/>
                      </p:nvGrpSpPr>
                      <p:grpSpPr>
                        <a:xfrm>
                          <a:off x="1056" y="816"/>
                          <a:ext cx="2016" cy="630"/>
                          <a:chOff x="1824" y="1968"/>
                          <a:chExt cx="685" cy="918"/>
                        </a:xfrm>
                      </p:grpSpPr>
                      <p:grpSp>
                        <p:nvGrpSpPr>
                          <p:cNvPr id="160883" name="组合 160882"/>
                          <p:cNvGrpSpPr/>
                          <p:nvPr/>
                        </p:nvGrpSpPr>
                        <p:grpSpPr>
                          <a:xfrm>
                            <a:off x="1824" y="1968"/>
                            <a:ext cx="343" cy="918"/>
                            <a:chOff x="2880" y="2112"/>
                            <a:chExt cx="2304" cy="2016"/>
                          </a:xfrm>
                        </p:grpSpPr>
                        <p:sp>
                          <p:nvSpPr>
                            <p:cNvPr id="160884" name="任意多边形 16088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85" name="任意多边形 16088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886" name="组合 160885"/>
                          <p:cNvGrpSpPr/>
                          <p:nvPr/>
                        </p:nvGrpSpPr>
                        <p:grpSpPr>
                          <a:xfrm>
                            <a:off x="2167" y="1968"/>
                            <a:ext cx="342" cy="918"/>
                            <a:chOff x="2880" y="2112"/>
                            <a:chExt cx="2304" cy="2016"/>
                          </a:xfrm>
                        </p:grpSpPr>
                        <p:sp>
                          <p:nvSpPr>
                            <p:cNvPr id="160887" name="任意多边形 16088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88" name="任意多边形 16088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0889" name="直接连接符 16088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0890" name="组合 160889"/>
                  <p:cNvGrpSpPr/>
                  <p:nvPr/>
                </p:nvGrpSpPr>
                <p:grpSpPr>
                  <a:xfrm>
                    <a:off x="912" y="3072"/>
                    <a:ext cx="1104" cy="144"/>
                    <a:chOff x="1872" y="2880"/>
                    <a:chExt cx="1104" cy="144"/>
                  </a:xfrm>
                </p:grpSpPr>
                <p:grpSp>
                  <p:nvGrpSpPr>
                    <p:cNvPr id="160891" name="组合 160890"/>
                    <p:cNvGrpSpPr/>
                    <p:nvPr/>
                  </p:nvGrpSpPr>
                  <p:grpSpPr>
                    <a:xfrm>
                      <a:off x="2016" y="2880"/>
                      <a:ext cx="960" cy="144"/>
                      <a:chOff x="336" y="2832"/>
                      <a:chExt cx="4992" cy="630"/>
                    </a:xfrm>
                  </p:grpSpPr>
                  <p:grpSp>
                    <p:nvGrpSpPr>
                      <p:cNvPr id="160892" name="组合 160891"/>
                      <p:cNvGrpSpPr/>
                      <p:nvPr/>
                    </p:nvGrpSpPr>
                    <p:grpSpPr>
                      <a:xfrm>
                        <a:off x="336" y="2832"/>
                        <a:ext cx="2496" cy="630"/>
                        <a:chOff x="1056" y="816"/>
                        <a:chExt cx="2496" cy="630"/>
                      </a:xfrm>
                    </p:grpSpPr>
                    <p:sp>
                      <p:nvSpPr>
                        <p:cNvPr id="160893" name="任意多边形 16089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894" name="组合 160893"/>
                        <p:cNvGrpSpPr/>
                        <p:nvPr/>
                      </p:nvGrpSpPr>
                      <p:grpSpPr>
                        <a:xfrm>
                          <a:off x="1056" y="816"/>
                          <a:ext cx="2016" cy="630"/>
                          <a:chOff x="1824" y="1968"/>
                          <a:chExt cx="685" cy="918"/>
                        </a:xfrm>
                      </p:grpSpPr>
                      <p:grpSp>
                        <p:nvGrpSpPr>
                          <p:cNvPr id="160895" name="组合 160894"/>
                          <p:cNvGrpSpPr/>
                          <p:nvPr/>
                        </p:nvGrpSpPr>
                        <p:grpSpPr>
                          <a:xfrm>
                            <a:off x="1824" y="1968"/>
                            <a:ext cx="343" cy="918"/>
                            <a:chOff x="2880" y="2112"/>
                            <a:chExt cx="2304" cy="2016"/>
                          </a:xfrm>
                        </p:grpSpPr>
                        <p:sp>
                          <p:nvSpPr>
                            <p:cNvPr id="160896" name="任意多边形 16089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897" name="任意多边形 16089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898" name="组合 160897"/>
                          <p:cNvGrpSpPr/>
                          <p:nvPr/>
                        </p:nvGrpSpPr>
                        <p:grpSpPr>
                          <a:xfrm>
                            <a:off x="2167" y="1968"/>
                            <a:ext cx="342" cy="918"/>
                            <a:chOff x="2880" y="2112"/>
                            <a:chExt cx="2304" cy="2016"/>
                          </a:xfrm>
                        </p:grpSpPr>
                        <p:sp>
                          <p:nvSpPr>
                            <p:cNvPr id="160899" name="任意多边形 16089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00" name="任意多边形 16089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0901" name="组合 160900"/>
                      <p:cNvGrpSpPr/>
                      <p:nvPr/>
                    </p:nvGrpSpPr>
                    <p:grpSpPr>
                      <a:xfrm flipV="1">
                        <a:off x="2832" y="2832"/>
                        <a:ext cx="2496" cy="630"/>
                        <a:chOff x="1056" y="816"/>
                        <a:chExt cx="2496" cy="630"/>
                      </a:xfrm>
                    </p:grpSpPr>
                    <p:sp>
                      <p:nvSpPr>
                        <p:cNvPr id="160902" name="任意多边形 16090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903" name="组合 160902"/>
                        <p:cNvGrpSpPr/>
                        <p:nvPr/>
                      </p:nvGrpSpPr>
                      <p:grpSpPr>
                        <a:xfrm>
                          <a:off x="1056" y="816"/>
                          <a:ext cx="2016" cy="630"/>
                          <a:chOff x="1824" y="1968"/>
                          <a:chExt cx="685" cy="918"/>
                        </a:xfrm>
                      </p:grpSpPr>
                      <p:grpSp>
                        <p:nvGrpSpPr>
                          <p:cNvPr id="160904" name="组合 160903"/>
                          <p:cNvGrpSpPr/>
                          <p:nvPr/>
                        </p:nvGrpSpPr>
                        <p:grpSpPr>
                          <a:xfrm>
                            <a:off x="1824" y="1968"/>
                            <a:ext cx="343" cy="918"/>
                            <a:chOff x="2880" y="2112"/>
                            <a:chExt cx="2304" cy="2016"/>
                          </a:xfrm>
                        </p:grpSpPr>
                        <p:sp>
                          <p:nvSpPr>
                            <p:cNvPr id="160905" name="任意多边形 16090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06" name="任意多边形 16090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907" name="组合 160906"/>
                          <p:cNvGrpSpPr/>
                          <p:nvPr/>
                        </p:nvGrpSpPr>
                        <p:grpSpPr>
                          <a:xfrm>
                            <a:off x="2167" y="1968"/>
                            <a:ext cx="342" cy="918"/>
                            <a:chOff x="2880" y="2112"/>
                            <a:chExt cx="2304" cy="2016"/>
                          </a:xfrm>
                        </p:grpSpPr>
                        <p:sp>
                          <p:nvSpPr>
                            <p:cNvPr id="160908" name="任意多边形 16090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09" name="任意多边形 16090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0910" name="直接连接符 16090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60911" name="组合 160910"/>
                <p:cNvGrpSpPr/>
                <p:nvPr/>
              </p:nvGrpSpPr>
              <p:grpSpPr>
                <a:xfrm flipH="1">
                  <a:off x="2352" y="3024"/>
                  <a:ext cx="1104" cy="288"/>
                  <a:chOff x="912" y="2928"/>
                  <a:chExt cx="1104" cy="288"/>
                </a:xfrm>
              </p:grpSpPr>
              <p:grpSp>
                <p:nvGrpSpPr>
                  <p:cNvPr id="160912" name="组合 160911"/>
                  <p:cNvGrpSpPr/>
                  <p:nvPr/>
                </p:nvGrpSpPr>
                <p:grpSpPr>
                  <a:xfrm>
                    <a:off x="912" y="2928"/>
                    <a:ext cx="1104" cy="144"/>
                    <a:chOff x="1872" y="2880"/>
                    <a:chExt cx="1104" cy="144"/>
                  </a:xfrm>
                </p:grpSpPr>
                <p:grpSp>
                  <p:nvGrpSpPr>
                    <p:cNvPr id="160913" name="组合 160912"/>
                    <p:cNvGrpSpPr/>
                    <p:nvPr/>
                  </p:nvGrpSpPr>
                  <p:grpSpPr>
                    <a:xfrm>
                      <a:off x="2016" y="2880"/>
                      <a:ext cx="960" cy="144"/>
                      <a:chOff x="336" y="2832"/>
                      <a:chExt cx="4992" cy="630"/>
                    </a:xfrm>
                  </p:grpSpPr>
                  <p:grpSp>
                    <p:nvGrpSpPr>
                      <p:cNvPr id="160914" name="组合 160913"/>
                      <p:cNvGrpSpPr/>
                      <p:nvPr/>
                    </p:nvGrpSpPr>
                    <p:grpSpPr>
                      <a:xfrm>
                        <a:off x="336" y="2832"/>
                        <a:ext cx="2496" cy="630"/>
                        <a:chOff x="1056" y="816"/>
                        <a:chExt cx="2496" cy="630"/>
                      </a:xfrm>
                    </p:grpSpPr>
                    <p:sp>
                      <p:nvSpPr>
                        <p:cNvPr id="160915" name="任意多边形 16091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916" name="组合 160915"/>
                        <p:cNvGrpSpPr/>
                        <p:nvPr/>
                      </p:nvGrpSpPr>
                      <p:grpSpPr>
                        <a:xfrm>
                          <a:off x="1056" y="816"/>
                          <a:ext cx="2016" cy="630"/>
                          <a:chOff x="1824" y="1968"/>
                          <a:chExt cx="685" cy="918"/>
                        </a:xfrm>
                      </p:grpSpPr>
                      <p:grpSp>
                        <p:nvGrpSpPr>
                          <p:cNvPr id="160917" name="组合 160916"/>
                          <p:cNvGrpSpPr/>
                          <p:nvPr/>
                        </p:nvGrpSpPr>
                        <p:grpSpPr>
                          <a:xfrm>
                            <a:off x="1824" y="1968"/>
                            <a:ext cx="343" cy="918"/>
                            <a:chOff x="2880" y="2112"/>
                            <a:chExt cx="2304" cy="2016"/>
                          </a:xfrm>
                        </p:grpSpPr>
                        <p:sp>
                          <p:nvSpPr>
                            <p:cNvPr id="160918" name="任意多边形 16091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19" name="任意多边形 16091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920" name="组合 160919"/>
                          <p:cNvGrpSpPr/>
                          <p:nvPr/>
                        </p:nvGrpSpPr>
                        <p:grpSpPr>
                          <a:xfrm>
                            <a:off x="2167" y="1968"/>
                            <a:ext cx="342" cy="918"/>
                            <a:chOff x="2880" y="2112"/>
                            <a:chExt cx="2304" cy="2016"/>
                          </a:xfrm>
                        </p:grpSpPr>
                        <p:sp>
                          <p:nvSpPr>
                            <p:cNvPr id="160921" name="任意多边形 16092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22" name="任意多边形 16092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0923" name="组合 160922"/>
                      <p:cNvGrpSpPr/>
                      <p:nvPr/>
                    </p:nvGrpSpPr>
                    <p:grpSpPr>
                      <a:xfrm flipV="1">
                        <a:off x="2832" y="2832"/>
                        <a:ext cx="2496" cy="630"/>
                        <a:chOff x="1056" y="816"/>
                        <a:chExt cx="2496" cy="630"/>
                      </a:xfrm>
                    </p:grpSpPr>
                    <p:sp>
                      <p:nvSpPr>
                        <p:cNvPr id="160924" name="任意多边形 16092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925" name="组合 160924"/>
                        <p:cNvGrpSpPr/>
                        <p:nvPr/>
                      </p:nvGrpSpPr>
                      <p:grpSpPr>
                        <a:xfrm>
                          <a:off x="1056" y="816"/>
                          <a:ext cx="2016" cy="630"/>
                          <a:chOff x="1824" y="1968"/>
                          <a:chExt cx="685" cy="918"/>
                        </a:xfrm>
                      </p:grpSpPr>
                      <p:grpSp>
                        <p:nvGrpSpPr>
                          <p:cNvPr id="160926" name="组合 160925"/>
                          <p:cNvGrpSpPr/>
                          <p:nvPr/>
                        </p:nvGrpSpPr>
                        <p:grpSpPr>
                          <a:xfrm>
                            <a:off x="1824" y="1968"/>
                            <a:ext cx="343" cy="918"/>
                            <a:chOff x="2880" y="2112"/>
                            <a:chExt cx="2304" cy="2016"/>
                          </a:xfrm>
                        </p:grpSpPr>
                        <p:sp>
                          <p:nvSpPr>
                            <p:cNvPr id="160927" name="任意多边形 16092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28" name="任意多边形 16092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929" name="组合 160928"/>
                          <p:cNvGrpSpPr/>
                          <p:nvPr/>
                        </p:nvGrpSpPr>
                        <p:grpSpPr>
                          <a:xfrm>
                            <a:off x="2167" y="1968"/>
                            <a:ext cx="342" cy="918"/>
                            <a:chOff x="2880" y="2112"/>
                            <a:chExt cx="2304" cy="2016"/>
                          </a:xfrm>
                        </p:grpSpPr>
                        <p:sp>
                          <p:nvSpPr>
                            <p:cNvPr id="160930" name="任意多边形 16092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31" name="任意多边形 16093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0932" name="直接连接符 16093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0933" name="组合 160932"/>
                  <p:cNvGrpSpPr/>
                  <p:nvPr/>
                </p:nvGrpSpPr>
                <p:grpSpPr>
                  <a:xfrm>
                    <a:off x="912" y="3072"/>
                    <a:ext cx="1104" cy="144"/>
                    <a:chOff x="1872" y="2880"/>
                    <a:chExt cx="1104" cy="144"/>
                  </a:xfrm>
                </p:grpSpPr>
                <p:grpSp>
                  <p:nvGrpSpPr>
                    <p:cNvPr id="160934" name="组合 160933"/>
                    <p:cNvGrpSpPr/>
                    <p:nvPr/>
                  </p:nvGrpSpPr>
                  <p:grpSpPr>
                    <a:xfrm>
                      <a:off x="2016" y="2880"/>
                      <a:ext cx="960" cy="144"/>
                      <a:chOff x="336" y="2832"/>
                      <a:chExt cx="4992" cy="630"/>
                    </a:xfrm>
                  </p:grpSpPr>
                  <p:grpSp>
                    <p:nvGrpSpPr>
                      <p:cNvPr id="160935" name="组合 160934"/>
                      <p:cNvGrpSpPr/>
                      <p:nvPr/>
                    </p:nvGrpSpPr>
                    <p:grpSpPr>
                      <a:xfrm>
                        <a:off x="336" y="2832"/>
                        <a:ext cx="2496" cy="630"/>
                        <a:chOff x="1056" y="816"/>
                        <a:chExt cx="2496" cy="630"/>
                      </a:xfrm>
                    </p:grpSpPr>
                    <p:sp>
                      <p:nvSpPr>
                        <p:cNvPr id="160936" name="任意多边形 16093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937" name="组合 160936"/>
                        <p:cNvGrpSpPr/>
                        <p:nvPr/>
                      </p:nvGrpSpPr>
                      <p:grpSpPr>
                        <a:xfrm>
                          <a:off x="1056" y="816"/>
                          <a:ext cx="2016" cy="630"/>
                          <a:chOff x="1824" y="1968"/>
                          <a:chExt cx="685" cy="918"/>
                        </a:xfrm>
                      </p:grpSpPr>
                      <p:grpSp>
                        <p:nvGrpSpPr>
                          <p:cNvPr id="160938" name="组合 160937"/>
                          <p:cNvGrpSpPr/>
                          <p:nvPr/>
                        </p:nvGrpSpPr>
                        <p:grpSpPr>
                          <a:xfrm>
                            <a:off x="1824" y="1968"/>
                            <a:ext cx="343" cy="918"/>
                            <a:chOff x="2880" y="2112"/>
                            <a:chExt cx="2304" cy="2016"/>
                          </a:xfrm>
                        </p:grpSpPr>
                        <p:sp>
                          <p:nvSpPr>
                            <p:cNvPr id="160939" name="任意多边形 16093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40" name="任意多边形 16093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941" name="组合 160940"/>
                          <p:cNvGrpSpPr/>
                          <p:nvPr/>
                        </p:nvGrpSpPr>
                        <p:grpSpPr>
                          <a:xfrm>
                            <a:off x="2167" y="1968"/>
                            <a:ext cx="342" cy="918"/>
                            <a:chOff x="2880" y="2112"/>
                            <a:chExt cx="2304" cy="2016"/>
                          </a:xfrm>
                        </p:grpSpPr>
                        <p:sp>
                          <p:nvSpPr>
                            <p:cNvPr id="160942" name="任意多边形 16094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43" name="任意多边形 16094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0944" name="组合 160943"/>
                      <p:cNvGrpSpPr/>
                      <p:nvPr/>
                    </p:nvGrpSpPr>
                    <p:grpSpPr>
                      <a:xfrm flipV="1">
                        <a:off x="2832" y="2832"/>
                        <a:ext cx="2496" cy="630"/>
                        <a:chOff x="1056" y="816"/>
                        <a:chExt cx="2496" cy="630"/>
                      </a:xfrm>
                    </p:grpSpPr>
                    <p:sp>
                      <p:nvSpPr>
                        <p:cNvPr id="160945" name="任意多边形 16094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946" name="组合 160945"/>
                        <p:cNvGrpSpPr/>
                        <p:nvPr/>
                      </p:nvGrpSpPr>
                      <p:grpSpPr>
                        <a:xfrm>
                          <a:off x="1056" y="816"/>
                          <a:ext cx="2016" cy="630"/>
                          <a:chOff x="1824" y="1968"/>
                          <a:chExt cx="685" cy="918"/>
                        </a:xfrm>
                      </p:grpSpPr>
                      <p:grpSp>
                        <p:nvGrpSpPr>
                          <p:cNvPr id="160947" name="组合 160946"/>
                          <p:cNvGrpSpPr/>
                          <p:nvPr/>
                        </p:nvGrpSpPr>
                        <p:grpSpPr>
                          <a:xfrm>
                            <a:off x="1824" y="1968"/>
                            <a:ext cx="343" cy="918"/>
                            <a:chOff x="2880" y="2112"/>
                            <a:chExt cx="2304" cy="2016"/>
                          </a:xfrm>
                        </p:grpSpPr>
                        <p:sp>
                          <p:nvSpPr>
                            <p:cNvPr id="160948" name="任意多边形 16094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49" name="任意多边形 16094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950" name="组合 160949"/>
                          <p:cNvGrpSpPr/>
                          <p:nvPr/>
                        </p:nvGrpSpPr>
                        <p:grpSpPr>
                          <a:xfrm>
                            <a:off x="2167" y="1968"/>
                            <a:ext cx="342" cy="918"/>
                            <a:chOff x="2880" y="2112"/>
                            <a:chExt cx="2304" cy="2016"/>
                          </a:xfrm>
                        </p:grpSpPr>
                        <p:sp>
                          <p:nvSpPr>
                            <p:cNvPr id="160951" name="任意多边形 16095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52" name="任意多边形 16095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0953" name="直接连接符 16095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60954" name="组合 160953"/>
              <p:cNvGrpSpPr/>
              <p:nvPr/>
            </p:nvGrpSpPr>
            <p:grpSpPr>
              <a:xfrm>
                <a:off x="3888" y="3360"/>
                <a:ext cx="1104" cy="576"/>
                <a:chOff x="2352" y="3024"/>
                <a:chExt cx="1104" cy="576"/>
              </a:xfrm>
            </p:grpSpPr>
            <p:grpSp>
              <p:nvGrpSpPr>
                <p:cNvPr id="160955" name="组合 160954"/>
                <p:cNvGrpSpPr/>
                <p:nvPr/>
              </p:nvGrpSpPr>
              <p:grpSpPr>
                <a:xfrm flipH="1">
                  <a:off x="2352" y="3312"/>
                  <a:ext cx="1104" cy="288"/>
                  <a:chOff x="912" y="2928"/>
                  <a:chExt cx="1104" cy="288"/>
                </a:xfrm>
              </p:grpSpPr>
              <p:grpSp>
                <p:nvGrpSpPr>
                  <p:cNvPr id="160956" name="组合 160955"/>
                  <p:cNvGrpSpPr/>
                  <p:nvPr/>
                </p:nvGrpSpPr>
                <p:grpSpPr>
                  <a:xfrm>
                    <a:off x="912" y="2928"/>
                    <a:ext cx="1104" cy="144"/>
                    <a:chOff x="1872" y="2880"/>
                    <a:chExt cx="1104" cy="144"/>
                  </a:xfrm>
                </p:grpSpPr>
                <p:grpSp>
                  <p:nvGrpSpPr>
                    <p:cNvPr id="160957" name="组合 160956"/>
                    <p:cNvGrpSpPr/>
                    <p:nvPr/>
                  </p:nvGrpSpPr>
                  <p:grpSpPr>
                    <a:xfrm>
                      <a:off x="2016" y="2880"/>
                      <a:ext cx="960" cy="144"/>
                      <a:chOff x="336" y="2832"/>
                      <a:chExt cx="4992" cy="630"/>
                    </a:xfrm>
                  </p:grpSpPr>
                  <p:grpSp>
                    <p:nvGrpSpPr>
                      <p:cNvPr id="160958" name="组合 160957"/>
                      <p:cNvGrpSpPr/>
                      <p:nvPr/>
                    </p:nvGrpSpPr>
                    <p:grpSpPr>
                      <a:xfrm>
                        <a:off x="336" y="2832"/>
                        <a:ext cx="2496" cy="630"/>
                        <a:chOff x="1056" y="816"/>
                        <a:chExt cx="2496" cy="630"/>
                      </a:xfrm>
                    </p:grpSpPr>
                    <p:sp>
                      <p:nvSpPr>
                        <p:cNvPr id="160959" name="任意多边形 16095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960" name="组合 160959"/>
                        <p:cNvGrpSpPr/>
                        <p:nvPr/>
                      </p:nvGrpSpPr>
                      <p:grpSpPr>
                        <a:xfrm>
                          <a:off x="1056" y="816"/>
                          <a:ext cx="2016" cy="630"/>
                          <a:chOff x="1824" y="1968"/>
                          <a:chExt cx="685" cy="918"/>
                        </a:xfrm>
                      </p:grpSpPr>
                      <p:grpSp>
                        <p:nvGrpSpPr>
                          <p:cNvPr id="160961" name="组合 160960"/>
                          <p:cNvGrpSpPr/>
                          <p:nvPr/>
                        </p:nvGrpSpPr>
                        <p:grpSpPr>
                          <a:xfrm>
                            <a:off x="1824" y="1968"/>
                            <a:ext cx="343" cy="918"/>
                            <a:chOff x="2880" y="2112"/>
                            <a:chExt cx="2304" cy="2016"/>
                          </a:xfrm>
                        </p:grpSpPr>
                        <p:sp>
                          <p:nvSpPr>
                            <p:cNvPr id="160962" name="任意多边形 16096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63" name="任意多边形 16096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964" name="组合 160963"/>
                          <p:cNvGrpSpPr/>
                          <p:nvPr/>
                        </p:nvGrpSpPr>
                        <p:grpSpPr>
                          <a:xfrm>
                            <a:off x="2167" y="1968"/>
                            <a:ext cx="342" cy="918"/>
                            <a:chOff x="2880" y="2112"/>
                            <a:chExt cx="2304" cy="2016"/>
                          </a:xfrm>
                        </p:grpSpPr>
                        <p:sp>
                          <p:nvSpPr>
                            <p:cNvPr id="160965" name="任意多边形 16096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66" name="任意多边形 16096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0967" name="组合 160966"/>
                      <p:cNvGrpSpPr/>
                      <p:nvPr/>
                    </p:nvGrpSpPr>
                    <p:grpSpPr>
                      <a:xfrm flipV="1">
                        <a:off x="2832" y="2832"/>
                        <a:ext cx="2496" cy="630"/>
                        <a:chOff x="1056" y="816"/>
                        <a:chExt cx="2496" cy="630"/>
                      </a:xfrm>
                    </p:grpSpPr>
                    <p:sp>
                      <p:nvSpPr>
                        <p:cNvPr id="160968" name="任意多边形 16096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969" name="组合 160968"/>
                        <p:cNvGrpSpPr/>
                        <p:nvPr/>
                      </p:nvGrpSpPr>
                      <p:grpSpPr>
                        <a:xfrm>
                          <a:off x="1056" y="816"/>
                          <a:ext cx="2016" cy="630"/>
                          <a:chOff x="1824" y="1968"/>
                          <a:chExt cx="685" cy="918"/>
                        </a:xfrm>
                      </p:grpSpPr>
                      <p:grpSp>
                        <p:nvGrpSpPr>
                          <p:cNvPr id="160970" name="组合 160969"/>
                          <p:cNvGrpSpPr/>
                          <p:nvPr/>
                        </p:nvGrpSpPr>
                        <p:grpSpPr>
                          <a:xfrm>
                            <a:off x="1824" y="1968"/>
                            <a:ext cx="343" cy="918"/>
                            <a:chOff x="2880" y="2112"/>
                            <a:chExt cx="2304" cy="2016"/>
                          </a:xfrm>
                        </p:grpSpPr>
                        <p:sp>
                          <p:nvSpPr>
                            <p:cNvPr id="160971" name="任意多边形 16097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72" name="任意多边形 16097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973" name="组合 160972"/>
                          <p:cNvGrpSpPr/>
                          <p:nvPr/>
                        </p:nvGrpSpPr>
                        <p:grpSpPr>
                          <a:xfrm>
                            <a:off x="2167" y="1968"/>
                            <a:ext cx="342" cy="918"/>
                            <a:chOff x="2880" y="2112"/>
                            <a:chExt cx="2304" cy="2016"/>
                          </a:xfrm>
                        </p:grpSpPr>
                        <p:sp>
                          <p:nvSpPr>
                            <p:cNvPr id="160974" name="任意多边形 16097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75" name="任意多边形 16097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0976" name="直接连接符 16097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0977" name="组合 160976"/>
                  <p:cNvGrpSpPr/>
                  <p:nvPr/>
                </p:nvGrpSpPr>
                <p:grpSpPr>
                  <a:xfrm>
                    <a:off x="912" y="3072"/>
                    <a:ext cx="1104" cy="144"/>
                    <a:chOff x="1872" y="2880"/>
                    <a:chExt cx="1104" cy="144"/>
                  </a:xfrm>
                </p:grpSpPr>
                <p:grpSp>
                  <p:nvGrpSpPr>
                    <p:cNvPr id="160978" name="组合 160977"/>
                    <p:cNvGrpSpPr/>
                    <p:nvPr/>
                  </p:nvGrpSpPr>
                  <p:grpSpPr>
                    <a:xfrm>
                      <a:off x="2016" y="2880"/>
                      <a:ext cx="960" cy="144"/>
                      <a:chOff x="336" y="2832"/>
                      <a:chExt cx="4992" cy="630"/>
                    </a:xfrm>
                  </p:grpSpPr>
                  <p:grpSp>
                    <p:nvGrpSpPr>
                      <p:cNvPr id="160979" name="组合 160978"/>
                      <p:cNvGrpSpPr/>
                      <p:nvPr/>
                    </p:nvGrpSpPr>
                    <p:grpSpPr>
                      <a:xfrm>
                        <a:off x="336" y="2832"/>
                        <a:ext cx="2496" cy="630"/>
                        <a:chOff x="1056" y="816"/>
                        <a:chExt cx="2496" cy="630"/>
                      </a:xfrm>
                    </p:grpSpPr>
                    <p:sp>
                      <p:nvSpPr>
                        <p:cNvPr id="160980" name="任意多边形 16097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981" name="组合 160980"/>
                        <p:cNvGrpSpPr/>
                        <p:nvPr/>
                      </p:nvGrpSpPr>
                      <p:grpSpPr>
                        <a:xfrm>
                          <a:off x="1056" y="816"/>
                          <a:ext cx="2016" cy="630"/>
                          <a:chOff x="1824" y="1968"/>
                          <a:chExt cx="685" cy="918"/>
                        </a:xfrm>
                      </p:grpSpPr>
                      <p:grpSp>
                        <p:nvGrpSpPr>
                          <p:cNvPr id="160982" name="组合 160981"/>
                          <p:cNvGrpSpPr/>
                          <p:nvPr/>
                        </p:nvGrpSpPr>
                        <p:grpSpPr>
                          <a:xfrm>
                            <a:off x="1824" y="1968"/>
                            <a:ext cx="343" cy="918"/>
                            <a:chOff x="2880" y="2112"/>
                            <a:chExt cx="2304" cy="2016"/>
                          </a:xfrm>
                        </p:grpSpPr>
                        <p:sp>
                          <p:nvSpPr>
                            <p:cNvPr id="160983" name="任意多边形 16098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84" name="任意多边形 16098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985" name="组合 160984"/>
                          <p:cNvGrpSpPr/>
                          <p:nvPr/>
                        </p:nvGrpSpPr>
                        <p:grpSpPr>
                          <a:xfrm>
                            <a:off x="2167" y="1968"/>
                            <a:ext cx="342" cy="918"/>
                            <a:chOff x="2880" y="2112"/>
                            <a:chExt cx="2304" cy="2016"/>
                          </a:xfrm>
                        </p:grpSpPr>
                        <p:sp>
                          <p:nvSpPr>
                            <p:cNvPr id="160986" name="任意多边形 16098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87" name="任意多边形 16098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0988" name="组合 160987"/>
                      <p:cNvGrpSpPr/>
                      <p:nvPr/>
                    </p:nvGrpSpPr>
                    <p:grpSpPr>
                      <a:xfrm flipV="1">
                        <a:off x="2832" y="2832"/>
                        <a:ext cx="2496" cy="630"/>
                        <a:chOff x="1056" y="816"/>
                        <a:chExt cx="2496" cy="630"/>
                      </a:xfrm>
                    </p:grpSpPr>
                    <p:sp>
                      <p:nvSpPr>
                        <p:cNvPr id="160989" name="任意多边形 16098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0990" name="组合 160989"/>
                        <p:cNvGrpSpPr/>
                        <p:nvPr/>
                      </p:nvGrpSpPr>
                      <p:grpSpPr>
                        <a:xfrm>
                          <a:off x="1056" y="816"/>
                          <a:ext cx="2016" cy="630"/>
                          <a:chOff x="1824" y="1968"/>
                          <a:chExt cx="685" cy="918"/>
                        </a:xfrm>
                      </p:grpSpPr>
                      <p:grpSp>
                        <p:nvGrpSpPr>
                          <p:cNvPr id="160991" name="组合 160990"/>
                          <p:cNvGrpSpPr/>
                          <p:nvPr/>
                        </p:nvGrpSpPr>
                        <p:grpSpPr>
                          <a:xfrm>
                            <a:off x="1824" y="1968"/>
                            <a:ext cx="343" cy="918"/>
                            <a:chOff x="2880" y="2112"/>
                            <a:chExt cx="2304" cy="2016"/>
                          </a:xfrm>
                        </p:grpSpPr>
                        <p:sp>
                          <p:nvSpPr>
                            <p:cNvPr id="160992" name="任意多边形 16099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93" name="任意多边形 16099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0994" name="组合 160993"/>
                          <p:cNvGrpSpPr/>
                          <p:nvPr/>
                        </p:nvGrpSpPr>
                        <p:grpSpPr>
                          <a:xfrm>
                            <a:off x="2167" y="1968"/>
                            <a:ext cx="342" cy="918"/>
                            <a:chOff x="2880" y="2112"/>
                            <a:chExt cx="2304" cy="2016"/>
                          </a:xfrm>
                        </p:grpSpPr>
                        <p:sp>
                          <p:nvSpPr>
                            <p:cNvPr id="160995" name="任意多边形 16099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0996" name="任意多边形 16099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0997" name="直接连接符 16099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60998" name="组合 160997"/>
                <p:cNvGrpSpPr/>
                <p:nvPr/>
              </p:nvGrpSpPr>
              <p:grpSpPr>
                <a:xfrm flipH="1">
                  <a:off x="2352" y="3024"/>
                  <a:ext cx="1104" cy="288"/>
                  <a:chOff x="912" y="2928"/>
                  <a:chExt cx="1104" cy="288"/>
                </a:xfrm>
              </p:grpSpPr>
              <p:grpSp>
                <p:nvGrpSpPr>
                  <p:cNvPr id="160999" name="组合 160998"/>
                  <p:cNvGrpSpPr/>
                  <p:nvPr/>
                </p:nvGrpSpPr>
                <p:grpSpPr>
                  <a:xfrm>
                    <a:off x="912" y="2928"/>
                    <a:ext cx="1104" cy="144"/>
                    <a:chOff x="1872" y="2880"/>
                    <a:chExt cx="1104" cy="144"/>
                  </a:xfrm>
                </p:grpSpPr>
                <p:grpSp>
                  <p:nvGrpSpPr>
                    <p:cNvPr id="161000" name="组合 160999"/>
                    <p:cNvGrpSpPr/>
                    <p:nvPr/>
                  </p:nvGrpSpPr>
                  <p:grpSpPr>
                    <a:xfrm>
                      <a:off x="2016" y="2880"/>
                      <a:ext cx="960" cy="144"/>
                      <a:chOff x="336" y="2832"/>
                      <a:chExt cx="4992" cy="630"/>
                    </a:xfrm>
                  </p:grpSpPr>
                  <p:grpSp>
                    <p:nvGrpSpPr>
                      <p:cNvPr id="161001" name="组合 161000"/>
                      <p:cNvGrpSpPr/>
                      <p:nvPr/>
                    </p:nvGrpSpPr>
                    <p:grpSpPr>
                      <a:xfrm>
                        <a:off x="336" y="2832"/>
                        <a:ext cx="2496" cy="630"/>
                        <a:chOff x="1056" y="816"/>
                        <a:chExt cx="2496" cy="630"/>
                      </a:xfrm>
                    </p:grpSpPr>
                    <p:sp>
                      <p:nvSpPr>
                        <p:cNvPr id="161002" name="任意多边形 16100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003" name="组合 161002"/>
                        <p:cNvGrpSpPr/>
                        <p:nvPr/>
                      </p:nvGrpSpPr>
                      <p:grpSpPr>
                        <a:xfrm>
                          <a:off x="1056" y="816"/>
                          <a:ext cx="2016" cy="630"/>
                          <a:chOff x="1824" y="1968"/>
                          <a:chExt cx="685" cy="918"/>
                        </a:xfrm>
                      </p:grpSpPr>
                      <p:grpSp>
                        <p:nvGrpSpPr>
                          <p:cNvPr id="161004" name="组合 161003"/>
                          <p:cNvGrpSpPr/>
                          <p:nvPr/>
                        </p:nvGrpSpPr>
                        <p:grpSpPr>
                          <a:xfrm>
                            <a:off x="1824" y="1968"/>
                            <a:ext cx="343" cy="918"/>
                            <a:chOff x="2880" y="2112"/>
                            <a:chExt cx="2304" cy="2016"/>
                          </a:xfrm>
                        </p:grpSpPr>
                        <p:sp>
                          <p:nvSpPr>
                            <p:cNvPr id="161005" name="任意多边形 16100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06" name="任意多边形 16100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007" name="组合 161006"/>
                          <p:cNvGrpSpPr/>
                          <p:nvPr/>
                        </p:nvGrpSpPr>
                        <p:grpSpPr>
                          <a:xfrm>
                            <a:off x="2167" y="1968"/>
                            <a:ext cx="342" cy="918"/>
                            <a:chOff x="2880" y="2112"/>
                            <a:chExt cx="2304" cy="2016"/>
                          </a:xfrm>
                        </p:grpSpPr>
                        <p:sp>
                          <p:nvSpPr>
                            <p:cNvPr id="161008" name="任意多边形 16100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09" name="任意多边形 16100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010" name="组合 161009"/>
                      <p:cNvGrpSpPr/>
                      <p:nvPr/>
                    </p:nvGrpSpPr>
                    <p:grpSpPr>
                      <a:xfrm flipV="1">
                        <a:off x="2832" y="2832"/>
                        <a:ext cx="2496" cy="630"/>
                        <a:chOff x="1056" y="816"/>
                        <a:chExt cx="2496" cy="630"/>
                      </a:xfrm>
                    </p:grpSpPr>
                    <p:sp>
                      <p:nvSpPr>
                        <p:cNvPr id="161011" name="任意多边形 16101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012" name="组合 161011"/>
                        <p:cNvGrpSpPr/>
                        <p:nvPr/>
                      </p:nvGrpSpPr>
                      <p:grpSpPr>
                        <a:xfrm>
                          <a:off x="1056" y="816"/>
                          <a:ext cx="2016" cy="630"/>
                          <a:chOff x="1824" y="1968"/>
                          <a:chExt cx="685" cy="918"/>
                        </a:xfrm>
                      </p:grpSpPr>
                      <p:grpSp>
                        <p:nvGrpSpPr>
                          <p:cNvPr id="161013" name="组合 161012"/>
                          <p:cNvGrpSpPr/>
                          <p:nvPr/>
                        </p:nvGrpSpPr>
                        <p:grpSpPr>
                          <a:xfrm>
                            <a:off x="1824" y="1968"/>
                            <a:ext cx="343" cy="918"/>
                            <a:chOff x="2880" y="2112"/>
                            <a:chExt cx="2304" cy="2016"/>
                          </a:xfrm>
                        </p:grpSpPr>
                        <p:sp>
                          <p:nvSpPr>
                            <p:cNvPr id="161014" name="任意多边形 16101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15" name="任意多边形 16101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016" name="组合 161015"/>
                          <p:cNvGrpSpPr/>
                          <p:nvPr/>
                        </p:nvGrpSpPr>
                        <p:grpSpPr>
                          <a:xfrm>
                            <a:off x="2167" y="1968"/>
                            <a:ext cx="342" cy="918"/>
                            <a:chOff x="2880" y="2112"/>
                            <a:chExt cx="2304" cy="2016"/>
                          </a:xfrm>
                        </p:grpSpPr>
                        <p:sp>
                          <p:nvSpPr>
                            <p:cNvPr id="161017" name="任意多边形 16101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18" name="任意多边形 16101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019" name="直接连接符 16101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020" name="组合 161019"/>
                  <p:cNvGrpSpPr/>
                  <p:nvPr/>
                </p:nvGrpSpPr>
                <p:grpSpPr>
                  <a:xfrm>
                    <a:off x="912" y="3072"/>
                    <a:ext cx="1104" cy="144"/>
                    <a:chOff x="1872" y="2880"/>
                    <a:chExt cx="1104" cy="144"/>
                  </a:xfrm>
                </p:grpSpPr>
                <p:grpSp>
                  <p:nvGrpSpPr>
                    <p:cNvPr id="161021" name="组合 161020"/>
                    <p:cNvGrpSpPr/>
                    <p:nvPr/>
                  </p:nvGrpSpPr>
                  <p:grpSpPr>
                    <a:xfrm>
                      <a:off x="2016" y="2880"/>
                      <a:ext cx="960" cy="144"/>
                      <a:chOff x="336" y="2832"/>
                      <a:chExt cx="4992" cy="630"/>
                    </a:xfrm>
                  </p:grpSpPr>
                  <p:grpSp>
                    <p:nvGrpSpPr>
                      <p:cNvPr id="161022" name="组合 161021"/>
                      <p:cNvGrpSpPr/>
                      <p:nvPr/>
                    </p:nvGrpSpPr>
                    <p:grpSpPr>
                      <a:xfrm>
                        <a:off x="336" y="2832"/>
                        <a:ext cx="2496" cy="630"/>
                        <a:chOff x="1056" y="816"/>
                        <a:chExt cx="2496" cy="630"/>
                      </a:xfrm>
                    </p:grpSpPr>
                    <p:sp>
                      <p:nvSpPr>
                        <p:cNvPr id="161023" name="任意多边形 16102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024" name="组合 161023"/>
                        <p:cNvGrpSpPr/>
                        <p:nvPr/>
                      </p:nvGrpSpPr>
                      <p:grpSpPr>
                        <a:xfrm>
                          <a:off x="1056" y="816"/>
                          <a:ext cx="2016" cy="630"/>
                          <a:chOff x="1824" y="1968"/>
                          <a:chExt cx="685" cy="918"/>
                        </a:xfrm>
                      </p:grpSpPr>
                      <p:grpSp>
                        <p:nvGrpSpPr>
                          <p:cNvPr id="161025" name="组合 161024"/>
                          <p:cNvGrpSpPr/>
                          <p:nvPr/>
                        </p:nvGrpSpPr>
                        <p:grpSpPr>
                          <a:xfrm>
                            <a:off x="1824" y="1968"/>
                            <a:ext cx="343" cy="918"/>
                            <a:chOff x="2880" y="2112"/>
                            <a:chExt cx="2304" cy="2016"/>
                          </a:xfrm>
                        </p:grpSpPr>
                        <p:sp>
                          <p:nvSpPr>
                            <p:cNvPr id="161026" name="任意多边形 16102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27" name="任意多边形 16102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028" name="组合 161027"/>
                          <p:cNvGrpSpPr/>
                          <p:nvPr/>
                        </p:nvGrpSpPr>
                        <p:grpSpPr>
                          <a:xfrm>
                            <a:off x="2167" y="1968"/>
                            <a:ext cx="342" cy="918"/>
                            <a:chOff x="2880" y="2112"/>
                            <a:chExt cx="2304" cy="2016"/>
                          </a:xfrm>
                        </p:grpSpPr>
                        <p:sp>
                          <p:nvSpPr>
                            <p:cNvPr id="161029" name="任意多边形 16102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30" name="任意多边形 16102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031" name="组合 161030"/>
                      <p:cNvGrpSpPr/>
                      <p:nvPr/>
                    </p:nvGrpSpPr>
                    <p:grpSpPr>
                      <a:xfrm flipV="1">
                        <a:off x="2832" y="2832"/>
                        <a:ext cx="2496" cy="630"/>
                        <a:chOff x="1056" y="816"/>
                        <a:chExt cx="2496" cy="630"/>
                      </a:xfrm>
                    </p:grpSpPr>
                    <p:sp>
                      <p:nvSpPr>
                        <p:cNvPr id="161032" name="任意多边形 16103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033" name="组合 161032"/>
                        <p:cNvGrpSpPr/>
                        <p:nvPr/>
                      </p:nvGrpSpPr>
                      <p:grpSpPr>
                        <a:xfrm>
                          <a:off x="1056" y="816"/>
                          <a:ext cx="2016" cy="630"/>
                          <a:chOff x="1824" y="1968"/>
                          <a:chExt cx="685" cy="918"/>
                        </a:xfrm>
                      </p:grpSpPr>
                      <p:grpSp>
                        <p:nvGrpSpPr>
                          <p:cNvPr id="161034" name="组合 161033"/>
                          <p:cNvGrpSpPr/>
                          <p:nvPr/>
                        </p:nvGrpSpPr>
                        <p:grpSpPr>
                          <a:xfrm>
                            <a:off x="1824" y="1968"/>
                            <a:ext cx="343" cy="918"/>
                            <a:chOff x="2880" y="2112"/>
                            <a:chExt cx="2304" cy="2016"/>
                          </a:xfrm>
                        </p:grpSpPr>
                        <p:sp>
                          <p:nvSpPr>
                            <p:cNvPr id="161035" name="任意多边形 16103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36" name="任意多边形 16103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037" name="组合 161036"/>
                          <p:cNvGrpSpPr/>
                          <p:nvPr/>
                        </p:nvGrpSpPr>
                        <p:grpSpPr>
                          <a:xfrm>
                            <a:off x="2167" y="1968"/>
                            <a:ext cx="342" cy="918"/>
                            <a:chOff x="2880" y="2112"/>
                            <a:chExt cx="2304" cy="2016"/>
                          </a:xfrm>
                        </p:grpSpPr>
                        <p:sp>
                          <p:nvSpPr>
                            <p:cNvPr id="161038" name="任意多边形 16103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39" name="任意多边形 16103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040" name="直接连接符 16103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61041" name="组合 161040"/>
            <p:cNvGrpSpPr/>
            <p:nvPr/>
          </p:nvGrpSpPr>
          <p:grpSpPr>
            <a:xfrm>
              <a:off x="3996" y="3405"/>
              <a:ext cx="1092" cy="435"/>
              <a:chOff x="3888" y="2784"/>
              <a:chExt cx="1104" cy="1152"/>
            </a:xfrm>
          </p:grpSpPr>
          <p:grpSp>
            <p:nvGrpSpPr>
              <p:cNvPr id="161042" name="组合 161041"/>
              <p:cNvGrpSpPr/>
              <p:nvPr/>
            </p:nvGrpSpPr>
            <p:grpSpPr>
              <a:xfrm>
                <a:off x="3888" y="2784"/>
                <a:ext cx="1104" cy="576"/>
                <a:chOff x="2352" y="3024"/>
                <a:chExt cx="1104" cy="576"/>
              </a:xfrm>
            </p:grpSpPr>
            <p:grpSp>
              <p:nvGrpSpPr>
                <p:cNvPr id="161043" name="组合 161042"/>
                <p:cNvGrpSpPr/>
                <p:nvPr/>
              </p:nvGrpSpPr>
              <p:grpSpPr>
                <a:xfrm flipH="1">
                  <a:off x="2352" y="3312"/>
                  <a:ext cx="1104" cy="288"/>
                  <a:chOff x="912" y="2928"/>
                  <a:chExt cx="1104" cy="288"/>
                </a:xfrm>
              </p:grpSpPr>
              <p:grpSp>
                <p:nvGrpSpPr>
                  <p:cNvPr id="161044" name="组合 161043"/>
                  <p:cNvGrpSpPr/>
                  <p:nvPr/>
                </p:nvGrpSpPr>
                <p:grpSpPr>
                  <a:xfrm>
                    <a:off x="912" y="2928"/>
                    <a:ext cx="1104" cy="144"/>
                    <a:chOff x="1872" y="2880"/>
                    <a:chExt cx="1104" cy="144"/>
                  </a:xfrm>
                </p:grpSpPr>
                <p:grpSp>
                  <p:nvGrpSpPr>
                    <p:cNvPr id="161045" name="组合 161044"/>
                    <p:cNvGrpSpPr/>
                    <p:nvPr/>
                  </p:nvGrpSpPr>
                  <p:grpSpPr>
                    <a:xfrm>
                      <a:off x="2016" y="2880"/>
                      <a:ext cx="960" cy="144"/>
                      <a:chOff x="336" y="2832"/>
                      <a:chExt cx="4992" cy="630"/>
                    </a:xfrm>
                  </p:grpSpPr>
                  <p:grpSp>
                    <p:nvGrpSpPr>
                      <p:cNvPr id="161046" name="组合 161045"/>
                      <p:cNvGrpSpPr/>
                      <p:nvPr/>
                    </p:nvGrpSpPr>
                    <p:grpSpPr>
                      <a:xfrm>
                        <a:off x="336" y="2832"/>
                        <a:ext cx="2496" cy="630"/>
                        <a:chOff x="1056" y="816"/>
                        <a:chExt cx="2496" cy="630"/>
                      </a:xfrm>
                    </p:grpSpPr>
                    <p:sp>
                      <p:nvSpPr>
                        <p:cNvPr id="161047" name="任意多边形 16104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048" name="组合 161047"/>
                        <p:cNvGrpSpPr/>
                        <p:nvPr/>
                      </p:nvGrpSpPr>
                      <p:grpSpPr>
                        <a:xfrm>
                          <a:off x="1056" y="816"/>
                          <a:ext cx="2016" cy="630"/>
                          <a:chOff x="1824" y="1968"/>
                          <a:chExt cx="685" cy="918"/>
                        </a:xfrm>
                      </p:grpSpPr>
                      <p:grpSp>
                        <p:nvGrpSpPr>
                          <p:cNvPr id="161049" name="组合 161048"/>
                          <p:cNvGrpSpPr/>
                          <p:nvPr/>
                        </p:nvGrpSpPr>
                        <p:grpSpPr>
                          <a:xfrm>
                            <a:off x="1824" y="1968"/>
                            <a:ext cx="343" cy="918"/>
                            <a:chOff x="2880" y="2112"/>
                            <a:chExt cx="2304" cy="2016"/>
                          </a:xfrm>
                        </p:grpSpPr>
                        <p:sp>
                          <p:nvSpPr>
                            <p:cNvPr id="161050" name="任意多边形 16104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51" name="任意多边形 16105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052" name="组合 161051"/>
                          <p:cNvGrpSpPr/>
                          <p:nvPr/>
                        </p:nvGrpSpPr>
                        <p:grpSpPr>
                          <a:xfrm>
                            <a:off x="2167" y="1968"/>
                            <a:ext cx="342" cy="918"/>
                            <a:chOff x="2880" y="2112"/>
                            <a:chExt cx="2304" cy="2016"/>
                          </a:xfrm>
                        </p:grpSpPr>
                        <p:sp>
                          <p:nvSpPr>
                            <p:cNvPr id="161053" name="任意多边形 16105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54" name="任意多边形 16105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055" name="组合 161054"/>
                      <p:cNvGrpSpPr/>
                      <p:nvPr/>
                    </p:nvGrpSpPr>
                    <p:grpSpPr>
                      <a:xfrm flipV="1">
                        <a:off x="2832" y="2832"/>
                        <a:ext cx="2496" cy="630"/>
                        <a:chOff x="1056" y="816"/>
                        <a:chExt cx="2496" cy="630"/>
                      </a:xfrm>
                    </p:grpSpPr>
                    <p:sp>
                      <p:nvSpPr>
                        <p:cNvPr id="161056" name="任意多边形 16105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057" name="组合 161056"/>
                        <p:cNvGrpSpPr/>
                        <p:nvPr/>
                      </p:nvGrpSpPr>
                      <p:grpSpPr>
                        <a:xfrm>
                          <a:off x="1056" y="816"/>
                          <a:ext cx="2016" cy="630"/>
                          <a:chOff x="1824" y="1968"/>
                          <a:chExt cx="685" cy="918"/>
                        </a:xfrm>
                      </p:grpSpPr>
                      <p:grpSp>
                        <p:nvGrpSpPr>
                          <p:cNvPr id="161058" name="组合 161057"/>
                          <p:cNvGrpSpPr/>
                          <p:nvPr/>
                        </p:nvGrpSpPr>
                        <p:grpSpPr>
                          <a:xfrm>
                            <a:off x="1824" y="1968"/>
                            <a:ext cx="343" cy="918"/>
                            <a:chOff x="2880" y="2112"/>
                            <a:chExt cx="2304" cy="2016"/>
                          </a:xfrm>
                        </p:grpSpPr>
                        <p:sp>
                          <p:nvSpPr>
                            <p:cNvPr id="161059" name="任意多边形 16105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60" name="任意多边形 16105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061" name="组合 161060"/>
                          <p:cNvGrpSpPr/>
                          <p:nvPr/>
                        </p:nvGrpSpPr>
                        <p:grpSpPr>
                          <a:xfrm>
                            <a:off x="2167" y="1968"/>
                            <a:ext cx="342" cy="918"/>
                            <a:chOff x="2880" y="2112"/>
                            <a:chExt cx="2304" cy="2016"/>
                          </a:xfrm>
                        </p:grpSpPr>
                        <p:sp>
                          <p:nvSpPr>
                            <p:cNvPr id="161062" name="任意多边形 16106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63" name="任意多边形 16106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064" name="直接连接符 16106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065" name="组合 161064"/>
                  <p:cNvGrpSpPr/>
                  <p:nvPr/>
                </p:nvGrpSpPr>
                <p:grpSpPr>
                  <a:xfrm>
                    <a:off x="912" y="3072"/>
                    <a:ext cx="1104" cy="144"/>
                    <a:chOff x="1872" y="2880"/>
                    <a:chExt cx="1104" cy="144"/>
                  </a:xfrm>
                </p:grpSpPr>
                <p:grpSp>
                  <p:nvGrpSpPr>
                    <p:cNvPr id="161066" name="组合 161065"/>
                    <p:cNvGrpSpPr/>
                    <p:nvPr/>
                  </p:nvGrpSpPr>
                  <p:grpSpPr>
                    <a:xfrm>
                      <a:off x="2016" y="2880"/>
                      <a:ext cx="960" cy="144"/>
                      <a:chOff x="336" y="2832"/>
                      <a:chExt cx="4992" cy="630"/>
                    </a:xfrm>
                  </p:grpSpPr>
                  <p:grpSp>
                    <p:nvGrpSpPr>
                      <p:cNvPr id="161067" name="组合 161066"/>
                      <p:cNvGrpSpPr/>
                      <p:nvPr/>
                    </p:nvGrpSpPr>
                    <p:grpSpPr>
                      <a:xfrm>
                        <a:off x="336" y="2832"/>
                        <a:ext cx="2496" cy="630"/>
                        <a:chOff x="1056" y="816"/>
                        <a:chExt cx="2496" cy="630"/>
                      </a:xfrm>
                    </p:grpSpPr>
                    <p:sp>
                      <p:nvSpPr>
                        <p:cNvPr id="161068" name="任意多边形 16106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069" name="组合 161068"/>
                        <p:cNvGrpSpPr/>
                        <p:nvPr/>
                      </p:nvGrpSpPr>
                      <p:grpSpPr>
                        <a:xfrm>
                          <a:off x="1056" y="816"/>
                          <a:ext cx="2016" cy="630"/>
                          <a:chOff x="1824" y="1968"/>
                          <a:chExt cx="685" cy="918"/>
                        </a:xfrm>
                      </p:grpSpPr>
                      <p:grpSp>
                        <p:nvGrpSpPr>
                          <p:cNvPr id="161070" name="组合 161069"/>
                          <p:cNvGrpSpPr/>
                          <p:nvPr/>
                        </p:nvGrpSpPr>
                        <p:grpSpPr>
                          <a:xfrm>
                            <a:off x="1824" y="1968"/>
                            <a:ext cx="343" cy="918"/>
                            <a:chOff x="2880" y="2112"/>
                            <a:chExt cx="2304" cy="2016"/>
                          </a:xfrm>
                        </p:grpSpPr>
                        <p:sp>
                          <p:nvSpPr>
                            <p:cNvPr id="161071" name="任意多边形 16107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72" name="任意多边形 16107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073" name="组合 161072"/>
                          <p:cNvGrpSpPr/>
                          <p:nvPr/>
                        </p:nvGrpSpPr>
                        <p:grpSpPr>
                          <a:xfrm>
                            <a:off x="2167" y="1968"/>
                            <a:ext cx="342" cy="918"/>
                            <a:chOff x="2880" y="2112"/>
                            <a:chExt cx="2304" cy="2016"/>
                          </a:xfrm>
                        </p:grpSpPr>
                        <p:sp>
                          <p:nvSpPr>
                            <p:cNvPr id="161074" name="任意多边形 16107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75" name="任意多边形 16107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076" name="组合 161075"/>
                      <p:cNvGrpSpPr/>
                      <p:nvPr/>
                    </p:nvGrpSpPr>
                    <p:grpSpPr>
                      <a:xfrm flipV="1">
                        <a:off x="2832" y="2832"/>
                        <a:ext cx="2496" cy="630"/>
                        <a:chOff x="1056" y="816"/>
                        <a:chExt cx="2496" cy="630"/>
                      </a:xfrm>
                    </p:grpSpPr>
                    <p:sp>
                      <p:nvSpPr>
                        <p:cNvPr id="161077" name="任意多边形 16107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078" name="组合 161077"/>
                        <p:cNvGrpSpPr/>
                        <p:nvPr/>
                      </p:nvGrpSpPr>
                      <p:grpSpPr>
                        <a:xfrm>
                          <a:off x="1056" y="816"/>
                          <a:ext cx="2016" cy="630"/>
                          <a:chOff x="1824" y="1968"/>
                          <a:chExt cx="685" cy="918"/>
                        </a:xfrm>
                      </p:grpSpPr>
                      <p:grpSp>
                        <p:nvGrpSpPr>
                          <p:cNvPr id="161079" name="组合 161078"/>
                          <p:cNvGrpSpPr/>
                          <p:nvPr/>
                        </p:nvGrpSpPr>
                        <p:grpSpPr>
                          <a:xfrm>
                            <a:off x="1824" y="1968"/>
                            <a:ext cx="343" cy="918"/>
                            <a:chOff x="2880" y="2112"/>
                            <a:chExt cx="2304" cy="2016"/>
                          </a:xfrm>
                        </p:grpSpPr>
                        <p:sp>
                          <p:nvSpPr>
                            <p:cNvPr id="161080" name="任意多边形 16107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81" name="任意多边形 16108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082" name="组合 161081"/>
                          <p:cNvGrpSpPr/>
                          <p:nvPr/>
                        </p:nvGrpSpPr>
                        <p:grpSpPr>
                          <a:xfrm>
                            <a:off x="2167" y="1968"/>
                            <a:ext cx="342" cy="918"/>
                            <a:chOff x="2880" y="2112"/>
                            <a:chExt cx="2304" cy="2016"/>
                          </a:xfrm>
                        </p:grpSpPr>
                        <p:sp>
                          <p:nvSpPr>
                            <p:cNvPr id="161083" name="任意多边形 16108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84" name="任意多边形 16108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085" name="直接连接符 16108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61086" name="组合 161085"/>
                <p:cNvGrpSpPr/>
                <p:nvPr/>
              </p:nvGrpSpPr>
              <p:grpSpPr>
                <a:xfrm flipH="1">
                  <a:off x="2352" y="3024"/>
                  <a:ext cx="1104" cy="288"/>
                  <a:chOff x="912" y="2928"/>
                  <a:chExt cx="1104" cy="288"/>
                </a:xfrm>
              </p:grpSpPr>
              <p:grpSp>
                <p:nvGrpSpPr>
                  <p:cNvPr id="161087" name="组合 161086"/>
                  <p:cNvGrpSpPr/>
                  <p:nvPr/>
                </p:nvGrpSpPr>
                <p:grpSpPr>
                  <a:xfrm>
                    <a:off x="912" y="2928"/>
                    <a:ext cx="1104" cy="144"/>
                    <a:chOff x="1872" y="2880"/>
                    <a:chExt cx="1104" cy="144"/>
                  </a:xfrm>
                </p:grpSpPr>
                <p:grpSp>
                  <p:nvGrpSpPr>
                    <p:cNvPr id="161088" name="组合 161087"/>
                    <p:cNvGrpSpPr/>
                    <p:nvPr/>
                  </p:nvGrpSpPr>
                  <p:grpSpPr>
                    <a:xfrm>
                      <a:off x="2016" y="2880"/>
                      <a:ext cx="960" cy="144"/>
                      <a:chOff x="336" y="2832"/>
                      <a:chExt cx="4992" cy="630"/>
                    </a:xfrm>
                  </p:grpSpPr>
                  <p:grpSp>
                    <p:nvGrpSpPr>
                      <p:cNvPr id="161089" name="组合 161088"/>
                      <p:cNvGrpSpPr/>
                      <p:nvPr/>
                    </p:nvGrpSpPr>
                    <p:grpSpPr>
                      <a:xfrm>
                        <a:off x="336" y="2832"/>
                        <a:ext cx="2496" cy="630"/>
                        <a:chOff x="1056" y="816"/>
                        <a:chExt cx="2496" cy="630"/>
                      </a:xfrm>
                    </p:grpSpPr>
                    <p:sp>
                      <p:nvSpPr>
                        <p:cNvPr id="161090" name="任意多边形 16108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091" name="组合 161090"/>
                        <p:cNvGrpSpPr/>
                        <p:nvPr/>
                      </p:nvGrpSpPr>
                      <p:grpSpPr>
                        <a:xfrm>
                          <a:off x="1056" y="816"/>
                          <a:ext cx="2016" cy="630"/>
                          <a:chOff x="1824" y="1968"/>
                          <a:chExt cx="685" cy="918"/>
                        </a:xfrm>
                      </p:grpSpPr>
                      <p:grpSp>
                        <p:nvGrpSpPr>
                          <p:cNvPr id="161092" name="组合 161091"/>
                          <p:cNvGrpSpPr/>
                          <p:nvPr/>
                        </p:nvGrpSpPr>
                        <p:grpSpPr>
                          <a:xfrm>
                            <a:off x="1824" y="1968"/>
                            <a:ext cx="343" cy="918"/>
                            <a:chOff x="2880" y="2112"/>
                            <a:chExt cx="2304" cy="2016"/>
                          </a:xfrm>
                        </p:grpSpPr>
                        <p:sp>
                          <p:nvSpPr>
                            <p:cNvPr id="161093" name="任意多边形 16109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94" name="任意多边形 16109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095" name="组合 161094"/>
                          <p:cNvGrpSpPr/>
                          <p:nvPr/>
                        </p:nvGrpSpPr>
                        <p:grpSpPr>
                          <a:xfrm>
                            <a:off x="2167" y="1968"/>
                            <a:ext cx="342" cy="918"/>
                            <a:chOff x="2880" y="2112"/>
                            <a:chExt cx="2304" cy="2016"/>
                          </a:xfrm>
                        </p:grpSpPr>
                        <p:sp>
                          <p:nvSpPr>
                            <p:cNvPr id="161096" name="任意多边形 16109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097" name="任意多边形 16109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098" name="组合 161097"/>
                      <p:cNvGrpSpPr/>
                      <p:nvPr/>
                    </p:nvGrpSpPr>
                    <p:grpSpPr>
                      <a:xfrm flipV="1">
                        <a:off x="2832" y="2832"/>
                        <a:ext cx="2496" cy="630"/>
                        <a:chOff x="1056" y="816"/>
                        <a:chExt cx="2496" cy="630"/>
                      </a:xfrm>
                    </p:grpSpPr>
                    <p:sp>
                      <p:nvSpPr>
                        <p:cNvPr id="161099" name="任意多边形 16109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100" name="组合 161099"/>
                        <p:cNvGrpSpPr/>
                        <p:nvPr/>
                      </p:nvGrpSpPr>
                      <p:grpSpPr>
                        <a:xfrm>
                          <a:off x="1056" y="816"/>
                          <a:ext cx="2016" cy="630"/>
                          <a:chOff x="1824" y="1968"/>
                          <a:chExt cx="685" cy="918"/>
                        </a:xfrm>
                      </p:grpSpPr>
                      <p:grpSp>
                        <p:nvGrpSpPr>
                          <p:cNvPr id="161101" name="组合 161100"/>
                          <p:cNvGrpSpPr/>
                          <p:nvPr/>
                        </p:nvGrpSpPr>
                        <p:grpSpPr>
                          <a:xfrm>
                            <a:off x="1824" y="1968"/>
                            <a:ext cx="343" cy="918"/>
                            <a:chOff x="2880" y="2112"/>
                            <a:chExt cx="2304" cy="2016"/>
                          </a:xfrm>
                        </p:grpSpPr>
                        <p:sp>
                          <p:nvSpPr>
                            <p:cNvPr id="161102" name="任意多边形 16110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03" name="任意多边形 16110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104" name="组合 161103"/>
                          <p:cNvGrpSpPr/>
                          <p:nvPr/>
                        </p:nvGrpSpPr>
                        <p:grpSpPr>
                          <a:xfrm>
                            <a:off x="2167" y="1968"/>
                            <a:ext cx="342" cy="918"/>
                            <a:chOff x="2880" y="2112"/>
                            <a:chExt cx="2304" cy="2016"/>
                          </a:xfrm>
                        </p:grpSpPr>
                        <p:sp>
                          <p:nvSpPr>
                            <p:cNvPr id="161105" name="任意多边形 16110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06" name="任意多边形 16110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107" name="直接连接符 16110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108" name="组合 161107"/>
                  <p:cNvGrpSpPr/>
                  <p:nvPr/>
                </p:nvGrpSpPr>
                <p:grpSpPr>
                  <a:xfrm>
                    <a:off x="912" y="3072"/>
                    <a:ext cx="1104" cy="144"/>
                    <a:chOff x="1872" y="2880"/>
                    <a:chExt cx="1104" cy="144"/>
                  </a:xfrm>
                </p:grpSpPr>
                <p:grpSp>
                  <p:nvGrpSpPr>
                    <p:cNvPr id="161109" name="组合 161108"/>
                    <p:cNvGrpSpPr/>
                    <p:nvPr/>
                  </p:nvGrpSpPr>
                  <p:grpSpPr>
                    <a:xfrm>
                      <a:off x="2016" y="2880"/>
                      <a:ext cx="960" cy="144"/>
                      <a:chOff x="336" y="2832"/>
                      <a:chExt cx="4992" cy="630"/>
                    </a:xfrm>
                  </p:grpSpPr>
                  <p:grpSp>
                    <p:nvGrpSpPr>
                      <p:cNvPr id="161110" name="组合 161109"/>
                      <p:cNvGrpSpPr/>
                      <p:nvPr/>
                    </p:nvGrpSpPr>
                    <p:grpSpPr>
                      <a:xfrm>
                        <a:off x="336" y="2832"/>
                        <a:ext cx="2496" cy="630"/>
                        <a:chOff x="1056" y="816"/>
                        <a:chExt cx="2496" cy="630"/>
                      </a:xfrm>
                    </p:grpSpPr>
                    <p:sp>
                      <p:nvSpPr>
                        <p:cNvPr id="161111" name="任意多边形 16111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112" name="组合 161111"/>
                        <p:cNvGrpSpPr/>
                        <p:nvPr/>
                      </p:nvGrpSpPr>
                      <p:grpSpPr>
                        <a:xfrm>
                          <a:off x="1056" y="816"/>
                          <a:ext cx="2016" cy="630"/>
                          <a:chOff x="1824" y="1968"/>
                          <a:chExt cx="685" cy="918"/>
                        </a:xfrm>
                      </p:grpSpPr>
                      <p:grpSp>
                        <p:nvGrpSpPr>
                          <p:cNvPr id="161113" name="组合 161112"/>
                          <p:cNvGrpSpPr/>
                          <p:nvPr/>
                        </p:nvGrpSpPr>
                        <p:grpSpPr>
                          <a:xfrm>
                            <a:off x="1824" y="1968"/>
                            <a:ext cx="343" cy="918"/>
                            <a:chOff x="2880" y="2112"/>
                            <a:chExt cx="2304" cy="2016"/>
                          </a:xfrm>
                        </p:grpSpPr>
                        <p:sp>
                          <p:nvSpPr>
                            <p:cNvPr id="161114" name="任意多边形 16111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15" name="任意多边形 16111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116" name="组合 161115"/>
                          <p:cNvGrpSpPr/>
                          <p:nvPr/>
                        </p:nvGrpSpPr>
                        <p:grpSpPr>
                          <a:xfrm>
                            <a:off x="2167" y="1968"/>
                            <a:ext cx="342" cy="918"/>
                            <a:chOff x="2880" y="2112"/>
                            <a:chExt cx="2304" cy="2016"/>
                          </a:xfrm>
                        </p:grpSpPr>
                        <p:sp>
                          <p:nvSpPr>
                            <p:cNvPr id="161117" name="任意多边形 16111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18" name="任意多边形 16111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119" name="组合 161118"/>
                      <p:cNvGrpSpPr/>
                      <p:nvPr/>
                    </p:nvGrpSpPr>
                    <p:grpSpPr>
                      <a:xfrm flipV="1">
                        <a:off x="2832" y="2832"/>
                        <a:ext cx="2496" cy="630"/>
                        <a:chOff x="1056" y="816"/>
                        <a:chExt cx="2496" cy="630"/>
                      </a:xfrm>
                    </p:grpSpPr>
                    <p:sp>
                      <p:nvSpPr>
                        <p:cNvPr id="161120" name="任意多边形 16111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121" name="组合 161120"/>
                        <p:cNvGrpSpPr/>
                        <p:nvPr/>
                      </p:nvGrpSpPr>
                      <p:grpSpPr>
                        <a:xfrm>
                          <a:off x="1056" y="816"/>
                          <a:ext cx="2016" cy="630"/>
                          <a:chOff x="1824" y="1968"/>
                          <a:chExt cx="685" cy="918"/>
                        </a:xfrm>
                      </p:grpSpPr>
                      <p:grpSp>
                        <p:nvGrpSpPr>
                          <p:cNvPr id="161122" name="组合 161121"/>
                          <p:cNvGrpSpPr/>
                          <p:nvPr/>
                        </p:nvGrpSpPr>
                        <p:grpSpPr>
                          <a:xfrm>
                            <a:off x="1824" y="1968"/>
                            <a:ext cx="343" cy="918"/>
                            <a:chOff x="2880" y="2112"/>
                            <a:chExt cx="2304" cy="2016"/>
                          </a:xfrm>
                        </p:grpSpPr>
                        <p:sp>
                          <p:nvSpPr>
                            <p:cNvPr id="161123" name="任意多边形 16112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24" name="任意多边形 16112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125" name="组合 161124"/>
                          <p:cNvGrpSpPr/>
                          <p:nvPr/>
                        </p:nvGrpSpPr>
                        <p:grpSpPr>
                          <a:xfrm>
                            <a:off x="2167" y="1968"/>
                            <a:ext cx="342" cy="918"/>
                            <a:chOff x="2880" y="2112"/>
                            <a:chExt cx="2304" cy="2016"/>
                          </a:xfrm>
                        </p:grpSpPr>
                        <p:sp>
                          <p:nvSpPr>
                            <p:cNvPr id="161126" name="任意多边形 16112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27" name="任意多边形 16112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128" name="直接连接符 16112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61129" name="组合 161128"/>
              <p:cNvGrpSpPr/>
              <p:nvPr/>
            </p:nvGrpSpPr>
            <p:grpSpPr>
              <a:xfrm>
                <a:off x="3888" y="3360"/>
                <a:ext cx="1104" cy="576"/>
                <a:chOff x="2352" y="3024"/>
                <a:chExt cx="1104" cy="576"/>
              </a:xfrm>
            </p:grpSpPr>
            <p:grpSp>
              <p:nvGrpSpPr>
                <p:cNvPr id="161130" name="组合 161129"/>
                <p:cNvGrpSpPr/>
                <p:nvPr/>
              </p:nvGrpSpPr>
              <p:grpSpPr>
                <a:xfrm flipH="1">
                  <a:off x="2352" y="3312"/>
                  <a:ext cx="1104" cy="288"/>
                  <a:chOff x="912" y="2928"/>
                  <a:chExt cx="1104" cy="288"/>
                </a:xfrm>
              </p:grpSpPr>
              <p:grpSp>
                <p:nvGrpSpPr>
                  <p:cNvPr id="161131" name="组合 161130"/>
                  <p:cNvGrpSpPr/>
                  <p:nvPr/>
                </p:nvGrpSpPr>
                <p:grpSpPr>
                  <a:xfrm>
                    <a:off x="912" y="2928"/>
                    <a:ext cx="1104" cy="144"/>
                    <a:chOff x="1872" y="2880"/>
                    <a:chExt cx="1104" cy="144"/>
                  </a:xfrm>
                </p:grpSpPr>
                <p:grpSp>
                  <p:nvGrpSpPr>
                    <p:cNvPr id="161132" name="组合 161131"/>
                    <p:cNvGrpSpPr/>
                    <p:nvPr/>
                  </p:nvGrpSpPr>
                  <p:grpSpPr>
                    <a:xfrm>
                      <a:off x="2016" y="2880"/>
                      <a:ext cx="960" cy="144"/>
                      <a:chOff x="336" y="2832"/>
                      <a:chExt cx="4992" cy="630"/>
                    </a:xfrm>
                  </p:grpSpPr>
                  <p:grpSp>
                    <p:nvGrpSpPr>
                      <p:cNvPr id="161133" name="组合 161132"/>
                      <p:cNvGrpSpPr/>
                      <p:nvPr/>
                    </p:nvGrpSpPr>
                    <p:grpSpPr>
                      <a:xfrm>
                        <a:off x="336" y="2832"/>
                        <a:ext cx="2496" cy="630"/>
                        <a:chOff x="1056" y="816"/>
                        <a:chExt cx="2496" cy="630"/>
                      </a:xfrm>
                    </p:grpSpPr>
                    <p:sp>
                      <p:nvSpPr>
                        <p:cNvPr id="161134" name="任意多边形 16113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135" name="组合 161134"/>
                        <p:cNvGrpSpPr/>
                        <p:nvPr/>
                      </p:nvGrpSpPr>
                      <p:grpSpPr>
                        <a:xfrm>
                          <a:off x="1056" y="816"/>
                          <a:ext cx="2016" cy="630"/>
                          <a:chOff x="1824" y="1968"/>
                          <a:chExt cx="685" cy="918"/>
                        </a:xfrm>
                      </p:grpSpPr>
                      <p:grpSp>
                        <p:nvGrpSpPr>
                          <p:cNvPr id="161136" name="组合 161135"/>
                          <p:cNvGrpSpPr/>
                          <p:nvPr/>
                        </p:nvGrpSpPr>
                        <p:grpSpPr>
                          <a:xfrm>
                            <a:off x="1824" y="1968"/>
                            <a:ext cx="343" cy="918"/>
                            <a:chOff x="2880" y="2112"/>
                            <a:chExt cx="2304" cy="2016"/>
                          </a:xfrm>
                        </p:grpSpPr>
                        <p:sp>
                          <p:nvSpPr>
                            <p:cNvPr id="161137" name="任意多边形 16113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38" name="任意多边形 16113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139" name="组合 161138"/>
                          <p:cNvGrpSpPr/>
                          <p:nvPr/>
                        </p:nvGrpSpPr>
                        <p:grpSpPr>
                          <a:xfrm>
                            <a:off x="2167" y="1968"/>
                            <a:ext cx="342" cy="918"/>
                            <a:chOff x="2880" y="2112"/>
                            <a:chExt cx="2304" cy="2016"/>
                          </a:xfrm>
                        </p:grpSpPr>
                        <p:sp>
                          <p:nvSpPr>
                            <p:cNvPr id="161140" name="任意多边形 16113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41" name="任意多边形 16114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142" name="组合 161141"/>
                      <p:cNvGrpSpPr/>
                      <p:nvPr/>
                    </p:nvGrpSpPr>
                    <p:grpSpPr>
                      <a:xfrm flipV="1">
                        <a:off x="2832" y="2832"/>
                        <a:ext cx="2496" cy="630"/>
                        <a:chOff x="1056" y="816"/>
                        <a:chExt cx="2496" cy="630"/>
                      </a:xfrm>
                    </p:grpSpPr>
                    <p:sp>
                      <p:nvSpPr>
                        <p:cNvPr id="161143" name="任意多边形 16114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144" name="组合 161143"/>
                        <p:cNvGrpSpPr/>
                        <p:nvPr/>
                      </p:nvGrpSpPr>
                      <p:grpSpPr>
                        <a:xfrm>
                          <a:off x="1056" y="816"/>
                          <a:ext cx="2016" cy="630"/>
                          <a:chOff x="1824" y="1968"/>
                          <a:chExt cx="685" cy="918"/>
                        </a:xfrm>
                      </p:grpSpPr>
                      <p:grpSp>
                        <p:nvGrpSpPr>
                          <p:cNvPr id="161145" name="组合 161144"/>
                          <p:cNvGrpSpPr/>
                          <p:nvPr/>
                        </p:nvGrpSpPr>
                        <p:grpSpPr>
                          <a:xfrm>
                            <a:off x="1824" y="1968"/>
                            <a:ext cx="343" cy="918"/>
                            <a:chOff x="2880" y="2112"/>
                            <a:chExt cx="2304" cy="2016"/>
                          </a:xfrm>
                        </p:grpSpPr>
                        <p:sp>
                          <p:nvSpPr>
                            <p:cNvPr id="161146" name="任意多边形 16114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47" name="任意多边形 16114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148" name="组合 161147"/>
                          <p:cNvGrpSpPr/>
                          <p:nvPr/>
                        </p:nvGrpSpPr>
                        <p:grpSpPr>
                          <a:xfrm>
                            <a:off x="2167" y="1968"/>
                            <a:ext cx="342" cy="918"/>
                            <a:chOff x="2880" y="2112"/>
                            <a:chExt cx="2304" cy="2016"/>
                          </a:xfrm>
                        </p:grpSpPr>
                        <p:sp>
                          <p:nvSpPr>
                            <p:cNvPr id="161149" name="任意多边形 16114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50" name="任意多边形 16114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151" name="直接连接符 16115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152" name="组合 161151"/>
                  <p:cNvGrpSpPr/>
                  <p:nvPr/>
                </p:nvGrpSpPr>
                <p:grpSpPr>
                  <a:xfrm>
                    <a:off x="912" y="3072"/>
                    <a:ext cx="1104" cy="144"/>
                    <a:chOff x="1872" y="2880"/>
                    <a:chExt cx="1104" cy="144"/>
                  </a:xfrm>
                </p:grpSpPr>
                <p:grpSp>
                  <p:nvGrpSpPr>
                    <p:cNvPr id="161153" name="组合 161152"/>
                    <p:cNvGrpSpPr/>
                    <p:nvPr/>
                  </p:nvGrpSpPr>
                  <p:grpSpPr>
                    <a:xfrm>
                      <a:off x="2016" y="2880"/>
                      <a:ext cx="960" cy="144"/>
                      <a:chOff x="336" y="2832"/>
                      <a:chExt cx="4992" cy="630"/>
                    </a:xfrm>
                  </p:grpSpPr>
                  <p:grpSp>
                    <p:nvGrpSpPr>
                      <p:cNvPr id="161154" name="组合 161153"/>
                      <p:cNvGrpSpPr/>
                      <p:nvPr/>
                    </p:nvGrpSpPr>
                    <p:grpSpPr>
                      <a:xfrm>
                        <a:off x="336" y="2832"/>
                        <a:ext cx="2496" cy="630"/>
                        <a:chOff x="1056" y="816"/>
                        <a:chExt cx="2496" cy="630"/>
                      </a:xfrm>
                    </p:grpSpPr>
                    <p:sp>
                      <p:nvSpPr>
                        <p:cNvPr id="161155" name="任意多边形 16115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156" name="组合 161155"/>
                        <p:cNvGrpSpPr/>
                        <p:nvPr/>
                      </p:nvGrpSpPr>
                      <p:grpSpPr>
                        <a:xfrm>
                          <a:off x="1056" y="816"/>
                          <a:ext cx="2016" cy="630"/>
                          <a:chOff x="1824" y="1968"/>
                          <a:chExt cx="685" cy="918"/>
                        </a:xfrm>
                      </p:grpSpPr>
                      <p:grpSp>
                        <p:nvGrpSpPr>
                          <p:cNvPr id="161157" name="组合 161156"/>
                          <p:cNvGrpSpPr/>
                          <p:nvPr/>
                        </p:nvGrpSpPr>
                        <p:grpSpPr>
                          <a:xfrm>
                            <a:off x="1824" y="1968"/>
                            <a:ext cx="343" cy="918"/>
                            <a:chOff x="2880" y="2112"/>
                            <a:chExt cx="2304" cy="2016"/>
                          </a:xfrm>
                        </p:grpSpPr>
                        <p:sp>
                          <p:nvSpPr>
                            <p:cNvPr id="161158" name="任意多边形 16115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59" name="任意多边形 16115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160" name="组合 161159"/>
                          <p:cNvGrpSpPr/>
                          <p:nvPr/>
                        </p:nvGrpSpPr>
                        <p:grpSpPr>
                          <a:xfrm>
                            <a:off x="2167" y="1968"/>
                            <a:ext cx="342" cy="918"/>
                            <a:chOff x="2880" y="2112"/>
                            <a:chExt cx="2304" cy="2016"/>
                          </a:xfrm>
                        </p:grpSpPr>
                        <p:sp>
                          <p:nvSpPr>
                            <p:cNvPr id="161161" name="任意多边形 16116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62" name="任意多边形 16116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163" name="组合 161162"/>
                      <p:cNvGrpSpPr/>
                      <p:nvPr/>
                    </p:nvGrpSpPr>
                    <p:grpSpPr>
                      <a:xfrm flipV="1">
                        <a:off x="2832" y="2832"/>
                        <a:ext cx="2496" cy="630"/>
                        <a:chOff x="1056" y="816"/>
                        <a:chExt cx="2496" cy="630"/>
                      </a:xfrm>
                    </p:grpSpPr>
                    <p:sp>
                      <p:nvSpPr>
                        <p:cNvPr id="161164" name="任意多边形 16116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165" name="组合 161164"/>
                        <p:cNvGrpSpPr/>
                        <p:nvPr/>
                      </p:nvGrpSpPr>
                      <p:grpSpPr>
                        <a:xfrm>
                          <a:off x="1056" y="816"/>
                          <a:ext cx="2016" cy="630"/>
                          <a:chOff x="1824" y="1968"/>
                          <a:chExt cx="685" cy="918"/>
                        </a:xfrm>
                      </p:grpSpPr>
                      <p:grpSp>
                        <p:nvGrpSpPr>
                          <p:cNvPr id="161166" name="组合 161165"/>
                          <p:cNvGrpSpPr/>
                          <p:nvPr/>
                        </p:nvGrpSpPr>
                        <p:grpSpPr>
                          <a:xfrm>
                            <a:off x="1824" y="1968"/>
                            <a:ext cx="343" cy="918"/>
                            <a:chOff x="2880" y="2112"/>
                            <a:chExt cx="2304" cy="2016"/>
                          </a:xfrm>
                        </p:grpSpPr>
                        <p:sp>
                          <p:nvSpPr>
                            <p:cNvPr id="161167" name="任意多边形 16116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68" name="任意多边形 16116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169" name="组合 161168"/>
                          <p:cNvGrpSpPr/>
                          <p:nvPr/>
                        </p:nvGrpSpPr>
                        <p:grpSpPr>
                          <a:xfrm>
                            <a:off x="2167" y="1968"/>
                            <a:ext cx="342" cy="918"/>
                            <a:chOff x="2880" y="2112"/>
                            <a:chExt cx="2304" cy="2016"/>
                          </a:xfrm>
                        </p:grpSpPr>
                        <p:sp>
                          <p:nvSpPr>
                            <p:cNvPr id="161170" name="任意多边形 16116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71" name="任意多边形 16117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172" name="直接连接符 16117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61173" name="组合 161172"/>
                <p:cNvGrpSpPr/>
                <p:nvPr/>
              </p:nvGrpSpPr>
              <p:grpSpPr>
                <a:xfrm flipH="1">
                  <a:off x="2352" y="3024"/>
                  <a:ext cx="1104" cy="288"/>
                  <a:chOff x="912" y="2928"/>
                  <a:chExt cx="1104" cy="288"/>
                </a:xfrm>
              </p:grpSpPr>
              <p:grpSp>
                <p:nvGrpSpPr>
                  <p:cNvPr id="161174" name="组合 161173"/>
                  <p:cNvGrpSpPr/>
                  <p:nvPr/>
                </p:nvGrpSpPr>
                <p:grpSpPr>
                  <a:xfrm>
                    <a:off x="912" y="2928"/>
                    <a:ext cx="1104" cy="144"/>
                    <a:chOff x="1872" y="2880"/>
                    <a:chExt cx="1104" cy="144"/>
                  </a:xfrm>
                </p:grpSpPr>
                <p:grpSp>
                  <p:nvGrpSpPr>
                    <p:cNvPr id="161175" name="组合 161174"/>
                    <p:cNvGrpSpPr/>
                    <p:nvPr/>
                  </p:nvGrpSpPr>
                  <p:grpSpPr>
                    <a:xfrm>
                      <a:off x="2016" y="2880"/>
                      <a:ext cx="960" cy="144"/>
                      <a:chOff x="336" y="2832"/>
                      <a:chExt cx="4992" cy="630"/>
                    </a:xfrm>
                  </p:grpSpPr>
                  <p:grpSp>
                    <p:nvGrpSpPr>
                      <p:cNvPr id="161176" name="组合 161175"/>
                      <p:cNvGrpSpPr/>
                      <p:nvPr/>
                    </p:nvGrpSpPr>
                    <p:grpSpPr>
                      <a:xfrm>
                        <a:off x="336" y="2832"/>
                        <a:ext cx="2496" cy="630"/>
                        <a:chOff x="1056" y="816"/>
                        <a:chExt cx="2496" cy="630"/>
                      </a:xfrm>
                    </p:grpSpPr>
                    <p:sp>
                      <p:nvSpPr>
                        <p:cNvPr id="161177" name="任意多边形 16117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178" name="组合 161177"/>
                        <p:cNvGrpSpPr/>
                        <p:nvPr/>
                      </p:nvGrpSpPr>
                      <p:grpSpPr>
                        <a:xfrm>
                          <a:off x="1056" y="816"/>
                          <a:ext cx="2016" cy="630"/>
                          <a:chOff x="1824" y="1968"/>
                          <a:chExt cx="685" cy="918"/>
                        </a:xfrm>
                      </p:grpSpPr>
                      <p:grpSp>
                        <p:nvGrpSpPr>
                          <p:cNvPr id="161179" name="组合 161178"/>
                          <p:cNvGrpSpPr/>
                          <p:nvPr/>
                        </p:nvGrpSpPr>
                        <p:grpSpPr>
                          <a:xfrm>
                            <a:off x="1824" y="1968"/>
                            <a:ext cx="343" cy="918"/>
                            <a:chOff x="2880" y="2112"/>
                            <a:chExt cx="2304" cy="2016"/>
                          </a:xfrm>
                        </p:grpSpPr>
                        <p:sp>
                          <p:nvSpPr>
                            <p:cNvPr id="161180" name="任意多边形 16117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81" name="任意多边形 16118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182" name="组合 161181"/>
                          <p:cNvGrpSpPr/>
                          <p:nvPr/>
                        </p:nvGrpSpPr>
                        <p:grpSpPr>
                          <a:xfrm>
                            <a:off x="2167" y="1968"/>
                            <a:ext cx="342" cy="918"/>
                            <a:chOff x="2880" y="2112"/>
                            <a:chExt cx="2304" cy="2016"/>
                          </a:xfrm>
                        </p:grpSpPr>
                        <p:sp>
                          <p:nvSpPr>
                            <p:cNvPr id="161183" name="任意多边形 16118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84" name="任意多边形 16118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185" name="组合 161184"/>
                      <p:cNvGrpSpPr/>
                      <p:nvPr/>
                    </p:nvGrpSpPr>
                    <p:grpSpPr>
                      <a:xfrm flipV="1">
                        <a:off x="2832" y="2832"/>
                        <a:ext cx="2496" cy="630"/>
                        <a:chOff x="1056" y="816"/>
                        <a:chExt cx="2496" cy="630"/>
                      </a:xfrm>
                    </p:grpSpPr>
                    <p:sp>
                      <p:nvSpPr>
                        <p:cNvPr id="161186" name="任意多边形 16118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187" name="组合 161186"/>
                        <p:cNvGrpSpPr/>
                        <p:nvPr/>
                      </p:nvGrpSpPr>
                      <p:grpSpPr>
                        <a:xfrm>
                          <a:off x="1056" y="816"/>
                          <a:ext cx="2016" cy="630"/>
                          <a:chOff x="1824" y="1968"/>
                          <a:chExt cx="685" cy="918"/>
                        </a:xfrm>
                      </p:grpSpPr>
                      <p:grpSp>
                        <p:nvGrpSpPr>
                          <p:cNvPr id="161188" name="组合 161187"/>
                          <p:cNvGrpSpPr/>
                          <p:nvPr/>
                        </p:nvGrpSpPr>
                        <p:grpSpPr>
                          <a:xfrm>
                            <a:off x="1824" y="1968"/>
                            <a:ext cx="343" cy="918"/>
                            <a:chOff x="2880" y="2112"/>
                            <a:chExt cx="2304" cy="2016"/>
                          </a:xfrm>
                        </p:grpSpPr>
                        <p:sp>
                          <p:nvSpPr>
                            <p:cNvPr id="161189" name="任意多边形 16118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90" name="任意多边形 16118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191" name="组合 161190"/>
                          <p:cNvGrpSpPr/>
                          <p:nvPr/>
                        </p:nvGrpSpPr>
                        <p:grpSpPr>
                          <a:xfrm>
                            <a:off x="2167" y="1968"/>
                            <a:ext cx="342" cy="918"/>
                            <a:chOff x="2880" y="2112"/>
                            <a:chExt cx="2304" cy="2016"/>
                          </a:xfrm>
                        </p:grpSpPr>
                        <p:sp>
                          <p:nvSpPr>
                            <p:cNvPr id="161192" name="任意多边形 16119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193" name="任意多边形 16119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194" name="直接连接符 16119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195" name="组合 161194"/>
                  <p:cNvGrpSpPr/>
                  <p:nvPr/>
                </p:nvGrpSpPr>
                <p:grpSpPr>
                  <a:xfrm>
                    <a:off x="912" y="3072"/>
                    <a:ext cx="1104" cy="144"/>
                    <a:chOff x="1872" y="2880"/>
                    <a:chExt cx="1104" cy="144"/>
                  </a:xfrm>
                </p:grpSpPr>
                <p:grpSp>
                  <p:nvGrpSpPr>
                    <p:cNvPr id="161196" name="组合 161195"/>
                    <p:cNvGrpSpPr/>
                    <p:nvPr/>
                  </p:nvGrpSpPr>
                  <p:grpSpPr>
                    <a:xfrm>
                      <a:off x="2016" y="2880"/>
                      <a:ext cx="960" cy="144"/>
                      <a:chOff x="336" y="2832"/>
                      <a:chExt cx="4992" cy="630"/>
                    </a:xfrm>
                  </p:grpSpPr>
                  <p:grpSp>
                    <p:nvGrpSpPr>
                      <p:cNvPr id="161197" name="组合 161196"/>
                      <p:cNvGrpSpPr/>
                      <p:nvPr/>
                    </p:nvGrpSpPr>
                    <p:grpSpPr>
                      <a:xfrm>
                        <a:off x="336" y="2832"/>
                        <a:ext cx="2496" cy="630"/>
                        <a:chOff x="1056" y="816"/>
                        <a:chExt cx="2496" cy="630"/>
                      </a:xfrm>
                    </p:grpSpPr>
                    <p:sp>
                      <p:nvSpPr>
                        <p:cNvPr id="161198" name="任意多边形 16119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199" name="组合 161198"/>
                        <p:cNvGrpSpPr/>
                        <p:nvPr/>
                      </p:nvGrpSpPr>
                      <p:grpSpPr>
                        <a:xfrm>
                          <a:off x="1056" y="816"/>
                          <a:ext cx="2016" cy="630"/>
                          <a:chOff x="1824" y="1968"/>
                          <a:chExt cx="685" cy="918"/>
                        </a:xfrm>
                      </p:grpSpPr>
                      <p:grpSp>
                        <p:nvGrpSpPr>
                          <p:cNvPr id="161200" name="组合 161199"/>
                          <p:cNvGrpSpPr/>
                          <p:nvPr/>
                        </p:nvGrpSpPr>
                        <p:grpSpPr>
                          <a:xfrm>
                            <a:off x="1824" y="1968"/>
                            <a:ext cx="343" cy="918"/>
                            <a:chOff x="2880" y="2112"/>
                            <a:chExt cx="2304" cy="2016"/>
                          </a:xfrm>
                        </p:grpSpPr>
                        <p:sp>
                          <p:nvSpPr>
                            <p:cNvPr id="161201" name="任意多边形 16120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02" name="任意多边形 16120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203" name="组合 161202"/>
                          <p:cNvGrpSpPr/>
                          <p:nvPr/>
                        </p:nvGrpSpPr>
                        <p:grpSpPr>
                          <a:xfrm>
                            <a:off x="2167" y="1968"/>
                            <a:ext cx="342" cy="918"/>
                            <a:chOff x="2880" y="2112"/>
                            <a:chExt cx="2304" cy="2016"/>
                          </a:xfrm>
                        </p:grpSpPr>
                        <p:sp>
                          <p:nvSpPr>
                            <p:cNvPr id="161204" name="任意多边形 16120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05" name="任意多边形 16120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206" name="组合 161205"/>
                      <p:cNvGrpSpPr/>
                      <p:nvPr/>
                    </p:nvGrpSpPr>
                    <p:grpSpPr>
                      <a:xfrm flipV="1">
                        <a:off x="2832" y="2832"/>
                        <a:ext cx="2496" cy="630"/>
                        <a:chOff x="1056" y="816"/>
                        <a:chExt cx="2496" cy="630"/>
                      </a:xfrm>
                    </p:grpSpPr>
                    <p:sp>
                      <p:nvSpPr>
                        <p:cNvPr id="161207" name="任意多边形 16120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208" name="组合 161207"/>
                        <p:cNvGrpSpPr/>
                        <p:nvPr/>
                      </p:nvGrpSpPr>
                      <p:grpSpPr>
                        <a:xfrm>
                          <a:off x="1056" y="816"/>
                          <a:ext cx="2016" cy="630"/>
                          <a:chOff x="1824" y="1968"/>
                          <a:chExt cx="685" cy="918"/>
                        </a:xfrm>
                      </p:grpSpPr>
                      <p:grpSp>
                        <p:nvGrpSpPr>
                          <p:cNvPr id="161209" name="组合 161208"/>
                          <p:cNvGrpSpPr/>
                          <p:nvPr/>
                        </p:nvGrpSpPr>
                        <p:grpSpPr>
                          <a:xfrm>
                            <a:off x="1824" y="1968"/>
                            <a:ext cx="343" cy="918"/>
                            <a:chOff x="2880" y="2112"/>
                            <a:chExt cx="2304" cy="2016"/>
                          </a:xfrm>
                        </p:grpSpPr>
                        <p:sp>
                          <p:nvSpPr>
                            <p:cNvPr id="161210" name="任意多边形 16120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11" name="任意多边形 16121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212" name="组合 161211"/>
                          <p:cNvGrpSpPr/>
                          <p:nvPr/>
                        </p:nvGrpSpPr>
                        <p:grpSpPr>
                          <a:xfrm>
                            <a:off x="2167" y="1968"/>
                            <a:ext cx="342" cy="918"/>
                            <a:chOff x="2880" y="2112"/>
                            <a:chExt cx="2304" cy="2016"/>
                          </a:xfrm>
                        </p:grpSpPr>
                        <p:sp>
                          <p:nvSpPr>
                            <p:cNvPr id="161213" name="任意多边形 16121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14" name="任意多边形 16121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215" name="直接连接符 16121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grpSp>
        <p:nvGrpSpPr>
          <p:cNvPr id="161216" name="组合 161215"/>
          <p:cNvGrpSpPr/>
          <p:nvPr/>
        </p:nvGrpSpPr>
        <p:grpSpPr>
          <a:xfrm>
            <a:off x="2369503" y="3964940"/>
            <a:ext cx="3467100" cy="1371600"/>
            <a:chOff x="720" y="3024"/>
            <a:chExt cx="2184" cy="816"/>
          </a:xfrm>
        </p:grpSpPr>
        <p:grpSp>
          <p:nvGrpSpPr>
            <p:cNvPr id="161217" name="组合 161216"/>
            <p:cNvGrpSpPr/>
            <p:nvPr/>
          </p:nvGrpSpPr>
          <p:grpSpPr>
            <a:xfrm>
              <a:off x="1812" y="3024"/>
              <a:ext cx="1092" cy="435"/>
              <a:chOff x="3888" y="2784"/>
              <a:chExt cx="1104" cy="1152"/>
            </a:xfrm>
          </p:grpSpPr>
          <p:grpSp>
            <p:nvGrpSpPr>
              <p:cNvPr id="161218" name="组合 161217"/>
              <p:cNvGrpSpPr/>
              <p:nvPr/>
            </p:nvGrpSpPr>
            <p:grpSpPr>
              <a:xfrm>
                <a:off x="3888" y="2784"/>
                <a:ext cx="1104" cy="576"/>
                <a:chOff x="2352" y="3024"/>
                <a:chExt cx="1104" cy="576"/>
              </a:xfrm>
            </p:grpSpPr>
            <p:grpSp>
              <p:nvGrpSpPr>
                <p:cNvPr id="161219" name="组合 161218"/>
                <p:cNvGrpSpPr/>
                <p:nvPr/>
              </p:nvGrpSpPr>
              <p:grpSpPr>
                <a:xfrm flipH="1">
                  <a:off x="2352" y="3312"/>
                  <a:ext cx="1104" cy="288"/>
                  <a:chOff x="912" y="2928"/>
                  <a:chExt cx="1104" cy="288"/>
                </a:xfrm>
              </p:grpSpPr>
              <p:grpSp>
                <p:nvGrpSpPr>
                  <p:cNvPr id="161220" name="组合 161219"/>
                  <p:cNvGrpSpPr/>
                  <p:nvPr/>
                </p:nvGrpSpPr>
                <p:grpSpPr>
                  <a:xfrm>
                    <a:off x="912" y="2928"/>
                    <a:ext cx="1104" cy="144"/>
                    <a:chOff x="1872" y="2880"/>
                    <a:chExt cx="1104" cy="144"/>
                  </a:xfrm>
                </p:grpSpPr>
                <p:grpSp>
                  <p:nvGrpSpPr>
                    <p:cNvPr id="161221" name="组合 161220"/>
                    <p:cNvGrpSpPr/>
                    <p:nvPr/>
                  </p:nvGrpSpPr>
                  <p:grpSpPr>
                    <a:xfrm>
                      <a:off x="2016" y="2880"/>
                      <a:ext cx="960" cy="144"/>
                      <a:chOff x="336" y="2832"/>
                      <a:chExt cx="4992" cy="630"/>
                    </a:xfrm>
                  </p:grpSpPr>
                  <p:grpSp>
                    <p:nvGrpSpPr>
                      <p:cNvPr id="161222" name="组合 161221"/>
                      <p:cNvGrpSpPr/>
                      <p:nvPr/>
                    </p:nvGrpSpPr>
                    <p:grpSpPr>
                      <a:xfrm>
                        <a:off x="336" y="2832"/>
                        <a:ext cx="2496" cy="630"/>
                        <a:chOff x="1056" y="816"/>
                        <a:chExt cx="2496" cy="630"/>
                      </a:xfrm>
                    </p:grpSpPr>
                    <p:sp>
                      <p:nvSpPr>
                        <p:cNvPr id="161223" name="任意多边形 16122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224" name="组合 161223"/>
                        <p:cNvGrpSpPr/>
                        <p:nvPr/>
                      </p:nvGrpSpPr>
                      <p:grpSpPr>
                        <a:xfrm>
                          <a:off x="1056" y="816"/>
                          <a:ext cx="2016" cy="630"/>
                          <a:chOff x="1824" y="1968"/>
                          <a:chExt cx="685" cy="918"/>
                        </a:xfrm>
                      </p:grpSpPr>
                      <p:grpSp>
                        <p:nvGrpSpPr>
                          <p:cNvPr id="161225" name="组合 161224"/>
                          <p:cNvGrpSpPr/>
                          <p:nvPr/>
                        </p:nvGrpSpPr>
                        <p:grpSpPr>
                          <a:xfrm>
                            <a:off x="1824" y="1968"/>
                            <a:ext cx="343" cy="918"/>
                            <a:chOff x="2880" y="2112"/>
                            <a:chExt cx="2304" cy="2016"/>
                          </a:xfrm>
                        </p:grpSpPr>
                        <p:sp>
                          <p:nvSpPr>
                            <p:cNvPr id="161226" name="任意多边形 16122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27" name="任意多边形 16122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228" name="组合 161227"/>
                          <p:cNvGrpSpPr/>
                          <p:nvPr/>
                        </p:nvGrpSpPr>
                        <p:grpSpPr>
                          <a:xfrm>
                            <a:off x="2167" y="1968"/>
                            <a:ext cx="342" cy="918"/>
                            <a:chOff x="2880" y="2112"/>
                            <a:chExt cx="2304" cy="2016"/>
                          </a:xfrm>
                        </p:grpSpPr>
                        <p:sp>
                          <p:nvSpPr>
                            <p:cNvPr id="161229" name="任意多边形 16122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30" name="任意多边形 16122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231" name="组合 161230"/>
                      <p:cNvGrpSpPr/>
                      <p:nvPr/>
                    </p:nvGrpSpPr>
                    <p:grpSpPr>
                      <a:xfrm flipV="1">
                        <a:off x="2832" y="2832"/>
                        <a:ext cx="2496" cy="630"/>
                        <a:chOff x="1056" y="816"/>
                        <a:chExt cx="2496" cy="630"/>
                      </a:xfrm>
                    </p:grpSpPr>
                    <p:sp>
                      <p:nvSpPr>
                        <p:cNvPr id="161232" name="任意多边形 16123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233" name="组合 161232"/>
                        <p:cNvGrpSpPr/>
                        <p:nvPr/>
                      </p:nvGrpSpPr>
                      <p:grpSpPr>
                        <a:xfrm>
                          <a:off x="1056" y="816"/>
                          <a:ext cx="2016" cy="630"/>
                          <a:chOff x="1824" y="1968"/>
                          <a:chExt cx="685" cy="918"/>
                        </a:xfrm>
                      </p:grpSpPr>
                      <p:grpSp>
                        <p:nvGrpSpPr>
                          <p:cNvPr id="161234" name="组合 161233"/>
                          <p:cNvGrpSpPr/>
                          <p:nvPr/>
                        </p:nvGrpSpPr>
                        <p:grpSpPr>
                          <a:xfrm>
                            <a:off x="1824" y="1968"/>
                            <a:ext cx="343" cy="918"/>
                            <a:chOff x="2880" y="2112"/>
                            <a:chExt cx="2304" cy="2016"/>
                          </a:xfrm>
                        </p:grpSpPr>
                        <p:sp>
                          <p:nvSpPr>
                            <p:cNvPr id="161235" name="任意多边形 16123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36" name="任意多边形 16123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237" name="组合 161236"/>
                          <p:cNvGrpSpPr/>
                          <p:nvPr/>
                        </p:nvGrpSpPr>
                        <p:grpSpPr>
                          <a:xfrm>
                            <a:off x="2167" y="1968"/>
                            <a:ext cx="342" cy="918"/>
                            <a:chOff x="2880" y="2112"/>
                            <a:chExt cx="2304" cy="2016"/>
                          </a:xfrm>
                        </p:grpSpPr>
                        <p:sp>
                          <p:nvSpPr>
                            <p:cNvPr id="161238" name="任意多边形 16123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39" name="任意多边形 16123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240" name="直接连接符 16123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241" name="组合 161240"/>
                  <p:cNvGrpSpPr/>
                  <p:nvPr/>
                </p:nvGrpSpPr>
                <p:grpSpPr>
                  <a:xfrm>
                    <a:off x="912" y="3072"/>
                    <a:ext cx="1104" cy="144"/>
                    <a:chOff x="1872" y="2880"/>
                    <a:chExt cx="1104" cy="144"/>
                  </a:xfrm>
                </p:grpSpPr>
                <p:grpSp>
                  <p:nvGrpSpPr>
                    <p:cNvPr id="161242" name="组合 161241"/>
                    <p:cNvGrpSpPr/>
                    <p:nvPr/>
                  </p:nvGrpSpPr>
                  <p:grpSpPr>
                    <a:xfrm>
                      <a:off x="2016" y="2880"/>
                      <a:ext cx="960" cy="144"/>
                      <a:chOff x="336" y="2832"/>
                      <a:chExt cx="4992" cy="630"/>
                    </a:xfrm>
                  </p:grpSpPr>
                  <p:grpSp>
                    <p:nvGrpSpPr>
                      <p:cNvPr id="161243" name="组合 161242"/>
                      <p:cNvGrpSpPr/>
                      <p:nvPr/>
                    </p:nvGrpSpPr>
                    <p:grpSpPr>
                      <a:xfrm>
                        <a:off x="336" y="2832"/>
                        <a:ext cx="2496" cy="630"/>
                        <a:chOff x="1056" y="816"/>
                        <a:chExt cx="2496" cy="630"/>
                      </a:xfrm>
                    </p:grpSpPr>
                    <p:sp>
                      <p:nvSpPr>
                        <p:cNvPr id="161244" name="任意多边形 16124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245" name="组合 161244"/>
                        <p:cNvGrpSpPr/>
                        <p:nvPr/>
                      </p:nvGrpSpPr>
                      <p:grpSpPr>
                        <a:xfrm>
                          <a:off x="1056" y="816"/>
                          <a:ext cx="2016" cy="630"/>
                          <a:chOff x="1824" y="1968"/>
                          <a:chExt cx="685" cy="918"/>
                        </a:xfrm>
                      </p:grpSpPr>
                      <p:grpSp>
                        <p:nvGrpSpPr>
                          <p:cNvPr id="161246" name="组合 161245"/>
                          <p:cNvGrpSpPr/>
                          <p:nvPr/>
                        </p:nvGrpSpPr>
                        <p:grpSpPr>
                          <a:xfrm>
                            <a:off x="1824" y="1968"/>
                            <a:ext cx="343" cy="918"/>
                            <a:chOff x="2880" y="2112"/>
                            <a:chExt cx="2304" cy="2016"/>
                          </a:xfrm>
                        </p:grpSpPr>
                        <p:sp>
                          <p:nvSpPr>
                            <p:cNvPr id="161247" name="任意多边形 16124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48" name="任意多边形 16124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249" name="组合 161248"/>
                          <p:cNvGrpSpPr/>
                          <p:nvPr/>
                        </p:nvGrpSpPr>
                        <p:grpSpPr>
                          <a:xfrm>
                            <a:off x="2167" y="1968"/>
                            <a:ext cx="342" cy="918"/>
                            <a:chOff x="2880" y="2112"/>
                            <a:chExt cx="2304" cy="2016"/>
                          </a:xfrm>
                        </p:grpSpPr>
                        <p:sp>
                          <p:nvSpPr>
                            <p:cNvPr id="161250" name="任意多边形 16124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51" name="任意多边形 16125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252" name="组合 161251"/>
                      <p:cNvGrpSpPr/>
                      <p:nvPr/>
                    </p:nvGrpSpPr>
                    <p:grpSpPr>
                      <a:xfrm flipV="1">
                        <a:off x="2832" y="2832"/>
                        <a:ext cx="2496" cy="630"/>
                        <a:chOff x="1056" y="816"/>
                        <a:chExt cx="2496" cy="630"/>
                      </a:xfrm>
                    </p:grpSpPr>
                    <p:sp>
                      <p:nvSpPr>
                        <p:cNvPr id="161253" name="任意多边形 16125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254" name="组合 161253"/>
                        <p:cNvGrpSpPr/>
                        <p:nvPr/>
                      </p:nvGrpSpPr>
                      <p:grpSpPr>
                        <a:xfrm>
                          <a:off x="1056" y="816"/>
                          <a:ext cx="2016" cy="630"/>
                          <a:chOff x="1824" y="1968"/>
                          <a:chExt cx="685" cy="918"/>
                        </a:xfrm>
                      </p:grpSpPr>
                      <p:grpSp>
                        <p:nvGrpSpPr>
                          <p:cNvPr id="161255" name="组合 161254"/>
                          <p:cNvGrpSpPr/>
                          <p:nvPr/>
                        </p:nvGrpSpPr>
                        <p:grpSpPr>
                          <a:xfrm>
                            <a:off x="1824" y="1968"/>
                            <a:ext cx="343" cy="918"/>
                            <a:chOff x="2880" y="2112"/>
                            <a:chExt cx="2304" cy="2016"/>
                          </a:xfrm>
                        </p:grpSpPr>
                        <p:sp>
                          <p:nvSpPr>
                            <p:cNvPr id="161256" name="任意多边形 16125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57" name="任意多边形 16125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258" name="组合 161257"/>
                          <p:cNvGrpSpPr/>
                          <p:nvPr/>
                        </p:nvGrpSpPr>
                        <p:grpSpPr>
                          <a:xfrm>
                            <a:off x="2167" y="1968"/>
                            <a:ext cx="342" cy="918"/>
                            <a:chOff x="2880" y="2112"/>
                            <a:chExt cx="2304" cy="2016"/>
                          </a:xfrm>
                        </p:grpSpPr>
                        <p:sp>
                          <p:nvSpPr>
                            <p:cNvPr id="161259" name="任意多边形 16125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60" name="任意多边形 16125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261" name="直接连接符 16126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61262" name="组合 161261"/>
                <p:cNvGrpSpPr/>
                <p:nvPr/>
              </p:nvGrpSpPr>
              <p:grpSpPr>
                <a:xfrm flipH="1">
                  <a:off x="2352" y="3024"/>
                  <a:ext cx="1104" cy="288"/>
                  <a:chOff x="912" y="2928"/>
                  <a:chExt cx="1104" cy="288"/>
                </a:xfrm>
              </p:grpSpPr>
              <p:grpSp>
                <p:nvGrpSpPr>
                  <p:cNvPr id="161263" name="组合 161262"/>
                  <p:cNvGrpSpPr/>
                  <p:nvPr/>
                </p:nvGrpSpPr>
                <p:grpSpPr>
                  <a:xfrm>
                    <a:off x="912" y="2928"/>
                    <a:ext cx="1104" cy="144"/>
                    <a:chOff x="1872" y="2880"/>
                    <a:chExt cx="1104" cy="144"/>
                  </a:xfrm>
                </p:grpSpPr>
                <p:grpSp>
                  <p:nvGrpSpPr>
                    <p:cNvPr id="161264" name="组合 161263"/>
                    <p:cNvGrpSpPr/>
                    <p:nvPr/>
                  </p:nvGrpSpPr>
                  <p:grpSpPr>
                    <a:xfrm>
                      <a:off x="2016" y="2880"/>
                      <a:ext cx="960" cy="144"/>
                      <a:chOff x="336" y="2832"/>
                      <a:chExt cx="4992" cy="630"/>
                    </a:xfrm>
                  </p:grpSpPr>
                  <p:grpSp>
                    <p:nvGrpSpPr>
                      <p:cNvPr id="161265" name="组合 161264"/>
                      <p:cNvGrpSpPr/>
                      <p:nvPr/>
                    </p:nvGrpSpPr>
                    <p:grpSpPr>
                      <a:xfrm>
                        <a:off x="336" y="2832"/>
                        <a:ext cx="2496" cy="630"/>
                        <a:chOff x="1056" y="816"/>
                        <a:chExt cx="2496" cy="630"/>
                      </a:xfrm>
                    </p:grpSpPr>
                    <p:sp>
                      <p:nvSpPr>
                        <p:cNvPr id="161266" name="任意多边形 16126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267" name="组合 161266"/>
                        <p:cNvGrpSpPr/>
                        <p:nvPr/>
                      </p:nvGrpSpPr>
                      <p:grpSpPr>
                        <a:xfrm>
                          <a:off x="1056" y="816"/>
                          <a:ext cx="2016" cy="630"/>
                          <a:chOff x="1824" y="1968"/>
                          <a:chExt cx="685" cy="918"/>
                        </a:xfrm>
                      </p:grpSpPr>
                      <p:grpSp>
                        <p:nvGrpSpPr>
                          <p:cNvPr id="161268" name="组合 161267"/>
                          <p:cNvGrpSpPr/>
                          <p:nvPr/>
                        </p:nvGrpSpPr>
                        <p:grpSpPr>
                          <a:xfrm>
                            <a:off x="1824" y="1968"/>
                            <a:ext cx="343" cy="918"/>
                            <a:chOff x="2880" y="2112"/>
                            <a:chExt cx="2304" cy="2016"/>
                          </a:xfrm>
                        </p:grpSpPr>
                        <p:sp>
                          <p:nvSpPr>
                            <p:cNvPr id="161269" name="任意多边形 16126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70" name="任意多边形 16126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271" name="组合 161270"/>
                          <p:cNvGrpSpPr/>
                          <p:nvPr/>
                        </p:nvGrpSpPr>
                        <p:grpSpPr>
                          <a:xfrm>
                            <a:off x="2167" y="1968"/>
                            <a:ext cx="342" cy="918"/>
                            <a:chOff x="2880" y="2112"/>
                            <a:chExt cx="2304" cy="2016"/>
                          </a:xfrm>
                        </p:grpSpPr>
                        <p:sp>
                          <p:nvSpPr>
                            <p:cNvPr id="161272" name="任意多边形 16127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73" name="任意多边形 16127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274" name="组合 161273"/>
                      <p:cNvGrpSpPr/>
                      <p:nvPr/>
                    </p:nvGrpSpPr>
                    <p:grpSpPr>
                      <a:xfrm flipV="1">
                        <a:off x="2832" y="2832"/>
                        <a:ext cx="2496" cy="630"/>
                        <a:chOff x="1056" y="816"/>
                        <a:chExt cx="2496" cy="630"/>
                      </a:xfrm>
                    </p:grpSpPr>
                    <p:sp>
                      <p:nvSpPr>
                        <p:cNvPr id="161275" name="任意多边形 16127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276" name="组合 161275"/>
                        <p:cNvGrpSpPr/>
                        <p:nvPr/>
                      </p:nvGrpSpPr>
                      <p:grpSpPr>
                        <a:xfrm>
                          <a:off x="1056" y="816"/>
                          <a:ext cx="2016" cy="630"/>
                          <a:chOff x="1824" y="1968"/>
                          <a:chExt cx="685" cy="918"/>
                        </a:xfrm>
                      </p:grpSpPr>
                      <p:grpSp>
                        <p:nvGrpSpPr>
                          <p:cNvPr id="161277" name="组合 161276"/>
                          <p:cNvGrpSpPr/>
                          <p:nvPr/>
                        </p:nvGrpSpPr>
                        <p:grpSpPr>
                          <a:xfrm>
                            <a:off x="1824" y="1968"/>
                            <a:ext cx="343" cy="918"/>
                            <a:chOff x="2880" y="2112"/>
                            <a:chExt cx="2304" cy="2016"/>
                          </a:xfrm>
                        </p:grpSpPr>
                        <p:sp>
                          <p:nvSpPr>
                            <p:cNvPr id="161278" name="任意多边形 16127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79" name="任意多边形 16127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280" name="组合 161279"/>
                          <p:cNvGrpSpPr/>
                          <p:nvPr/>
                        </p:nvGrpSpPr>
                        <p:grpSpPr>
                          <a:xfrm>
                            <a:off x="2167" y="1968"/>
                            <a:ext cx="342" cy="918"/>
                            <a:chOff x="2880" y="2112"/>
                            <a:chExt cx="2304" cy="2016"/>
                          </a:xfrm>
                        </p:grpSpPr>
                        <p:sp>
                          <p:nvSpPr>
                            <p:cNvPr id="161281" name="任意多边形 16128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82" name="任意多边形 16128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283" name="直接连接符 16128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284" name="组合 161283"/>
                  <p:cNvGrpSpPr/>
                  <p:nvPr/>
                </p:nvGrpSpPr>
                <p:grpSpPr>
                  <a:xfrm>
                    <a:off x="912" y="3072"/>
                    <a:ext cx="1104" cy="144"/>
                    <a:chOff x="1872" y="2880"/>
                    <a:chExt cx="1104" cy="144"/>
                  </a:xfrm>
                </p:grpSpPr>
                <p:grpSp>
                  <p:nvGrpSpPr>
                    <p:cNvPr id="161285" name="组合 161284"/>
                    <p:cNvGrpSpPr/>
                    <p:nvPr/>
                  </p:nvGrpSpPr>
                  <p:grpSpPr>
                    <a:xfrm>
                      <a:off x="2016" y="2880"/>
                      <a:ext cx="960" cy="144"/>
                      <a:chOff x="336" y="2832"/>
                      <a:chExt cx="4992" cy="630"/>
                    </a:xfrm>
                  </p:grpSpPr>
                  <p:grpSp>
                    <p:nvGrpSpPr>
                      <p:cNvPr id="161286" name="组合 161285"/>
                      <p:cNvGrpSpPr/>
                      <p:nvPr/>
                    </p:nvGrpSpPr>
                    <p:grpSpPr>
                      <a:xfrm>
                        <a:off x="336" y="2832"/>
                        <a:ext cx="2496" cy="630"/>
                        <a:chOff x="1056" y="816"/>
                        <a:chExt cx="2496" cy="630"/>
                      </a:xfrm>
                    </p:grpSpPr>
                    <p:sp>
                      <p:nvSpPr>
                        <p:cNvPr id="161287" name="任意多边形 16128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288" name="组合 161287"/>
                        <p:cNvGrpSpPr/>
                        <p:nvPr/>
                      </p:nvGrpSpPr>
                      <p:grpSpPr>
                        <a:xfrm>
                          <a:off x="1056" y="816"/>
                          <a:ext cx="2016" cy="630"/>
                          <a:chOff x="1824" y="1968"/>
                          <a:chExt cx="685" cy="918"/>
                        </a:xfrm>
                      </p:grpSpPr>
                      <p:grpSp>
                        <p:nvGrpSpPr>
                          <p:cNvPr id="161289" name="组合 161288"/>
                          <p:cNvGrpSpPr/>
                          <p:nvPr/>
                        </p:nvGrpSpPr>
                        <p:grpSpPr>
                          <a:xfrm>
                            <a:off x="1824" y="1968"/>
                            <a:ext cx="343" cy="918"/>
                            <a:chOff x="2880" y="2112"/>
                            <a:chExt cx="2304" cy="2016"/>
                          </a:xfrm>
                        </p:grpSpPr>
                        <p:sp>
                          <p:nvSpPr>
                            <p:cNvPr id="161290" name="任意多边形 16128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91" name="任意多边形 16129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292" name="组合 161291"/>
                          <p:cNvGrpSpPr/>
                          <p:nvPr/>
                        </p:nvGrpSpPr>
                        <p:grpSpPr>
                          <a:xfrm>
                            <a:off x="2167" y="1968"/>
                            <a:ext cx="342" cy="918"/>
                            <a:chOff x="2880" y="2112"/>
                            <a:chExt cx="2304" cy="2016"/>
                          </a:xfrm>
                        </p:grpSpPr>
                        <p:sp>
                          <p:nvSpPr>
                            <p:cNvPr id="161293" name="任意多边形 16129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294" name="任意多边形 16129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295" name="组合 161294"/>
                      <p:cNvGrpSpPr/>
                      <p:nvPr/>
                    </p:nvGrpSpPr>
                    <p:grpSpPr>
                      <a:xfrm flipV="1">
                        <a:off x="2832" y="2832"/>
                        <a:ext cx="2496" cy="630"/>
                        <a:chOff x="1056" y="816"/>
                        <a:chExt cx="2496" cy="630"/>
                      </a:xfrm>
                    </p:grpSpPr>
                    <p:sp>
                      <p:nvSpPr>
                        <p:cNvPr id="161296" name="任意多边形 16129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297" name="组合 161296"/>
                        <p:cNvGrpSpPr/>
                        <p:nvPr/>
                      </p:nvGrpSpPr>
                      <p:grpSpPr>
                        <a:xfrm>
                          <a:off x="1056" y="816"/>
                          <a:ext cx="2016" cy="630"/>
                          <a:chOff x="1824" y="1968"/>
                          <a:chExt cx="685" cy="918"/>
                        </a:xfrm>
                      </p:grpSpPr>
                      <p:grpSp>
                        <p:nvGrpSpPr>
                          <p:cNvPr id="161298" name="组合 161297"/>
                          <p:cNvGrpSpPr/>
                          <p:nvPr/>
                        </p:nvGrpSpPr>
                        <p:grpSpPr>
                          <a:xfrm>
                            <a:off x="1824" y="1968"/>
                            <a:ext cx="343" cy="918"/>
                            <a:chOff x="2880" y="2112"/>
                            <a:chExt cx="2304" cy="2016"/>
                          </a:xfrm>
                        </p:grpSpPr>
                        <p:sp>
                          <p:nvSpPr>
                            <p:cNvPr id="161299" name="任意多边形 16129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00" name="任意多边形 16129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301" name="组合 161300"/>
                          <p:cNvGrpSpPr/>
                          <p:nvPr/>
                        </p:nvGrpSpPr>
                        <p:grpSpPr>
                          <a:xfrm>
                            <a:off x="2167" y="1968"/>
                            <a:ext cx="342" cy="918"/>
                            <a:chOff x="2880" y="2112"/>
                            <a:chExt cx="2304" cy="2016"/>
                          </a:xfrm>
                        </p:grpSpPr>
                        <p:sp>
                          <p:nvSpPr>
                            <p:cNvPr id="161302" name="任意多边形 16130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03" name="任意多边形 16130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304" name="直接连接符 16130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61305" name="组合 161304"/>
              <p:cNvGrpSpPr/>
              <p:nvPr/>
            </p:nvGrpSpPr>
            <p:grpSpPr>
              <a:xfrm>
                <a:off x="3888" y="3360"/>
                <a:ext cx="1104" cy="576"/>
                <a:chOff x="2352" y="3024"/>
                <a:chExt cx="1104" cy="576"/>
              </a:xfrm>
            </p:grpSpPr>
            <p:grpSp>
              <p:nvGrpSpPr>
                <p:cNvPr id="161306" name="组合 161305"/>
                <p:cNvGrpSpPr/>
                <p:nvPr/>
              </p:nvGrpSpPr>
              <p:grpSpPr>
                <a:xfrm flipH="1">
                  <a:off x="2352" y="3312"/>
                  <a:ext cx="1104" cy="288"/>
                  <a:chOff x="912" y="2928"/>
                  <a:chExt cx="1104" cy="288"/>
                </a:xfrm>
              </p:grpSpPr>
              <p:grpSp>
                <p:nvGrpSpPr>
                  <p:cNvPr id="161307" name="组合 161306"/>
                  <p:cNvGrpSpPr/>
                  <p:nvPr/>
                </p:nvGrpSpPr>
                <p:grpSpPr>
                  <a:xfrm>
                    <a:off x="912" y="2928"/>
                    <a:ext cx="1104" cy="144"/>
                    <a:chOff x="1872" y="2880"/>
                    <a:chExt cx="1104" cy="144"/>
                  </a:xfrm>
                </p:grpSpPr>
                <p:grpSp>
                  <p:nvGrpSpPr>
                    <p:cNvPr id="161308" name="组合 161307"/>
                    <p:cNvGrpSpPr/>
                    <p:nvPr/>
                  </p:nvGrpSpPr>
                  <p:grpSpPr>
                    <a:xfrm>
                      <a:off x="2016" y="2880"/>
                      <a:ext cx="960" cy="144"/>
                      <a:chOff x="336" y="2832"/>
                      <a:chExt cx="4992" cy="630"/>
                    </a:xfrm>
                  </p:grpSpPr>
                  <p:grpSp>
                    <p:nvGrpSpPr>
                      <p:cNvPr id="161309" name="组合 161308"/>
                      <p:cNvGrpSpPr/>
                      <p:nvPr/>
                    </p:nvGrpSpPr>
                    <p:grpSpPr>
                      <a:xfrm>
                        <a:off x="336" y="2832"/>
                        <a:ext cx="2496" cy="630"/>
                        <a:chOff x="1056" y="816"/>
                        <a:chExt cx="2496" cy="630"/>
                      </a:xfrm>
                    </p:grpSpPr>
                    <p:sp>
                      <p:nvSpPr>
                        <p:cNvPr id="161310" name="任意多边形 16130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311" name="组合 161310"/>
                        <p:cNvGrpSpPr/>
                        <p:nvPr/>
                      </p:nvGrpSpPr>
                      <p:grpSpPr>
                        <a:xfrm>
                          <a:off x="1056" y="816"/>
                          <a:ext cx="2016" cy="630"/>
                          <a:chOff x="1824" y="1968"/>
                          <a:chExt cx="685" cy="918"/>
                        </a:xfrm>
                      </p:grpSpPr>
                      <p:grpSp>
                        <p:nvGrpSpPr>
                          <p:cNvPr id="161312" name="组合 161311"/>
                          <p:cNvGrpSpPr/>
                          <p:nvPr/>
                        </p:nvGrpSpPr>
                        <p:grpSpPr>
                          <a:xfrm>
                            <a:off x="1824" y="1968"/>
                            <a:ext cx="343" cy="918"/>
                            <a:chOff x="2880" y="2112"/>
                            <a:chExt cx="2304" cy="2016"/>
                          </a:xfrm>
                        </p:grpSpPr>
                        <p:sp>
                          <p:nvSpPr>
                            <p:cNvPr id="161313" name="任意多边形 16131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14" name="任意多边形 16131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315" name="组合 161314"/>
                          <p:cNvGrpSpPr/>
                          <p:nvPr/>
                        </p:nvGrpSpPr>
                        <p:grpSpPr>
                          <a:xfrm>
                            <a:off x="2167" y="1968"/>
                            <a:ext cx="342" cy="918"/>
                            <a:chOff x="2880" y="2112"/>
                            <a:chExt cx="2304" cy="2016"/>
                          </a:xfrm>
                        </p:grpSpPr>
                        <p:sp>
                          <p:nvSpPr>
                            <p:cNvPr id="161316" name="任意多边形 16131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17" name="任意多边形 16131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318" name="组合 161317"/>
                      <p:cNvGrpSpPr/>
                      <p:nvPr/>
                    </p:nvGrpSpPr>
                    <p:grpSpPr>
                      <a:xfrm flipV="1">
                        <a:off x="2832" y="2832"/>
                        <a:ext cx="2496" cy="630"/>
                        <a:chOff x="1056" y="816"/>
                        <a:chExt cx="2496" cy="630"/>
                      </a:xfrm>
                    </p:grpSpPr>
                    <p:sp>
                      <p:nvSpPr>
                        <p:cNvPr id="161319" name="任意多边形 16131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320" name="组合 161319"/>
                        <p:cNvGrpSpPr/>
                        <p:nvPr/>
                      </p:nvGrpSpPr>
                      <p:grpSpPr>
                        <a:xfrm>
                          <a:off x="1056" y="816"/>
                          <a:ext cx="2016" cy="630"/>
                          <a:chOff x="1824" y="1968"/>
                          <a:chExt cx="685" cy="918"/>
                        </a:xfrm>
                      </p:grpSpPr>
                      <p:grpSp>
                        <p:nvGrpSpPr>
                          <p:cNvPr id="161321" name="组合 161320"/>
                          <p:cNvGrpSpPr/>
                          <p:nvPr/>
                        </p:nvGrpSpPr>
                        <p:grpSpPr>
                          <a:xfrm>
                            <a:off x="1824" y="1968"/>
                            <a:ext cx="343" cy="918"/>
                            <a:chOff x="2880" y="2112"/>
                            <a:chExt cx="2304" cy="2016"/>
                          </a:xfrm>
                        </p:grpSpPr>
                        <p:sp>
                          <p:nvSpPr>
                            <p:cNvPr id="161322" name="任意多边形 16132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23" name="任意多边形 16132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324" name="组合 161323"/>
                          <p:cNvGrpSpPr/>
                          <p:nvPr/>
                        </p:nvGrpSpPr>
                        <p:grpSpPr>
                          <a:xfrm>
                            <a:off x="2167" y="1968"/>
                            <a:ext cx="342" cy="918"/>
                            <a:chOff x="2880" y="2112"/>
                            <a:chExt cx="2304" cy="2016"/>
                          </a:xfrm>
                        </p:grpSpPr>
                        <p:sp>
                          <p:nvSpPr>
                            <p:cNvPr id="161325" name="任意多边形 16132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26" name="任意多边形 16132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327" name="直接连接符 16132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328" name="组合 161327"/>
                  <p:cNvGrpSpPr/>
                  <p:nvPr/>
                </p:nvGrpSpPr>
                <p:grpSpPr>
                  <a:xfrm>
                    <a:off x="912" y="3072"/>
                    <a:ext cx="1104" cy="144"/>
                    <a:chOff x="1872" y="2880"/>
                    <a:chExt cx="1104" cy="144"/>
                  </a:xfrm>
                </p:grpSpPr>
                <p:grpSp>
                  <p:nvGrpSpPr>
                    <p:cNvPr id="161329" name="组合 161328"/>
                    <p:cNvGrpSpPr/>
                    <p:nvPr/>
                  </p:nvGrpSpPr>
                  <p:grpSpPr>
                    <a:xfrm>
                      <a:off x="2016" y="2880"/>
                      <a:ext cx="960" cy="144"/>
                      <a:chOff x="336" y="2832"/>
                      <a:chExt cx="4992" cy="630"/>
                    </a:xfrm>
                  </p:grpSpPr>
                  <p:grpSp>
                    <p:nvGrpSpPr>
                      <p:cNvPr id="161330" name="组合 161329"/>
                      <p:cNvGrpSpPr/>
                      <p:nvPr/>
                    </p:nvGrpSpPr>
                    <p:grpSpPr>
                      <a:xfrm>
                        <a:off x="336" y="2832"/>
                        <a:ext cx="2496" cy="630"/>
                        <a:chOff x="1056" y="816"/>
                        <a:chExt cx="2496" cy="630"/>
                      </a:xfrm>
                    </p:grpSpPr>
                    <p:sp>
                      <p:nvSpPr>
                        <p:cNvPr id="161331" name="任意多边形 16133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332" name="组合 161331"/>
                        <p:cNvGrpSpPr/>
                        <p:nvPr/>
                      </p:nvGrpSpPr>
                      <p:grpSpPr>
                        <a:xfrm>
                          <a:off x="1056" y="816"/>
                          <a:ext cx="2016" cy="630"/>
                          <a:chOff x="1824" y="1968"/>
                          <a:chExt cx="685" cy="918"/>
                        </a:xfrm>
                      </p:grpSpPr>
                      <p:grpSp>
                        <p:nvGrpSpPr>
                          <p:cNvPr id="161333" name="组合 161332"/>
                          <p:cNvGrpSpPr/>
                          <p:nvPr/>
                        </p:nvGrpSpPr>
                        <p:grpSpPr>
                          <a:xfrm>
                            <a:off x="1824" y="1968"/>
                            <a:ext cx="343" cy="918"/>
                            <a:chOff x="2880" y="2112"/>
                            <a:chExt cx="2304" cy="2016"/>
                          </a:xfrm>
                        </p:grpSpPr>
                        <p:sp>
                          <p:nvSpPr>
                            <p:cNvPr id="161334" name="任意多边形 16133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35" name="任意多边形 16133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336" name="组合 161335"/>
                          <p:cNvGrpSpPr/>
                          <p:nvPr/>
                        </p:nvGrpSpPr>
                        <p:grpSpPr>
                          <a:xfrm>
                            <a:off x="2167" y="1968"/>
                            <a:ext cx="342" cy="918"/>
                            <a:chOff x="2880" y="2112"/>
                            <a:chExt cx="2304" cy="2016"/>
                          </a:xfrm>
                        </p:grpSpPr>
                        <p:sp>
                          <p:nvSpPr>
                            <p:cNvPr id="161337" name="任意多边形 16133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38" name="任意多边形 16133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339" name="组合 161338"/>
                      <p:cNvGrpSpPr/>
                      <p:nvPr/>
                    </p:nvGrpSpPr>
                    <p:grpSpPr>
                      <a:xfrm flipV="1">
                        <a:off x="2832" y="2832"/>
                        <a:ext cx="2496" cy="630"/>
                        <a:chOff x="1056" y="816"/>
                        <a:chExt cx="2496" cy="630"/>
                      </a:xfrm>
                    </p:grpSpPr>
                    <p:sp>
                      <p:nvSpPr>
                        <p:cNvPr id="161340" name="任意多边形 16133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341" name="组合 161340"/>
                        <p:cNvGrpSpPr/>
                        <p:nvPr/>
                      </p:nvGrpSpPr>
                      <p:grpSpPr>
                        <a:xfrm>
                          <a:off x="1056" y="816"/>
                          <a:ext cx="2016" cy="630"/>
                          <a:chOff x="1824" y="1968"/>
                          <a:chExt cx="685" cy="918"/>
                        </a:xfrm>
                      </p:grpSpPr>
                      <p:grpSp>
                        <p:nvGrpSpPr>
                          <p:cNvPr id="161342" name="组合 161341"/>
                          <p:cNvGrpSpPr/>
                          <p:nvPr/>
                        </p:nvGrpSpPr>
                        <p:grpSpPr>
                          <a:xfrm>
                            <a:off x="1824" y="1968"/>
                            <a:ext cx="343" cy="918"/>
                            <a:chOff x="2880" y="2112"/>
                            <a:chExt cx="2304" cy="2016"/>
                          </a:xfrm>
                        </p:grpSpPr>
                        <p:sp>
                          <p:nvSpPr>
                            <p:cNvPr id="161343" name="任意多边形 16134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44" name="任意多边形 16134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345" name="组合 161344"/>
                          <p:cNvGrpSpPr/>
                          <p:nvPr/>
                        </p:nvGrpSpPr>
                        <p:grpSpPr>
                          <a:xfrm>
                            <a:off x="2167" y="1968"/>
                            <a:ext cx="342" cy="918"/>
                            <a:chOff x="2880" y="2112"/>
                            <a:chExt cx="2304" cy="2016"/>
                          </a:xfrm>
                        </p:grpSpPr>
                        <p:sp>
                          <p:nvSpPr>
                            <p:cNvPr id="161346" name="任意多边形 16134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47" name="任意多边形 16134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348" name="直接连接符 16134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61349" name="组合 161348"/>
                <p:cNvGrpSpPr/>
                <p:nvPr/>
              </p:nvGrpSpPr>
              <p:grpSpPr>
                <a:xfrm flipH="1">
                  <a:off x="2352" y="3024"/>
                  <a:ext cx="1104" cy="288"/>
                  <a:chOff x="912" y="2928"/>
                  <a:chExt cx="1104" cy="288"/>
                </a:xfrm>
              </p:grpSpPr>
              <p:grpSp>
                <p:nvGrpSpPr>
                  <p:cNvPr id="161350" name="组合 161349"/>
                  <p:cNvGrpSpPr/>
                  <p:nvPr/>
                </p:nvGrpSpPr>
                <p:grpSpPr>
                  <a:xfrm>
                    <a:off x="912" y="2928"/>
                    <a:ext cx="1104" cy="144"/>
                    <a:chOff x="1872" y="2880"/>
                    <a:chExt cx="1104" cy="144"/>
                  </a:xfrm>
                </p:grpSpPr>
                <p:grpSp>
                  <p:nvGrpSpPr>
                    <p:cNvPr id="161351" name="组合 161350"/>
                    <p:cNvGrpSpPr/>
                    <p:nvPr/>
                  </p:nvGrpSpPr>
                  <p:grpSpPr>
                    <a:xfrm>
                      <a:off x="2016" y="2880"/>
                      <a:ext cx="960" cy="144"/>
                      <a:chOff x="336" y="2832"/>
                      <a:chExt cx="4992" cy="630"/>
                    </a:xfrm>
                  </p:grpSpPr>
                  <p:grpSp>
                    <p:nvGrpSpPr>
                      <p:cNvPr id="161352" name="组合 161351"/>
                      <p:cNvGrpSpPr/>
                      <p:nvPr/>
                    </p:nvGrpSpPr>
                    <p:grpSpPr>
                      <a:xfrm>
                        <a:off x="336" y="2832"/>
                        <a:ext cx="2496" cy="630"/>
                        <a:chOff x="1056" y="816"/>
                        <a:chExt cx="2496" cy="630"/>
                      </a:xfrm>
                    </p:grpSpPr>
                    <p:sp>
                      <p:nvSpPr>
                        <p:cNvPr id="161353" name="任意多边形 16135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354" name="组合 161353"/>
                        <p:cNvGrpSpPr/>
                        <p:nvPr/>
                      </p:nvGrpSpPr>
                      <p:grpSpPr>
                        <a:xfrm>
                          <a:off x="1056" y="816"/>
                          <a:ext cx="2016" cy="630"/>
                          <a:chOff x="1824" y="1968"/>
                          <a:chExt cx="685" cy="918"/>
                        </a:xfrm>
                      </p:grpSpPr>
                      <p:grpSp>
                        <p:nvGrpSpPr>
                          <p:cNvPr id="161355" name="组合 161354"/>
                          <p:cNvGrpSpPr/>
                          <p:nvPr/>
                        </p:nvGrpSpPr>
                        <p:grpSpPr>
                          <a:xfrm>
                            <a:off x="1824" y="1968"/>
                            <a:ext cx="343" cy="918"/>
                            <a:chOff x="2880" y="2112"/>
                            <a:chExt cx="2304" cy="2016"/>
                          </a:xfrm>
                        </p:grpSpPr>
                        <p:sp>
                          <p:nvSpPr>
                            <p:cNvPr id="161356" name="任意多边形 16135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57" name="任意多边形 16135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358" name="组合 161357"/>
                          <p:cNvGrpSpPr/>
                          <p:nvPr/>
                        </p:nvGrpSpPr>
                        <p:grpSpPr>
                          <a:xfrm>
                            <a:off x="2167" y="1968"/>
                            <a:ext cx="342" cy="918"/>
                            <a:chOff x="2880" y="2112"/>
                            <a:chExt cx="2304" cy="2016"/>
                          </a:xfrm>
                        </p:grpSpPr>
                        <p:sp>
                          <p:nvSpPr>
                            <p:cNvPr id="161359" name="任意多边形 16135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60" name="任意多边形 16135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361" name="组合 161360"/>
                      <p:cNvGrpSpPr/>
                      <p:nvPr/>
                    </p:nvGrpSpPr>
                    <p:grpSpPr>
                      <a:xfrm flipV="1">
                        <a:off x="2832" y="2832"/>
                        <a:ext cx="2496" cy="630"/>
                        <a:chOff x="1056" y="816"/>
                        <a:chExt cx="2496" cy="630"/>
                      </a:xfrm>
                    </p:grpSpPr>
                    <p:sp>
                      <p:nvSpPr>
                        <p:cNvPr id="161362" name="任意多边形 16136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363" name="组合 161362"/>
                        <p:cNvGrpSpPr/>
                        <p:nvPr/>
                      </p:nvGrpSpPr>
                      <p:grpSpPr>
                        <a:xfrm>
                          <a:off x="1056" y="816"/>
                          <a:ext cx="2016" cy="630"/>
                          <a:chOff x="1824" y="1968"/>
                          <a:chExt cx="685" cy="918"/>
                        </a:xfrm>
                      </p:grpSpPr>
                      <p:grpSp>
                        <p:nvGrpSpPr>
                          <p:cNvPr id="161364" name="组合 161363"/>
                          <p:cNvGrpSpPr/>
                          <p:nvPr/>
                        </p:nvGrpSpPr>
                        <p:grpSpPr>
                          <a:xfrm>
                            <a:off x="1824" y="1968"/>
                            <a:ext cx="343" cy="918"/>
                            <a:chOff x="2880" y="2112"/>
                            <a:chExt cx="2304" cy="2016"/>
                          </a:xfrm>
                        </p:grpSpPr>
                        <p:sp>
                          <p:nvSpPr>
                            <p:cNvPr id="161365" name="任意多边形 16136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66" name="任意多边形 16136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367" name="组合 161366"/>
                          <p:cNvGrpSpPr/>
                          <p:nvPr/>
                        </p:nvGrpSpPr>
                        <p:grpSpPr>
                          <a:xfrm>
                            <a:off x="2167" y="1968"/>
                            <a:ext cx="342" cy="918"/>
                            <a:chOff x="2880" y="2112"/>
                            <a:chExt cx="2304" cy="2016"/>
                          </a:xfrm>
                        </p:grpSpPr>
                        <p:sp>
                          <p:nvSpPr>
                            <p:cNvPr id="161368" name="任意多边形 16136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69" name="任意多边形 16136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370" name="直接连接符 16136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371" name="组合 161370"/>
                  <p:cNvGrpSpPr/>
                  <p:nvPr/>
                </p:nvGrpSpPr>
                <p:grpSpPr>
                  <a:xfrm>
                    <a:off x="912" y="3072"/>
                    <a:ext cx="1104" cy="144"/>
                    <a:chOff x="1872" y="2880"/>
                    <a:chExt cx="1104" cy="144"/>
                  </a:xfrm>
                </p:grpSpPr>
                <p:grpSp>
                  <p:nvGrpSpPr>
                    <p:cNvPr id="161372" name="组合 161371"/>
                    <p:cNvGrpSpPr/>
                    <p:nvPr/>
                  </p:nvGrpSpPr>
                  <p:grpSpPr>
                    <a:xfrm>
                      <a:off x="2016" y="2880"/>
                      <a:ext cx="960" cy="144"/>
                      <a:chOff x="336" y="2832"/>
                      <a:chExt cx="4992" cy="630"/>
                    </a:xfrm>
                  </p:grpSpPr>
                  <p:grpSp>
                    <p:nvGrpSpPr>
                      <p:cNvPr id="161373" name="组合 161372"/>
                      <p:cNvGrpSpPr/>
                      <p:nvPr/>
                    </p:nvGrpSpPr>
                    <p:grpSpPr>
                      <a:xfrm>
                        <a:off x="336" y="2832"/>
                        <a:ext cx="2496" cy="630"/>
                        <a:chOff x="1056" y="816"/>
                        <a:chExt cx="2496" cy="630"/>
                      </a:xfrm>
                    </p:grpSpPr>
                    <p:sp>
                      <p:nvSpPr>
                        <p:cNvPr id="161374" name="任意多边形 16137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375" name="组合 161374"/>
                        <p:cNvGrpSpPr/>
                        <p:nvPr/>
                      </p:nvGrpSpPr>
                      <p:grpSpPr>
                        <a:xfrm>
                          <a:off x="1056" y="816"/>
                          <a:ext cx="2016" cy="630"/>
                          <a:chOff x="1824" y="1968"/>
                          <a:chExt cx="685" cy="918"/>
                        </a:xfrm>
                      </p:grpSpPr>
                      <p:grpSp>
                        <p:nvGrpSpPr>
                          <p:cNvPr id="161376" name="组合 161375"/>
                          <p:cNvGrpSpPr/>
                          <p:nvPr/>
                        </p:nvGrpSpPr>
                        <p:grpSpPr>
                          <a:xfrm>
                            <a:off x="1824" y="1968"/>
                            <a:ext cx="343" cy="918"/>
                            <a:chOff x="2880" y="2112"/>
                            <a:chExt cx="2304" cy="2016"/>
                          </a:xfrm>
                        </p:grpSpPr>
                        <p:sp>
                          <p:nvSpPr>
                            <p:cNvPr id="161377" name="任意多边形 16137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78" name="任意多边形 16137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379" name="组合 161378"/>
                          <p:cNvGrpSpPr/>
                          <p:nvPr/>
                        </p:nvGrpSpPr>
                        <p:grpSpPr>
                          <a:xfrm>
                            <a:off x="2167" y="1968"/>
                            <a:ext cx="342" cy="918"/>
                            <a:chOff x="2880" y="2112"/>
                            <a:chExt cx="2304" cy="2016"/>
                          </a:xfrm>
                        </p:grpSpPr>
                        <p:sp>
                          <p:nvSpPr>
                            <p:cNvPr id="161380" name="任意多边形 16137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81" name="任意多边形 16138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382" name="组合 161381"/>
                      <p:cNvGrpSpPr/>
                      <p:nvPr/>
                    </p:nvGrpSpPr>
                    <p:grpSpPr>
                      <a:xfrm flipV="1">
                        <a:off x="2832" y="2832"/>
                        <a:ext cx="2496" cy="630"/>
                        <a:chOff x="1056" y="816"/>
                        <a:chExt cx="2496" cy="630"/>
                      </a:xfrm>
                    </p:grpSpPr>
                    <p:sp>
                      <p:nvSpPr>
                        <p:cNvPr id="161383" name="任意多边形 16138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384" name="组合 161383"/>
                        <p:cNvGrpSpPr/>
                        <p:nvPr/>
                      </p:nvGrpSpPr>
                      <p:grpSpPr>
                        <a:xfrm>
                          <a:off x="1056" y="816"/>
                          <a:ext cx="2016" cy="630"/>
                          <a:chOff x="1824" y="1968"/>
                          <a:chExt cx="685" cy="918"/>
                        </a:xfrm>
                      </p:grpSpPr>
                      <p:grpSp>
                        <p:nvGrpSpPr>
                          <p:cNvPr id="161385" name="组合 161384"/>
                          <p:cNvGrpSpPr/>
                          <p:nvPr/>
                        </p:nvGrpSpPr>
                        <p:grpSpPr>
                          <a:xfrm>
                            <a:off x="1824" y="1968"/>
                            <a:ext cx="343" cy="918"/>
                            <a:chOff x="2880" y="2112"/>
                            <a:chExt cx="2304" cy="2016"/>
                          </a:xfrm>
                        </p:grpSpPr>
                        <p:sp>
                          <p:nvSpPr>
                            <p:cNvPr id="161386" name="任意多边形 16138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87" name="任意多边形 16138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388" name="组合 161387"/>
                          <p:cNvGrpSpPr/>
                          <p:nvPr/>
                        </p:nvGrpSpPr>
                        <p:grpSpPr>
                          <a:xfrm>
                            <a:off x="2167" y="1968"/>
                            <a:ext cx="342" cy="918"/>
                            <a:chOff x="2880" y="2112"/>
                            <a:chExt cx="2304" cy="2016"/>
                          </a:xfrm>
                        </p:grpSpPr>
                        <p:sp>
                          <p:nvSpPr>
                            <p:cNvPr id="161389" name="任意多边形 16138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390" name="任意多边形 16138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391" name="直接连接符 16139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61392" name="组合 161391"/>
            <p:cNvGrpSpPr/>
            <p:nvPr/>
          </p:nvGrpSpPr>
          <p:grpSpPr>
            <a:xfrm>
              <a:off x="1812" y="3405"/>
              <a:ext cx="1092" cy="435"/>
              <a:chOff x="3888" y="2784"/>
              <a:chExt cx="1104" cy="1152"/>
            </a:xfrm>
          </p:grpSpPr>
          <p:grpSp>
            <p:nvGrpSpPr>
              <p:cNvPr id="161393" name="组合 161392"/>
              <p:cNvGrpSpPr/>
              <p:nvPr/>
            </p:nvGrpSpPr>
            <p:grpSpPr>
              <a:xfrm>
                <a:off x="3888" y="2784"/>
                <a:ext cx="1104" cy="576"/>
                <a:chOff x="2352" y="3024"/>
                <a:chExt cx="1104" cy="576"/>
              </a:xfrm>
            </p:grpSpPr>
            <p:grpSp>
              <p:nvGrpSpPr>
                <p:cNvPr id="161394" name="组合 161393"/>
                <p:cNvGrpSpPr/>
                <p:nvPr/>
              </p:nvGrpSpPr>
              <p:grpSpPr>
                <a:xfrm flipH="1">
                  <a:off x="2352" y="3312"/>
                  <a:ext cx="1104" cy="288"/>
                  <a:chOff x="912" y="2928"/>
                  <a:chExt cx="1104" cy="288"/>
                </a:xfrm>
              </p:grpSpPr>
              <p:grpSp>
                <p:nvGrpSpPr>
                  <p:cNvPr id="161395" name="组合 161394"/>
                  <p:cNvGrpSpPr/>
                  <p:nvPr/>
                </p:nvGrpSpPr>
                <p:grpSpPr>
                  <a:xfrm>
                    <a:off x="912" y="2928"/>
                    <a:ext cx="1104" cy="144"/>
                    <a:chOff x="1872" y="2880"/>
                    <a:chExt cx="1104" cy="144"/>
                  </a:xfrm>
                </p:grpSpPr>
                <p:grpSp>
                  <p:nvGrpSpPr>
                    <p:cNvPr id="161396" name="组合 161395"/>
                    <p:cNvGrpSpPr/>
                    <p:nvPr/>
                  </p:nvGrpSpPr>
                  <p:grpSpPr>
                    <a:xfrm>
                      <a:off x="2016" y="2880"/>
                      <a:ext cx="960" cy="144"/>
                      <a:chOff x="336" y="2832"/>
                      <a:chExt cx="4992" cy="630"/>
                    </a:xfrm>
                  </p:grpSpPr>
                  <p:grpSp>
                    <p:nvGrpSpPr>
                      <p:cNvPr id="161397" name="组合 161396"/>
                      <p:cNvGrpSpPr/>
                      <p:nvPr/>
                    </p:nvGrpSpPr>
                    <p:grpSpPr>
                      <a:xfrm>
                        <a:off x="336" y="2832"/>
                        <a:ext cx="2496" cy="630"/>
                        <a:chOff x="1056" y="816"/>
                        <a:chExt cx="2496" cy="630"/>
                      </a:xfrm>
                    </p:grpSpPr>
                    <p:sp>
                      <p:nvSpPr>
                        <p:cNvPr id="161398" name="任意多边形 16139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399" name="组合 161398"/>
                        <p:cNvGrpSpPr/>
                        <p:nvPr/>
                      </p:nvGrpSpPr>
                      <p:grpSpPr>
                        <a:xfrm>
                          <a:off x="1056" y="816"/>
                          <a:ext cx="2016" cy="630"/>
                          <a:chOff x="1824" y="1968"/>
                          <a:chExt cx="685" cy="918"/>
                        </a:xfrm>
                      </p:grpSpPr>
                      <p:grpSp>
                        <p:nvGrpSpPr>
                          <p:cNvPr id="161400" name="组合 161399"/>
                          <p:cNvGrpSpPr/>
                          <p:nvPr/>
                        </p:nvGrpSpPr>
                        <p:grpSpPr>
                          <a:xfrm>
                            <a:off x="1824" y="1968"/>
                            <a:ext cx="343" cy="918"/>
                            <a:chOff x="2880" y="2112"/>
                            <a:chExt cx="2304" cy="2016"/>
                          </a:xfrm>
                        </p:grpSpPr>
                        <p:sp>
                          <p:nvSpPr>
                            <p:cNvPr id="161401" name="任意多边形 16140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02" name="任意多边形 16140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403" name="组合 161402"/>
                          <p:cNvGrpSpPr/>
                          <p:nvPr/>
                        </p:nvGrpSpPr>
                        <p:grpSpPr>
                          <a:xfrm>
                            <a:off x="2167" y="1968"/>
                            <a:ext cx="342" cy="918"/>
                            <a:chOff x="2880" y="2112"/>
                            <a:chExt cx="2304" cy="2016"/>
                          </a:xfrm>
                        </p:grpSpPr>
                        <p:sp>
                          <p:nvSpPr>
                            <p:cNvPr id="161404" name="任意多边形 16140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05" name="任意多边形 16140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406" name="组合 161405"/>
                      <p:cNvGrpSpPr/>
                      <p:nvPr/>
                    </p:nvGrpSpPr>
                    <p:grpSpPr>
                      <a:xfrm flipV="1">
                        <a:off x="2832" y="2832"/>
                        <a:ext cx="2496" cy="630"/>
                        <a:chOff x="1056" y="816"/>
                        <a:chExt cx="2496" cy="630"/>
                      </a:xfrm>
                    </p:grpSpPr>
                    <p:sp>
                      <p:nvSpPr>
                        <p:cNvPr id="161407" name="任意多边形 16140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408" name="组合 161407"/>
                        <p:cNvGrpSpPr/>
                        <p:nvPr/>
                      </p:nvGrpSpPr>
                      <p:grpSpPr>
                        <a:xfrm>
                          <a:off x="1056" y="816"/>
                          <a:ext cx="2016" cy="630"/>
                          <a:chOff x="1824" y="1968"/>
                          <a:chExt cx="685" cy="918"/>
                        </a:xfrm>
                      </p:grpSpPr>
                      <p:grpSp>
                        <p:nvGrpSpPr>
                          <p:cNvPr id="161409" name="组合 161408"/>
                          <p:cNvGrpSpPr/>
                          <p:nvPr/>
                        </p:nvGrpSpPr>
                        <p:grpSpPr>
                          <a:xfrm>
                            <a:off x="1824" y="1968"/>
                            <a:ext cx="343" cy="918"/>
                            <a:chOff x="2880" y="2112"/>
                            <a:chExt cx="2304" cy="2016"/>
                          </a:xfrm>
                        </p:grpSpPr>
                        <p:sp>
                          <p:nvSpPr>
                            <p:cNvPr id="161410" name="任意多边形 16140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11" name="任意多边形 16141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412" name="组合 161411"/>
                          <p:cNvGrpSpPr/>
                          <p:nvPr/>
                        </p:nvGrpSpPr>
                        <p:grpSpPr>
                          <a:xfrm>
                            <a:off x="2167" y="1968"/>
                            <a:ext cx="342" cy="918"/>
                            <a:chOff x="2880" y="2112"/>
                            <a:chExt cx="2304" cy="2016"/>
                          </a:xfrm>
                        </p:grpSpPr>
                        <p:sp>
                          <p:nvSpPr>
                            <p:cNvPr id="161413" name="任意多边形 16141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14" name="任意多边形 16141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415" name="直接连接符 16141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416" name="组合 161415"/>
                  <p:cNvGrpSpPr/>
                  <p:nvPr/>
                </p:nvGrpSpPr>
                <p:grpSpPr>
                  <a:xfrm>
                    <a:off x="912" y="3072"/>
                    <a:ext cx="1104" cy="144"/>
                    <a:chOff x="1872" y="2880"/>
                    <a:chExt cx="1104" cy="144"/>
                  </a:xfrm>
                </p:grpSpPr>
                <p:grpSp>
                  <p:nvGrpSpPr>
                    <p:cNvPr id="161417" name="组合 161416"/>
                    <p:cNvGrpSpPr/>
                    <p:nvPr/>
                  </p:nvGrpSpPr>
                  <p:grpSpPr>
                    <a:xfrm>
                      <a:off x="2016" y="2880"/>
                      <a:ext cx="960" cy="144"/>
                      <a:chOff x="336" y="2832"/>
                      <a:chExt cx="4992" cy="630"/>
                    </a:xfrm>
                  </p:grpSpPr>
                  <p:grpSp>
                    <p:nvGrpSpPr>
                      <p:cNvPr id="161418" name="组合 161417"/>
                      <p:cNvGrpSpPr/>
                      <p:nvPr/>
                    </p:nvGrpSpPr>
                    <p:grpSpPr>
                      <a:xfrm>
                        <a:off x="336" y="2832"/>
                        <a:ext cx="2496" cy="630"/>
                        <a:chOff x="1056" y="816"/>
                        <a:chExt cx="2496" cy="630"/>
                      </a:xfrm>
                    </p:grpSpPr>
                    <p:sp>
                      <p:nvSpPr>
                        <p:cNvPr id="161419" name="任意多边形 16141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420" name="组合 161419"/>
                        <p:cNvGrpSpPr/>
                        <p:nvPr/>
                      </p:nvGrpSpPr>
                      <p:grpSpPr>
                        <a:xfrm>
                          <a:off x="1056" y="816"/>
                          <a:ext cx="2016" cy="630"/>
                          <a:chOff x="1824" y="1968"/>
                          <a:chExt cx="685" cy="918"/>
                        </a:xfrm>
                      </p:grpSpPr>
                      <p:grpSp>
                        <p:nvGrpSpPr>
                          <p:cNvPr id="161421" name="组合 161420"/>
                          <p:cNvGrpSpPr/>
                          <p:nvPr/>
                        </p:nvGrpSpPr>
                        <p:grpSpPr>
                          <a:xfrm>
                            <a:off x="1824" y="1968"/>
                            <a:ext cx="343" cy="918"/>
                            <a:chOff x="2880" y="2112"/>
                            <a:chExt cx="2304" cy="2016"/>
                          </a:xfrm>
                        </p:grpSpPr>
                        <p:sp>
                          <p:nvSpPr>
                            <p:cNvPr id="161422" name="任意多边形 16142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23" name="任意多边形 16142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424" name="组合 161423"/>
                          <p:cNvGrpSpPr/>
                          <p:nvPr/>
                        </p:nvGrpSpPr>
                        <p:grpSpPr>
                          <a:xfrm>
                            <a:off x="2167" y="1968"/>
                            <a:ext cx="342" cy="918"/>
                            <a:chOff x="2880" y="2112"/>
                            <a:chExt cx="2304" cy="2016"/>
                          </a:xfrm>
                        </p:grpSpPr>
                        <p:sp>
                          <p:nvSpPr>
                            <p:cNvPr id="161425" name="任意多边形 16142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26" name="任意多边形 16142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427" name="组合 161426"/>
                      <p:cNvGrpSpPr/>
                      <p:nvPr/>
                    </p:nvGrpSpPr>
                    <p:grpSpPr>
                      <a:xfrm flipV="1">
                        <a:off x="2832" y="2832"/>
                        <a:ext cx="2496" cy="630"/>
                        <a:chOff x="1056" y="816"/>
                        <a:chExt cx="2496" cy="630"/>
                      </a:xfrm>
                    </p:grpSpPr>
                    <p:sp>
                      <p:nvSpPr>
                        <p:cNvPr id="161428" name="任意多边形 16142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429" name="组合 161428"/>
                        <p:cNvGrpSpPr/>
                        <p:nvPr/>
                      </p:nvGrpSpPr>
                      <p:grpSpPr>
                        <a:xfrm>
                          <a:off x="1056" y="816"/>
                          <a:ext cx="2016" cy="630"/>
                          <a:chOff x="1824" y="1968"/>
                          <a:chExt cx="685" cy="918"/>
                        </a:xfrm>
                      </p:grpSpPr>
                      <p:grpSp>
                        <p:nvGrpSpPr>
                          <p:cNvPr id="161430" name="组合 161429"/>
                          <p:cNvGrpSpPr/>
                          <p:nvPr/>
                        </p:nvGrpSpPr>
                        <p:grpSpPr>
                          <a:xfrm>
                            <a:off x="1824" y="1968"/>
                            <a:ext cx="343" cy="918"/>
                            <a:chOff x="2880" y="2112"/>
                            <a:chExt cx="2304" cy="2016"/>
                          </a:xfrm>
                        </p:grpSpPr>
                        <p:sp>
                          <p:nvSpPr>
                            <p:cNvPr id="161431" name="任意多边形 16143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32" name="任意多边形 16143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433" name="组合 161432"/>
                          <p:cNvGrpSpPr/>
                          <p:nvPr/>
                        </p:nvGrpSpPr>
                        <p:grpSpPr>
                          <a:xfrm>
                            <a:off x="2167" y="1968"/>
                            <a:ext cx="342" cy="918"/>
                            <a:chOff x="2880" y="2112"/>
                            <a:chExt cx="2304" cy="2016"/>
                          </a:xfrm>
                        </p:grpSpPr>
                        <p:sp>
                          <p:nvSpPr>
                            <p:cNvPr id="161434" name="任意多边形 16143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35" name="任意多边形 16143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436" name="直接连接符 16143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61437" name="组合 161436"/>
                <p:cNvGrpSpPr/>
                <p:nvPr/>
              </p:nvGrpSpPr>
              <p:grpSpPr>
                <a:xfrm flipH="1">
                  <a:off x="2352" y="3024"/>
                  <a:ext cx="1104" cy="288"/>
                  <a:chOff x="912" y="2928"/>
                  <a:chExt cx="1104" cy="288"/>
                </a:xfrm>
              </p:grpSpPr>
              <p:grpSp>
                <p:nvGrpSpPr>
                  <p:cNvPr id="161438" name="组合 161437"/>
                  <p:cNvGrpSpPr/>
                  <p:nvPr/>
                </p:nvGrpSpPr>
                <p:grpSpPr>
                  <a:xfrm>
                    <a:off x="912" y="2928"/>
                    <a:ext cx="1104" cy="144"/>
                    <a:chOff x="1872" y="2880"/>
                    <a:chExt cx="1104" cy="144"/>
                  </a:xfrm>
                </p:grpSpPr>
                <p:grpSp>
                  <p:nvGrpSpPr>
                    <p:cNvPr id="161439" name="组合 161438"/>
                    <p:cNvGrpSpPr/>
                    <p:nvPr/>
                  </p:nvGrpSpPr>
                  <p:grpSpPr>
                    <a:xfrm>
                      <a:off x="2016" y="2880"/>
                      <a:ext cx="960" cy="144"/>
                      <a:chOff x="336" y="2832"/>
                      <a:chExt cx="4992" cy="630"/>
                    </a:xfrm>
                  </p:grpSpPr>
                  <p:grpSp>
                    <p:nvGrpSpPr>
                      <p:cNvPr id="161440" name="组合 161439"/>
                      <p:cNvGrpSpPr/>
                      <p:nvPr/>
                    </p:nvGrpSpPr>
                    <p:grpSpPr>
                      <a:xfrm>
                        <a:off x="336" y="2832"/>
                        <a:ext cx="2496" cy="630"/>
                        <a:chOff x="1056" y="816"/>
                        <a:chExt cx="2496" cy="630"/>
                      </a:xfrm>
                    </p:grpSpPr>
                    <p:sp>
                      <p:nvSpPr>
                        <p:cNvPr id="161441" name="任意多边形 16144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442" name="组合 161441"/>
                        <p:cNvGrpSpPr/>
                        <p:nvPr/>
                      </p:nvGrpSpPr>
                      <p:grpSpPr>
                        <a:xfrm>
                          <a:off x="1056" y="816"/>
                          <a:ext cx="2016" cy="630"/>
                          <a:chOff x="1824" y="1968"/>
                          <a:chExt cx="685" cy="918"/>
                        </a:xfrm>
                      </p:grpSpPr>
                      <p:grpSp>
                        <p:nvGrpSpPr>
                          <p:cNvPr id="161443" name="组合 161442"/>
                          <p:cNvGrpSpPr/>
                          <p:nvPr/>
                        </p:nvGrpSpPr>
                        <p:grpSpPr>
                          <a:xfrm>
                            <a:off x="1824" y="1968"/>
                            <a:ext cx="343" cy="918"/>
                            <a:chOff x="2880" y="2112"/>
                            <a:chExt cx="2304" cy="2016"/>
                          </a:xfrm>
                        </p:grpSpPr>
                        <p:sp>
                          <p:nvSpPr>
                            <p:cNvPr id="161444" name="任意多边形 16144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45" name="任意多边形 16144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446" name="组合 161445"/>
                          <p:cNvGrpSpPr/>
                          <p:nvPr/>
                        </p:nvGrpSpPr>
                        <p:grpSpPr>
                          <a:xfrm>
                            <a:off x="2167" y="1968"/>
                            <a:ext cx="342" cy="918"/>
                            <a:chOff x="2880" y="2112"/>
                            <a:chExt cx="2304" cy="2016"/>
                          </a:xfrm>
                        </p:grpSpPr>
                        <p:sp>
                          <p:nvSpPr>
                            <p:cNvPr id="161447" name="任意多边形 16144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48" name="任意多边形 16144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449" name="组合 161448"/>
                      <p:cNvGrpSpPr/>
                      <p:nvPr/>
                    </p:nvGrpSpPr>
                    <p:grpSpPr>
                      <a:xfrm flipV="1">
                        <a:off x="2832" y="2832"/>
                        <a:ext cx="2496" cy="630"/>
                        <a:chOff x="1056" y="816"/>
                        <a:chExt cx="2496" cy="630"/>
                      </a:xfrm>
                    </p:grpSpPr>
                    <p:sp>
                      <p:nvSpPr>
                        <p:cNvPr id="161450" name="任意多边形 16144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451" name="组合 161450"/>
                        <p:cNvGrpSpPr/>
                        <p:nvPr/>
                      </p:nvGrpSpPr>
                      <p:grpSpPr>
                        <a:xfrm>
                          <a:off x="1056" y="816"/>
                          <a:ext cx="2016" cy="630"/>
                          <a:chOff x="1824" y="1968"/>
                          <a:chExt cx="685" cy="918"/>
                        </a:xfrm>
                      </p:grpSpPr>
                      <p:grpSp>
                        <p:nvGrpSpPr>
                          <p:cNvPr id="161452" name="组合 161451"/>
                          <p:cNvGrpSpPr/>
                          <p:nvPr/>
                        </p:nvGrpSpPr>
                        <p:grpSpPr>
                          <a:xfrm>
                            <a:off x="1824" y="1968"/>
                            <a:ext cx="343" cy="918"/>
                            <a:chOff x="2880" y="2112"/>
                            <a:chExt cx="2304" cy="2016"/>
                          </a:xfrm>
                        </p:grpSpPr>
                        <p:sp>
                          <p:nvSpPr>
                            <p:cNvPr id="161453" name="任意多边形 16145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54" name="任意多边形 16145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455" name="组合 161454"/>
                          <p:cNvGrpSpPr/>
                          <p:nvPr/>
                        </p:nvGrpSpPr>
                        <p:grpSpPr>
                          <a:xfrm>
                            <a:off x="2167" y="1968"/>
                            <a:ext cx="342" cy="918"/>
                            <a:chOff x="2880" y="2112"/>
                            <a:chExt cx="2304" cy="2016"/>
                          </a:xfrm>
                        </p:grpSpPr>
                        <p:sp>
                          <p:nvSpPr>
                            <p:cNvPr id="161456" name="任意多边形 16145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57" name="任意多边形 16145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458" name="直接连接符 16145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459" name="组合 161458"/>
                  <p:cNvGrpSpPr/>
                  <p:nvPr/>
                </p:nvGrpSpPr>
                <p:grpSpPr>
                  <a:xfrm>
                    <a:off x="912" y="3072"/>
                    <a:ext cx="1104" cy="144"/>
                    <a:chOff x="1872" y="2880"/>
                    <a:chExt cx="1104" cy="144"/>
                  </a:xfrm>
                </p:grpSpPr>
                <p:grpSp>
                  <p:nvGrpSpPr>
                    <p:cNvPr id="161460" name="组合 161459"/>
                    <p:cNvGrpSpPr/>
                    <p:nvPr/>
                  </p:nvGrpSpPr>
                  <p:grpSpPr>
                    <a:xfrm>
                      <a:off x="2016" y="2880"/>
                      <a:ext cx="960" cy="144"/>
                      <a:chOff x="336" y="2832"/>
                      <a:chExt cx="4992" cy="630"/>
                    </a:xfrm>
                  </p:grpSpPr>
                  <p:grpSp>
                    <p:nvGrpSpPr>
                      <p:cNvPr id="161461" name="组合 161460"/>
                      <p:cNvGrpSpPr/>
                      <p:nvPr/>
                    </p:nvGrpSpPr>
                    <p:grpSpPr>
                      <a:xfrm>
                        <a:off x="336" y="2832"/>
                        <a:ext cx="2496" cy="630"/>
                        <a:chOff x="1056" y="816"/>
                        <a:chExt cx="2496" cy="630"/>
                      </a:xfrm>
                    </p:grpSpPr>
                    <p:sp>
                      <p:nvSpPr>
                        <p:cNvPr id="161462" name="任意多边形 16146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463" name="组合 161462"/>
                        <p:cNvGrpSpPr/>
                        <p:nvPr/>
                      </p:nvGrpSpPr>
                      <p:grpSpPr>
                        <a:xfrm>
                          <a:off x="1056" y="816"/>
                          <a:ext cx="2016" cy="630"/>
                          <a:chOff x="1824" y="1968"/>
                          <a:chExt cx="685" cy="918"/>
                        </a:xfrm>
                      </p:grpSpPr>
                      <p:grpSp>
                        <p:nvGrpSpPr>
                          <p:cNvPr id="161464" name="组合 161463"/>
                          <p:cNvGrpSpPr/>
                          <p:nvPr/>
                        </p:nvGrpSpPr>
                        <p:grpSpPr>
                          <a:xfrm>
                            <a:off x="1824" y="1968"/>
                            <a:ext cx="343" cy="918"/>
                            <a:chOff x="2880" y="2112"/>
                            <a:chExt cx="2304" cy="2016"/>
                          </a:xfrm>
                        </p:grpSpPr>
                        <p:sp>
                          <p:nvSpPr>
                            <p:cNvPr id="161465" name="任意多边形 16146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66" name="任意多边形 16146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467" name="组合 161466"/>
                          <p:cNvGrpSpPr/>
                          <p:nvPr/>
                        </p:nvGrpSpPr>
                        <p:grpSpPr>
                          <a:xfrm>
                            <a:off x="2167" y="1968"/>
                            <a:ext cx="342" cy="918"/>
                            <a:chOff x="2880" y="2112"/>
                            <a:chExt cx="2304" cy="2016"/>
                          </a:xfrm>
                        </p:grpSpPr>
                        <p:sp>
                          <p:nvSpPr>
                            <p:cNvPr id="161468" name="任意多边形 16146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69" name="任意多边形 16146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470" name="组合 161469"/>
                      <p:cNvGrpSpPr/>
                      <p:nvPr/>
                    </p:nvGrpSpPr>
                    <p:grpSpPr>
                      <a:xfrm flipV="1">
                        <a:off x="2832" y="2832"/>
                        <a:ext cx="2496" cy="630"/>
                        <a:chOff x="1056" y="816"/>
                        <a:chExt cx="2496" cy="630"/>
                      </a:xfrm>
                    </p:grpSpPr>
                    <p:sp>
                      <p:nvSpPr>
                        <p:cNvPr id="161471" name="任意多边形 16147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472" name="组合 161471"/>
                        <p:cNvGrpSpPr/>
                        <p:nvPr/>
                      </p:nvGrpSpPr>
                      <p:grpSpPr>
                        <a:xfrm>
                          <a:off x="1056" y="816"/>
                          <a:ext cx="2016" cy="630"/>
                          <a:chOff x="1824" y="1968"/>
                          <a:chExt cx="685" cy="918"/>
                        </a:xfrm>
                      </p:grpSpPr>
                      <p:grpSp>
                        <p:nvGrpSpPr>
                          <p:cNvPr id="161473" name="组合 161472"/>
                          <p:cNvGrpSpPr/>
                          <p:nvPr/>
                        </p:nvGrpSpPr>
                        <p:grpSpPr>
                          <a:xfrm>
                            <a:off x="1824" y="1968"/>
                            <a:ext cx="343" cy="918"/>
                            <a:chOff x="2880" y="2112"/>
                            <a:chExt cx="2304" cy="2016"/>
                          </a:xfrm>
                        </p:grpSpPr>
                        <p:sp>
                          <p:nvSpPr>
                            <p:cNvPr id="161474" name="任意多边形 16147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75" name="任意多边形 16147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476" name="组合 161475"/>
                          <p:cNvGrpSpPr/>
                          <p:nvPr/>
                        </p:nvGrpSpPr>
                        <p:grpSpPr>
                          <a:xfrm>
                            <a:off x="2167" y="1968"/>
                            <a:ext cx="342" cy="918"/>
                            <a:chOff x="2880" y="2112"/>
                            <a:chExt cx="2304" cy="2016"/>
                          </a:xfrm>
                        </p:grpSpPr>
                        <p:sp>
                          <p:nvSpPr>
                            <p:cNvPr id="161477" name="任意多边形 16147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78" name="任意多边形 16147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479" name="直接连接符 16147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61480" name="组合 161479"/>
              <p:cNvGrpSpPr/>
              <p:nvPr/>
            </p:nvGrpSpPr>
            <p:grpSpPr>
              <a:xfrm>
                <a:off x="3888" y="3360"/>
                <a:ext cx="1104" cy="576"/>
                <a:chOff x="2352" y="3024"/>
                <a:chExt cx="1104" cy="576"/>
              </a:xfrm>
            </p:grpSpPr>
            <p:grpSp>
              <p:nvGrpSpPr>
                <p:cNvPr id="161481" name="组合 161480"/>
                <p:cNvGrpSpPr/>
                <p:nvPr/>
              </p:nvGrpSpPr>
              <p:grpSpPr>
                <a:xfrm flipH="1">
                  <a:off x="2352" y="3312"/>
                  <a:ext cx="1104" cy="288"/>
                  <a:chOff x="912" y="2928"/>
                  <a:chExt cx="1104" cy="288"/>
                </a:xfrm>
              </p:grpSpPr>
              <p:grpSp>
                <p:nvGrpSpPr>
                  <p:cNvPr id="161482" name="组合 161481"/>
                  <p:cNvGrpSpPr/>
                  <p:nvPr/>
                </p:nvGrpSpPr>
                <p:grpSpPr>
                  <a:xfrm>
                    <a:off x="912" y="2928"/>
                    <a:ext cx="1104" cy="144"/>
                    <a:chOff x="1872" y="2880"/>
                    <a:chExt cx="1104" cy="144"/>
                  </a:xfrm>
                </p:grpSpPr>
                <p:grpSp>
                  <p:nvGrpSpPr>
                    <p:cNvPr id="161483" name="组合 161482"/>
                    <p:cNvGrpSpPr/>
                    <p:nvPr/>
                  </p:nvGrpSpPr>
                  <p:grpSpPr>
                    <a:xfrm>
                      <a:off x="2016" y="2880"/>
                      <a:ext cx="960" cy="144"/>
                      <a:chOff x="336" y="2832"/>
                      <a:chExt cx="4992" cy="630"/>
                    </a:xfrm>
                  </p:grpSpPr>
                  <p:grpSp>
                    <p:nvGrpSpPr>
                      <p:cNvPr id="161484" name="组合 161483"/>
                      <p:cNvGrpSpPr/>
                      <p:nvPr/>
                    </p:nvGrpSpPr>
                    <p:grpSpPr>
                      <a:xfrm>
                        <a:off x="336" y="2832"/>
                        <a:ext cx="2496" cy="630"/>
                        <a:chOff x="1056" y="816"/>
                        <a:chExt cx="2496" cy="630"/>
                      </a:xfrm>
                    </p:grpSpPr>
                    <p:sp>
                      <p:nvSpPr>
                        <p:cNvPr id="161485" name="任意多边形 16148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486" name="组合 161485"/>
                        <p:cNvGrpSpPr/>
                        <p:nvPr/>
                      </p:nvGrpSpPr>
                      <p:grpSpPr>
                        <a:xfrm>
                          <a:off x="1056" y="816"/>
                          <a:ext cx="2016" cy="630"/>
                          <a:chOff x="1824" y="1968"/>
                          <a:chExt cx="685" cy="918"/>
                        </a:xfrm>
                      </p:grpSpPr>
                      <p:grpSp>
                        <p:nvGrpSpPr>
                          <p:cNvPr id="161487" name="组合 161486"/>
                          <p:cNvGrpSpPr/>
                          <p:nvPr/>
                        </p:nvGrpSpPr>
                        <p:grpSpPr>
                          <a:xfrm>
                            <a:off x="1824" y="1968"/>
                            <a:ext cx="343" cy="918"/>
                            <a:chOff x="2880" y="2112"/>
                            <a:chExt cx="2304" cy="2016"/>
                          </a:xfrm>
                        </p:grpSpPr>
                        <p:sp>
                          <p:nvSpPr>
                            <p:cNvPr id="161488" name="任意多边形 16148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89" name="任意多边形 16148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490" name="组合 161489"/>
                          <p:cNvGrpSpPr/>
                          <p:nvPr/>
                        </p:nvGrpSpPr>
                        <p:grpSpPr>
                          <a:xfrm>
                            <a:off x="2167" y="1968"/>
                            <a:ext cx="342" cy="918"/>
                            <a:chOff x="2880" y="2112"/>
                            <a:chExt cx="2304" cy="2016"/>
                          </a:xfrm>
                        </p:grpSpPr>
                        <p:sp>
                          <p:nvSpPr>
                            <p:cNvPr id="161491" name="任意多边形 16149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92" name="任意多边形 16149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493" name="组合 161492"/>
                      <p:cNvGrpSpPr/>
                      <p:nvPr/>
                    </p:nvGrpSpPr>
                    <p:grpSpPr>
                      <a:xfrm flipV="1">
                        <a:off x="2832" y="2832"/>
                        <a:ext cx="2496" cy="630"/>
                        <a:chOff x="1056" y="816"/>
                        <a:chExt cx="2496" cy="630"/>
                      </a:xfrm>
                    </p:grpSpPr>
                    <p:sp>
                      <p:nvSpPr>
                        <p:cNvPr id="161494" name="任意多边形 16149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495" name="组合 161494"/>
                        <p:cNvGrpSpPr/>
                        <p:nvPr/>
                      </p:nvGrpSpPr>
                      <p:grpSpPr>
                        <a:xfrm>
                          <a:off x="1056" y="816"/>
                          <a:ext cx="2016" cy="630"/>
                          <a:chOff x="1824" y="1968"/>
                          <a:chExt cx="685" cy="918"/>
                        </a:xfrm>
                      </p:grpSpPr>
                      <p:grpSp>
                        <p:nvGrpSpPr>
                          <p:cNvPr id="161496" name="组合 161495"/>
                          <p:cNvGrpSpPr/>
                          <p:nvPr/>
                        </p:nvGrpSpPr>
                        <p:grpSpPr>
                          <a:xfrm>
                            <a:off x="1824" y="1968"/>
                            <a:ext cx="343" cy="918"/>
                            <a:chOff x="2880" y="2112"/>
                            <a:chExt cx="2304" cy="2016"/>
                          </a:xfrm>
                        </p:grpSpPr>
                        <p:sp>
                          <p:nvSpPr>
                            <p:cNvPr id="161497" name="任意多边形 16149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498" name="任意多边形 16149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499" name="组合 161498"/>
                          <p:cNvGrpSpPr/>
                          <p:nvPr/>
                        </p:nvGrpSpPr>
                        <p:grpSpPr>
                          <a:xfrm>
                            <a:off x="2167" y="1968"/>
                            <a:ext cx="342" cy="918"/>
                            <a:chOff x="2880" y="2112"/>
                            <a:chExt cx="2304" cy="2016"/>
                          </a:xfrm>
                        </p:grpSpPr>
                        <p:sp>
                          <p:nvSpPr>
                            <p:cNvPr id="161500" name="任意多边形 16149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01" name="任意多边形 16150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502" name="直接连接符 16150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503" name="组合 161502"/>
                  <p:cNvGrpSpPr/>
                  <p:nvPr/>
                </p:nvGrpSpPr>
                <p:grpSpPr>
                  <a:xfrm>
                    <a:off x="912" y="3072"/>
                    <a:ext cx="1104" cy="144"/>
                    <a:chOff x="1872" y="2880"/>
                    <a:chExt cx="1104" cy="144"/>
                  </a:xfrm>
                </p:grpSpPr>
                <p:grpSp>
                  <p:nvGrpSpPr>
                    <p:cNvPr id="161504" name="组合 161503"/>
                    <p:cNvGrpSpPr/>
                    <p:nvPr/>
                  </p:nvGrpSpPr>
                  <p:grpSpPr>
                    <a:xfrm>
                      <a:off x="2016" y="2880"/>
                      <a:ext cx="960" cy="144"/>
                      <a:chOff x="336" y="2832"/>
                      <a:chExt cx="4992" cy="630"/>
                    </a:xfrm>
                  </p:grpSpPr>
                  <p:grpSp>
                    <p:nvGrpSpPr>
                      <p:cNvPr id="161505" name="组合 161504"/>
                      <p:cNvGrpSpPr/>
                      <p:nvPr/>
                    </p:nvGrpSpPr>
                    <p:grpSpPr>
                      <a:xfrm>
                        <a:off x="336" y="2832"/>
                        <a:ext cx="2496" cy="630"/>
                        <a:chOff x="1056" y="816"/>
                        <a:chExt cx="2496" cy="630"/>
                      </a:xfrm>
                    </p:grpSpPr>
                    <p:sp>
                      <p:nvSpPr>
                        <p:cNvPr id="161506" name="任意多边形 16150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507" name="组合 161506"/>
                        <p:cNvGrpSpPr/>
                        <p:nvPr/>
                      </p:nvGrpSpPr>
                      <p:grpSpPr>
                        <a:xfrm>
                          <a:off x="1056" y="816"/>
                          <a:ext cx="2016" cy="630"/>
                          <a:chOff x="1824" y="1968"/>
                          <a:chExt cx="685" cy="918"/>
                        </a:xfrm>
                      </p:grpSpPr>
                      <p:grpSp>
                        <p:nvGrpSpPr>
                          <p:cNvPr id="161508" name="组合 161507"/>
                          <p:cNvGrpSpPr/>
                          <p:nvPr/>
                        </p:nvGrpSpPr>
                        <p:grpSpPr>
                          <a:xfrm>
                            <a:off x="1824" y="1968"/>
                            <a:ext cx="343" cy="918"/>
                            <a:chOff x="2880" y="2112"/>
                            <a:chExt cx="2304" cy="2016"/>
                          </a:xfrm>
                        </p:grpSpPr>
                        <p:sp>
                          <p:nvSpPr>
                            <p:cNvPr id="161509" name="任意多边形 16150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10" name="任意多边形 16150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511" name="组合 161510"/>
                          <p:cNvGrpSpPr/>
                          <p:nvPr/>
                        </p:nvGrpSpPr>
                        <p:grpSpPr>
                          <a:xfrm>
                            <a:off x="2167" y="1968"/>
                            <a:ext cx="342" cy="918"/>
                            <a:chOff x="2880" y="2112"/>
                            <a:chExt cx="2304" cy="2016"/>
                          </a:xfrm>
                        </p:grpSpPr>
                        <p:sp>
                          <p:nvSpPr>
                            <p:cNvPr id="161512" name="任意多边形 16151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13" name="任意多边形 16151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514" name="组合 161513"/>
                      <p:cNvGrpSpPr/>
                      <p:nvPr/>
                    </p:nvGrpSpPr>
                    <p:grpSpPr>
                      <a:xfrm flipV="1">
                        <a:off x="2832" y="2832"/>
                        <a:ext cx="2496" cy="630"/>
                        <a:chOff x="1056" y="816"/>
                        <a:chExt cx="2496" cy="630"/>
                      </a:xfrm>
                    </p:grpSpPr>
                    <p:sp>
                      <p:nvSpPr>
                        <p:cNvPr id="161515" name="任意多边形 16151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516" name="组合 161515"/>
                        <p:cNvGrpSpPr/>
                        <p:nvPr/>
                      </p:nvGrpSpPr>
                      <p:grpSpPr>
                        <a:xfrm>
                          <a:off x="1056" y="816"/>
                          <a:ext cx="2016" cy="630"/>
                          <a:chOff x="1824" y="1968"/>
                          <a:chExt cx="685" cy="918"/>
                        </a:xfrm>
                      </p:grpSpPr>
                      <p:grpSp>
                        <p:nvGrpSpPr>
                          <p:cNvPr id="161517" name="组合 161516"/>
                          <p:cNvGrpSpPr/>
                          <p:nvPr/>
                        </p:nvGrpSpPr>
                        <p:grpSpPr>
                          <a:xfrm>
                            <a:off x="1824" y="1968"/>
                            <a:ext cx="343" cy="918"/>
                            <a:chOff x="2880" y="2112"/>
                            <a:chExt cx="2304" cy="2016"/>
                          </a:xfrm>
                        </p:grpSpPr>
                        <p:sp>
                          <p:nvSpPr>
                            <p:cNvPr id="161518" name="任意多边形 16151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19" name="任意多边形 16151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520" name="组合 161519"/>
                          <p:cNvGrpSpPr/>
                          <p:nvPr/>
                        </p:nvGrpSpPr>
                        <p:grpSpPr>
                          <a:xfrm>
                            <a:off x="2167" y="1968"/>
                            <a:ext cx="342" cy="918"/>
                            <a:chOff x="2880" y="2112"/>
                            <a:chExt cx="2304" cy="2016"/>
                          </a:xfrm>
                        </p:grpSpPr>
                        <p:sp>
                          <p:nvSpPr>
                            <p:cNvPr id="161521" name="任意多边形 16152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22" name="任意多边形 16152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523" name="直接连接符 16152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61524" name="组合 161523"/>
                <p:cNvGrpSpPr/>
                <p:nvPr/>
              </p:nvGrpSpPr>
              <p:grpSpPr>
                <a:xfrm flipH="1">
                  <a:off x="2352" y="3024"/>
                  <a:ext cx="1104" cy="288"/>
                  <a:chOff x="912" y="2928"/>
                  <a:chExt cx="1104" cy="288"/>
                </a:xfrm>
              </p:grpSpPr>
              <p:grpSp>
                <p:nvGrpSpPr>
                  <p:cNvPr id="161525" name="组合 161524"/>
                  <p:cNvGrpSpPr/>
                  <p:nvPr/>
                </p:nvGrpSpPr>
                <p:grpSpPr>
                  <a:xfrm>
                    <a:off x="912" y="2928"/>
                    <a:ext cx="1104" cy="144"/>
                    <a:chOff x="1872" y="2880"/>
                    <a:chExt cx="1104" cy="144"/>
                  </a:xfrm>
                </p:grpSpPr>
                <p:grpSp>
                  <p:nvGrpSpPr>
                    <p:cNvPr id="161526" name="组合 161525"/>
                    <p:cNvGrpSpPr/>
                    <p:nvPr/>
                  </p:nvGrpSpPr>
                  <p:grpSpPr>
                    <a:xfrm>
                      <a:off x="2016" y="2880"/>
                      <a:ext cx="960" cy="144"/>
                      <a:chOff x="336" y="2832"/>
                      <a:chExt cx="4992" cy="630"/>
                    </a:xfrm>
                  </p:grpSpPr>
                  <p:grpSp>
                    <p:nvGrpSpPr>
                      <p:cNvPr id="161527" name="组合 161526"/>
                      <p:cNvGrpSpPr/>
                      <p:nvPr/>
                    </p:nvGrpSpPr>
                    <p:grpSpPr>
                      <a:xfrm>
                        <a:off x="336" y="2832"/>
                        <a:ext cx="2496" cy="630"/>
                        <a:chOff x="1056" y="816"/>
                        <a:chExt cx="2496" cy="630"/>
                      </a:xfrm>
                    </p:grpSpPr>
                    <p:sp>
                      <p:nvSpPr>
                        <p:cNvPr id="161528" name="任意多边形 16152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529" name="组合 161528"/>
                        <p:cNvGrpSpPr/>
                        <p:nvPr/>
                      </p:nvGrpSpPr>
                      <p:grpSpPr>
                        <a:xfrm>
                          <a:off x="1056" y="816"/>
                          <a:ext cx="2016" cy="630"/>
                          <a:chOff x="1824" y="1968"/>
                          <a:chExt cx="685" cy="918"/>
                        </a:xfrm>
                      </p:grpSpPr>
                      <p:grpSp>
                        <p:nvGrpSpPr>
                          <p:cNvPr id="161530" name="组合 161529"/>
                          <p:cNvGrpSpPr/>
                          <p:nvPr/>
                        </p:nvGrpSpPr>
                        <p:grpSpPr>
                          <a:xfrm>
                            <a:off x="1824" y="1968"/>
                            <a:ext cx="343" cy="918"/>
                            <a:chOff x="2880" y="2112"/>
                            <a:chExt cx="2304" cy="2016"/>
                          </a:xfrm>
                        </p:grpSpPr>
                        <p:sp>
                          <p:nvSpPr>
                            <p:cNvPr id="161531" name="任意多边形 16153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32" name="任意多边形 16153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533" name="组合 161532"/>
                          <p:cNvGrpSpPr/>
                          <p:nvPr/>
                        </p:nvGrpSpPr>
                        <p:grpSpPr>
                          <a:xfrm>
                            <a:off x="2167" y="1968"/>
                            <a:ext cx="342" cy="918"/>
                            <a:chOff x="2880" y="2112"/>
                            <a:chExt cx="2304" cy="2016"/>
                          </a:xfrm>
                        </p:grpSpPr>
                        <p:sp>
                          <p:nvSpPr>
                            <p:cNvPr id="161534" name="任意多边形 16153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35" name="任意多边形 16153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536" name="组合 161535"/>
                      <p:cNvGrpSpPr/>
                      <p:nvPr/>
                    </p:nvGrpSpPr>
                    <p:grpSpPr>
                      <a:xfrm flipV="1">
                        <a:off x="2832" y="2832"/>
                        <a:ext cx="2496" cy="630"/>
                        <a:chOff x="1056" y="816"/>
                        <a:chExt cx="2496" cy="630"/>
                      </a:xfrm>
                    </p:grpSpPr>
                    <p:sp>
                      <p:nvSpPr>
                        <p:cNvPr id="161537" name="任意多边形 16153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538" name="组合 161537"/>
                        <p:cNvGrpSpPr/>
                        <p:nvPr/>
                      </p:nvGrpSpPr>
                      <p:grpSpPr>
                        <a:xfrm>
                          <a:off x="1056" y="816"/>
                          <a:ext cx="2016" cy="630"/>
                          <a:chOff x="1824" y="1968"/>
                          <a:chExt cx="685" cy="918"/>
                        </a:xfrm>
                      </p:grpSpPr>
                      <p:grpSp>
                        <p:nvGrpSpPr>
                          <p:cNvPr id="161539" name="组合 161538"/>
                          <p:cNvGrpSpPr/>
                          <p:nvPr/>
                        </p:nvGrpSpPr>
                        <p:grpSpPr>
                          <a:xfrm>
                            <a:off x="1824" y="1968"/>
                            <a:ext cx="343" cy="918"/>
                            <a:chOff x="2880" y="2112"/>
                            <a:chExt cx="2304" cy="2016"/>
                          </a:xfrm>
                        </p:grpSpPr>
                        <p:sp>
                          <p:nvSpPr>
                            <p:cNvPr id="161540" name="任意多边形 16153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41" name="任意多边形 16154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542" name="组合 161541"/>
                          <p:cNvGrpSpPr/>
                          <p:nvPr/>
                        </p:nvGrpSpPr>
                        <p:grpSpPr>
                          <a:xfrm>
                            <a:off x="2167" y="1968"/>
                            <a:ext cx="342" cy="918"/>
                            <a:chOff x="2880" y="2112"/>
                            <a:chExt cx="2304" cy="2016"/>
                          </a:xfrm>
                        </p:grpSpPr>
                        <p:sp>
                          <p:nvSpPr>
                            <p:cNvPr id="161543" name="任意多边形 16154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44" name="任意多边形 16154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545" name="直接连接符 16154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546" name="组合 161545"/>
                  <p:cNvGrpSpPr/>
                  <p:nvPr/>
                </p:nvGrpSpPr>
                <p:grpSpPr>
                  <a:xfrm>
                    <a:off x="912" y="3072"/>
                    <a:ext cx="1104" cy="144"/>
                    <a:chOff x="1872" y="2880"/>
                    <a:chExt cx="1104" cy="144"/>
                  </a:xfrm>
                </p:grpSpPr>
                <p:grpSp>
                  <p:nvGrpSpPr>
                    <p:cNvPr id="161547" name="组合 161546"/>
                    <p:cNvGrpSpPr/>
                    <p:nvPr/>
                  </p:nvGrpSpPr>
                  <p:grpSpPr>
                    <a:xfrm>
                      <a:off x="2016" y="2880"/>
                      <a:ext cx="960" cy="144"/>
                      <a:chOff x="336" y="2832"/>
                      <a:chExt cx="4992" cy="630"/>
                    </a:xfrm>
                  </p:grpSpPr>
                  <p:grpSp>
                    <p:nvGrpSpPr>
                      <p:cNvPr id="161548" name="组合 161547"/>
                      <p:cNvGrpSpPr/>
                      <p:nvPr/>
                    </p:nvGrpSpPr>
                    <p:grpSpPr>
                      <a:xfrm>
                        <a:off x="336" y="2832"/>
                        <a:ext cx="2496" cy="630"/>
                        <a:chOff x="1056" y="816"/>
                        <a:chExt cx="2496" cy="630"/>
                      </a:xfrm>
                    </p:grpSpPr>
                    <p:sp>
                      <p:nvSpPr>
                        <p:cNvPr id="161549" name="任意多边形 16154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550" name="组合 161549"/>
                        <p:cNvGrpSpPr/>
                        <p:nvPr/>
                      </p:nvGrpSpPr>
                      <p:grpSpPr>
                        <a:xfrm>
                          <a:off x="1056" y="816"/>
                          <a:ext cx="2016" cy="630"/>
                          <a:chOff x="1824" y="1968"/>
                          <a:chExt cx="685" cy="918"/>
                        </a:xfrm>
                      </p:grpSpPr>
                      <p:grpSp>
                        <p:nvGrpSpPr>
                          <p:cNvPr id="161551" name="组合 161550"/>
                          <p:cNvGrpSpPr/>
                          <p:nvPr/>
                        </p:nvGrpSpPr>
                        <p:grpSpPr>
                          <a:xfrm>
                            <a:off x="1824" y="1968"/>
                            <a:ext cx="343" cy="918"/>
                            <a:chOff x="2880" y="2112"/>
                            <a:chExt cx="2304" cy="2016"/>
                          </a:xfrm>
                        </p:grpSpPr>
                        <p:sp>
                          <p:nvSpPr>
                            <p:cNvPr id="161552" name="任意多边形 16155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53" name="任意多边形 16155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554" name="组合 161553"/>
                          <p:cNvGrpSpPr/>
                          <p:nvPr/>
                        </p:nvGrpSpPr>
                        <p:grpSpPr>
                          <a:xfrm>
                            <a:off x="2167" y="1968"/>
                            <a:ext cx="342" cy="918"/>
                            <a:chOff x="2880" y="2112"/>
                            <a:chExt cx="2304" cy="2016"/>
                          </a:xfrm>
                        </p:grpSpPr>
                        <p:sp>
                          <p:nvSpPr>
                            <p:cNvPr id="161555" name="任意多边形 16155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56" name="任意多边形 16155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557" name="组合 161556"/>
                      <p:cNvGrpSpPr/>
                      <p:nvPr/>
                    </p:nvGrpSpPr>
                    <p:grpSpPr>
                      <a:xfrm flipV="1">
                        <a:off x="2832" y="2832"/>
                        <a:ext cx="2496" cy="630"/>
                        <a:chOff x="1056" y="816"/>
                        <a:chExt cx="2496" cy="630"/>
                      </a:xfrm>
                    </p:grpSpPr>
                    <p:sp>
                      <p:nvSpPr>
                        <p:cNvPr id="161558" name="任意多边形 16155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559" name="组合 161558"/>
                        <p:cNvGrpSpPr/>
                        <p:nvPr/>
                      </p:nvGrpSpPr>
                      <p:grpSpPr>
                        <a:xfrm>
                          <a:off x="1056" y="816"/>
                          <a:ext cx="2016" cy="630"/>
                          <a:chOff x="1824" y="1968"/>
                          <a:chExt cx="685" cy="918"/>
                        </a:xfrm>
                      </p:grpSpPr>
                      <p:grpSp>
                        <p:nvGrpSpPr>
                          <p:cNvPr id="161560" name="组合 161559"/>
                          <p:cNvGrpSpPr/>
                          <p:nvPr/>
                        </p:nvGrpSpPr>
                        <p:grpSpPr>
                          <a:xfrm>
                            <a:off x="1824" y="1968"/>
                            <a:ext cx="343" cy="918"/>
                            <a:chOff x="2880" y="2112"/>
                            <a:chExt cx="2304" cy="2016"/>
                          </a:xfrm>
                        </p:grpSpPr>
                        <p:sp>
                          <p:nvSpPr>
                            <p:cNvPr id="161561" name="任意多边形 16156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62" name="任意多边形 16156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563" name="组合 161562"/>
                          <p:cNvGrpSpPr/>
                          <p:nvPr/>
                        </p:nvGrpSpPr>
                        <p:grpSpPr>
                          <a:xfrm>
                            <a:off x="2167" y="1968"/>
                            <a:ext cx="342" cy="918"/>
                            <a:chOff x="2880" y="2112"/>
                            <a:chExt cx="2304" cy="2016"/>
                          </a:xfrm>
                        </p:grpSpPr>
                        <p:sp>
                          <p:nvSpPr>
                            <p:cNvPr id="161564" name="任意多边形 16156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65" name="任意多边形 16156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566" name="直接连接符 16156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61567" name="组合 161566"/>
            <p:cNvGrpSpPr/>
            <p:nvPr/>
          </p:nvGrpSpPr>
          <p:grpSpPr>
            <a:xfrm>
              <a:off x="720" y="3024"/>
              <a:ext cx="1092" cy="435"/>
              <a:chOff x="3888" y="2784"/>
              <a:chExt cx="1104" cy="1152"/>
            </a:xfrm>
          </p:grpSpPr>
          <p:grpSp>
            <p:nvGrpSpPr>
              <p:cNvPr id="161568" name="组合 161567"/>
              <p:cNvGrpSpPr/>
              <p:nvPr/>
            </p:nvGrpSpPr>
            <p:grpSpPr>
              <a:xfrm>
                <a:off x="3888" y="2784"/>
                <a:ext cx="1104" cy="576"/>
                <a:chOff x="2352" y="3024"/>
                <a:chExt cx="1104" cy="576"/>
              </a:xfrm>
            </p:grpSpPr>
            <p:grpSp>
              <p:nvGrpSpPr>
                <p:cNvPr id="161569" name="组合 161568"/>
                <p:cNvGrpSpPr/>
                <p:nvPr/>
              </p:nvGrpSpPr>
              <p:grpSpPr>
                <a:xfrm flipH="1">
                  <a:off x="2352" y="3312"/>
                  <a:ext cx="1104" cy="288"/>
                  <a:chOff x="912" y="2928"/>
                  <a:chExt cx="1104" cy="288"/>
                </a:xfrm>
              </p:grpSpPr>
              <p:grpSp>
                <p:nvGrpSpPr>
                  <p:cNvPr id="161570" name="组合 161569"/>
                  <p:cNvGrpSpPr/>
                  <p:nvPr/>
                </p:nvGrpSpPr>
                <p:grpSpPr>
                  <a:xfrm>
                    <a:off x="912" y="2928"/>
                    <a:ext cx="1104" cy="144"/>
                    <a:chOff x="1872" y="2880"/>
                    <a:chExt cx="1104" cy="144"/>
                  </a:xfrm>
                </p:grpSpPr>
                <p:grpSp>
                  <p:nvGrpSpPr>
                    <p:cNvPr id="161571" name="组合 161570"/>
                    <p:cNvGrpSpPr/>
                    <p:nvPr/>
                  </p:nvGrpSpPr>
                  <p:grpSpPr>
                    <a:xfrm>
                      <a:off x="2016" y="2880"/>
                      <a:ext cx="960" cy="144"/>
                      <a:chOff x="336" y="2832"/>
                      <a:chExt cx="4992" cy="630"/>
                    </a:xfrm>
                  </p:grpSpPr>
                  <p:grpSp>
                    <p:nvGrpSpPr>
                      <p:cNvPr id="161572" name="组合 161571"/>
                      <p:cNvGrpSpPr/>
                      <p:nvPr/>
                    </p:nvGrpSpPr>
                    <p:grpSpPr>
                      <a:xfrm>
                        <a:off x="336" y="2832"/>
                        <a:ext cx="2496" cy="630"/>
                        <a:chOff x="1056" y="816"/>
                        <a:chExt cx="2496" cy="630"/>
                      </a:xfrm>
                    </p:grpSpPr>
                    <p:sp>
                      <p:nvSpPr>
                        <p:cNvPr id="161573" name="任意多边形 16157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574" name="组合 161573"/>
                        <p:cNvGrpSpPr/>
                        <p:nvPr/>
                      </p:nvGrpSpPr>
                      <p:grpSpPr>
                        <a:xfrm>
                          <a:off x="1056" y="816"/>
                          <a:ext cx="2016" cy="630"/>
                          <a:chOff x="1824" y="1968"/>
                          <a:chExt cx="685" cy="918"/>
                        </a:xfrm>
                      </p:grpSpPr>
                      <p:grpSp>
                        <p:nvGrpSpPr>
                          <p:cNvPr id="161575" name="组合 161574"/>
                          <p:cNvGrpSpPr/>
                          <p:nvPr/>
                        </p:nvGrpSpPr>
                        <p:grpSpPr>
                          <a:xfrm>
                            <a:off x="1824" y="1968"/>
                            <a:ext cx="343" cy="918"/>
                            <a:chOff x="2880" y="2112"/>
                            <a:chExt cx="2304" cy="2016"/>
                          </a:xfrm>
                        </p:grpSpPr>
                        <p:sp>
                          <p:nvSpPr>
                            <p:cNvPr id="161576" name="任意多边形 16157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77" name="任意多边形 16157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578" name="组合 161577"/>
                          <p:cNvGrpSpPr/>
                          <p:nvPr/>
                        </p:nvGrpSpPr>
                        <p:grpSpPr>
                          <a:xfrm>
                            <a:off x="2167" y="1968"/>
                            <a:ext cx="342" cy="918"/>
                            <a:chOff x="2880" y="2112"/>
                            <a:chExt cx="2304" cy="2016"/>
                          </a:xfrm>
                        </p:grpSpPr>
                        <p:sp>
                          <p:nvSpPr>
                            <p:cNvPr id="161579" name="任意多边形 16157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80" name="任意多边形 16157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581" name="组合 161580"/>
                      <p:cNvGrpSpPr/>
                      <p:nvPr/>
                    </p:nvGrpSpPr>
                    <p:grpSpPr>
                      <a:xfrm flipV="1">
                        <a:off x="2832" y="2832"/>
                        <a:ext cx="2496" cy="630"/>
                        <a:chOff x="1056" y="816"/>
                        <a:chExt cx="2496" cy="630"/>
                      </a:xfrm>
                    </p:grpSpPr>
                    <p:sp>
                      <p:nvSpPr>
                        <p:cNvPr id="161582" name="任意多边形 16158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583" name="组合 161582"/>
                        <p:cNvGrpSpPr/>
                        <p:nvPr/>
                      </p:nvGrpSpPr>
                      <p:grpSpPr>
                        <a:xfrm>
                          <a:off x="1056" y="816"/>
                          <a:ext cx="2016" cy="630"/>
                          <a:chOff x="1824" y="1968"/>
                          <a:chExt cx="685" cy="918"/>
                        </a:xfrm>
                      </p:grpSpPr>
                      <p:grpSp>
                        <p:nvGrpSpPr>
                          <p:cNvPr id="161584" name="组合 161583"/>
                          <p:cNvGrpSpPr/>
                          <p:nvPr/>
                        </p:nvGrpSpPr>
                        <p:grpSpPr>
                          <a:xfrm>
                            <a:off x="1824" y="1968"/>
                            <a:ext cx="343" cy="918"/>
                            <a:chOff x="2880" y="2112"/>
                            <a:chExt cx="2304" cy="2016"/>
                          </a:xfrm>
                        </p:grpSpPr>
                        <p:sp>
                          <p:nvSpPr>
                            <p:cNvPr id="161585" name="任意多边形 16158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86" name="任意多边形 16158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587" name="组合 161586"/>
                          <p:cNvGrpSpPr/>
                          <p:nvPr/>
                        </p:nvGrpSpPr>
                        <p:grpSpPr>
                          <a:xfrm>
                            <a:off x="2167" y="1968"/>
                            <a:ext cx="342" cy="918"/>
                            <a:chOff x="2880" y="2112"/>
                            <a:chExt cx="2304" cy="2016"/>
                          </a:xfrm>
                        </p:grpSpPr>
                        <p:sp>
                          <p:nvSpPr>
                            <p:cNvPr id="161588" name="任意多边形 16158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89" name="任意多边形 16158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590" name="直接连接符 16158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591" name="组合 161590"/>
                  <p:cNvGrpSpPr/>
                  <p:nvPr/>
                </p:nvGrpSpPr>
                <p:grpSpPr>
                  <a:xfrm>
                    <a:off x="912" y="3072"/>
                    <a:ext cx="1104" cy="144"/>
                    <a:chOff x="1872" y="2880"/>
                    <a:chExt cx="1104" cy="144"/>
                  </a:xfrm>
                </p:grpSpPr>
                <p:grpSp>
                  <p:nvGrpSpPr>
                    <p:cNvPr id="161592" name="组合 161591"/>
                    <p:cNvGrpSpPr/>
                    <p:nvPr/>
                  </p:nvGrpSpPr>
                  <p:grpSpPr>
                    <a:xfrm>
                      <a:off x="2016" y="2880"/>
                      <a:ext cx="960" cy="144"/>
                      <a:chOff x="336" y="2832"/>
                      <a:chExt cx="4992" cy="630"/>
                    </a:xfrm>
                  </p:grpSpPr>
                  <p:grpSp>
                    <p:nvGrpSpPr>
                      <p:cNvPr id="161593" name="组合 161592"/>
                      <p:cNvGrpSpPr/>
                      <p:nvPr/>
                    </p:nvGrpSpPr>
                    <p:grpSpPr>
                      <a:xfrm>
                        <a:off x="336" y="2832"/>
                        <a:ext cx="2496" cy="630"/>
                        <a:chOff x="1056" y="816"/>
                        <a:chExt cx="2496" cy="630"/>
                      </a:xfrm>
                    </p:grpSpPr>
                    <p:sp>
                      <p:nvSpPr>
                        <p:cNvPr id="161594" name="任意多边形 16159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595" name="组合 161594"/>
                        <p:cNvGrpSpPr/>
                        <p:nvPr/>
                      </p:nvGrpSpPr>
                      <p:grpSpPr>
                        <a:xfrm>
                          <a:off x="1056" y="816"/>
                          <a:ext cx="2016" cy="630"/>
                          <a:chOff x="1824" y="1968"/>
                          <a:chExt cx="685" cy="918"/>
                        </a:xfrm>
                      </p:grpSpPr>
                      <p:grpSp>
                        <p:nvGrpSpPr>
                          <p:cNvPr id="161596" name="组合 161595"/>
                          <p:cNvGrpSpPr/>
                          <p:nvPr/>
                        </p:nvGrpSpPr>
                        <p:grpSpPr>
                          <a:xfrm>
                            <a:off x="1824" y="1968"/>
                            <a:ext cx="343" cy="918"/>
                            <a:chOff x="2880" y="2112"/>
                            <a:chExt cx="2304" cy="2016"/>
                          </a:xfrm>
                        </p:grpSpPr>
                        <p:sp>
                          <p:nvSpPr>
                            <p:cNvPr id="161597" name="任意多边形 16159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598" name="任意多边形 16159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599" name="组合 161598"/>
                          <p:cNvGrpSpPr/>
                          <p:nvPr/>
                        </p:nvGrpSpPr>
                        <p:grpSpPr>
                          <a:xfrm>
                            <a:off x="2167" y="1968"/>
                            <a:ext cx="342" cy="918"/>
                            <a:chOff x="2880" y="2112"/>
                            <a:chExt cx="2304" cy="2016"/>
                          </a:xfrm>
                        </p:grpSpPr>
                        <p:sp>
                          <p:nvSpPr>
                            <p:cNvPr id="161600" name="任意多边形 16159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01" name="任意多边形 16160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602" name="组合 161601"/>
                      <p:cNvGrpSpPr/>
                      <p:nvPr/>
                    </p:nvGrpSpPr>
                    <p:grpSpPr>
                      <a:xfrm flipV="1">
                        <a:off x="2832" y="2832"/>
                        <a:ext cx="2496" cy="630"/>
                        <a:chOff x="1056" y="816"/>
                        <a:chExt cx="2496" cy="630"/>
                      </a:xfrm>
                    </p:grpSpPr>
                    <p:sp>
                      <p:nvSpPr>
                        <p:cNvPr id="161603" name="任意多边形 16160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604" name="组合 161603"/>
                        <p:cNvGrpSpPr/>
                        <p:nvPr/>
                      </p:nvGrpSpPr>
                      <p:grpSpPr>
                        <a:xfrm>
                          <a:off x="1056" y="816"/>
                          <a:ext cx="2016" cy="630"/>
                          <a:chOff x="1824" y="1968"/>
                          <a:chExt cx="685" cy="918"/>
                        </a:xfrm>
                      </p:grpSpPr>
                      <p:grpSp>
                        <p:nvGrpSpPr>
                          <p:cNvPr id="161605" name="组合 161604"/>
                          <p:cNvGrpSpPr/>
                          <p:nvPr/>
                        </p:nvGrpSpPr>
                        <p:grpSpPr>
                          <a:xfrm>
                            <a:off x="1824" y="1968"/>
                            <a:ext cx="343" cy="918"/>
                            <a:chOff x="2880" y="2112"/>
                            <a:chExt cx="2304" cy="2016"/>
                          </a:xfrm>
                        </p:grpSpPr>
                        <p:sp>
                          <p:nvSpPr>
                            <p:cNvPr id="161606" name="任意多边形 16160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07" name="任意多边形 16160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608" name="组合 161607"/>
                          <p:cNvGrpSpPr/>
                          <p:nvPr/>
                        </p:nvGrpSpPr>
                        <p:grpSpPr>
                          <a:xfrm>
                            <a:off x="2167" y="1968"/>
                            <a:ext cx="342" cy="918"/>
                            <a:chOff x="2880" y="2112"/>
                            <a:chExt cx="2304" cy="2016"/>
                          </a:xfrm>
                        </p:grpSpPr>
                        <p:sp>
                          <p:nvSpPr>
                            <p:cNvPr id="161609" name="任意多边形 16160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10" name="任意多边形 16160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611" name="直接连接符 16161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61612" name="组合 161611"/>
                <p:cNvGrpSpPr/>
                <p:nvPr/>
              </p:nvGrpSpPr>
              <p:grpSpPr>
                <a:xfrm flipH="1">
                  <a:off x="2352" y="3024"/>
                  <a:ext cx="1104" cy="288"/>
                  <a:chOff x="912" y="2928"/>
                  <a:chExt cx="1104" cy="288"/>
                </a:xfrm>
              </p:grpSpPr>
              <p:grpSp>
                <p:nvGrpSpPr>
                  <p:cNvPr id="161613" name="组合 161612"/>
                  <p:cNvGrpSpPr/>
                  <p:nvPr/>
                </p:nvGrpSpPr>
                <p:grpSpPr>
                  <a:xfrm>
                    <a:off x="912" y="2928"/>
                    <a:ext cx="1104" cy="144"/>
                    <a:chOff x="1872" y="2880"/>
                    <a:chExt cx="1104" cy="144"/>
                  </a:xfrm>
                </p:grpSpPr>
                <p:grpSp>
                  <p:nvGrpSpPr>
                    <p:cNvPr id="161614" name="组合 161613"/>
                    <p:cNvGrpSpPr/>
                    <p:nvPr/>
                  </p:nvGrpSpPr>
                  <p:grpSpPr>
                    <a:xfrm>
                      <a:off x="2016" y="2880"/>
                      <a:ext cx="960" cy="144"/>
                      <a:chOff x="336" y="2832"/>
                      <a:chExt cx="4992" cy="630"/>
                    </a:xfrm>
                  </p:grpSpPr>
                  <p:grpSp>
                    <p:nvGrpSpPr>
                      <p:cNvPr id="161615" name="组合 161614"/>
                      <p:cNvGrpSpPr/>
                      <p:nvPr/>
                    </p:nvGrpSpPr>
                    <p:grpSpPr>
                      <a:xfrm>
                        <a:off x="336" y="2832"/>
                        <a:ext cx="2496" cy="630"/>
                        <a:chOff x="1056" y="816"/>
                        <a:chExt cx="2496" cy="630"/>
                      </a:xfrm>
                    </p:grpSpPr>
                    <p:sp>
                      <p:nvSpPr>
                        <p:cNvPr id="161616" name="任意多边形 16161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617" name="组合 161616"/>
                        <p:cNvGrpSpPr/>
                        <p:nvPr/>
                      </p:nvGrpSpPr>
                      <p:grpSpPr>
                        <a:xfrm>
                          <a:off x="1056" y="816"/>
                          <a:ext cx="2016" cy="630"/>
                          <a:chOff x="1824" y="1968"/>
                          <a:chExt cx="685" cy="918"/>
                        </a:xfrm>
                      </p:grpSpPr>
                      <p:grpSp>
                        <p:nvGrpSpPr>
                          <p:cNvPr id="161618" name="组合 161617"/>
                          <p:cNvGrpSpPr/>
                          <p:nvPr/>
                        </p:nvGrpSpPr>
                        <p:grpSpPr>
                          <a:xfrm>
                            <a:off x="1824" y="1968"/>
                            <a:ext cx="343" cy="918"/>
                            <a:chOff x="2880" y="2112"/>
                            <a:chExt cx="2304" cy="2016"/>
                          </a:xfrm>
                        </p:grpSpPr>
                        <p:sp>
                          <p:nvSpPr>
                            <p:cNvPr id="161619" name="任意多边形 16161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20" name="任意多边形 16161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621" name="组合 161620"/>
                          <p:cNvGrpSpPr/>
                          <p:nvPr/>
                        </p:nvGrpSpPr>
                        <p:grpSpPr>
                          <a:xfrm>
                            <a:off x="2167" y="1968"/>
                            <a:ext cx="342" cy="918"/>
                            <a:chOff x="2880" y="2112"/>
                            <a:chExt cx="2304" cy="2016"/>
                          </a:xfrm>
                        </p:grpSpPr>
                        <p:sp>
                          <p:nvSpPr>
                            <p:cNvPr id="161622" name="任意多边形 16162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23" name="任意多边形 16162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624" name="组合 161623"/>
                      <p:cNvGrpSpPr/>
                      <p:nvPr/>
                    </p:nvGrpSpPr>
                    <p:grpSpPr>
                      <a:xfrm flipV="1">
                        <a:off x="2832" y="2832"/>
                        <a:ext cx="2496" cy="630"/>
                        <a:chOff x="1056" y="816"/>
                        <a:chExt cx="2496" cy="630"/>
                      </a:xfrm>
                    </p:grpSpPr>
                    <p:sp>
                      <p:nvSpPr>
                        <p:cNvPr id="161625" name="任意多边形 16162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626" name="组合 161625"/>
                        <p:cNvGrpSpPr/>
                        <p:nvPr/>
                      </p:nvGrpSpPr>
                      <p:grpSpPr>
                        <a:xfrm>
                          <a:off x="1056" y="816"/>
                          <a:ext cx="2016" cy="630"/>
                          <a:chOff x="1824" y="1968"/>
                          <a:chExt cx="685" cy="918"/>
                        </a:xfrm>
                      </p:grpSpPr>
                      <p:grpSp>
                        <p:nvGrpSpPr>
                          <p:cNvPr id="161627" name="组合 161626"/>
                          <p:cNvGrpSpPr/>
                          <p:nvPr/>
                        </p:nvGrpSpPr>
                        <p:grpSpPr>
                          <a:xfrm>
                            <a:off x="1824" y="1968"/>
                            <a:ext cx="343" cy="918"/>
                            <a:chOff x="2880" y="2112"/>
                            <a:chExt cx="2304" cy="2016"/>
                          </a:xfrm>
                        </p:grpSpPr>
                        <p:sp>
                          <p:nvSpPr>
                            <p:cNvPr id="161628" name="任意多边形 16162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29" name="任意多边形 16162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630" name="组合 161629"/>
                          <p:cNvGrpSpPr/>
                          <p:nvPr/>
                        </p:nvGrpSpPr>
                        <p:grpSpPr>
                          <a:xfrm>
                            <a:off x="2167" y="1968"/>
                            <a:ext cx="342" cy="918"/>
                            <a:chOff x="2880" y="2112"/>
                            <a:chExt cx="2304" cy="2016"/>
                          </a:xfrm>
                        </p:grpSpPr>
                        <p:sp>
                          <p:nvSpPr>
                            <p:cNvPr id="161631" name="任意多边形 16163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32" name="任意多边形 16163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633" name="直接连接符 16163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634" name="组合 161633"/>
                  <p:cNvGrpSpPr/>
                  <p:nvPr/>
                </p:nvGrpSpPr>
                <p:grpSpPr>
                  <a:xfrm>
                    <a:off x="912" y="3072"/>
                    <a:ext cx="1104" cy="144"/>
                    <a:chOff x="1872" y="2880"/>
                    <a:chExt cx="1104" cy="144"/>
                  </a:xfrm>
                </p:grpSpPr>
                <p:grpSp>
                  <p:nvGrpSpPr>
                    <p:cNvPr id="161635" name="组合 161634"/>
                    <p:cNvGrpSpPr/>
                    <p:nvPr/>
                  </p:nvGrpSpPr>
                  <p:grpSpPr>
                    <a:xfrm>
                      <a:off x="2016" y="2880"/>
                      <a:ext cx="960" cy="144"/>
                      <a:chOff x="336" y="2832"/>
                      <a:chExt cx="4992" cy="630"/>
                    </a:xfrm>
                  </p:grpSpPr>
                  <p:grpSp>
                    <p:nvGrpSpPr>
                      <p:cNvPr id="161636" name="组合 161635"/>
                      <p:cNvGrpSpPr/>
                      <p:nvPr/>
                    </p:nvGrpSpPr>
                    <p:grpSpPr>
                      <a:xfrm>
                        <a:off x="336" y="2832"/>
                        <a:ext cx="2496" cy="630"/>
                        <a:chOff x="1056" y="816"/>
                        <a:chExt cx="2496" cy="630"/>
                      </a:xfrm>
                    </p:grpSpPr>
                    <p:sp>
                      <p:nvSpPr>
                        <p:cNvPr id="161637" name="任意多边形 16163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638" name="组合 161637"/>
                        <p:cNvGrpSpPr/>
                        <p:nvPr/>
                      </p:nvGrpSpPr>
                      <p:grpSpPr>
                        <a:xfrm>
                          <a:off x="1056" y="816"/>
                          <a:ext cx="2016" cy="630"/>
                          <a:chOff x="1824" y="1968"/>
                          <a:chExt cx="685" cy="918"/>
                        </a:xfrm>
                      </p:grpSpPr>
                      <p:grpSp>
                        <p:nvGrpSpPr>
                          <p:cNvPr id="161639" name="组合 161638"/>
                          <p:cNvGrpSpPr/>
                          <p:nvPr/>
                        </p:nvGrpSpPr>
                        <p:grpSpPr>
                          <a:xfrm>
                            <a:off x="1824" y="1968"/>
                            <a:ext cx="343" cy="918"/>
                            <a:chOff x="2880" y="2112"/>
                            <a:chExt cx="2304" cy="2016"/>
                          </a:xfrm>
                        </p:grpSpPr>
                        <p:sp>
                          <p:nvSpPr>
                            <p:cNvPr id="161640" name="任意多边形 16163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41" name="任意多边形 16164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642" name="组合 161641"/>
                          <p:cNvGrpSpPr/>
                          <p:nvPr/>
                        </p:nvGrpSpPr>
                        <p:grpSpPr>
                          <a:xfrm>
                            <a:off x="2167" y="1968"/>
                            <a:ext cx="342" cy="918"/>
                            <a:chOff x="2880" y="2112"/>
                            <a:chExt cx="2304" cy="2016"/>
                          </a:xfrm>
                        </p:grpSpPr>
                        <p:sp>
                          <p:nvSpPr>
                            <p:cNvPr id="161643" name="任意多边形 16164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44" name="任意多边形 16164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645" name="组合 161644"/>
                      <p:cNvGrpSpPr/>
                      <p:nvPr/>
                    </p:nvGrpSpPr>
                    <p:grpSpPr>
                      <a:xfrm flipV="1">
                        <a:off x="2832" y="2832"/>
                        <a:ext cx="2496" cy="630"/>
                        <a:chOff x="1056" y="816"/>
                        <a:chExt cx="2496" cy="630"/>
                      </a:xfrm>
                    </p:grpSpPr>
                    <p:sp>
                      <p:nvSpPr>
                        <p:cNvPr id="161646" name="任意多边形 16164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647" name="组合 161646"/>
                        <p:cNvGrpSpPr/>
                        <p:nvPr/>
                      </p:nvGrpSpPr>
                      <p:grpSpPr>
                        <a:xfrm>
                          <a:off x="1056" y="816"/>
                          <a:ext cx="2016" cy="630"/>
                          <a:chOff x="1824" y="1968"/>
                          <a:chExt cx="685" cy="918"/>
                        </a:xfrm>
                      </p:grpSpPr>
                      <p:grpSp>
                        <p:nvGrpSpPr>
                          <p:cNvPr id="161648" name="组合 161647"/>
                          <p:cNvGrpSpPr/>
                          <p:nvPr/>
                        </p:nvGrpSpPr>
                        <p:grpSpPr>
                          <a:xfrm>
                            <a:off x="1824" y="1968"/>
                            <a:ext cx="343" cy="918"/>
                            <a:chOff x="2880" y="2112"/>
                            <a:chExt cx="2304" cy="2016"/>
                          </a:xfrm>
                        </p:grpSpPr>
                        <p:sp>
                          <p:nvSpPr>
                            <p:cNvPr id="161649" name="任意多边形 16164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50" name="任意多边形 16164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651" name="组合 161650"/>
                          <p:cNvGrpSpPr/>
                          <p:nvPr/>
                        </p:nvGrpSpPr>
                        <p:grpSpPr>
                          <a:xfrm>
                            <a:off x="2167" y="1968"/>
                            <a:ext cx="342" cy="918"/>
                            <a:chOff x="2880" y="2112"/>
                            <a:chExt cx="2304" cy="2016"/>
                          </a:xfrm>
                        </p:grpSpPr>
                        <p:sp>
                          <p:nvSpPr>
                            <p:cNvPr id="161652" name="任意多边形 16165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53" name="任意多边形 16165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654" name="直接连接符 161653"/>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61655" name="组合 161654"/>
              <p:cNvGrpSpPr/>
              <p:nvPr/>
            </p:nvGrpSpPr>
            <p:grpSpPr>
              <a:xfrm>
                <a:off x="3888" y="3360"/>
                <a:ext cx="1104" cy="576"/>
                <a:chOff x="2352" y="3024"/>
                <a:chExt cx="1104" cy="576"/>
              </a:xfrm>
            </p:grpSpPr>
            <p:grpSp>
              <p:nvGrpSpPr>
                <p:cNvPr id="161656" name="组合 161655"/>
                <p:cNvGrpSpPr/>
                <p:nvPr/>
              </p:nvGrpSpPr>
              <p:grpSpPr>
                <a:xfrm flipH="1">
                  <a:off x="2352" y="3312"/>
                  <a:ext cx="1104" cy="288"/>
                  <a:chOff x="912" y="2928"/>
                  <a:chExt cx="1104" cy="288"/>
                </a:xfrm>
              </p:grpSpPr>
              <p:grpSp>
                <p:nvGrpSpPr>
                  <p:cNvPr id="161657" name="组合 161656"/>
                  <p:cNvGrpSpPr/>
                  <p:nvPr/>
                </p:nvGrpSpPr>
                <p:grpSpPr>
                  <a:xfrm>
                    <a:off x="912" y="2928"/>
                    <a:ext cx="1104" cy="144"/>
                    <a:chOff x="1872" y="2880"/>
                    <a:chExt cx="1104" cy="144"/>
                  </a:xfrm>
                </p:grpSpPr>
                <p:grpSp>
                  <p:nvGrpSpPr>
                    <p:cNvPr id="161658" name="组合 161657"/>
                    <p:cNvGrpSpPr/>
                    <p:nvPr/>
                  </p:nvGrpSpPr>
                  <p:grpSpPr>
                    <a:xfrm>
                      <a:off x="2016" y="2880"/>
                      <a:ext cx="960" cy="144"/>
                      <a:chOff x="336" y="2832"/>
                      <a:chExt cx="4992" cy="630"/>
                    </a:xfrm>
                  </p:grpSpPr>
                  <p:grpSp>
                    <p:nvGrpSpPr>
                      <p:cNvPr id="161659" name="组合 161658"/>
                      <p:cNvGrpSpPr/>
                      <p:nvPr/>
                    </p:nvGrpSpPr>
                    <p:grpSpPr>
                      <a:xfrm>
                        <a:off x="336" y="2832"/>
                        <a:ext cx="2496" cy="630"/>
                        <a:chOff x="1056" y="816"/>
                        <a:chExt cx="2496" cy="630"/>
                      </a:xfrm>
                    </p:grpSpPr>
                    <p:sp>
                      <p:nvSpPr>
                        <p:cNvPr id="161660" name="任意多边形 16165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661" name="组合 161660"/>
                        <p:cNvGrpSpPr/>
                        <p:nvPr/>
                      </p:nvGrpSpPr>
                      <p:grpSpPr>
                        <a:xfrm>
                          <a:off x="1056" y="816"/>
                          <a:ext cx="2016" cy="630"/>
                          <a:chOff x="1824" y="1968"/>
                          <a:chExt cx="685" cy="918"/>
                        </a:xfrm>
                      </p:grpSpPr>
                      <p:grpSp>
                        <p:nvGrpSpPr>
                          <p:cNvPr id="161662" name="组合 161661"/>
                          <p:cNvGrpSpPr/>
                          <p:nvPr/>
                        </p:nvGrpSpPr>
                        <p:grpSpPr>
                          <a:xfrm>
                            <a:off x="1824" y="1968"/>
                            <a:ext cx="343" cy="918"/>
                            <a:chOff x="2880" y="2112"/>
                            <a:chExt cx="2304" cy="2016"/>
                          </a:xfrm>
                        </p:grpSpPr>
                        <p:sp>
                          <p:nvSpPr>
                            <p:cNvPr id="161663" name="任意多边形 16166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64" name="任意多边形 16166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665" name="组合 161664"/>
                          <p:cNvGrpSpPr/>
                          <p:nvPr/>
                        </p:nvGrpSpPr>
                        <p:grpSpPr>
                          <a:xfrm>
                            <a:off x="2167" y="1968"/>
                            <a:ext cx="342" cy="918"/>
                            <a:chOff x="2880" y="2112"/>
                            <a:chExt cx="2304" cy="2016"/>
                          </a:xfrm>
                        </p:grpSpPr>
                        <p:sp>
                          <p:nvSpPr>
                            <p:cNvPr id="161666" name="任意多边形 16166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67" name="任意多边形 16166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668" name="组合 161667"/>
                      <p:cNvGrpSpPr/>
                      <p:nvPr/>
                    </p:nvGrpSpPr>
                    <p:grpSpPr>
                      <a:xfrm flipV="1">
                        <a:off x="2832" y="2832"/>
                        <a:ext cx="2496" cy="630"/>
                        <a:chOff x="1056" y="816"/>
                        <a:chExt cx="2496" cy="630"/>
                      </a:xfrm>
                    </p:grpSpPr>
                    <p:sp>
                      <p:nvSpPr>
                        <p:cNvPr id="161669" name="任意多边形 16166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670" name="组合 161669"/>
                        <p:cNvGrpSpPr/>
                        <p:nvPr/>
                      </p:nvGrpSpPr>
                      <p:grpSpPr>
                        <a:xfrm>
                          <a:off x="1056" y="816"/>
                          <a:ext cx="2016" cy="630"/>
                          <a:chOff x="1824" y="1968"/>
                          <a:chExt cx="685" cy="918"/>
                        </a:xfrm>
                      </p:grpSpPr>
                      <p:grpSp>
                        <p:nvGrpSpPr>
                          <p:cNvPr id="161671" name="组合 161670"/>
                          <p:cNvGrpSpPr/>
                          <p:nvPr/>
                        </p:nvGrpSpPr>
                        <p:grpSpPr>
                          <a:xfrm>
                            <a:off x="1824" y="1968"/>
                            <a:ext cx="343" cy="918"/>
                            <a:chOff x="2880" y="2112"/>
                            <a:chExt cx="2304" cy="2016"/>
                          </a:xfrm>
                        </p:grpSpPr>
                        <p:sp>
                          <p:nvSpPr>
                            <p:cNvPr id="161672" name="任意多边形 16167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73" name="任意多边形 16167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674" name="组合 161673"/>
                          <p:cNvGrpSpPr/>
                          <p:nvPr/>
                        </p:nvGrpSpPr>
                        <p:grpSpPr>
                          <a:xfrm>
                            <a:off x="2167" y="1968"/>
                            <a:ext cx="342" cy="918"/>
                            <a:chOff x="2880" y="2112"/>
                            <a:chExt cx="2304" cy="2016"/>
                          </a:xfrm>
                        </p:grpSpPr>
                        <p:sp>
                          <p:nvSpPr>
                            <p:cNvPr id="161675" name="任意多边形 16167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76" name="任意多边形 16167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677" name="直接连接符 161676"/>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678" name="组合 161677"/>
                  <p:cNvGrpSpPr/>
                  <p:nvPr/>
                </p:nvGrpSpPr>
                <p:grpSpPr>
                  <a:xfrm>
                    <a:off x="912" y="3072"/>
                    <a:ext cx="1104" cy="144"/>
                    <a:chOff x="1872" y="2880"/>
                    <a:chExt cx="1104" cy="144"/>
                  </a:xfrm>
                </p:grpSpPr>
                <p:grpSp>
                  <p:nvGrpSpPr>
                    <p:cNvPr id="161679" name="组合 161678"/>
                    <p:cNvGrpSpPr/>
                    <p:nvPr/>
                  </p:nvGrpSpPr>
                  <p:grpSpPr>
                    <a:xfrm>
                      <a:off x="2016" y="2880"/>
                      <a:ext cx="960" cy="144"/>
                      <a:chOff x="336" y="2832"/>
                      <a:chExt cx="4992" cy="630"/>
                    </a:xfrm>
                  </p:grpSpPr>
                  <p:grpSp>
                    <p:nvGrpSpPr>
                      <p:cNvPr id="161680" name="组合 161679"/>
                      <p:cNvGrpSpPr/>
                      <p:nvPr/>
                    </p:nvGrpSpPr>
                    <p:grpSpPr>
                      <a:xfrm>
                        <a:off x="336" y="2832"/>
                        <a:ext cx="2496" cy="630"/>
                        <a:chOff x="1056" y="816"/>
                        <a:chExt cx="2496" cy="630"/>
                      </a:xfrm>
                    </p:grpSpPr>
                    <p:sp>
                      <p:nvSpPr>
                        <p:cNvPr id="161681" name="任意多边形 16168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682" name="组合 161681"/>
                        <p:cNvGrpSpPr/>
                        <p:nvPr/>
                      </p:nvGrpSpPr>
                      <p:grpSpPr>
                        <a:xfrm>
                          <a:off x="1056" y="816"/>
                          <a:ext cx="2016" cy="630"/>
                          <a:chOff x="1824" y="1968"/>
                          <a:chExt cx="685" cy="918"/>
                        </a:xfrm>
                      </p:grpSpPr>
                      <p:grpSp>
                        <p:nvGrpSpPr>
                          <p:cNvPr id="161683" name="组合 161682"/>
                          <p:cNvGrpSpPr/>
                          <p:nvPr/>
                        </p:nvGrpSpPr>
                        <p:grpSpPr>
                          <a:xfrm>
                            <a:off x="1824" y="1968"/>
                            <a:ext cx="343" cy="918"/>
                            <a:chOff x="2880" y="2112"/>
                            <a:chExt cx="2304" cy="2016"/>
                          </a:xfrm>
                        </p:grpSpPr>
                        <p:sp>
                          <p:nvSpPr>
                            <p:cNvPr id="161684" name="任意多边形 16168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85" name="任意多边形 16168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686" name="组合 161685"/>
                          <p:cNvGrpSpPr/>
                          <p:nvPr/>
                        </p:nvGrpSpPr>
                        <p:grpSpPr>
                          <a:xfrm>
                            <a:off x="2167" y="1968"/>
                            <a:ext cx="342" cy="918"/>
                            <a:chOff x="2880" y="2112"/>
                            <a:chExt cx="2304" cy="2016"/>
                          </a:xfrm>
                        </p:grpSpPr>
                        <p:sp>
                          <p:nvSpPr>
                            <p:cNvPr id="161687" name="任意多边形 16168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88" name="任意多边形 16168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689" name="组合 161688"/>
                      <p:cNvGrpSpPr/>
                      <p:nvPr/>
                    </p:nvGrpSpPr>
                    <p:grpSpPr>
                      <a:xfrm flipV="1">
                        <a:off x="2832" y="2832"/>
                        <a:ext cx="2496" cy="630"/>
                        <a:chOff x="1056" y="816"/>
                        <a:chExt cx="2496" cy="630"/>
                      </a:xfrm>
                    </p:grpSpPr>
                    <p:sp>
                      <p:nvSpPr>
                        <p:cNvPr id="161690" name="任意多边形 16168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691" name="组合 161690"/>
                        <p:cNvGrpSpPr/>
                        <p:nvPr/>
                      </p:nvGrpSpPr>
                      <p:grpSpPr>
                        <a:xfrm>
                          <a:off x="1056" y="816"/>
                          <a:ext cx="2016" cy="630"/>
                          <a:chOff x="1824" y="1968"/>
                          <a:chExt cx="685" cy="918"/>
                        </a:xfrm>
                      </p:grpSpPr>
                      <p:grpSp>
                        <p:nvGrpSpPr>
                          <p:cNvPr id="161692" name="组合 161691"/>
                          <p:cNvGrpSpPr/>
                          <p:nvPr/>
                        </p:nvGrpSpPr>
                        <p:grpSpPr>
                          <a:xfrm>
                            <a:off x="1824" y="1968"/>
                            <a:ext cx="343" cy="918"/>
                            <a:chOff x="2880" y="2112"/>
                            <a:chExt cx="2304" cy="2016"/>
                          </a:xfrm>
                        </p:grpSpPr>
                        <p:sp>
                          <p:nvSpPr>
                            <p:cNvPr id="161693" name="任意多边形 16169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94" name="任意多边形 16169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695" name="组合 161694"/>
                          <p:cNvGrpSpPr/>
                          <p:nvPr/>
                        </p:nvGrpSpPr>
                        <p:grpSpPr>
                          <a:xfrm>
                            <a:off x="2167" y="1968"/>
                            <a:ext cx="342" cy="918"/>
                            <a:chOff x="2880" y="2112"/>
                            <a:chExt cx="2304" cy="2016"/>
                          </a:xfrm>
                        </p:grpSpPr>
                        <p:sp>
                          <p:nvSpPr>
                            <p:cNvPr id="161696" name="任意多边形 16169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697" name="任意多边形 16169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698" name="直接连接符 16169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61699" name="组合 161698"/>
                <p:cNvGrpSpPr/>
                <p:nvPr/>
              </p:nvGrpSpPr>
              <p:grpSpPr>
                <a:xfrm flipH="1">
                  <a:off x="2352" y="3024"/>
                  <a:ext cx="1104" cy="288"/>
                  <a:chOff x="912" y="2928"/>
                  <a:chExt cx="1104" cy="288"/>
                </a:xfrm>
              </p:grpSpPr>
              <p:grpSp>
                <p:nvGrpSpPr>
                  <p:cNvPr id="161700" name="组合 161699"/>
                  <p:cNvGrpSpPr/>
                  <p:nvPr/>
                </p:nvGrpSpPr>
                <p:grpSpPr>
                  <a:xfrm>
                    <a:off x="912" y="2928"/>
                    <a:ext cx="1104" cy="144"/>
                    <a:chOff x="1872" y="2880"/>
                    <a:chExt cx="1104" cy="144"/>
                  </a:xfrm>
                </p:grpSpPr>
                <p:grpSp>
                  <p:nvGrpSpPr>
                    <p:cNvPr id="161701" name="组合 161700"/>
                    <p:cNvGrpSpPr/>
                    <p:nvPr/>
                  </p:nvGrpSpPr>
                  <p:grpSpPr>
                    <a:xfrm>
                      <a:off x="2016" y="2880"/>
                      <a:ext cx="960" cy="144"/>
                      <a:chOff x="336" y="2832"/>
                      <a:chExt cx="4992" cy="630"/>
                    </a:xfrm>
                  </p:grpSpPr>
                  <p:grpSp>
                    <p:nvGrpSpPr>
                      <p:cNvPr id="161702" name="组合 161701"/>
                      <p:cNvGrpSpPr/>
                      <p:nvPr/>
                    </p:nvGrpSpPr>
                    <p:grpSpPr>
                      <a:xfrm>
                        <a:off x="336" y="2832"/>
                        <a:ext cx="2496" cy="630"/>
                        <a:chOff x="1056" y="816"/>
                        <a:chExt cx="2496" cy="630"/>
                      </a:xfrm>
                    </p:grpSpPr>
                    <p:sp>
                      <p:nvSpPr>
                        <p:cNvPr id="161703" name="任意多边形 16170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704" name="组合 161703"/>
                        <p:cNvGrpSpPr/>
                        <p:nvPr/>
                      </p:nvGrpSpPr>
                      <p:grpSpPr>
                        <a:xfrm>
                          <a:off x="1056" y="816"/>
                          <a:ext cx="2016" cy="630"/>
                          <a:chOff x="1824" y="1968"/>
                          <a:chExt cx="685" cy="918"/>
                        </a:xfrm>
                      </p:grpSpPr>
                      <p:grpSp>
                        <p:nvGrpSpPr>
                          <p:cNvPr id="161705" name="组合 161704"/>
                          <p:cNvGrpSpPr/>
                          <p:nvPr/>
                        </p:nvGrpSpPr>
                        <p:grpSpPr>
                          <a:xfrm>
                            <a:off x="1824" y="1968"/>
                            <a:ext cx="343" cy="918"/>
                            <a:chOff x="2880" y="2112"/>
                            <a:chExt cx="2304" cy="2016"/>
                          </a:xfrm>
                        </p:grpSpPr>
                        <p:sp>
                          <p:nvSpPr>
                            <p:cNvPr id="161706" name="任意多边形 16170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07" name="任意多边形 16170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708" name="组合 161707"/>
                          <p:cNvGrpSpPr/>
                          <p:nvPr/>
                        </p:nvGrpSpPr>
                        <p:grpSpPr>
                          <a:xfrm>
                            <a:off x="2167" y="1968"/>
                            <a:ext cx="342" cy="918"/>
                            <a:chOff x="2880" y="2112"/>
                            <a:chExt cx="2304" cy="2016"/>
                          </a:xfrm>
                        </p:grpSpPr>
                        <p:sp>
                          <p:nvSpPr>
                            <p:cNvPr id="161709" name="任意多边形 16170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10" name="任意多边形 16170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711" name="组合 161710"/>
                      <p:cNvGrpSpPr/>
                      <p:nvPr/>
                    </p:nvGrpSpPr>
                    <p:grpSpPr>
                      <a:xfrm flipV="1">
                        <a:off x="2832" y="2832"/>
                        <a:ext cx="2496" cy="630"/>
                        <a:chOff x="1056" y="816"/>
                        <a:chExt cx="2496" cy="630"/>
                      </a:xfrm>
                    </p:grpSpPr>
                    <p:sp>
                      <p:nvSpPr>
                        <p:cNvPr id="161712" name="任意多边形 16171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713" name="组合 161712"/>
                        <p:cNvGrpSpPr/>
                        <p:nvPr/>
                      </p:nvGrpSpPr>
                      <p:grpSpPr>
                        <a:xfrm>
                          <a:off x="1056" y="816"/>
                          <a:ext cx="2016" cy="630"/>
                          <a:chOff x="1824" y="1968"/>
                          <a:chExt cx="685" cy="918"/>
                        </a:xfrm>
                      </p:grpSpPr>
                      <p:grpSp>
                        <p:nvGrpSpPr>
                          <p:cNvPr id="161714" name="组合 161713"/>
                          <p:cNvGrpSpPr/>
                          <p:nvPr/>
                        </p:nvGrpSpPr>
                        <p:grpSpPr>
                          <a:xfrm>
                            <a:off x="1824" y="1968"/>
                            <a:ext cx="343" cy="918"/>
                            <a:chOff x="2880" y="2112"/>
                            <a:chExt cx="2304" cy="2016"/>
                          </a:xfrm>
                        </p:grpSpPr>
                        <p:sp>
                          <p:nvSpPr>
                            <p:cNvPr id="161715" name="任意多边形 16171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16" name="任意多边形 16171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717" name="组合 161716"/>
                          <p:cNvGrpSpPr/>
                          <p:nvPr/>
                        </p:nvGrpSpPr>
                        <p:grpSpPr>
                          <a:xfrm>
                            <a:off x="2167" y="1968"/>
                            <a:ext cx="342" cy="918"/>
                            <a:chOff x="2880" y="2112"/>
                            <a:chExt cx="2304" cy="2016"/>
                          </a:xfrm>
                        </p:grpSpPr>
                        <p:sp>
                          <p:nvSpPr>
                            <p:cNvPr id="161718" name="任意多边形 16171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19" name="任意多边形 16171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720" name="直接连接符 16171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721" name="组合 161720"/>
                  <p:cNvGrpSpPr/>
                  <p:nvPr/>
                </p:nvGrpSpPr>
                <p:grpSpPr>
                  <a:xfrm>
                    <a:off x="912" y="3072"/>
                    <a:ext cx="1104" cy="144"/>
                    <a:chOff x="1872" y="2880"/>
                    <a:chExt cx="1104" cy="144"/>
                  </a:xfrm>
                </p:grpSpPr>
                <p:grpSp>
                  <p:nvGrpSpPr>
                    <p:cNvPr id="161722" name="组合 161721"/>
                    <p:cNvGrpSpPr/>
                    <p:nvPr/>
                  </p:nvGrpSpPr>
                  <p:grpSpPr>
                    <a:xfrm>
                      <a:off x="2016" y="2880"/>
                      <a:ext cx="960" cy="144"/>
                      <a:chOff x="336" y="2832"/>
                      <a:chExt cx="4992" cy="630"/>
                    </a:xfrm>
                  </p:grpSpPr>
                  <p:grpSp>
                    <p:nvGrpSpPr>
                      <p:cNvPr id="161723" name="组合 161722"/>
                      <p:cNvGrpSpPr/>
                      <p:nvPr/>
                    </p:nvGrpSpPr>
                    <p:grpSpPr>
                      <a:xfrm>
                        <a:off x="336" y="2832"/>
                        <a:ext cx="2496" cy="630"/>
                        <a:chOff x="1056" y="816"/>
                        <a:chExt cx="2496" cy="630"/>
                      </a:xfrm>
                    </p:grpSpPr>
                    <p:sp>
                      <p:nvSpPr>
                        <p:cNvPr id="161724" name="任意多边形 16172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725" name="组合 161724"/>
                        <p:cNvGrpSpPr/>
                        <p:nvPr/>
                      </p:nvGrpSpPr>
                      <p:grpSpPr>
                        <a:xfrm>
                          <a:off x="1056" y="816"/>
                          <a:ext cx="2016" cy="630"/>
                          <a:chOff x="1824" y="1968"/>
                          <a:chExt cx="685" cy="918"/>
                        </a:xfrm>
                      </p:grpSpPr>
                      <p:grpSp>
                        <p:nvGrpSpPr>
                          <p:cNvPr id="161726" name="组合 161725"/>
                          <p:cNvGrpSpPr/>
                          <p:nvPr/>
                        </p:nvGrpSpPr>
                        <p:grpSpPr>
                          <a:xfrm>
                            <a:off x="1824" y="1968"/>
                            <a:ext cx="343" cy="918"/>
                            <a:chOff x="2880" y="2112"/>
                            <a:chExt cx="2304" cy="2016"/>
                          </a:xfrm>
                        </p:grpSpPr>
                        <p:sp>
                          <p:nvSpPr>
                            <p:cNvPr id="161727" name="任意多边形 16172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28" name="任意多边形 16172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729" name="组合 161728"/>
                          <p:cNvGrpSpPr/>
                          <p:nvPr/>
                        </p:nvGrpSpPr>
                        <p:grpSpPr>
                          <a:xfrm>
                            <a:off x="2167" y="1968"/>
                            <a:ext cx="342" cy="918"/>
                            <a:chOff x="2880" y="2112"/>
                            <a:chExt cx="2304" cy="2016"/>
                          </a:xfrm>
                        </p:grpSpPr>
                        <p:sp>
                          <p:nvSpPr>
                            <p:cNvPr id="161730" name="任意多边形 16172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31" name="任意多边形 16173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732" name="组合 161731"/>
                      <p:cNvGrpSpPr/>
                      <p:nvPr/>
                    </p:nvGrpSpPr>
                    <p:grpSpPr>
                      <a:xfrm flipV="1">
                        <a:off x="2832" y="2832"/>
                        <a:ext cx="2496" cy="630"/>
                        <a:chOff x="1056" y="816"/>
                        <a:chExt cx="2496" cy="630"/>
                      </a:xfrm>
                    </p:grpSpPr>
                    <p:sp>
                      <p:nvSpPr>
                        <p:cNvPr id="161733" name="任意多边形 16173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734" name="组合 161733"/>
                        <p:cNvGrpSpPr/>
                        <p:nvPr/>
                      </p:nvGrpSpPr>
                      <p:grpSpPr>
                        <a:xfrm>
                          <a:off x="1056" y="816"/>
                          <a:ext cx="2016" cy="630"/>
                          <a:chOff x="1824" y="1968"/>
                          <a:chExt cx="685" cy="918"/>
                        </a:xfrm>
                      </p:grpSpPr>
                      <p:grpSp>
                        <p:nvGrpSpPr>
                          <p:cNvPr id="161735" name="组合 161734"/>
                          <p:cNvGrpSpPr/>
                          <p:nvPr/>
                        </p:nvGrpSpPr>
                        <p:grpSpPr>
                          <a:xfrm>
                            <a:off x="1824" y="1968"/>
                            <a:ext cx="343" cy="918"/>
                            <a:chOff x="2880" y="2112"/>
                            <a:chExt cx="2304" cy="2016"/>
                          </a:xfrm>
                        </p:grpSpPr>
                        <p:sp>
                          <p:nvSpPr>
                            <p:cNvPr id="161736" name="任意多边形 16173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37" name="任意多边形 16173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738" name="组合 161737"/>
                          <p:cNvGrpSpPr/>
                          <p:nvPr/>
                        </p:nvGrpSpPr>
                        <p:grpSpPr>
                          <a:xfrm>
                            <a:off x="2167" y="1968"/>
                            <a:ext cx="342" cy="918"/>
                            <a:chOff x="2880" y="2112"/>
                            <a:chExt cx="2304" cy="2016"/>
                          </a:xfrm>
                        </p:grpSpPr>
                        <p:sp>
                          <p:nvSpPr>
                            <p:cNvPr id="161739" name="任意多边形 16173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40" name="任意多边形 16173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741" name="直接连接符 161740"/>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nvGrpSpPr>
            <p:cNvPr id="161742" name="组合 161741"/>
            <p:cNvGrpSpPr/>
            <p:nvPr/>
          </p:nvGrpSpPr>
          <p:grpSpPr>
            <a:xfrm>
              <a:off x="720" y="3405"/>
              <a:ext cx="1092" cy="435"/>
              <a:chOff x="3888" y="2784"/>
              <a:chExt cx="1104" cy="1152"/>
            </a:xfrm>
          </p:grpSpPr>
          <p:grpSp>
            <p:nvGrpSpPr>
              <p:cNvPr id="161743" name="组合 161742"/>
              <p:cNvGrpSpPr/>
              <p:nvPr/>
            </p:nvGrpSpPr>
            <p:grpSpPr>
              <a:xfrm>
                <a:off x="3888" y="2784"/>
                <a:ext cx="1104" cy="576"/>
                <a:chOff x="2352" y="3024"/>
                <a:chExt cx="1104" cy="576"/>
              </a:xfrm>
            </p:grpSpPr>
            <p:grpSp>
              <p:nvGrpSpPr>
                <p:cNvPr id="161744" name="组合 161743"/>
                <p:cNvGrpSpPr/>
                <p:nvPr/>
              </p:nvGrpSpPr>
              <p:grpSpPr>
                <a:xfrm flipH="1">
                  <a:off x="2352" y="3312"/>
                  <a:ext cx="1104" cy="288"/>
                  <a:chOff x="912" y="2928"/>
                  <a:chExt cx="1104" cy="288"/>
                </a:xfrm>
              </p:grpSpPr>
              <p:grpSp>
                <p:nvGrpSpPr>
                  <p:cNvPr id="161745" name="组合 161744"/>
                  <p:cNvGrpSpPr/>
                  <p:nvPr/>
                </p:nvGrpSpPr>
                <p:grpSpPr>
                  <a:xfrm>
                    <a:off x="912" y="2928"/>
                    <a:ext cx="1104" cy="144"/>
                    <a:chOff x="1872" y="2880"/>
                    <a:chExt cx="1104" cy="144"/>
                  </a:xfrm>
                </p:grpSpPr>
                <p:grpSp>
                  <p:nvGrpSpPr>
                    <p:cNvPr id="161746" name="组合 161745"/>
                    <p:cNvGrpSpPr/>
                    <p:nvPr/>
                  </p:nvGrpSpPr>
                  <p:grpSpPr>
                    <a:xfrm>
                      <a:off x="2016" y="2880"/>
                      <a:ext cx="960" cy="144"/>
                      <a:chOff x="336" y="2832"/>
                      <a:chExt cx="4992" cy="630"/>
                    </a:xfrm>
                  </p:grpSpPr>
                  <p:grpSp>
                    <p:nvGrpSpPr>
                      <p:cNvPr id="161747" name="组合 161746"/>
                      <p:cNvGrpSpPr/>
                      <p:nvPr/>
                    </p:nvGrpSpPr>
                    <p:grpSpPr>
                      <a:xfrm>
                        <a:off x="336" y="2832"/>
                        <a:ext cx="2496" cy="630"/>
                        <a:chOff x="1056" y="816"/>
                        <a:chExt cx="2496" cy="630"/>
                      </a:xfrm>
                    </p:grpSpPr>
                    <p:sp>
                      <p:nvSpPr>
                        <p:cNvPr id="161748" name="任意多边形 16174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749" name="组合 161748"/>
                        <p:cNvGrpSpPr/>
                        <p:nvPr/>
                      </p:nvGrpSpPr>
                      <p:grpSpPr>
                        <a:xfrm>
                          <a:off x="1056" y="816"/>
                          <a:ext cx="2016" cy="630"/>
                          <a:chOff x="1824" y="1968"/>
                          <a:chExt cx="685" cy="918"/>
                        </a:xfrm>
                      </p:grpSpPr>
                      <p:grpSp>
                        <p:nvGrpSpPr>
                          <p:cNvPr id="161750" name="组合 161749"/>
                          <p:cNvGrpSpPr/>
                          <p:nvPr/>
                        </p:nvGrpSpPr>
                        <p:grpSpPr>
                          <a:xfrm>
                            <a:off x="1824" y="1968"/>
                            <a:ext cx="343" cy="918"/>
                            <a:chOff x="2880" y="2112"/>
                            <a:chExt cx="2304" cy="2016"/>
                          </a:xfrm>
                        </p:grpSpPr>
                        <p:sp>
                          <p:nvSpPr>
                            <p:cNvPr id="161751" name="任意多边形 16175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52" name="任意多边形 16175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753" name="组合 161752"/>
                          <p:cNvGrpSpPr/>
                          <p:nvPr/>
                        </p:nvGrpSpPr>
                        <p:grpSpPr>
                          <a:xfrm>
                            <a:off x="2167" y="1968"/>
                            <a:ext cx="342" cy="918"/>
                            <a:chOff x="2880" y="2112"/>
                            <a:chExt cx="2304" cy="2016"/>
                          </a:xfrm>
                        </p:grpSpPr>
                        <p:sp>
                          <p:nvSpPr>
                            <p:cNvPr id="161754" name="任意多边形 16175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55" name="任意多边形 16175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756" name="组合 161755"/>
                      <p:cNvGrpSpPr/>
                      <p:nvPr/>
                    </p:nvGrpSpPr>
                    <p:grpSpPr>
                      <a:xfrm flipV="1">
                        <a:off x="2832" y="2832"/>
                        <a:ext cx="2496" cy="630"/>
                        <a:chOff x="1056" y="816"/>
                        <a:chExt cx="2496" cy="630"/>
                      </a:xfrm>
                    </p:grpSpPr>
                    <p:sp>
                      <p:nvSpPr>
                        <p:cNvPr id="161757" name="任意多边形 16175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758" name="组合 161757"/>
                        <p:cNvGrpSpPr/>
                        <p:nvPr/>
                      </p:nvGrpSpPr>
                      <p:grpSpPr>
                        <a:xfrm>
                          <a:off x="1056" y="816"/>
                          <a:ext cx="2016" cy="630"/>
                          <a:chOff x="1824" y="1968"/>
                          <a:chExt cx="685" cy="918"/>
                        </a:xfrm>
                      </p:grpSpPr>
                      <p:grpSp>
                        <p:nvGrpSpPr>
                          <p:cNvPr id="161759" name="组合 161758"/>
                          <p:cNvGrpSpPr/>
                          <p:nvPr/>
                        </p:nvGrpSpPr>
                        <p:grpSpPr>
                          <a:xfrm>
                            <a:off x="1824" y="1968"/>
                            <a:ext cx="343" cy="918"/>
                            <a:chOff x="2880" y="2112"/>
                            <a:chExt cx="2304" cy="2016"/>
                          </a:xfrm>
                        </p:grpSpPr>
                        <p:sp>
                          <p:nvSpPr>
                            <p:cNvPr id="161760" name="任意多边形 16175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61" name="任意多边形 16176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762" name="组合 161761"/>
                          <p:cNvGrpSpPr/>
                          <p:nvPr/>
                        </p:nvGrpSpPr>
                        <p:grpSpPr>
                          <a:xfrm>
                            <a:off x="2167" y="1968"/>
                            <a:ext cx="342" cy="918"/>
                            <a:chOff x="2880" y="2112"/>
                            <a:chExt cx="2304" cy="2016"/>
                          </a:xfrm>
                        </p:grpSpPr>
                        <p:sp>
                          <p:nvSpPr>
                            <p:cNvPr id="161763" name="任意多边形 16176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64" name="任意多边形 16176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765" name="直接连接符 16176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766" name="组合 161765"/>
                  <p:cNvGrpSpPr/>
                  <p:nvPr/>
                </p:nvGrpSpPr>
                <p:grpSpPr>
                  <a:xfrm>
                    <a:off x="912" y="3072"/>
                    <a:ext cx="1104" cy="144"/>
                    <a:chOff x="1872" y="2880"/>
                    <a:chExt cx="1104" cy="144"/>
                  </a:xfrm>
                </p:grpSpPr>
                <p:grpSp>
                  <p:nvGrpSpPr>
                    <p:cNvPr id="161767" name="组合 161766"/>
                    <p:cNvGrpSpPr/>
                    <p:nvPr/>
                  </p:nvGrpSpPr>
                  <p:grpSpPr>
                    <a:xfrm>
                      <a:off x="2016" y="2880"/>
                      <a:ext cx="960" cy="144"/>
                      <a:chOff x="336" y="2832"/>
                      <a:chExt cx="4992" cy="630"/>
                    </a:xfrm>
                  </p:grpSpPr>
                  <p:grpSp>
                    <p:nvGrpSpPr>
                      <p:cNvPr id="161768" name="组合 161767"/>
                      <p:cNvGrpSpPr/>
                      <p:nvPr/>
                    </p:nvGrpSpPr>
                    <p:grpSpPr>
                      <a:xfrm>
                        <a:off x="336" y="2832"/>
                        <a:ext cx="2496" cy="630"/>
                        <a:chOff x="1056" y="816"/>
                        <a:chExt cx="2496" cy="630"/>
                      </a:xfrm>
                    </p:grpSpPr>
                    <p:sp>
                      <p:nvSpPr>
                        <p:cNvPr id="161769" name="任意多边形 16176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770" name="组合 161769"/>
                        <p:cNvGrpSpPr/>
                        <p:nvPr/>
                      </p:nvGrpSpPr>
                      <p:grpSpPr>
                        <a:xfrm>
                          <a:off x="1056" y="816"/>
                          <a:ext cx="2016" cy="630"/>
                          <a:chOff x="1824" y="1968"/>
                          <a:chExt cx="685" cy="918"/>
                        </a:xfrm>
                      </p:grpSpPr>
                      <p:grpSp>
                        <p:nvGrpSpPr>
                          <p:cNvPr id="161771" name="组合 161770"/>
                          <p:cNvGrpSpPr/>
                          <p:nvPr/>
                        </p:nvGrpSpPr>
                        <p:grpSpPr>
                          <a:xfrm>
                            <a:off x="1824" y="1968"/>
                            <a:ext cx="343" cy="918"/>
                            <a:chOff x="2880" y="2112"/>
                            <a:chExt cx="2304" cy="2016"/>
                          </a:xfrm>
                        </p:grpSpPr>
                        <p:sp>
                          <p:nvSpPr>
                            <p:cNvPr id="161772" name="任意多边形 16177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73" name="任意多边形 16177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774" name="组合 161773"/>
                          <p:cNvGrpSpPr/>
                          <p:nvPr/>
                        </p:nvGrpSpPr>
                        <p:grpSpPr>
                          <a:xfrm>
                            <a:off x="2167" y="1968"/>
                            <a:ext cx="342" cy="918"/>
                            <a:chOff x="2880" y="2112"/>
                            <a:chExt cx="2304" cy="2016"/>
                          </a:xfrm>
                        </p:grpSpPr>
                        <p:sp>
                          <p:nvSpPr>
                            <p:cNvPr id="161775" name="任意多边形 16177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76" name="任意多边形 16177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777" name="组合 161776"/>
                      <p:cNvGrpSpPr/>
                      <p:nvPr/>
                    </p:nvGrpSpPr>
                    <p:grpSpPr>
                      <a:xfrm flipV="1">
                        <a:off x="2832" y="2832"/>
                        <a:ext cx="2496" cy="630"/>
                        <a:chOff x="1056" y="816"/>
                        <a:chExt cx="2496" cy="630"/>
                      </a:xfrm>
                    </p:grpSpPr>
                    <p:sp>
                      <p:nvSpPr>
                        <p:cNvPr id="161778" name="任意多边形 16177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779" name="组合 161778"/>
                        <p:cNvGrpSpPr/>
                        <p:nvPr/>
                      </p:nvGrpSpPr>
                      <p:grpSpPr>
                        <a:xfrm>
                          <a:off x="1056" y="816"/>
                          <a:ext cx="2016" cy="630"/>
                          <a:chOff x="1824" y="1968"/>
                          <a:chExt cx="685" cy="918"/>
                        </a:xfrm>
                      </p:grpSpPr>
                      <p:grpSp>
                        <p:nvGrpSpPr>
                          <p:cNvPr id="161780" name="组合 161779"/>
                          <p:cNvGrpSpPr/>
                          <p:nvPr/>
                        </p:nvGrpSpPr>
                        <p:grpSpPr>
                          <a:xfrm>
                            <a:off x="1824" y="1968"/>
                            <a:ext cx="343" cy="918"/>
                            <a:chOff x="2880" y="2112"/>
                            <a:chExt cx="2304" cy="2016"/>
                          </a:xfrm>
                        </p:grpSpPr>
                        <p:sp>
                          <p:nvSpPr>
                            <p:cNvPr id="161781" name="任意多边形 16178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82" name="任意多边形 16178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783" name="组合 161782"/>
                          <p:cNvGrpSpPr/>
                          <p:nvPr/>
                        </p:nvGrpSpPr>
                        <p:grpSpPr>
                          <a:xfrm>
                            <a:off x="2167" y="1968"/>
                            <a:ext cx="342" cy="918"/>
                            <a:chOff x="2880" y="2112"/>
                            <a:chExt cx="2304" cy="2016"/>
                          </a:xfrm>
                        </p:grpSpPr>
                        <p:sp>
                          <p:nvSpPr>
                            <p:cNvPr id="161784" name="任意多边形 16178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85" name="任意多边形 16178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786" name="直接连接符 16178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61787" name="组合 161786"/>
                <p:cNvGrpSpPr/>
                <p:nvPr/>
              </p:nvGrpSpPr>
              <p:grpSpPr>
                <a:xfrm flipH="1">
                  <a:off x="2352" y="3024"/>
                  <a:ext cx="1104" cy="288"/>
                  <a:chOff x="912" y="2928"/>
                  <a:chExt cx="1104" cy="288"/>
                </a:xfrm>
              </p:grpSpPr>
              <p:grpSp>
                <p:nvGrpSpPr>
                  <p:cNvPr id="161788" name="组合 161787"/>
                  <p:cNvGrpSpPr/>
                  <p:nvPr/>
                </p:nvGrpSpPr>
                <p:grpSpPr>
                  <a:xfrm>
                    <a:off x="912" y="2928"/>
                    <a:ext cx="1104" cy="144"/>
                    <a:chOff x="1872" y="2880"/>
                    <a:chExt cx="1104" cy="144"/>
                  </a:xfrm>
                </p:grpSpPr>
                <p:grpSp>
                  <p:nvGrpSpPr>
                    <p:cNvPr id="161789" name="组合 161788"/>
                    <p:cNvGrpSpPr/>
                    <p:nvPr/>
                  </p:nvGrpSpPr>
                  <p:grpSpPr>
                    <a:xfrm>
                      <a:off x="2016" y="2880"/>
                      <a:ext cx="960" cy="144"/>
                      <a:chOff x="336" y="2832"/>
                      <a:chExt cx="4992" cy="630"/>
                    </a:xfrm>
                  </p:grpSpPr>
                  <p:grpSp>
                    <p:nvGrpSpPr>
                      <p:cNvPr id="161790" name="组合 161789"/>
                      <p:cNvGrpSpPr/>
                      <p:nvPr/>
                    </p:nvGrpSpPr>
                    <p:grpSpPr>
                      <a:xfrm>
                        <a:off x="336" y="2832"/>
                        <a:ext cx="2496" cy="630"/>
                        <a:chOff x="1056" y="816"/>
                        <a:chExt cx="2496" cy="630"/>
                      </a:xfrm>
                    </p:grpSpPr>
                    <p:sp>
                      <p:nvSpPr>
                        <p:cNvPr id="161791" name="任意多边形 16179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792" name="组合 161791"/>
                        <p:cNvGrpSpPr/>
                        <p:nvPr/>
                      </p:nvGrpSpPr>
                      <p:grpSpPr>
                        <a:xfrm>
                          <a:off x="1056" y="816"/>
                          <a:ext cx="2016" cy="630"/>
                          <a:chOff x="1824" y="1968"/>
                          <a:chExt cx="685" cy="918"/>
                        </a:xfrm>
                      </p:grpSpPr>
                      <p:grpSp>
                        <p:nvGrpSpPr>
                          <p:cNvPr id="161793" name="组合 161792"/>
                          <p:cNvGrpSpPr/>
                          <p:nvPr/>
                        </p:nvGrpSpPr>
                        <p:grpSpPr>
                          <a:xfrm>
                            <a:off x="1824" y="1968"/>
                            <a:ext cx="343" cy="918"/>
                            <a:chOff x="2880" y="2112"/>
                            <a:chExt cx="2304" cy="2016"/>
                          </a:xfrm>
                        </p:grpSpPr>
                        <p:sp>
                          <p:nvSpPr>
                            <p:cNvPr id="161794" name="任意多边形 16179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95" name="任意多边形 16179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796" name="组合 161795"/>
                          <p:cNvGrpSpPr/>
                          <p:nvPr/>
                        </p:nvGrpSpPr>
                        <p:grpSpPr>
                          <a:xfrm>
                            <a:off x="2167" y="1968"/>
                            <a:ext cx="342" cy="918"/>
                            <a:chOff x="2880" y="2112"/>
                            <a:chExt cx="2304" cy="2016"/>
                          </a:xfrm>
                        </p:grpSpPr>
                        <p:sp>
                          <p:nvSpPr>
                            <p:cNvPr id="161797" name="任意多边形 16179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798" name="任意多边形 16179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799" name="组合 161798"/>
                      <p:cNvGrpSpPr/>
                      <p:nvPr/>
                    </p:nvGrpSpPr>
                    <p:grpSpPr>
                      <a:xfrm flipV="1">
                        <a:off x="2832" y="2832"/>
                        <a:ext cx="2496" cy="630"/>
                        <a:chOff x="1056" y="816"/>
                        <a:chExt cx="2496" cy="630"/>
                      </a:xfrm>
                    </p:grpSpPr>
                    <p:sp>
                      <p:nvSpPr>
                        <p:cNvPr id="161800" name="任意多边形 161799"/>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801" name="组合 161800"/>
                        <p:cNvGrpSpPr/>
                        <p:nvPr/>
                      </p:nvGrpSpPr>
                      <p:grpSpPr>
                        <a:xfrm>
                          <a:off x="1056" y="816"/>
                          <a:ext cx="2016" cy="630"/>
                          <a:chOff x="1824" y="1968"/>
                          <a:chExt cx="685" cy="918"/>
                        </a:xfrm>
                      </p:grpSpPr>
                      <p:grpSp>
                        <p:nvGrpSpPr>
                          <p:cNvPr id="161802" name="组合 161801"/>
                          <p:cNvGrpSpPr/>
                          <p:nvPr/>
                        </p:nvGrpSpPr>
                        <p:grpSpPr>
                          <a:xfrm>
                            <a:off x="1824" y="1968"/>
                            <a:ext cx="343" cy="918"/>
                            <a:chOff x="2880" y="2112"/>
                            <a:chExt cx="2304" cy="2016"/>
                          </a:xfrm>
                        </p:grpSpPr>
                        <p:sp>
                          <p:nvSpPr>
                            <p:cNvPr id="161803" name="任意多边形 16180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04" name="任意多边形 16180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805" name="组合 161804"/>
                          <p:cNvGrpSpPr/>
                          <p:nvPr/>
                        </p:nvGrpSpPr>
                        <p:grpSpPr>
                          <a:xfrm>
                            <a:off x="2167" y="1968"/>
                            <a:ext cx="342" cy="918"/>
                            <a:chOff x="2880" y="2112"/>
                            <a:chExt cx="2304" cy="2016"/>
                          </a:xfrm>
                        </p:grpSpPr>
                        <p:sp>
                          <p:nvSpPr>
                            <p:cNvPr id="161806" name="任意多边形 16180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07" name="任意多边形 16180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808" name="直接连接符 161807"/>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809" name="组合 161808"/>
                  <p:cNvGrpSpPr/>
                  <p:nvPr/>
                </p:nvGrpSpPr>
                <p:grpSpPr>
                  <a:xfrm>
                    <a:off x="912" y="3072"/>
                    <a:ext cx="1104" cy="144"/>
                    <a:chOff x="1872" y="2880"/>
                    <a:chExt cx="1104" cy="144"/>
                  </a:xfrm>
                </p:grpSpPr>
                <p:grpSp>
                  <p:nvGrpSpPr>
                    <p:cNvPr id="161810" name="组合 161809"/>
                    <p:cNvGrpSpPr/>
                    <p:nvPr/>
                  </p:nvGrpSpPr>
                  <p:grpSpPr>
                    <a:xfrm>
                      <a:off x="2016" y="2880"/>
                      <a:ext cx="960" cy="144"/>
                      <a:chOff x="336" y="2832"/>
                      <a:chExt cx="4992" cy="630"/>
                    </a:xfrm>
                  </p:grpSpPr>
                  <p:grpSp>
                    <p:nvGrpSpPr>
                      <p:cNvPr id="161811" name="组合 161810"/>
                      <p:cNvGrpSpPr/>
                      <p:nvPr/>
                    </p:nvGrpSpPr>
                    <p:grpSpPr>
                      <a:xfrm>
                        <a:off x="336" y="2832"/>
                        <a:ext cx="2496" cy="630"/>
                        <a:chOff x="1056" y="816"/>
                        <a:chExt cx="2496" cy="630"/>
                      </a:xfrm>
                    </p:grpSpPr>
                    <p:sp>
                      <p:nvSpPr>
                        <p:cNvPr id="161812" name="任意多边形 16181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813" name="组合 161812"/>
                        <p:cNvGrpSpPr/>
                        <p:nvPr/>
                      </p:nvGrpSpPr>
                      <p:grpSpPr>
                        <a:xfrm>
                          <a:off x="1056" y="816"/>
                          <a:ext cx="2016" cy="630"/>
                          <a:chOff x="1824" y="1968"/>
                          <a:chExt cx="685" cy="918"/>
                        </a:xfrm>
                      </p:grpSpPr>
                      <p:grpSp>
                        <p:nvGrpSpPr>
                          <p:cNvPr id="161814" name="组合 161813"/>
                          <p:cNvGrpSpPr/>
                          <p:nvPr/>
                        </p:nvGrpSpPr>
                        <p:grpSpPr>
                          <a:xfrm>
                            <a:off x="1824" y="1968"/>
                            <a:ext cx="343" cy="918"/>
                            <a:chOff x="2880" y="2112"/>
                            <a:chExt cx="2304" cy="2016"/>
                          </a:xfrm>
                        </p:grpSpPr>
                        <p:sp>
                          <p:nvSpPr>
                            <p:cNvPr id="161815" name="任意多边形 16181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16" name="任意多边形 16181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817" name="组合 161816"/>
                          <p:cNvGrpSpPr/>
                          <p:nvPr/>
                        </p:nvGrpSpPr>
                        <p:grpSpPr>
                          <a:xfrm>
                            <a:off x="2167" y="1968"/>
                            <a:ext cx="342" cy="918"/>
                            <a:chOff x="2880" y="2112"/>
                            <a:chExt cx="2304" cy="2016"/>
                          </a:xfrm>
                        </p:grpSpPr>
                        <p:sp>
                          <p:nvSpPr>
                            <p:cNvPr id="161818" name="任意多边形 16181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19" name="任意多边形 16181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820" name="组合 161819"/>
                      <p:cNvGrpSpPr/>
                      <p:nvPr/>
                    </p:nvGrpSpPr>
                    <p:grpSpPr>
                      <a:xfrm flipV="1">
                        <a:off x="2832" y="2832"/>
                        <a:ext cx="2496" cy="630"/>
                        <a:chOff x="1056" y="816"/>
                        <a:chExt cx="2496" cy="630"/>
                      </a:xfrm>
                    </p:grpSpPr>
                    <p:sp>
                      <p:nvSpPr>
                        <p:cNvPr id="161821" name="任意多边形 16182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822" name="组合 161821"/>
                        <p:cNvGrpSpPr/>
                        <p:nvPr/>
                      </p:nvGrpSpPr>
                      <p:grpSpPr>
                        <a:xfrm>
                          <a:off x="1056" y="816"/>
                          <a:ext cx="2016" cy="630"/>
                          <a:chOff x="1824" y="1968"/>
                          <a:chExt cx="685" cy="918"/>
                        </a:xfrm>
                      </p:grpSpPr>
                      <p:grpSp>
                        <p:nvGrpSpPr>
                          <p:cNvPr id="161823" name="组合 161822"/>
                          <p:cNvGrpSpPr/>
                          <p:nvPr/>
                        </p:nvGrpSpPr>
                        <p:grpSpPr>
                          <a:xfrm>
                            <a:off x="1824" y="1968"/>
                            <a:ext cx="343" cy="918"/>
                            <a:chOff x="2880" y="2112"/>
                            <a:chExt cx="2304" cy="2016"/>
                          </a:xfrm>
                        </p:grpSpPr>
                        <p:sp>
                          <p:nvSpPr>
                            <p:cNvPr id="161824" name="任意多边形 16182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25" name="任意多边形 16182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826" name="组合 161825"/>
                          <p:cNvGrpSpPr/>
                          <p:nvPr/>
                        </p:nvGrpSpPr>
                        <p:grpSpPr>
                          <a:xfrm>
                            <a:off x="2167" y="1968"/>
                            <a:ext cx="342" cy="918"/>
                            <a:chOff x="2880" y="2112"/>
                            <a:chExt cx="2304" cy="2016"/>
                          </a:xfrm>
                        </p:grpSpPr>
                        <p:sp>
                          <p:nvSpPr>
                            <p:cNvPr id="161827" name="任意多边形 16182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28" name="任意多边形 16182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829" name="直接连接符 16182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nvGrpSpPr>
              <p:cNvPr id="161830" name="组合 161829"/>
              <p:cNvGrpSpPr/>
              <p:nvPr/>
            </p:nvGrpSpPr>
            <p:grpSpPr>
              <a:xfrm>
                <a:off x="3888" y="3360"/>
                <a:ext cx="1104" cy="576"/>
                <a:chOff x="2352" y="3024"/>
                <a:chExt cx="1104" cy="576"/>
              </a:xfrm>
            </p:grpSpPr>
            <p:grpSp>
              <p:nvGrpSpPr>
                <p:cNvPr id="161831" name="组合 161830"/>
                <p:cNvGrpSpPr/>
                <p:nvPr/>
              </p:nvGrpSpPr>
              <p:grpSpPr>
                <a:xfrm flipH="1">
                  <a:off x="2352" y="3312"/>
                  <a:ext cx="1104" cy="288"/>
                  <a:chOff x="912" y="2928"/>
                  <a:chExt cx="1104" cy="288"/>
                </a:xfrm>
              </p:grpSpPr>
              <p:grpSp>
                <p:nvGrpSpPr>
                  <p:cNvPr id="161832" name="组合 161831"/>
                  <p:cNvGrpSpPr/>
                  <p:nvPr/>
                </p:nvGrpSpPr>
                <p:grpSpPr>
                  <a:xfrm>
                    <a:off x="912" y="2928"/>
                    <a:ext cx="1104" cy="144"/>
                    <a:chOff x="1872" y="2880"/>
                    <a:chExt cx="1104" cy="144"/>
                  </a:xfrm>
                </p:grpSpPr>
                <p:grpSp>
                  <p:nvGrpSpPr>
                    <p:cNvPr id="161833" name="组合 161832"/>
                    <p:cNvGrpSpPr/>
                    <p:nvPr/>
                  </p:nvGrpSpPr>
                  <p:grpSpPr>
                    <a:xfrm>
                      <a:off x="2016" y="2880"/>
                      <a:ext cx="960" cy="144"/>
                      <a:chOff x="336" y="2832"/>
                      <a:chExt cx="4992" cy="630"/>
                    </a:xfrm>
                  </p:grpSpPr>
                  <p:grpSp>
                    <p:nvGrpSpPr>
                      <p:cNvPr id="161834" name="组合 161833"/>
                      <p:cNvGrpSpPr/>
                      <p:nvPr/>
                    </p:nvGrpSpPr>
                    <p:grpSpPr>
                      <a:xfrm>
                        <a:off x="336" y="2832"/>
                        <a:ext cx="2496" cy="630"/>
                        <a:chOff x="1056" y="816"/>
                        <a:chExt cx="2496" cy="630"/>
                      </a:xfrm>
                    </p:grpSpPr>
                    <p:sp>
                      <p:nvSpPr>
                        <p:cNvPr id="161835" name="任意多边形 16183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836" name="组合 161835"/>
                        <p:cNvGrpSpPr/>
                        <p:nvPr/>
                      </p:nvGrpSpPr>
                      <p:grpSpPr>
                        <a:xfrm>
                          <a:off x="1056" y="816"/>
                          <a:ext cx="2016" cy="630"/>
                          <a:chOff x="1824" y="1968"/>
                          <a:chExt cx="685" cy="918"/>
                        </a:xfrm>
                      </p:grpSpPr>
                      <p:grpSp>
                        <p:nvGrpSpPr>
                          <p:cNvPr id="161837" name="组合 161836"/>
                          <p:cNvGrpSpPr/>
                          <p:nvPr/>
                        </p:nvGrpSpPr>
                        <p:grpSpPr>
                          <a:xfrm>
                            <a:off x="1824" y="1968"/>
                            <a:ext cx="343" cy="918"/>
                            <a:chOff x="2880" y="2112"/>
                            <a:chExt cx="2304" cy="2016"/>
                          </a:xfrm>
                        </p:grpSpPr>
                        <p:sp>
                          <p:nvSpPr>
                            <p:cNvPr id="161838" name="任意多边形 16183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39" name="任意多边形 16183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840" name="组合 161839"/>
                          <p:cNvGrpSpPr/>
                          <p:nvPr/>
                        </p:nvGrpSpPr>
                        <p:grpSpPr>
                          <a:xfrm>
                            <a:off x="2167" y="1968"/>
                            <a:ext cx="342" cy="918"/>
                            <a:chOff x="2880" y="2112"/>
                            <a:chExt cx="2304" cy="2016"/>
                          </a:xfrm>
                        </p:grpSpPr>
                        <p:sp>
                          <p:nvSpPr>
                            <p:cNvPr id="161841" name="任意多边形 16184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42" name="任意多边形 16184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843" name="组合 161842"/>
                      <p:cNvGrpSpPr/>
                      <p:nvPr/>
                    </p:nvGrpSpPr>
                    <p:grpSpPr>
                      <a:xfrm flipV="1">
                        <a:off x="2832" y="2832"/>
                        <a:ext cx="2496" cy="630"/>
                        <a:chOff x="1056" y="816"/>
                        <a:chExt cx="2496" cy="630"/>
                      </a:xfrm>
                    </p:grpSpPr>
                    <p:sp>
                      <p:nvSpPr>
                        <p:cNvPr id="161844" name="任意多边形 16184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845" name="组合 161844"/>
                        <p:cNvGrpSpPr/>
                        <p:nvPr/>
                      </p:nvGrpSpPr>
                      <p:grpSpPr>
                        <a:xfrm>
                          <a:off x="1056" y="816"/>
                          <a:ext cx="2016" cy="630"/>
                          <a:chOff x="1824" y="1968"/>
                          <a:chExt cx="685" cy="918"/>
                        </a:xfrm>
                      </p:grpSpPr>
                      <p:grpSp>
                        <p:nvGrpSpPr>
                          <p:cNvPr id="161846" name="组合 161845"/>
                          <p:cNvGrpSpPr/>
                          <p:nvPr/>
                        </p:nvGrpSpPr>
                        <p:grpSpPr>
                          <a:xfrm>
                            <a:off x="1824" y="1968"/>
                            <a:ext cx="343" cy="918"/>
                            <a:chOff x="2880" y="2112"/>
                            <a:chExt cx="2304" cy="2016"/>
                          </a:xfrm>
                        </p:grpSpPr>
                        <p:sp>
                          <p:nvSpPr>
                            <p:cNvPr id="161847" name="任意多边形 16184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48" name="任意多边形 16184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849" name="组合 161848"/>
                          <p:cNvGrpSpPr/>
                          <p:nvPr/>
                        </p:nvGrpSpPr>
                        <p:grpSpPr>
                          <a:xfrm>
                            <a:off x="2167" y="1968"/>
                            <a:ext cx="342" cy="918"/>
                            <a:chOff x="2880" y="2112"/>
                            <a:chExt cx="2304" cy="2016"/>
                          </a:xfrm>
                        </p:grpSpPr>
                        <p:sp>
                          <p:nvSpPr>
                            <p:cNvPr id="161850" name="任意多边形 16184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51" name="任意多边形 16185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852" name="直接连接符 16185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853" name="组合 161852"/>
                  <p:cNvGrpSpPr/>
                  <p:nvPr/>
                </p:nvGrpSpPr>
                <p:grpSpPr>
                  <a:xfrm>
                    <a:off x="912" y="3072"/>
                    <a:ext cx="1104" cy="144"/>
                    <a:chOff x="1872" y="2880"/>
                    <a:chExt cx="1104" cy="144"/>
                  </a:xfrm>
                </p:grpSpPr>
                <p:grpSp>
                  <p:nvGrpSpPr>
                    <p:cNvPr id="161854" name="组合 161853"/>
                    <p:cNvGrpSpPr/>
                    <p:nvPr/>
                  </p:nvGrpSpPr>
                  <p:grpSpPr>
                    <a:xfrm>
                      <a:off x="2016" y="2880"/>
                      <a:ext cx="960" cy="144"/>
                      <a:chOff x="336" y="2832"/>
                      <a:chExt cx="4992" cy="630"/>
                    </a:xfrm>
                  </p:grpSpPr>
                  <p:grpSp>
                    <p:nvGrpSpPr>
                      <p:cNvPr id="161855" name="组合 161854"/>
                      <p:cNvGrpSpPr/>
                      <p:nvPr/>
                    </p:nvGrpSpPr>
                    <p:grpSpPr>
                      <a:xfrm>
                        <a:off x="336" y="2832"/>
                        <a:ext cx="2496" cy="630"/>
                        <a:chOff x="1056" y="816"/>
                        <a:chExt cx="2496" cy="630"/>
                      </a:xfrm>
                    </p:grpSpPr>
                    <p:sp>
                      <p:nvSpPr>
                        <p:cNvPr id="161856" name="任意多边形 16185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857" name="组合 161856"/>
                        <p:cNvGrpSpPr/>
                        <p:nvPr/>
                      </p:nvGrpSpPr>
                      <p:grpSpPr>
                        <a:xfrm>
                          <a:off x="1056" y="816"/>
                          <a:ext cx="2016" cy="630"/>
                          <a:chOff x="1824" y="1968"/>
                          <a:chExt cx="685" cy="918"/>
                        </a:xfrm>
                      </p:grpSpPr>
                      <p:grpSp>
                        <p:nvGrpSpPr>
                          <p:cNvPr id="161858" name="组合 161857"/>
                          <p:cNvGrpSpPr/>
                          <p:nvPr/>
                        </p:nvGrpSpPr>
                        <p:grpSpPr>
                          <a:xfrm>
                            <a:off x="1824" y="1968"/>
                            <a:ext cx="343" cy="918"/>
                            <a:chOff x="2880" y="2112"/>
                            <a:chExt cx="2304" cy="2016"/>
                          </a:xfrm>
                        </p:grpSpPr>
                        <p:sp>
                          <p:nvSpPr>
                            <p:cNvPr id="161859" name="任意多边形 16185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60" name="任意多边形 16185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861" name="组合 161860"/>
                          <p:cNvGrpSpPr/>
                          <p:nvPr/>
                        </p:nvGrpSpPr>
                        <p:grpSpPr>
                          <a:xfrm>
                            <a:off x="2167" y="1968"/>
                            <a:ext cx="342" cy="918"/>
                            <a:chOff x="2880" y="2112"/>
                            <a:chExt cx="2304" cy="2016"/>
                          </a:xfrm>
                        </p:grpSpPr>
                        <p:sp>
                          <p:nvSpPr>
                            <p:cNvPr id="161862" name="任意多边形 16186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63" name="任意多边形 16186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864" name="组合 161863"/>
                      <p:cNvGrpSpPr/>
                      <p:nvPr/>
                    </p:nvGrpSpPr>
                    <p:grpSpPr>
                      <a:xfrm flipV="1">
                        <a:off x="2832" y="2832"/>
                        <a:ext cx="2496" cy="630"/>
                        <a:chOff x="1056" y="816"/>
                        <a:chExt cx="2496" cy="630"/>
                      </a:xfrm>
                    </p:grpSpPr>
                    <p:sp>
                      <p:nvSpPr>
                        <p:cNvPr id="161865" name="任意多边形 16186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866" name="组合 161865"/>
                        <p:cNvGrpSpPr/>
                        <p:nvPr/>
                      </p:nvGrpSpPr>
                      <p:grpSpPr>
                        <a:xfrm>
                          <a:off x="1056" y="816"/>
                          <a:ext cx="2016" cy="630"/>
                          <a:chOff x="1824" y="1968"/>
                          <a:chExt cx="685" cy="918"/>
                        </a:xfrm>
                      </p:grpSpPr>
                      <p:grpSp>
                        <p:nvGrpSpPr>
                          <p:cNvPr id="161867" name="组合 161866"/>
                          <p:cNvGrpSpPr/>
                          <p:nvPr/>
                        </p:nvGrpSpPr>
                        <p:grpSpPr>
                          <a:xfrm>
                            <a:off x="1824" y="1968"/>
                            <a:ext cx="343" cy="918"/>
                            <a:chOff x="2880" y="2112"/>
                            <a:chExt cx="2304" cy="2016"/>
                          </a:xfrm>
                        </p:grpSpPr>
                        <p:sp>
                          <p:nvSpPr>
                            <p:cNvPr id="161868" name="任意多边形 16186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69" name="任意多边形 16186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870" name="组合 161869"/>
                          <p:cNvGrpSpPr/>
                          <p:nvPr/>
                        </p:nvGrpSpPr>
                        <p:grpSpPr>
                          <a:xfrm>
                            <a:off x="2167" y="1968"/>
                            <a:ext cx="342" cy="918"/>
                            <a:chOff x="2880" y="2112"/>
                            <a:chExt cx="2304" cy="2016"/>
                          </a:xfrm>
                        </p:grpSpPr>
                        <p:sp>
                          <p:nvSpPr>
                            <p:cNvPr id="161871" name="任意多边形 16187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72" name="任意多边形 16187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873" name="直接连接符 16187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61874" name="组合 161873"/>
                <p:cNvGrpSpPr/>
                <p:nvPr/>
              </p:nvGrpSpPr>
              <p:grpSpPr>
                <a:xfrm flipH="1">
                  <a:off x="2352" y="3024"/>
                  <a:ext cx="1104" cy="288"/>
                  <a:chOff x="912" y="2928"/>
                  <a:chExt cx="1104" cy="288"/>
                </a:xfrm>
              </p:grpSpPr>
              <p:grpSp>
                <p:nvGrpSpPr>
                  <p:cNvPr id="161875" name="组合 161874"/>
                  <p:cNvGrpSpPr/>
                  <p:nvPr/>
                </p:nvGrpSpPr>
                <p:grpSpPr>
                  <a:xfrm>
                    <a:off x="912" y="2928"/>
                    <a:ext cx="1104" cy="144"/>
                    <a:chOff x="1872" y="2880"/>
                    <a:chExt cx="1104" cy="144"/>
                  </a:xfrm>
                </p:grpSpPr>
                <p:grpSp>
                  <p:nvGrpSpPr>
                    <p:cNvPr id="161876" name="组合 161875"/>
                    <p:cNvGrpSpPr/>
                    <p:nvPr/>
                  </p:nvGrpSpPr>
                  <p:grpSpPr>
                    <a:xfrm>
                      <a:off x="2016" y="2880"/>
                      <a:ext cx="960" cy="144"/>
                      <a:chOff x="336" y="2832"/>
                      <a:chExt cx="4992" cy="630"/>
                    </a:xfrm>
                  </p:grpSpPr>
                  <p:grpSp>
                    <p:nvGrpSpPr>
                      <p:cNvPr id="161877" name="组合 161876"/>
                      <p:cNvGrpSpPr/>
                      <p:nvPr/>
                    </p:nvGrpSpPr>
                    <p:grpSpPr>
                      <a:xfrm>
                        <a:off x="336" y="2832"/>
                        <a:ext cx="2496" cy="630"/>
                        <a:chOff x="1056" y="816"/>
                        <a:chExt cx="2496" cy="630"/>
                      </a:xfrm>
                    </p:grpSpPr>
                    <p:sp>
                      <p:nvSpPr>
                        <p:cNvPr id="161878" name="任意多边形 16187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879" name="组合 161878"/>
                        <p:cNvGrpSpPr/>
                        <p:nvPr/>
                      </p:nvGrpSpPr>
                      <p:grpSpPr>
                        <a:xfrm>
                          <a:off x="1056" y="816"/>
                          <a:ext cx="2016" cy="630"/>
                          <a:chOff x="1824" y="1968"/>
                          <a:chExt cx="685" cy="918"/>
                        </a:xfrm>
                      </p:grpSpPr>
                      <p:grpSp>
                        <p:nvGrpSpPr>
                          <p:cNvPr id="161880" name="组合 161879"/>
                          <p:cNvGrpSpPr/>
                          <p:nvPr/>
                        </p:nvGrpSpPr>
                        <p:grpSpPr>
                          <a:xfrm>
                            <a:off x="1824" y="1968"/>
                            <a:ext cx="343" cy="918"/>
                            <a:chOff x="2880" y="2112"/>
                            <a:chExt cx="2304" cy="2016"/>
                          </a:xfrm>
                        </p:grpSpPr>
                        <p:sp>
                          <p:nvSpPr>
                            <p:cNvPr id="161881" name="任意多边形 16188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82" name="任意多边形 16188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883" name="组合 161882"/>
                          <p:cNvGrpSpPr/>
                          <p:nvPr/>
                        </p:nvGrpSpPr>
                        <p:grpSpPr>
                          <a:xfrm>
                            <a:off x="2167" y="1968"/>
                            <a:ext cx="342" cy="918"/>
                            <a:chOff x="2880" y="2112"/>
                            <a:chExt cx="2304" cy="2016"/>
                          </a:xfrm>
                        </p:grpSpPr>
                        <p:sp>
                          <p:nvSpPr>
                            <p:cNvPr id="161884" name="任意多边形 16188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85" name="任意多边形 16188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886" name="组合 161885"/>
                      <p:cNvGrpSpPr/>
                      <p:nvPr/>
                    </p:nvGrpSpPr>
                    <p:grpSpPr>
                      <a:xfrm flipV="1">
                        <a:off x="2832" y="2832"/>
                        <a:ext cx="2496" cy="630"/>
                        <a:chOff x="1056" y="816"/>
                        <a:chExt cx="2496" cy="630"/>
                      </a:xfrm>
                    </p:grpSpPr>
                    <p:sp>
                      <p:nvSpPr>
                        <p:cNvPr id="161887" name="任意多边形 161886"/>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888" name="组合 161887"/>
                        <p:cNvGrpSpPr/>
                        <p:nvPr/>
                      </p:nvGrpSpPr>
                      <p:grpSpPr>
                        <a:xfrm>
                          <a:off x="1056" y="816"/>
                          <a:ext cx="2016" cy="630"/>
                          <a:chOff x="1824" y="1968"/>
                          <a:chExt cx="685" cy="918"/>
                        </a:xfrm>
                      </p:grpSpPr>
                      <p:grpSp>
                        <p:nvGrpSpPr>
                          <p:cNvPr id="161889" name="组合 161888"/>
                          <p:cNvGrpSpPr/>
                          <p:nvPr/>
                        </p:nvGrpSpPr>
                        <p:grpSpPr>
                          <a:xfrm>
                            <a:off x="1824" y="1968"/>
                            <a:ext cx="343" cy="918"/>
                            <a:chOff x="2880" y="2112"/>
                            <a:chExt cx="2304" cy="2016"/>
                          </a:xfrm>
                        </p:grpSpPr>
                        <p:sp>
                          <p:nvSpPr>
                            <p:cNvPr id="161890" name="任意多边形 16188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91" name="任意多边形 16189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892" name="组合 161891"/>
                          <p:cNvGrpSpPr/>
                          <p:nvPr/>
                        </p:nvGrpSpPr>
                        <p:grpSpPr>
                          <a:xfrm>
                            <a:off x="2167" y="1968"/>
                            <a:ext cx="342" cy="918"/>
                            <a:chOff x="2880" y="2112"/>
                            <a:chExt cx="2304" cy="2016"/>
                          </a:xfrm>
                        </p:grpSpPr>
                        <p:sp>
                          <p:nvSpPr>
                            <p:cNvPr id="161893" name="任意多边形 161892"/>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894" name="任意多边形 161893"/>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895" name="直接连接符 161894"/>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896" name="组合 161895"/>
                  <p:cNvGrpSpPr/>
                  <p:nvPr/>
                </p:nvGrpSpPr>
                <p:grpSpPr>
                  <a:xfrm>
                    <a:off x="912" y="3072"/>
                    <a:ext cx="1104" cy="144"/>
                    <a:chOff x="1872" y="2880"/>
                    <a:chExt cx="1104" cy="144"/>
                  </a:xfrm>
                </p:grpSpPr>
                <p:grpSp>
                  <p:nvGrpSpPr>
                    <p:cNvPr id="161897" name="组合 161896"/>
                    <p:cNvGrpSpPr/>
                    <p:nvPr/>
                  </p:nvGrpSpPr>
                  <p:grpSpPr>
                    <a:xfrm>
                      <a:off x="2016" y="2880"/>
                      <a:ext cx="960" cy="144"/>
                      <a:chOff x="336" y="2832"/>
                      <a:chExt cx="4992" cy="630"/>
                    </a:xfrm>
                  </p:grpSpPr>
                  <p:grpSp>
                    <p:nvGrpSpPr>
                      <p:cNvPr id="161898" name="组合 161897"/>
                      <p:cNvGrpSpPr/>
                      <p:nvPr/>
                    </p:nvGrpSpPr>
                    <p:grpSpPr>
                      <a:xfrm>
                        <a:off x="336" y="2832"/>
                        <a:ext cx="2496" cy="630"/>
                        <a:chOff x="1056" y="816"/>
                        <a:chExt cx="2496" cy="630"/>
                      </a:xfrm>
                    </p:grpSpPr>
                    <p:sp>
                      <p:nvSpPr>
                        <p:cNvPr id="161899" name="任意多边形 161898"/>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900" name="组合 161899"/>
                        <p:cNvGrpSpPr/>
                        <p:nvPr/>
                      </p:nvGrpSpPr>
                      <p:grpSpPr>
                        <a:xfrm>
                          <a:off x="1056" y="816"/>
                          <a:ext cx="2016" cy="630"/>
                          <a:chOff x="1824" y="1968"/>
                          <a:chExt cx="685" cy="918"/>
                        </a:xfrm>
                      </p:grpSpPr>
                      <p:grpSp>
                        <p:nvGrpSpPr>
                          <p:cNvPr id="161901" name="组合 161900"/>
                          <p:cNvGrpSpPr/>
                          <p:nvPr/>
                        </p:nvGrpSpPr>
                        <p:grpSpPr>
                          <a:xfrm>
                            <a:off x="1824" y="1968"/>
                            <a:ext cx="343" cy="918"/>
                            <a:chOff x="2880" y="2112"/>
                            <a:chExt cx="2304" cy="2016"/>
                          </a:xfrm>
                        </p:grpSpPr>
                        <p:sp>
                          <p:nvSpPr>
                            <p:cNvPr id="161902" name="任意多边形 16190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03" name="任意多边形 16190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904" name="组合 161903"/>
                          <p:cNvGrpSpPr/>
                          <p:nvPr/>
                        </p:nvGrpSpPr>
                        <p:grpSpPr>
                          <a:xfrm>
                            <a:off x="2167" y="1968"/>
                            <a:ext cx="342" cy="918"/>
                            <a:chOff x="2880" y="2112"/>
                            <a:chExt cx="2304" cy="2016"/>
                          </a:xfrm>
                        </p:grpSpPr>
                        <p:sp>
                          <p:nvSpPr>
                            <p:cNvPr id="161905" name="任意多边形 16190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06" name="任意多边形 16190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907" name="组合 161906"/>
                      <p:cNvGrpSpPr/>
                      <p:nvPr/>
                    </p:nvGrpSpPr>
                    <p:grpSpPr>
                      <a:xfrm flipV="1">
                        <a:off x="2832" y="2832"/>
                        <a:ext cx="2496" cy="630"/>
                        <a:chOff x="1056" y="816"/>
                        <a:chExt cx="2496" cy="630"/>
                      </a:xfrm>
                    </p:grpSpPr>
                    <p:sp>
                      <p:nvSpPr>
                        <p:cNvPr id="161908" name="任意多边形 161907"/>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909" name="组合 161908"/>
                        <p:cNvGrpSpPr/>
                        <p:nvPr/>
                      </p:nvGrpSpPr>
                      <p:grpSpPr>
                        <a:xfrm>
                          <a:off x="1056" y="816"/>
                          <a:ext cx="2016" cy="630"/>
                          <a:chOff x="1824" y="1968"/>
                          <a:chExt cx="685" cy="918"/>
                        </a:xfrm>
                      </p:grpSpPr>
                      <p:grpSp>
                        <p:nvGrpSpPr>
                          <p:cNvPr id="161910" name="组合 161909"/>
                          <p:cNvGrpSpPr/>
                          <p:nvPr/>
                        </p:nvGrpSpPr>
                        <p:grpSpPr>
                          <a:xfrm>
                            <a:off x="1824" y="1968"/>
                            <a:ext cx="343" cy="918"/>
                            <a:chOff x="2880" y="2112"/>
                            <a:chExt cx="2304" cy="2016"/>
                          </a:xfrm>
                        </p:grpSpPr>
                        <p:sp>
                          <p:nvSpPr>
                            <p:cNvPr id="161911" name="任意多边形 16191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12" name="任意多边形 16191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913" name="组合 161912"/>
                          <p:cNvGrpSpPr/>
                          <p:nvPr/>
                        </p:nvGrpSpPr>
                        <p:grpSpPr>
                          <a:xfrm>
                            <a:off x="2167" y="1968"/>
                            <a:ext cx="342" cy="918"/>
                            <a:chOff x="2880" y="2112"/>
                            <a:chExt cx="2304" cy="2016"/>
                          </a:xfrm>
                        </p:grpSpPr>
                        <p:sp>
                          <p:nvSpPr>
                            <p:cNvPr id="161914" name="任意多边形 16191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15" name="任意多边形 16191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916" name="直接连接符 161915"/>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grpSp>
      </p:grpSp>
      <p:grpSp>
        <p:nvGrpSpPr>
          <p:cNvPr id="161917" name="组合 161916"/>
          <p:cNvGrpSpPr/>
          <p:nvPr/>
        </p:nvGrpSpPr>
        <p:grpSpPr>
          <a:xfrm>
            <a:off x="8717915" y="4107815"/>
            <a:ext cx="1752600" cy="914400"/>
            <a:chOff x="2352" y="3024"/>
            <a:chExt cx="1104" cy="576"/>
          </a:xfrm>
        </p:grpSpPr>
        <p:grpSp>
          <p:nvGrpSpPr>
            <p:cNvPr id="161918" name="组合 161917"/>
            <p:cNvGrpSpPr/>
            <p:nvPr/>
          </p:nvGrpSpPr>
          <p:grpSpPr>
            <a:xfrm flipH="1">
              <a:off x="2352" y="3312"/>
              <a:ext cx="1104" cy="288"/>
              <a:chOff x="912" y="2928"/>
              <a:chExt cx="1104" cy="288"/>
            </a:xfrm>
          </p:grpSpPr>
          <p:grpSp>
            <p:nvGrpSpPr>
              <p:cNvPr id="161919" name="组合 161918"/>
              <p:cNvGrpSpPr/>
              <p:nvPr/>
            </p:nvGrpSpPr>
            <p:grpSpPr>
              <a:xfrm>
                <a:off x="912" y="2928"/>
                <a:ext cx="1104" cy="144"/>
                <a:chOff x="1872" y="2880"/>
                <a:chExt cx="1104" cy="144"/>
              </a:xfrm>
            </p:grpSpPr>
            <p:grpSp>
              <p:nvGrpSpPr>
                <p:cNvPr id="161920" name="组合 161919"/>
                <p:cNvGrpSpPr/>
                <p:nvPr/>
              </p:nvGrpSpPr>
              <p:grpSpPr>
                <a:xfrm>
                  <a:off x="2016" y="2880"/>
                  <a:ext cx="960" cy="144"/>
                  <a:chOff x="336" y="2832"/>
                  <a:chExt cx="4992" cy="630"/>
                </a:xfrm>
              </p:grpSpPr>
              <p:grpSp>
                <p:nvGrpSpPr>
                  <p:cNvPr id="161921" name="组合 161920"/>
                  <p:cNvGrpSpPr/>
                  <p:nvPr/>
                </p:nvGrpSpPr>
                <p:grpSpPr>
                  <a:xfrm>
                    <a:off x="336" y="2832"/>
                    <a:ext cx="2496" cy="630"/>
                    <a:chOff x="1056" y="816"/>
                    <a:chExt cx="2496" cy="630"/>
                  </a:xfrm>
                </p:grpSpPr>
                <p:sp>
                  <p:nvSpPr>
                    <p:cNvPr id="161922" name="任意多边形 16192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923" name="组合 161922"/>
                    <p:cNvGrpSpPr/>
                    <p:nvPr/>
                  </p:nvGrpSpPr>
                  <p:grpSpPr>
                    <a:xfrm>
                      <a:off x="1056" y="816"/>
                      <a:ext cx="2016" cy="630"/>
                      <a:chOff x="1824" y="1968"/>
                      <a:chExt cx="685" cy="918"/>
                    </a:xfrm>
                  </p:grpSpPr>
                  <p:grpSp>
                    <p:nvGrpSpPr>
                      <p:cNvPr id="161924" name="组合 161923"/>
                      <p:cNvGrpSpPr/>
                      <p:nvPr/>
                    </p:nvGrpSpPr>
                    <p:grpSpPr>
                      <a:xfrm>
                        <a:off x="1824" y="1968"/>
                        <a:ext cx="343" cy="918"/>
                        <a:chOff x="2880" y="2112"/>
                        <a:chExt cx="2304" cy="2016"/>
                      </a:xfrm>
                    </p:grpSpPr>
                    <p:sp>
                      <p:nvSpPr>
                        <p:cNvPr id="161925" name="任意多边形 16192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26" name="任意多边形 16192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927" name="组合 161926"/>
                      <p:cNvGrpSpPr/>
                      <p:nvPr/>
                    </p:nvGrpSpPr>
                    <p:grpSpPr>
                      <a:xfrm>
                        <a:off x="2167" y="1968"/>
                        <a:ext cx="342" cy="918"/>
                        <a:chOff x="2880" y="2112"/>
                        <a:chExt cx="2304" cy="2016"/>
                      </a:xfrm>
                    </p:grpSpPr>
                    <p:sp>
                      <p:nvSpPr>
                        <p:cNvPr id="161928" name="任意多边形 16192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29" name="任意多边形 16192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930" name="组合 161929"/>
                  <p:cNvGrpSpPr/>
                  <p:nvPr/>
                </p:nvGrpSpPr>
                <p:grpSpPr>
                  <a:xfrm flipV="1">
                    <a:off x="2832" y="2832"/>
                    <a:ext cx="2496" cy="630"/>
                    <a:chOff x="1056" y="816"/>
                    <a:chExt cx="2496" cy="630"/>
                  </a:xfrm>
                </p:grpSpPr>
                <p:sp>
                  <p:nvSpPr>
                    <p:cNvPr id="161931" name="任意多边形 161930"/>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932" name="组合 161931"/>
                    <p:cNvGrpSpPr/>
                    <p:nvPr/>
                  </p:nvGrpSpPr>
                  <p:grpSpPr>
                    <a:xfrm>
                      <a:off x="1056" y="816"/>
                      <a:ext cx="2016" cy="630"/>
                      <a:chOff x="1824" y="1968"/>
                      <a:chExt cx="685" cy="918"/>
                    </a:xfrm>
                  </p:grpSpPr>
                  <p:grpSp>
                    <p:nvGrpSpPr>
                      <p:cNvPr id="161933" name="组合 161932"/>
                      <p:cNvGrpSpPr/>
                      <p:nvPr/>
                    </p:nvGrpSpPr>
                    <p:grpSpPr>
                      <a:xfrm>
                        <a:off x="1824" y="1968"/>
                        <a:ext cx="343" cy="918"/>
                        <a:chOff x="2880" y="2112"/>
                        <a:chExt cx="2304" cy="2016"/>
                      </a:xfrm>
                    </p:grpSpPr>
                    <p:sp>
                      <p:nvSpPr>
                        <p:cNvPr id="161934" name="任意多边形 161933"/>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35" name="任意多边形 161934"/>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936" name="组合 161935"/>
                      <p:cNvGrpSpPr/>
                      <p:nvPr/>
                    </p:nvGrpSpPr>
                    <p:grpSpPr>
                      <a:xfrm>
                        <a:off x="2167" y="1968"/>
                        <a:ext cx="342" cy="918"/>
                        <a:chOff x="2880" y="2112"/>
                        <a:chExt cx="2304" cy="2016"/>
                      </a:xfrm>
                    </p:grpSpPr>
                    <p:sp>
                      <p:nvSpPr>
                        <p:cNvPr id="161937" name="任意多边形 16193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38" name="任意多边形 16193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939" name="直接连接符 161938"/>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940" name="组合 161939"/>
              <p:cNvGrpSpPr/>
              <p:nvPr/>
            </p:nvGrpSpPr>
            <p:grpSpPr>
              <a:xfrm>
                <a:off x="912" y="3072"/>
                <a:ext cx="1104" cy="144"/>
                <a:chOff x="1872" y="2880"/>
                <a:chExt cx="1104" cy="144"/>
              </a:xfrm>
            </p:grpSpPr>
            <p:grpSp>
              <p:nvGrpSpPr>
                <p:cNvPr id="161941" name="组合 161940"/>
                <p:cNvGrpSpPr/>
                <p:nvPr/>
              </p:nvGrpSpPr>
              <p:grpSpPr>
                <a:xfrm>
                  <a:off x="2016" y="2880"/>
                  <a:ext cx="960" cy="144"/>
                  <a:chOff x="336" y="2832"/>
                  <a:chExt cx="4992" cy="630"/>
                </a:xfrm>
              </p:grpSpPr>
              <p:grpSp>
                <p:nvGrpSpPr>
                  <p:cNvPr id="161942" name="组合 161941"/>
                  <p:cNvGrpSpPr/>
                  <p:nvPr/>
                </p:nvGrpSpPr>
                <p:grpSpPr>
                  <a:xfrm>
                    <a:off x="336" y="2832"/>
                    <a:ext cx="2496" cy="630"/>
                    <a:chOff x="1056" y="816"/>
                    <a:chExt cx="2496" cy="630"/>
                  </a:xfrm>
                </p:grpSpPr>
                <p:sp>
                  <p:nvSpPr>
                    <p:cNvPr id="161943" name="任意多边形 161942"/>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944" name="组合 161943"/>
                    <p:cNvGrpSpPr/>
                    <p:nvPr/>
                  </p:nvGrpSpPr>
                  <p:grpSpPr>
                    <a:xfrm>
                      <a:off x="1056" y="816"/>
                      <a:ext cx="2016" cy="630"/>
                      <a:chOff x="1824" y="1968"/>
                      <a:chExt cx="685" cy="918"/>
                    </a:xfrm>
                  </p:grpSpPr>
                  <p:grpSp>
                    <p:nvGrpSpPr>
                      <p:cNvPr id="161945" name="组合 161944"/>
                      <p:cNvGrpSpPr/>
                      <p:nvPr/>
                    </p:nvGrpSpPr>
                    <p:grpSpPr>
                      <a:xfrm>
                        <a:off x="1824" y="1968"/>
                        <a:ext cx="343" cy="918"/>
                        <a:chOff x="2880" y="2112"/>
                        <a:chExt cx="2304" cy="2016"/>
                      </a:xfrm>
                    </p:grpSpPr>
                    <p:sp>
                      <p:nvSpPr>
                        <p:cNvPr id="161946" name="任意多边形 161945"/>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47" name="任意多边形 161946"/>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948" name="组合 161947"/>
                      <p:cNvGrpSpPr/>
                      <p:nvPr/>
                    </p:nvGrpSpPr>
                    <p:grpSpPr>
                      <a:xfrm>
                        <a:off x="2167" y="1968"/>
                        <a:ext cx="342" cy="918"/>
                        <a:chOff x="2880" y="2112"/>
                        <a:chExt cx="2304" cy="2016"/>
                      </a:xfrm>
                    </p:grpSpPr>
                    <p:sp>
                      <p:nvSpPr>
                        <p:cNvPr id="161949" name="任意多边形 16194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50" name="任意多边形 16194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951" name="组合 161950"/>
                  <p:cNvGrpSpPr/>
                  <p:nvPr/>
                </p:nvGrpSpPr>
                <p:grpSpPr>
                  <a:xfrm flipV="1">
                    <a:off x="2832" y="2832"/>
                    <a:ext cx="2496" cy="630"/>
                    <a:chOff x="1056" y="816"/>
                    <a:chExt cx="2496" cy="630"/>
                  </a:xfrm>
                </p:grpSpPr>
                <p:sp>
                  <p:nvSpPr>
                    <p:cNvPr id="161952" name="任意多边形 161951"/>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953" name="组合 161952"/>
                    <p:cNvGrpSpPr/>
                    <p:nvPr/>
                  </p:nvGrpSpPr>
                  <p:grpSpPr>
                    <a:xfrm>
                      <a:off x="1056" y="816"/>
                      <a:ext cx="2016" cy="630"/>
                      <a:chOff x="1824" y="1968"/>
                      <a:chExt cx="685" cy="918"/>
                    </a:xfrm>
                  </p:grpSpPr>
                  <p:grpSp>
                    <p:nvGrpSpPr>
                      <p:cNvPr id="161954" name="组合 161953"/>
                      <p:cNvGrpSpPr/>
                      <p:nvPr/>
                    </p:nvGrpSpPr>
                    <p:grpSpPr>
                      <a:xfrm>
                        <a:off x="1824" y="1968"/>
                        <a:ext cx="343" cy="918"/>
                        <a:chOff x="2880" y="2112"/>
                        <a:chExt cx="2304" cy="2016"/>
                      </a:xfrm>
                    </p:grpSpPr>
                    <p:sp>
                      <p:nvSpPr>
                        <p:cNvPr id="161955" name="任意多边形 161954"/>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56" name="任意多边形 161955"/>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957" name="组合 161956"/>
                      <p:cNvGrpSpPr/>
                      <p:nvPr/>
                    </p:nvGrpSpPr>
                    <p:grpSpPr>
                      <a:xfrm>
                        <a:off x="2167" y="1968"/>
                        <a:ext cx="342" cy="918"/>
                        <a:chOff x="2880" y="2112"/>
                        <a:chExt cx="2304" cy="2016"/>
                      </a:xfrm>
                    </p:grpSpPr>
                    <p:sp>
                      <p:nvSpPr>
                        <p:cNvPr id="161958" name="任意多边形 16195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59" name="任意多边形 16195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960" name="直接连接符 161959"/>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nvGrpSpPr>
            <p:cNvPr id="161961" name="组合 161960"/>
            <p:cNvGrpSpPr/>
            <p:nvPr/>
          </p:nvGrpSpPr>
          <p:grpSpPr>
            <a:xfrm flipH="1">
              <a:off x="2352" y="3024"/>
              <a:ext cx="1104" cy="288"/>
              <a:chOff x="912" y="2928"/>
              <a:chExt cx="1104" cy="288"/>
            </a:xfrm>
          </p:grpSpPr>
          <p:grpSp>
            <p:nvGrpSpPr>
              <p:cNvPr id="161962" name="组合 161961"/>
              <p:cNvGrpSpPr/>
              <p:nvPr/>
            </p:nvGrpSpPr>
            <p:grpSpPr>
              <a:xfrm>
                <a:off x="912" y="2928"/>
                <a:ext cx="1104" cy="144"/>
                <a:chOff x="1872" y="2880"/>
                <a:chExt cx="1104" cy="144"/>
              </a:xfrm>
            </p:grpSpPr>
            <p:grpSp>
              <p:nvGrpSpPr>
                <p:cNvPr id="161963" name="组合 161962"/>
                <p:cNvGrpSpPr/>
                <p:nvPr/>
              </p:nvGrpSpPr>
              <p:grpSpPr>
                <a:xfrm>
                  <a:off x="2016" y="2880"/>
                  <a:ext cx="960" cy="144"/>
                  <a:chOff x="336" y="2832"/>
                  <a:chExt cx="4992" cy="630"/>
                </a:xfrm>
              </p:grpSpPr>
              <p:grpSp>
                <p:nvGrpSpPr>
                  <p:cNvPr id="161964" name="组合 161963"/>
                  <p:cNvGrpSpPr/>
                  <p:nvPr/>
                </p:nvGrpSpPr>
                <p:grpSpPr>
                  <a:xfrm>
                    <a:off x="336" y="2832"/>
                    <a:ext cx="2496" cy="630"/>
                    <a:chOff x="1056" y="816"/>
                    <a:chExt cx="2496" cy="630"/>
                  </a:xfrm>
                </p:grpSpPr>
                <p:sp>
                  <p:nvSpPr>
                    <p:cNvPr id="161965" name="任意多边形 16196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966" name="组合 161965"/>
                    <p:cNvGrpSpPr/>
                    <p:nvPr/>
                  </p:nvGrpSpPr>
                  <p:grpSpPr>
                    <a:xfrm>
                      <a:off x="1056" y="816"/>
                      <a:ext cx="2016" cy="630"/>
                      <a:chOff x="1824" y="1968"/>
                      <a:chExt cx="685" cy="918"/>
                    </a:xfrm>
                  </p:grpSpPr>
                  <p:grpSp>
                    <p:nvGrpSpPr>
                      <p:cNvPr id="161967" name="组合 161966"/>
                      <p:cNvGrpSpPr/>
                      <p:nvPr/>
                    </p:nvGrpSpPr>
                    <p:grpSpPr>
                      <a:xfrm>
                        <a:off x="1824" y="1968"/>
                        <a:ext cx="343" cy="918"/>
                        <a:chOff x="2880" y="2112"/>
                        <a:chExt cx="2304" cy="2016"/>
                      </a:xfrm>
                    </p:grpSpPr>
                    <p:sp>
                      <p:nvSpPr>
                        <p:cNvPr id="161968" name="任意多边形 16196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69" name="任意多边形 16196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970" name="组合 161969"/>
                      <p:cNvGrpSpPr/>
                      <p:nvPr/>
                    </p:nvGrpSpPr>
                    <p:grpSpPr>
                      <a:xfrm>
                        <a:off x="2167" y="1968"/>
                        <a:ext cx="342" cy="918"/>
                        <a:chOff x="2880" y="2112"/>
                        <a:chExt cx="2304" cy="2016"/>
                      </a:xfrm>
                    </p:grpSpPr>
                    <p:sp>
                      <p:nvSpPr>
                        <p:cNvPr id="161971" name="任意多边形 16197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72" name="任意多边形 16197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973" name="组合 161972"/>
                  <p:cNvGrpSpPr/>
                  <p:nvPr/>
                </p:nvGrpSpPr>
                <p:grpSpPr>
                  <a:xfrm flipV="1">
                    <a:off x="2832" y="2832"/>
                    <a:ext cx="2496" cy="630"/>
                    <a:chOff x="1056" y="816"/>
                    <a:chExt cx="2496" cy="630"/>
                  </a:xfrm>
                </p:grpSpPr>
                <p:sp>
                  <p:nvSpPr>
                    <p:cNvPr id="161974" name="任意多边形 161973"/>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975" name="组合 161974"/>
                    <p:cNvGrpSpPr/>
                    <p:nvPr/>
                  </p:nvGrpSpPr>
                  <p:grpSpPr>
                    <a:xfrm>
                      <a:off x="1056" y="816"/>
                      <a:ext cx="2016" cy="630"/>
                      <a:chOff x="1824" y="1968"/>
                      <a:chExt cx="685" cy="918"/>
                    </a:xfrm>
                  </p:grpSpPr>
                  <p:grpSp>
                    <p:nvGrpSpPr>
                      <p:cNvPr id="161976" name="组合 161975"/>
                      <p:cNvGrpSpPr/>
                      <p:nvPr/>
                    </p:nvGrpSpPr>
                    <p:grpSpPr>
                      <a:xfrm>
                        <a:off x="1824" y="1968"/>
                        <a:ext cx="343" cy="918"/>
                        <a:chOff x="2880" y="2112"/>
                        <a:chExt cx="2304" cy="2016"/>
                      </a:xfrm>
                    </p:grpSpPr>
                    <p:sp>
                      <p:nvSpPr>
                        <p:cNvPr id="161977" name="任意多边形 161976"/>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78" name="任意多边形 161977"/>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979" name="组合 161978"/>
                      <p:cNvGrpSpPr/>
                      <p:nvPr/>
                    </p:nvGrpSpPr>
                    <p:grpSpPr>
                      <a:xfrm>
                        <a:off x="2167" y="1968"/>
                        <a:ext cx="342" cy="918"/>
                        <a:chOff x="2880" y="2112"/>
                        <a:chExt cx="2304" cy="2016"/>
                      </a:xfrm>
                    </p:grpSpPr>
                    <p:sp>
                      <p:nvSpPr>
                        <p:cNvPr id="161980" name="任意多边形 161979"/>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81" name="任意多边形 161980"/>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1982" name="直接连接符 161981"/>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nvGrpSpPr>
              <p:cNvPr id="161983" name="组合 161982"/>
              <p:cNvGrpSpPr/>
              <p:nvPr/>
            </p:nvGrpSpPr>
            <p:grpSpPr>
              <a:xfrm>
                <a:off x="912" y="3072"/>
                <a:ext cx="1104" cy="144"/>
                <a:chOff x="1872" y="2880"/>
                <a:chExt cx="1104" cy="144"/>
              </a:xfrm>
            </p:grpSpPr>
            <p:grpSp>
              <p:nvGrpSpPr>
                <p:cNvPr id="161984" name="组合 161983"/>
                <p:cNvGrpSpPr/>
                <p:nvPr/>
              </p:nvGrpSpPr>
              <p:grpSpPr>
                <a:xfrm>
                  <a:off x="2016" y="2880"/>
                  <a:ext cx="960" cy="144"/>
                  <a:chOff x="336" y="2832"/>
                  <a:chExt cx="4992" cy="630"/>
                </a:xfrm>
              </p:grpSpPr>
              <p:grpSp>
                <p:nvGrpSpPr>
                  <p:cNvPr id="161985" name="组合 161984"/>
                  <p:cNvGrpSpPr/>
                  <p:nvPr/>
                </p:nvGrpSpPr>
                <p:grpSpPr>
                  <a:xfrm>
                    <a:off x="336" y="2832"/>
                    <a:ext cx="2496" cy="630"/>
                    <a:chOff x="1056" y="816"/>
                    <a:chExt cx="2496" cy="630"/>
                  </a:xfrm>
                </p:grpSpPr>
                <p:sp>
                  <p:nvSpPr>
                    <p:cNvPr id="161986" name="任意多边形 161985"/>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987" name="组合 161986"/>
                    <p:cNvGrpSpPr/>
                    <p:nvPr/>
                  </p:nvGrpSpPr>
                  <p:grpSpPr>
                    <a:xfrm>
                      <a:off x="1056" y="816"/>
                      <a:ext cx="2016" cy="630"/>
                      <a:chOff x="1824" y="1968"/>
                      <a:chExt cx="685" cy="918"/>
                    </a:xfrm>
                  </p:grpSpPr>
                  <p:grpSp>
                    <p:nvGrpSpPr>
                      <p:cNvPr id="161988" name="组合 161987"/>
                      <p:cNvGrpSpPr/>
                      <p:nvPr/>
                    </p:nvGrpSpPr>
                    <p:grpSpPr>
                      <a:xfrm>
                        <a:off x="1824" y="1968"/>
                        <a:ext cx="343" cy="918"/>
                        <a:chOff x="2880" y="2112"/>
                        <a:chExt cx="2304" cy="2016"/>
                      </a:xfrm>
                    </p:grpSpPr>
                    <p:sp>
                      <p:nvSpPr>
                        <p:cNvPr id="161989" name="任意多边形 161988"/>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90" name="任意多边形 161989"/>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1991" name="组合 161990"/>
                      <p:cNvGrpSpPr/>
                      <p:nvPr/>
                    </p:nvGrpSpPr>
                    <p:grpSpPr>
                      <a:xfrm>
                        <a:off x="2167" y="1968"/>
                        <a:ext cx="342" cy="918"/>
                        <a:chOff x="2880" y="2112"/>
                        <a:chExt cx="2304" cy="2016"/>
                      </a:xfrm>
                    </p:grpSpPr>
                    <p:sp>
                      <p:nvSpPr>
                        <p:cNvPr id="161992" name="任意多边形 161991"/>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93" name="任意多边形 161992"/>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nvGrpSpPr>
                  <p:cNvPr id="161994" name="组合 161993"/>
                  <p:cNvGrpSpPr/>
                  <p:nvPr/>
                </p:nvGrpSpPr>
                <p:grpSpPr>
                  <a:xfrm flipV="1">
                    <a:off x="2832" y="2832"/>
                    <a:ext cx="2496" cy="630"/>
                    <a:chOff x="1056" y="816"/>
                    <a:chExt cx="2496" cy="630"/>
                  </a:xfrm>
                </p:grpSpPr>
                <p:sp>
                  <p:nvSpPr>
                    <p:cNvPr id="161995" name="任意多边形 161994"/>
                    <p:cNvSpPr/>
                    <p:nvPr/>
                  </p:nvSpPr>
                  <p:spPr>
                    <a:xfrm>
                      <a:off x="3072" y="816"/>
                      <a:ext cx="480" cy="315"/>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nvGrpSpPr>
                    <p:cNvPr id="161996" name="组合 161995"/>
                    <p:cNvGrpSpPr/>
                    <p:nvPr/>
                  </p:nvGrpSpPr>
                  <p:grpSpPr>
                    <a:xfrm>
                      <a:off x="1056" y="816"/>
                      <a:ext cx="2016" cy="630"/>
                      <a:chOff x="1824" y="1968"/>
                      <a:chExt cx="685" cy="918"/>
                    </a:xfrm>
                  </p:grpSpPr>
                  <p:grpSp>
                    <p:nvGrpSpPr>
                      <p:cNvPr id="161997" name="组合 161996"/>
                      <p:cNvGrpSpPr/>
                      <p:nvPr/>
                    </p:nvGrpSpPr>
                    <p:grpSpPr>
                      <a:xfrm>
                        <a:off x="1824" y="1968"/>
                        <a:ext cx="343" cy="918"/>
                        <a:chOff x="2880" y="2112"/>
                        <a:chExt cx="2304" cy="2016"/>
                      </a:xfrm>
                    </p:grpSpPr>
                    <p:sp>
                      <p:nvSpPr>
                        <p:cNvPr id="161998" name="任意多边形 161997"/>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1999" name="任意多边形 161998"/>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nvGrpSpPr>
                      <p:cNvPr id="162000" name="组合 161999"/>
                      <p:cNvGrpSpPr/>
                      <p:nvPr/>
                    </p:nvGrpSpPr>
                    <p:grpSpPr>
                      <a:xfrm>
                        <a:off x="2167" y="1968"/>
                        <a:ext cx="342" cy="918"/>
                        <a:chOff x="2880" y="2112"/>
                        <a:chExt cx="2304" cy="2016"/>
                      </a:xfrm>
                    </p:grpSpPr>
                    <p:sp>
                      <p:nvSpPr>
                        <p:cNvPr id="162001" name="任意多边形 162000"/>
                        <p:cNvSpPr/>
                        <p:nvPr/>
                      </p:nvSpPr>
                      <p:spPr>
                        <a:xfrm>
                          <a:off x="2880" y="2112"/>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sp>
                      <p:nvSpPr>
                        <p:cNvPr id="162002" name="任意多边形 162001"/>
                        <p:cNvSpPr/>
                        <p:nvPr/>
                      </p:nvSpPr>
                      <p:spPr>
                        <a:xfrm flipV="1">
                          <a:off x="4032" y="3120"/>
                          <a:ext cx="1152" cy="1008"/>
                        </a:xfrm>
                        <a:custGeom>
                          <a:avLst/>
                          <a:gdLst/>
                          <a:ahLst/>
                          <a:cxnLst/>
                          <a:rect l="0" t="0" r="0" b="0"/>
                          <a:pathLst>
                            <a:path w="1152" h="1008">
                              <a:moveTo>
                                <a:pt x="0" y="1008"/>
                              </a:moveTo>
                              <a:cubicBezTo>
                                <a:pt x="64" y="840"/>
                                <a:pt x="128" y="672"/>
                                <a:pt x="192" y="528"/>
                              </a:cubicBezTo>
                              <a:cubicBezTo>
                                <a:pt x="256" y="384"/>
                                <a:pt x="320" y="232"/>
                                <a:pt x="384" y="144"/>
                              </a:cubicBezTo>
                              <a:cubicBezTo>
                                <a:pt x="448" y="56"/>
                                <a:pt x="512" y="0"/>
                                <a:pt x="576" y="0"/>
                              </a:cubicBezTo>
                              <a:cubicBezTo>
                                <a:pt x="640" y="0"/>
                                <a:pt x="704" y="56"/>
                                <a:pt x="768" y="144"/>
                              </a:cubicBezTo>
                              <a:cubicBezTo>
                                <a:pt x="832" y="232"/>
                                <a:pt x="896" y="384"/>
                                <a:pt x="960" y="528"/>
                              </a:cubicBezTo>
                              <a:cubicBezTo>
                                <a:pt x="1024" y="672"/>
                                <a:pt x="1120" y="928"/>
                                <a:pt x="1152" y="1008"/>
                              </a:cubicBezTo>
                            </a:path>
                          </a:pathLst>
                        </a:custGeom>
                        <a:noFill/>
                        <a:ln w="38100" cap="flat" cmpd="sng">
                          <a:solidFill>
                            <a:srgbClr val="FFFF00"/>
                          </a:solidFill>
                          <a:prstDash val="solid"/>
                          <a:headEnd type="none" w="med" len="med"/>
                          <a:tailEnd type="none" w="med" len="med"/>
                        </a:ln>
                      </p:spPr>
                      <p:txBody>
                        <a:bodyPr/>
                        <a:lstStyle/>
                        <a:p>
                          <a:endParaRPr lang="zh-CN" altLang="en-US"/>
                        </a:p>
                      </p:txBody>
                    </p:sp>
                  </p:grpSp>
                </p:grpSp>
              </p:grpSp>
            </p:grpSp>
            <p:sp>
              <p:nvSpPr>
                <p:cNvPr id="162003" name="直接连接符 162002"/>
                <p:cNvSpPr/>
                <p:nvPr/>
              </p:nvSpPr>
              <p:spPr>
                <a:xfrm flipH="1">
                  <a:off x="1872" y="2976"/>
                  <a:ext cx="240" cy="0"/>
                </a:xfrm>
                <a:prstGeom prst="line">
                  <a:avLst/>
                </a:prstGeom>
                <a:ln w="38100" cap="flat" cmpd="sng">
                  <a:solidFill>
                    <a:srgbClr val="FFFF00"/>
                  </a:solidFill>
                  <a:prstDash val="solid"/>
                  <a:headEnd type="none" w="med" len="med"/>
                  <a:tailEnd type="triangle" w="med" len="med"/>
                </a:ln>
              </p:spPr>
            </p:sp>
          </p:grpSp>
        </p:grpSp>
      </p:grpSp>
      <p:sp>
        <p:nvSpPr>
          <p:cNvPr id="162004" name="文本框 162003"/>
          <p:cNvSpPr txBox="1"/>
          <p:nvPr/>
        </p:nvSpPr>
        <p:spPr>
          <a:xfrm>
            <a:off x="9646603" y="4968240"/>
            <a:ext cx="747395" cy="583565"/>
          </a:xfrm>
          <a:prstGeom prst="rect">
            <a:avLst/>
          </a:prstGeom>
          <a:noFill/>
          <a:ln w="9525">
            <a:noFill/>
          </a:ln>
        </p:spPr>
        <p:txBody>
          <a:bodyPr wrap="none" anchor="t">
            <a:spAutoFit/>
          </a:bodyPr>
          <a:lstStyle/>
          <a:p>
            <a:r>
              <a:rPr lang="en-US" altLang="zh-CN" sz="3200" b="1">
                <a:solidFill>
                  <a:srgbClr val="0000FF"/>
                </a:solidFill>
                <a:latin typeface="Times New Roman" panose="02020603050405020304" pitchFamily="18" charset="0"/>
              </a:rPr>
              <a:t>out</a:t>
            </a:r>
          </a:p>
        </p:txBody>
      </p:sp>
      <p:sp>
        <p:nvSpPr>
          <p:cNvPr id="28674" name="Rectangle 2"/>
          <p:cNvSpPr>
            <a:spLocks noGrp="1" noChangeArrowheads="1"/>
          </p:cNvSpPr>
          <p:nvPr/>
        </p:nvSpPr>
        <p:spPr>
          <a:xfrm>
            <a:off x="838200" y="71755"/>
            <a:ext cx="10515600" cy="1325563"/>
          </a:xfrm>
          <a:prstGeom prst="rect">
            <a:avLst/>
          </a:prstGeom>
        </p:spPr>
        <p:txBody>
          <a:bodyPr vert="horz" wrap="square" lIns="91440" tIns="45720" rIns="91440" bIns="45720" numCol="1" rtlCol="0" anchor="ctr" anchorCtr="0" compatLnSpc="1">
            <a:normAutofit/>
            <a:scene3d>
              <a:camera prst="orthographicFront"/>
              <a:lightRig rig="threePt" dir="t"/>
            </a:scene3d>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激光产生的机理</a:t>
            </a:r>
          </a:p>
        </p:txBody>
      </p:sp>
      <p:sp>
        <p:nvSpPr>
          <p:cNvPr id="150277" name="文本框 150276"/>
          <p:cNvSpPr txBox="1"/>
          <p:nvPr/>
        </p:nvSpPr>
        <p:spPr>
          <a:xfrm>
            <a:off x="1992313" y="5949950"/>
            <a:ext cx="8001000" cy="583565"/>
          </a:xfrm>
          <a:prstGeom prst="rect">
            <a:avLst/>
          </a:prstGeom>
          <a:solidFill>
            <a:srgbClr val="FFFF99"/>
          </a:solidFill>
          <a:ln w="9525">
            <a:noFill/>
          </a:ln>
        </p:spPr>
        <p:txBody>
          <a:bodyPr>
            <a:spAutoFit/>
          </a:bodyPr>
          <a:lstStyle/>
          <a:p>
            <a:pPr algn="l">
              <a:spcBef>
                <a:spcPct val="50000"/>
              </a:spcBef>
            </a:pPr>
            <a:r>
              <a:rPr lang="zh-CN" altLang="en-US" sz="3200" b="1" dirty="0">
                <a:solidFill>
                  <a:srgbClr val="FF0000"/>
                </a:solidFill>
                <a:effectLst>
                  <a:outerShdw blurRad="38100" dist="38100" dir="2700000">
                    <a:srgbClr val="000000"/>
                  </a:outerShdw>
                </a:effectLst>
                <a:latin typeface="Times New Roman" panose="02020603050405020304" pitchFamily="18" charset="0"/>
              </a:rPr>
              <a:t>谐振腔作用：正反馈、选择方向、选频</a:t>
            </a:r>
            <a:endParaRPr lang="zh-CN" altLang="en-US" sz="3200" b="1" dirty="0">
              <a:solidFill>
                <a:srgbClr val="FF0000"/>
              </a:solidFill>
              <a:effectLst>
                <a:outerShdw blurRad="38100" dist="38100" dir="2700000">
                  <a:srgbClr val="000000"/>
                </a:outerShdw>
              </a:effectLst>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556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56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56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556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55817"/>
                                        </p:tgtEl>
                                        <p:attrNameLst>
                                          <p:attrName>style.visibility</p:attrName>
                                        </p:attrNameLst>
                                      </p:cBhvr>
                                      <p:to>
                                        <p:strVal val="visible"/>
                                      </p:to>
                                    </p:set>
                                  </p:childTnLst>
                                  <p:subTnLst>
                                    <p:set>
                                      <p:cBhvr override="childStyle">
                                        <p:cTn dur="1" fill="hold" display="0" masterRel="nextClick" afterEffect="1"/>
                                        <p:tgtEl>
                                          <p:spTgt spid="155817"/>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556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558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155876"/>
                                        </p:tgtEl>
                                        <p:attrNameLst>
                                          <p:attrName>style.visibility</p:attrName>
                                        </p:attrNameLst>
                                      </p:cBhvr>
                                      <p:to>
                                        <p:strVal val="visible"/>
                                      </p:to>
                                    </p:set>
                                    <p:animEffect transition="in" filter="wipe(right)">
                                      <p:cBhvr>
                                        <p:cTn id="35" dur="500"/>
                                        <p:tgtEl>
                                          <p:spTgt spid="155876"/>
                                        </p:tgtEl>
                                      </p:cBhvr>
                                    </p:animEffect>
                                  </p:childTnLst>
                                  <p:subTnLst>
                                    <p:set>
                                      <p:cBhvr override="childStyle">
                                        <p:cTn dur="1" fill="hold" display="0" masterRel="sameClick" afterEffect="1">
                                          <p:stCondLst>
                                            <p:cond evt="end" delay="0">
                                              <p:tn val="33"/>
                                            </p:cond>
                                          </p:stCondLst>
                                        </p:cTn>
                                        <p:tgtEl>
                                          <p:spTgt spid="155876"/>
                                        </p:tgtEl>
                                        <p:attrNameLst>
                                          <p:attrName>style.visibility</p:attrName>
                                        </p:attrNameLst>
                                      </p:cBhvr>
                                      <p:to>
                                        <p:strVal val="hidden"/>
                                      </p:to>
                                    </p:set>
                                  </p:sub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155897"/>
                                        </p:tgtEl>
                                        <p:attrNameLst>
                                          <p:attrName>style.visibility</p:attrName>
                                        </p:attrNameLst>
                                      </p:cBhvr>
                                      <p:to>
                                        <p:strVal val="visible"/>
                                      </p:to>
                                    </p:set>
                                    <p:animEffect transition="in" filter="wipe(left)">
                                      <p:cBhvr>
                                        <p:cTn id="39" dur="500"/>
                                        <p:tgtEl>
                                          <p:spTgt spid="155897"/>
                                        </p:tgtEl>
                                      </p:cBhvr>
                                    </p:animEffect>
                                  </p:childTnLst>
                                  <p:subTnLst>
                                    <p:set>
                                      <p:cBhvr override="childStyle">
                                        <p:cTn dur="1" fill="hold" display="0" masterRel="sameClick" afterEffect="1">
                                          <p:stCondLst>
                                            <p:cond evt="end" delay="0">
                                              <p:tn val="37"/>
                                            </p:cond>
                                          </p:stCondLst>
                                        </p:cTn>
                                        <p:tgtEl>
                                          <p:spTgt spid="155897"/>
                                        </p:tgtEl>
                                        <p:attrNameLst>
                                          <p:attrName>style.visibility</p:attrName>
                                        </p:attrNameLst>
                                      </p:cBhvr>
                                      <p:to>
                                        <p:strVal val="hidden"/>
                                      </p:to>
                                    </p:set>
                                  </p:subTnLst>
                                </p:cTn>
                              </p:par>
                            </p:childTnLst>
                          </p:cTn>
                        </p:par>
                        <p:par>
                          <p:cTn id="40" fill="hold">
                            <p:stCondLst>
                              <p:cond delay="1000"/>
                            </p:stCondLst>
                            <p:childTnLst>
                              <p:par>
                                <p:cTn id="41" presetID="22" presetClass="entr" presetSubtype="8" fill="hold" nodeType="afterEffect">
                                  <p:stCondLst>
                                    <p:cond delay="0"/>
                                  </p:stCondLst>
                                  <p:childTnLst>
                                    <p:set>
                                      <p:cBhvr>
                                        <p:cTn id="42" dur="1" fill="hold">
                                          <p:stCondLst>
                                            <p:cond delay="0"/>
                                          </p:stCondLst>
                                        </p:cTn>
                                        <p:tgtEl>
                                          <p:spTgt spid="155940"/>
                                        </p:tgtEl>
                                        <p:attrNameLst>
                                          <p:attrName>style.visibility</p:attrName>
                                        </p:attrNameLst>
                                      </p:cBhvr>
                                      <p:to>
                                        <p:strVal val="visible"/>
                                      </p:to>
                                    </p:set>
                                    <p:animEffect transition="in" filter="wipe(left)">
                                      <p:cBhvr>
                                        <p:cTn id="43" dur="500"/>
                                        <p:tgtEl>
                                          <p:spTgt spid="155940"/>
                                        </p:tgtEl>
                                      </p:cBhvr>
                                    </p:animEffect>
                                  </p:childTnLst>
                                  <p:subTnLst>
                                    <p:set>
                                      <p:cBhvr override="childStyle">
                                        <p:cTn dur="1" fill="hold" display="0" masterRel="sameClick" afterEffect="1">
                                          <p:stCondLst>
                                            <p:cond evt="end" delay="0">
                                              <p:tn val="41"/>
                                            </p:cond>
                                          </p:stCondLst>
                                        </p:cTn>
                                        <p:tgtEl>
                                          <p:spTgt spid="155940"/>
                                        </p:tgtEl>
                                        <p:attrNameLst>
                                          <p:attrName>style.visibility</p:attrName>
                                        </p:attrNameLst>
                                      </p:cBhvr>
                                      <p:to>
                                        <p:strVal val="hidden"/>
                                      </p:to>
                                    </p:set>
                                  </p:subTnLst>
                                </p:cTn>
                              </p:par>
                            </p:childTnLst>
                          </p:cTn>
                        </p:par>
                        <p:par>
                          <p:cTn id="44" fill="hold">
                            <p:stCondLst>
                              <p:cond delay="1500"/>
                            </p:stCondLst>
                            <p:childTnLst>
                              <p:par>
                                <p:cTn id="45" presetID="22" presetClass="entr" presetSubtype="8" fill="hold" nodeType="afterEffect">
                                  <p:stCondLst>
                                    <p:cond delay="0"/>
                                  </p:stCondLst>
                                  <p:childTnLst>
                                    <p:set>
                                      <p:cBhvr>
                                        <p:cTn id="46" dur="1" fill="hold">
                                          <p:stCondLst>
                                            <p:cond delay="0"/>
                                          </p:stCondLst>
                                        </p:cTn>
                                        <p:tgtEl>
                                          <p:spTgt spid="156027"/>
                                        </p:tgtEl>
                                        <p:attrNameLst>
                                          <p:attrName>style.visibility</p:attrName>
                                        </p:attrNameLst>
                                      </p:cBhvr>
                                      <p:to>
                                        <p:strVal val="visible"/>
                                      </p:to>
                                    </p:set>
                                    <p:animEffect transition="in" filter="wipe(left)">
                                      <p:cBhvr>
                                        <p:cTn id="47" dur="500"/>
                                        <p:tgtEl>
                                          <p:spTgt spid="156027"/>
                                        </p:tgtEl>
                                      </p:cBhvr>
                                    </p:animEffect>
                                  </p:childTnLst>
                                  <p:subTnLst>
                                    <p:set>
                                      <p:cBhvr override="childStyle">
                                        <p:cTn dur="1" fill="hold" display="0" masterRel="sameClick" afterEffect="1">
                                          <p:stCondLst>
                                            <p:cond evt="end" delay="0">
                                              <p:tn val="45"/>
                                            </p:cond>
                                          </p:stCondLst>
                                        </p:cTn>
                                        <p:tgtEl>
                                          <p:spTgt spid="156027"/>
                                        </p:tgtEl>
                                        <p:attrNameLst>
                                          <p:attrName>style.visibility</p:attrName>
                                        </p:attrNameLst>
                                      </p:cBhvr>
                                      <p:to>
                                        <p:strVal val="hidden"/>
                                      </p:to>
                                    </p:set>
                                  </p:subTnLst>
                                </p:cTn>
                              </p:par>
                            </p:childTnLst>
                          </p:cTn>
                        </p:par>
                        <p:par>
                          <p:cTn id="48" fill="hold">
                            <p:stCondLst>
                              <p:cond delay="2000"/>
                            </p:stCondLst>
                            <p:childTnLst>
                              <p:par>
                                <p:cTn id="49" presetID="22" presetClass="entr" presetSubtype="8" fill="hold" nodeType="afterEffect">
                                  <p:stCondLst>
                                    <p:cond delay="0"/>
                                  </p:stCondLst>
                                  <p:childTnLst>
                                    <p:set>
                                      <p:cBhvr>
                                        <p:cTn id="50" dur="1" fill="hold">
                                          <p:stCondLst>
                                            <p:cond delay="0"/>
                                          </p:stCondLst>
                                        </p:cTn>
                                        <p:tgtEl>
                                          <p:spTgt spid="156553"/>
                                        </p:tgtEl>
                                        <p:attrNameLst>
                                          <p:attrName>style.visibility</p:attrName>
                                        </p:attrNameLst>
                                      </p:cBhvr>
                                      <p:to>
                                        <p:strVal val="visible"/>
                                      </p:to>
                                    </p:set>
                                    <p:animEffect transition="in" filter="wipe(left)">
                                      <p:cBhvr>
                                        <p:cTn id="51" dur="500"/>
                                        <p:tgtEl>
                                          <p:spTgt spid="156553"/>
                                        </p:tgtEl>
                                      </p:cBhvr>
                                    </p:animEffect>
                                  </p:childTnLst>
                                  <p:subTnLst>
                                    <p:set>
                                      <p:cBhvr override="childStyle">
                                        <p:cTn dur="1" fill="hold" display="0" masterRel="sameClick" afterEffect="1">
                                          <p:stCondLst>
                                            <p:cond evt="end" delay="0">
                                              <p:tn val="49"/>
                                            </p:cond>
                                          </p:stCondLst>
                                        </p:cTn>
                                        <p:tgtEl>
                                          <p:spTgt spid="156553"/>
                                        </p:tgtEl>
                                        <p:attrNameLst>
                                          <p:attrName>style.visibility</p:attrName>
                                        </p:attrNameLst>
                                      </p:cBhvr>
                                      <p:to>
                                        <p:strVal val="hidden"/>
                                      </p:to>
                                    </p:set>
                                  </p:subTnLst>
                                </p:cTn>
                              </p:par>
                            </p:childTnLst>
                          </p:cTn>
                        </p:par>
                        <p:par>
                          <p:cTn id="52" fill="hold">
                            <p:stCondLst>
                              <p:cond delay="2500"/>
                            </p:stCondLst>
                            <p:childTnLst>
                              <p:par>
                                <p:cTn id="53" presetID="22" presetClass="entr" presetSubtype="8" fill="hold" nodeType="afterEffect">
                                  <p:stCondLst>
                                    <p:cond delay="0"/>
                                  </p:stCondLst>
                                  <p:childTnLst>
                                    <p:set>
                                      <p:cBhvr>
                                        <p:cTn id="54" dur="1" fill="hold">
                                          <p:stCondLst>
                                            <p:cond delay="0"/>
                                          </p:stCondLst>
                                        </p:cTn>
                                        <p:tgtEl>
                                          <p:spTgt spid="156904"/>
                                        </p:tgtEl>
                                        <p:attrNameLst>
                                          <p:attrName>style.visibility</p:attrName>
                                        </p:attrNameLst>
                                      </p:cBhvr>
                                      <p:to>
                                        <p:strVal val="visible"/>
                                      </p:to>
                                    </p:set>
                                    <p:animEffect transition="in" filter="wipe(left)">
                                      <p:cBhvr>
                                        <p:cTn id="55" dur="500"/>
                                        <p:tgtEl>
                                          <p:spTgt spid="156904"/>
                                        </p:tgtEl>
                                      </p:cBhvr>
                                    </p:animEffect>
                                  </p:childTnLst>
                                  <p:subTnLst>
                                    <p:set>
                                      <p:cBhvr override="childStyle">
                                        <p:cTn dur="1" fill="hold" display="0" masterRel="sameClick" afterEffect="1">
                                          <p:stCondLst>
                                            <p:cond evt="end" delay="0">
                                              <p:tn val="53"/>
                                            </p:cond>
                                          </p:stCondLst>
                                        </p:cTn>
                                        <p:tgtEl>
                                          <p:spTgt spid="156904"/>
                                        </p:tgtEl>
                                        <p:attrNameLst>
                                          <p:attrName>style.visibility</p:attrName>
                                        </p:attrNameLst>
                                      </p:cBhvr>
                                      <p:to>
                                        <p:strVal val="hidden"/>
                                      </p:to>
                                    </p:set>
                                  </p:subTnLst>
                                </p:cTn>
                              </p:par>
                            </p:childTnLst>
                          </p:cTn>
                        </p:par>
                        <p:par>
                          <p:cTn id="56" fill="hold">
                            <p:stCondLst>
                              <p:cond delay="3000"/>
                            </p:stCondLst>
                            <p:childTnLst>
                              <p:par>
                                <p:cTn id="57" presetID="22" presetClass="entr" presetSubtype="2" fill="hold" nodeType="afterEffect">
                                  <p:stCondLst>
                                    <p:cond delay="0"/>
                                  </p:stCondLst>
                                  <p:childTnLst>
                                    <p:set>
                                      <p:cBhvr>
                                        <p:cTn id="58" dur="1" fill="hold">
                                          <p:stCondLst>
                                            <p:cond delay="0"/>
                                          </p:stCondLst>
                                        </p:cTn>
                                        <p:tgtEl>
                                          <p:spTgt spid="157298"/>
                                        </p:tgtEl>
                                        <p:attrNameLst>
                                          <p:attrName>style.visibility</p:attrName>
                                        </p:attrNameLst>
                                      </p:cBhvr>
                                      <p:to>
                                        <p:strVal val="visible"/>
                                      </p:to>
                                    </p:set>
                                    <p:animEffect transition="in" filter="wipe(right)">
                                      <p:cBhvr>
                                        <p:cTn id="59" dur="500"/>
                                        <p:tgtEl>
                                          <p:spTgt spid="157298"/>
                                        </p:tgtEl>
                                      </p:cBhvr>
                                    </p:animEffect>
                                  </p:childTnLst>
                                  <p:subTnLst>
                                    <p:set>
                                      <p:cBhvr override="childStyle">
                                        <p:cTn dur="1" fill="hold" display="0" masterRel="sameClick" afterEffect="1">
                                          <p:stCondLst>
                                            <p:cond evt="end" delay="0">
                                              <p:tn val="57"/>
                                            </p:cond>
                                          </p:stCondLst>
                                        </p:cTn>
                                        <p:tgtEl>
                                          <p:spTgt spid="157298"/>
                                        </p:tgtEl>
                                        <p:attrNameLst>
                                          <p:attrName>style.visibility</p:attrName>
                                        </p:attrNameLst>
                                      </p:cBhvr>
                                      <p:to>
                                        <p:strVal val="hidden"/>
                                      </p:to>
                                    </p:set>
                                  </p:subTnLst>
                                </p:cTn>
                              </p:par>
                            </p:childTnLst>
                          </p:cTn>
                        </p:par>
                        <p:par>
                          <p:cTn id="60" fill="hold">
                            <p:stCondLst>
                              <p:cond delay="3500"/>
                            </p:stCondLst>
                            <p:childTnLst>
                              <p:par>
                                <p:cTn id="61" presetID="22" presetClass="entr" presetSubtype="2" fill="hold" nodeType="afterEffect">
                                  <p:stCondLst>
                                    <p:cond delay="0"/>
                                  </p:stCondLst>
                                  <p:childTnLst>
                                    <p:set>
                                      <p:cBhvr>
                                        <p:cTn id="62" dur="1" fill="hold">
                                          <p:stCondLst>
                                            <p:cond delay="0"/>
                                          </p:stCondLst>
                                        </p:cTn>
                                        <p:tgtEl>
                                          <p:spTgt spid="156947"/>
                                        </p:tgtEl>
                                        <p:attrNameLst>
                                          <p:attrName>style.visibility</p:attrName>
                                        </p:attrNameLst>
                                      </p:cBhvr>
                                      <p:to>
                                        <p:strVal val="visible"/>
                                      </p:to>
                                    </p:set>
                                    <p:animEffect transition="in" filter="wipe(right)">
                                      <p:cBhvr>
                                        <p:cTn id="63" dur="500"/>
                                        <p:tgtEl>
                                          <p:spTgt spid="156947"/>
                                        </p:tgtEl>
                                      </p:cBhvr>
                                    </p:animEffect>
                                  </p:childTnLst>
                                  <p:subTnLst>
                                    <p:set>
                                      <p:cBhvr override="childStyle">
                                        <p:cTn dur="1" fill="hold" display="0" masterRel="sameClick" afterEffect="1">
                                          <p:stCondLst>
                                            <p:cond evt="end" delay="0">
                                              <p:tn val="61"/>
                                            </p:cond>
                                          </p:stCondLst>
                                        </p:cTn>
                                        <p:tgtEl>
                                          <p:spTgt spid="156947"/>
                                        </p:tgtEl>
                                        <p:attrNameLst>
                                          <p:attrName>style.visibility</p:attrName>
                                        </p:attrNameLst>
                                      </p:cBhvr>
                                      <p:to>
                                        <p:strVal val="hidden"/>
                                      </p:to>
                                    </p:set>
                                  </p:subTnLst>
                                </p:cTn>
                              </p:par>
                            </p:childTnLst>
                          </p:cTn>
                        </p:par>
                        <p:par>
                          <p:cTn id="64" fill="hold">
                            <p:stCondLst>
                              <p:cond delay="4000"/>
                            </p:stCondLst>
                            <p:childTnLst>
                              <p:par>
                                <p:cTn id="65" presetID="22" presetClass="entr" presetSubtype="2" fill="hold" nodeType="afterEffect">
                                  <p:stCondLst>
                                    <p:cond delay="0"/>
                                  </p:stCondLst>
                                  <p:childTnLst>
                                    <p:set>
                                      <p:cBhvr>
                                        <p:cTn id="66" dur="1" fill="hold">
                                          <p:stCondLst>
                                            <p:cond delay="0"/>
                                          </p:stCondLst>
                                        </p:cTn>
                                        <p:tgtEl>
                                          <p:spTgt spid="156202"/>
                                        </p:tgtEl>
                                        <p:attrNameLst>
                                          <p:attrName>style.visibility</p:attrName>
                                        </p:attrNameLst>
                                      </p:cBhvr>
                                      <p:to>
                                        <p:strVal val="visible"/>
                                      </p:to>
                                    </p:set>
                                    <p:animEffect transition="in" filter="wipe(right)">
                                      <p:cBhvr>
                                        <p:cTn id="67" dur="500"/>
                                        <p:tgtEl>
                                          <p:spTgt spid="156202"/>
                                        </p:tgtEl>
                                      </p:cBhvr>
                                    </p:animEffect>
                                  </p:childTnLst>
                                  <p:subTnLst>
                                    <p:set>
                                      <p:cBhvr override="childStyle">
                                        <p:cTn dur="1" fill="hold" display="0" masterRel="sameClick" afterEffect="1">
                                          <p:stCondLst>
                                            <p:cond evt="end" delay="0">
                                              <p:tn val="65"/>
                                            </p:cond>
                                          </p:stCondLst>
                                        </p:cTn>
                                        <p:tgtEl>
                                          <p:spTgt spid="156202"/>
                                        </p:tgtEl>
                                        <p:attrNameLst>
                                          <p:attrName>style.visibility</p:attrName>
                                        </p:attrNameLst>
                                      </p:cBhvr>
                                      <p:to>
                                        <p:strVal val="hidden"/>
                                      </p:to>
                                    </p:set>
                                  </p:subTnLst>
                                </p:cTn>
                              </p:par>
                            </p:childTnLst>
                          </p:cTn>
                        </p:par>
                        <p:par>
                          <p:cTn id="68" fill="hold">
                            <p:stCondLst>
                              <p:cond delay="4500"/>
                            </p:stCondLst>
                            <p:childTnLst>
                              <p:par>
                                <p:cTn id="69" presetID="22" presetClass="entr" presetSubtype="2" fill="hold" nodeType="afterEffect">
                                  <p:stCondLst>
                                    <p:cond delay="0"/>
                                  </p:stCondLst>
                                  <p:childTnLst>
                                    <p:set>
                                      <p:cBhvr>
                                        <p:cTn id="70" dur="1" fill="hold">
                                          <p:stCondLst>
                                            <p:cond delay="0"/>
                                          </p:stCondLst>
                                        </p:cTn>
                                        <p:tgtEl>
                                          <p:spTgt spid="157649"/>
                                        </p:tgtEl>
                                        <p:attrNameLst>
                                          <p:attrName>style.visibility</p:attrName>
                                        </p:attrNameLst>
                                      </p:cBhvr>
                                      <p:to>
                                        <p:strVal val="visible"/>
                                      </p:to>
                                    </p:set>
                                    <p:animEffect transition="in" filter="wipe(right)">
                                      <p:cBhvr>
                                        <p:cTn id="71" dur="500"/>
                                        <p:tgtEl>
                                          <p:spTgt spid="157649"/>
                                        </p:tgtEl>
                                      </p:cBhvr>
                                    </p:animEffect>
                                  </p:childTnLst>
                                  <p:subTnLst>
                                    <p:set>
                                      <p:cBhvr override="childStyle">
                                        <p:cTn dur="1" fill="hold" display="0" masterRel="sameClick" afterEffect="1">
                                          <p:stCondLst>
                                            <p:cond evt="end" delay="0">
                                              <p:tn val="69"/>
                                            </p:cond>
                                          </p:stCondLst>
                                        </p:cTn>
                                        <p:tgtEl>
                                          <p:spTgt spid="157649"/>
                                        </p:tgtEl>
                                        <p:attrNameLst>
                                          <p:attrName>style.visibility</p:attrName>
                                        </p:attrNameLst>
                                      </p:cBhvr>
                                      <p:to>
                                        <p:strVal val="hidden"/>
                                      </p:to>
                                    </p:set>
                                  </p:subTnLst>
                                </p:cTn>
                              </p:par>
                            </p:childTnLst>
                          </p:cTn>
                        </p:par>
                        <p:par>
                          <p:cTn id="72" fill="hold">
                            <p:stCondLst>
                              <p:cond delay="5000"/>
                            </p:stCondLst>
                            <p:childTnLst>
                              <p:par>
                                <p:cTn id="73" presetID="22" presetClass="entr" presetSubtype="8" fill="hold" nodeType="afterEffect">
                                  <p:stCondLst>
                                    <p:cond delay="0"/>
                                  </p:stCondLst>
                                  <p:childTnLst>
                                    <p:set>
                                      <p:cBhvr>
                                        <p:cTn id="74" dur="1" fill="hold">
                                          <p:stCondLst>
                                            <p:cond delay="0"/>
                                          </p:stCondLst>
                                        </p:cTn>
                                        <p:tgtEl>
                                          <p:spTgt spid="158701"/>
                                        </p:tgtEl>
                                        <p:attrNameLst>
                                          <p:attrName>style.visibility</p:attrName>
                                        </p:attrNameLst>
                                      </p:cBhvr>
                                      <p:to>
                                        <p:strVal val="visible"/>
                                      </p:to>
                                    </p:set>
                                    <p:animEffect transition="in" filter="wipe(left)">
                                      <p:cBhvr>
                                        <p:cTn id="75" dur="500"/>
                                        <p:tgtEl>
                                          <p:spTgt spid="158701"/>
                                        </p:tgtEl>
                                      </p:cBhvr>
                                    </p:animEffect>
                                  </p:childTnLst>
                                </p:cTn>
                              </p:par>
                            </p:childTnLst>
                          </p:cTn>
                        </p:par>
                        <p:par>
                          <p:cTn id="76" fill="hold">
                            <p:stCondLst>
                              <p:cond delay="5500"/>
                            </p:stCondLst>
                            <p:childTnLst>
                              <p:par>
                                <p:cTn id="77" presetID="22" presetClass="entr" presetSubtype="8" fill="hold" nodeType="afterEffect">
                                  <p:stCondLst>
                                    <p:cond delay="0"/>
                                  </p:stCondLst>
                                  <p:childTnLst>
                                    <p:set>
                                      <p:cBhvr>
                                        <p:cTn id="78" dur="1" fill="hold">
                                          <p:stCondLst>
                                            <p:cond delay="0"/>
                                          </p:stCondLst>
                                        </p:cTn>
                                        <p:tgtEl>
                                          <p:spTgt spid="158000"/>
                                        </p:tgtEl>
                                        <p:attrNameLst>
                                          <p:attrName>style.visibility</p:attrName>
                                        </p:attrNameLst>
                                      </p:cBhvr>
                                      <p:to>
                                        <p:strVal val="visible"/>
                                      </p:to>
                                    </p:set>
                                    <p:animEffect transition="in" filter="wipe(left)">
                                      <p:cBhvr>
                                        <p:cTn id="79" dur="500"/>
                                        <p:tgtEl>
                                          <p:spTgt spid="158000"/>
                                        </p:tgtEl>
                                      </p:cBhvr>
                                    </p:animEffect>
                                  </p:childTnLst>
                                </p:cTn>
                              </p:par>
                            </p:childTnLst>
                          </p:cTn>
                        </p:par>
                        <p:par>
                          <p:cTn id="80" fill="hold">
                            <p:stCondLst>
                              <p:cond delay="6000"/>
                            </p:stCondLst>
                            <p:childTnLst>
                              <p:par>
                                <p:cTn id="81" presetID="22" presetClass="entr" presetSubtype="8" fill="hold" nodeType="afterEffect">
                                  <p:stCondLst>
                                    <p:cond delay="0"/>
                                  </p:stCondLst>
                                  <p:childTnLst>
                                    <p:set>
                                      <p:cBhvr>
                                        <p:cTn id="82" dur="1" fill="hold">
                                          <p:stCondLst>
                                            <p:cond delay="0"/>
                                          </p:stCondLst>
                                        </p:cTn>
                                        <p:tgtEl>
                                          <p:spTgt spid="159402"/>
                                        </p:tgtEl>
                                        <p:attrNameLst>
                                          <p:attrName>style.visibility</p:attrName>
                                        </p:attrNameLst>
                                      </p:cBhvr>
                                      <p:to>
                                        <p:strVal val="visible"/>
                                      </p:to>
                                    </p:set>
                                    <p:animEffect transition="in" filter="wipe(left)">
                                      <p:cBhvr>
                                        <p:cTn id="83" dur="500"/>
                                        <p:tgtEl>
                                          <p:spTgt spid="159402"/>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499"/>
                                          </p:stCondLst>
                                        </p:cTn>
                                        <p:tgtEl>
                                          <p:spTgt spid="159489"/>
                                        </p:tgtEl>
                                        <p:attrNameLst>
                                          <p:attrName>style.visibility</p:attrName>
                                        </p:attrNameLst>
                                      </p:cBhvr>
                                      <p:to>
                                        <p:strVal val="visible"/>
                                      </p:to>
                                    </p:set>
                                  </p:childTnLst>
                                </p:cTn>
                              </p:par>
                            </p:childTnLst>
                          </p:cTn>
                        </p:par>
                        <p:par>
                          <p:cTn id="88" fill="hold">
                            <p:stCondLst>
                              <p:cond delay="500"/>
                            </p:stCondLst>
                            <p:childTnLst>
                              <p:par>
                                <p:cTn id="89" presetID="22" presetClass="entr" presetSubtype="8" fill="hold" nodeType="afterEffect">
                                  <p:stCondLst>
                                    <p:cond delay="0"/>
                                  </p:stCondLst>
                                  <p:childTnLst>
                                    <p:set>
                                      <p:cBhvr>
                                        <p:cTn id="90" dur="1" fill="hold">
                                          <p:stCondLst>
                                            <p:cond delay="0"/>
                                          </p:stCondLst>
                                        </p:cTn>
                                        <p:tgtEl>
                                          <p:spTgt spid="161216"/>
                                        </p:tgtEl>
                                        <p:attrNameLst>
                                          <p:attrName>style.visibility</p:attrName>
                                        </p:attrNameLst>
                                      </p:cBhvr>
                                      <p:to>
                                        <p:strVal val="visible"/>
                                      </p:to>
                                    </p:set>
                                    <p:animEffect transition="in" filter="wipe(left)">
                                      <p:cBhvr>
                                        <p:cTn id="91" dur="500"/>
                                        <p:tgtEl>
                                          <p:spTgt spid="161216"/>
                                        </p:tgtEl>
                                      </p:cBhvr>
                                    </p:animEffect>
                                  </p:childTnLst>
                                </p:cTn>
                              </p:par>
                            </p:childTnLst>
                          </p:cTn>
                        </p:par>
                        <p:par>
                          <p:cTn id="92" fill="hold">
                            <p:stCondLst>
                              <p:cond delay="1000"/>
                            </p:stCondLst>
                            <p:childTnLst>
                              <p:par>
                                <p:cTn id="93" presetID="22" presetClass="entr" presetSubtype="8" fill="hold" nodeType="afterEffect">
                                  <p:stCondLst>
                                    <p:cond delay="0"/>
                                  </p:stCondLst>
                                  <p:childTnLst>
                                    <p:set>
                                      <p:cBhvr>
                                        <p:cTn id="94" dur="1" fill="hold">
                                          <p:stCondLst>
                                            <p:cond delay="0"/>
                                          </p:stCondLst>
                                        </p:cTn>
                                        <p:tgtEl>
                                          <p:spTgt spid="159491"/>
                                        </p:tgtEl>
                                        <p:attrNameLst>
                                          <p:attrName>style.visibility</p:attrName>
                                        </p:attrNameLst>
                                      </p:cBhvr>
                                      <p:to>
                                        <p:strVal val="visible"/>
                                      </p:to>
                                    </p:set>
                                    <p:animEffect transition="in" filter="wipe(left)">
                                      <p:cBhvr>
                                        <p:cTn id="95" dur="500"/>
                                        <p:tgtEl>
                                          <p:spTgt spid="159491"/>
                                        </p:tgtEl>
                                      </p:cBhvr>
                                    </p:animEffect>
                                  </p:childTnLst>
                                </p:cTn>
                              </p:par>
                            </p:childTnLst>
                          </p:cTn>
                        </p:par>
                        <p:par>
                          <p:cTn id="96" fill="hold">
                            <p:stCondLst>
                              <p:cond delay="1500"/>
                            </p:stCondLst>
                            <p:childTnLst>
                              <p:par>
                                <p:cTn id="97" presetID="22" presetClass="entr" presetSubtype="8" fill="hold" nodeType="afterEffect">
                                  <p:stCondLst>
                                    <p:cond delay="0"/>
                                  </p:stCondLst>
                                  <p:childTnLst>
                                    <p:set>
                                      <p:cBhvr>
                                        <p:cTn id="98" dur="1" fill="hold">
                                          <p:stCondLst>
                                            <p:cond delay="0"/>
                                          </p:stCondLst>
                                        </p:cTn>
                                        <p:tgtEl>
                                          <p:spTgt spid="161917"/>
                                        </p:tgtEl>
                                        <p:attrNameLst>
                                          <p:attrName>style.visibility</p:attrName>
                                        </p:attrNameLst>
                                      </p:cBhvr>
                                      <p:to>
                                        <p:strVal val="visible"/>
                                      </p:to>
                                    </p:set>
                                    <p:animEffect transition="in" filter="wipe(left)">
                                      <p:cBhvr>
                                        <p:cTn id="99" dur="500"/>
                                        <p:tgtEl>
                                          <p:spTgt spid="161917"/>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499"/>
                                          </p:stCondLst>
                                        </p:cTn>
                                        <p:tgtEl>
                                          <p:spTgt spid="162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75" grpId="0"/>
      <p:bldP spid="155676" grpId="0"/>
      <p:bldP spid="155677" grpId="0"/>
      <p:bldP spid="159489" grpId="0"/>
      <p:bldP spid="16200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文本框 152577"/>
          <p:cNvSpPr txBox="1"/>
          <p:nvPr/>
        </p:nvSpPr>
        <p:spPr>
          <a:xfrm>
            <a:off x="1676400" y="228600"/>
            <a:ext cx="4564063" cy="583565"/>
          </a:xfrm>
          <a:prstGeom prst="rect">
            <a:avLst/>
          </a:prstGeom>
          <a:noFill/>
          <a:ln w="9525">
            <a:noFill/>
          </a:ln>
        </p:spPr>
        <p:txBody>
          <a:bodyPr>
            <a:spAutoFit/>
          </a:bodyPr>
          <a:lstStyle/>
          <a:p>
            <a:pPr>
              <a:spcBef>
                <a:spcPct val="50000"/>
              </a:spcBef>
            </a:pPr>
            <a:r>
              <a:rPr lang="zh-CN" altLang="en-US" sz="3200" b="1" dirty="0">
                <a:solidFill>
                  <a:srgbClr val="FF0000"/>
                </a:solidFill>
                <a:latin typeface="黑体" panose="02010609060101010101" pitchFamily="49" charset="-122"/>
                <a:ea typeface="黑体" panose="02010609060101010101" pitchFamily="49" charset="-122"/>
              </a:rPr>
              <a:t>激光器的基本结构</a:t>
            </a:r>
          </a:p>
        </p:txBody>
      </p:sp>
      <p:pic>
        <p:nvPicPr>
          <p:cNvPr id="152579" name="图片 152578"/>
          <p:cNvPicPr>
            <a:picLocks noChangeAspect="1"/>
          </p:cNvPicPr>
          <p:nvPr/>
        </p:nvPicPr>
        <p:blipFill>
          <a:blip r:embed="rId2">
            <a:lum bright="6000"/>
          </a:blip>
          <a:srcRect t="7155"/>
          <a:stretch>
            <a:fillRect/>
          </a:stretch>
        </p:blipFill>
        <p:spPr>
          <a:xfrm>
            <a:off x="6019800" y="454025"/>
            <a:ext cx="4572000" cy="3279775"/>
          </a:xfrm>
          <a:prstGeom prst="rect">
            <a:avLst/>
          </a:prstGeom>
          <a:noFill/>
          <a:ln w="9525">
            <a:noFill/>
          </a:ln>
        </p:spPr>
      </p:pic>
      <p:sp>
        <p:nvSpPr>
          <p:cNvPr id="152580" name="文本框 152579"/>
          <p:cNvSpPr txBox="1"/>
          <p:nvPr/>
        </p:nvSpPr>
        <p:spPr>
          <a:xfrm>
            <a:off x="1905000" y="914400"/>
            <a:ext cx="3429000" cy="1198880"/>
          </a:xfrm>
          <a:prstGeom prst="rect">
            <a:avLst/>
          </a:prstGeom>
          <a:noFill/>
          <a:ln w="9525">
            <a:noFill/>
          </a:ln>
        </p:spPr>
        <p:txBody>
          <a:bodyPr>
            <a:spAutoFit/>
          </a:bodyPr>
          <a:lstStyle/>
          <a:p>
            <a:pPr>
              <a:spcBef>
                <a:spcPct val="50000"/>
              </a:spcBef>
            </a:pPr>
            <a:r>
              <a:rPr lang="zh-CN" altLang="en-US" sz="2400" b="1" dirty="0">
                <a:solidFill>
                  <a:srgbClr val="020202"/>
                </a:solidFill>
                <a:latin typeface="黑体" panose="02010609060101010101" pitchFamily="49" charset="-122"/>
                <a:ea typeface="黑体" panose="02010609060101010101" pitchFamily="49" charset="-122"/>
              </a:rPr>
              <a:t>一台激光器是由工作物质、谐振腔和激励能源(泵浦)组成。</a:t>
            </a:r>
            <a:r>
              <a:rPr lang="zh-CN" altLang="en-US" sz="2400" b="1" dirty="0">
                <a:latin typeface="黑体" panose="02010609060101010101" pitchFamily="49" charset="-122"/>
                <a:ea typeface="黑体" panose="02010609060101010101" pitchFamily="49" charset="-122"/>
              </a:rPr>
              <a:t> </a:t>
            </a:r>
          </a:p>
        </p:txBody>
      </p:sp>
      <p:sp>
        <p:nvSpPr>
          <p:cNvPr id="152581" name="文本框 152580"/>
          <p:cNvSpPr txBox="1"/>
          <p:nvPr/>
        </p:nvSpPr>
        <p:spPr>
          <a:xfrm>
            <a:off x="1752600" y="2209800"/>
            <a:ext cx="3886200" cy="1938020"/>
          </a:xfrm>
          <a:prstGeom prst="rect">
            <a:avLst/>
          </a:prstGeom>
          <a:solidFill>
            <a:schemeClr val="accent6">
              <a:lumMod val="20000"/>
              <a:lumOff val="80000"/>
            </a:schemeClr>
          </a:solidFill>
          <a:ln w="9525">
            <a:noFill/>
          </a:ln>
        </p:spPr>
        <p:txBody>
          <a:bodyPr>
            <a:spAutoFit/>
          </a:bodyPr>
          <a:lstStyle/>
          <a:p>
            <a:pPr algn="just">
              <a:spcBef>
                <a:spcPct val="50000"/>
              </a:spcBef>
            </a:pPr>
            <a:r>
              <a:rPr lang="zh-CN" altLang="en-US" sz="2400" b="1" dirty="0">
                <a:solidFill>
                  <a:srgbClr val="FF0000"/>
                </a:solidFill>
                <a:latin typeface="黑体" panose="02010609060101010101" pitchFamily="49" charset="-122"/>
                <a:ea typeface="黑体" panose="02010609060101010101" pitchFamily="49" charset="-122"/>
              </a:rPr>
              <a:t>工作物质（ </a:t>
            </a:r>
            <a:r>
              <a:rPr lang="en-US" altLang="zh-CN" sz="2000" b="1" dirty="0">
                <a:solidFill>
                  <a:schemeClr val="accent2"/>
                </a:solidFill>
                <a:latin typeface="Times New Roman" panose="02020603050405020304" pitchFamily="18" charset="0"/>
              </a:rPr>
              <a:t>given material</a:t>
            </a:r>
            <a:r>
              <a:rPr lang="en-US" altLang="zh-CN" dirty="0">
                <a:latin typeface="Verdana" panose="020B0604030504040204" pitchFamily="34" charset="0"/>
              </a:rPr>
              <a:t> </a:t>
            </a:r>
            <a:r>
              <a:rPr lang="zh-CN" altLang="en-US" sz="2400" b="1" dirty="0">
                <a:solidFill>
                  <a:srgbClr val="FF0000"/>
                </a:solidFill>
                <a:latin typeface="黑体" panose="02010609060101010101" pitchFamily="49" charset="-122"/>
                <a:ea typeface="黑体" panose="02010609060101010101" pitchFamily="49" charset="-122"/>
              </a:rPr>
              <a:t>）</a:t>
            </a:r>
            <a:r>
              <a:rPr lang="zh-CN" altLang="en-US" sz="2400" b="1" dirty="0">
                <a:solidFill>
                  <a:srgbClr val="020202"/>
                </a:solidFill>
                <a:latin typeface="黑体" panose="02010609060101010101" pitchFamily="49" charset="-122"/>
                <a:ea typeface="黑体" panose="02010609060101010101" pitchFamily="49" charset="-122"/>
              </a:rPr>
              <a:t>具有一定的能级结构</a:t>
            </a:r>
            <a:r>
              <a:rPr lang="zh-CN" altLang="en-US" sz="2400" b="1" dirty="0">
                <a:latin typeface="黑体" panose="02010609060101010101" pitchFamily="49" charset="-122"/>
                <a:ea typeface="黑体" panose="02010609060101010101" pitchFamily="49" charset="-122"/>
              </a:rPr>
              <a:t>(存在“亚稳态能级”)</a:t>
            </a:r>
            <a:r>
              <a:rPr lang="zh-CN" altLang="en-US" sz="2400" b="1" dirty="0">
                <a:solidFill>
                  <a:srgbClr val="020202"/>
                </a:solidFill>
                <a:latin typeface="黑体" panose="02010609060101010101" pitchFamily="49" charset="-122"/>
                <a:ea typeface="黑体" panose="02010609060101010101" pitchFamily="49" charset="-122"/>
              </a:rPr>
              <a:t> ，可在泵浦的作用下实现粒子数反转。不同的激光器工作物质不同。</a:t>
            </a:r>
          </a:p>
        </p:txBody>
      </p:sp>
      <p:sp>
        <p:nvSpPr>
          <p:cNvPr id="152582" name="文本框 152581"/>
          <p:cNvSpPr txBox="1"/>
          <p:nvPr/>
        </p:nvSpPr>
        <p:spPr>
          <a:xfrm>
            <a:off x="1752600" y="4281488"/>
            <a:ext cx="8763000" cy="1198880"/>
          </a:xfrm>
          <a:prstGeom prst="rect">
            <a:avLst/>
          </a:prstGeom>
          <a:solidFill>
            <a:schemeClr val="accent4">
              <a:lumMod val="20000"/>
              <a:lumOff val="80000"/>
            </a:schemeClr>
          </a:solidFill>
          <a:ln w="9525">
            <a:noFill/>
          </a:ln>
        </p:spPr>
        <p:txBody>
          <a:bodyPr>
            <a:spAutoFit/>
          </a:bodyPr>
          <a:lstStyle/>
          <a:p>
            <a:pPr algn="just">
              <a:spcBef>
                <a:spcPct val="50000"/>
              </a:spcBef>
            </a:pPr>
            <a:r>
              <a:rPr lang="zh-CN" altLang="en-US" sz="2400" b="1" dirty="0">
                <a:solidFill>
                  <a:srgbClr val="0066FF"/>
                </a:solidFill>
                <a:latin typeface="黑体" panose="02010609060101010101" pitchFamily="49" charset="-122"/>
                <a:ea typeface="黑体" panose="02010609060101010101" pitchFamily="49" charset="-122"/>
              </a:rPr>
              <a:t>光学谐振腔（ </a:t>
            </a:r>
            <a:r>
              <a:rPr lang="en-US" altLang="zh-CN" sz="2400" b="1" dirty="0">
                <a:solidFill>
                  <a:srgbClr val="000000"/>
                </a:solidFill>
                <a:latin typeface="Times New Roman" panose="02020603050405020304" pitchFamily="18" charset="0"/>
                <a:hlinkClick r:id="rId3" action="ppaction://hlinksldjump"/>
              </a:rPr>
              <a:t>resonant cavity</a:t>
            </a:r>
            <a:r>
              <a:rPr lang="en-US" altLang="zh-CN" dirty="0">
                <a:latin typeface="Verdana" panose="020B0604030504040204" pitchFamily="34" charset="0"/>
                <a:hlinkClick r:id="rId3" action="ppaction://hlinksldjump"/>
              </a:rPr>
              <a:t> </a:t>
            </a:r>
            <a:r>
              <a:rPr lang="zh-CN" altLang="en-US" sz="2400" b="1" dirty="0">
                <a:solidFill>
                  <a:srgbClr val="0066FF"/>
                </a:solidFill>
                <a:latin typeface="黑体" panose="02010609060101010101" pitchFamily="49" charset="-122"/>
                <a:ea typeface="黑体" panose="02010609060101010101" pitchFamily="49" charset="-122"/>
              </a:rPr>
              <a:t>） </a:t>
            </a:r>
            <a:r>
              <a:rPr lang="zh-CN" altLang="en-US" sz="2400" b="1" dirty="0">
                <a:solidFill>
                  <a:srgbClr val="020202"/>
                </a:solidFill>
                <a:latin typeface="黑体" panose="02010609060101010101" pitchFamily="49" charset="-122"/>
                <a:ea typeface="黑体" panose="02010609060101010101" pitchFamily="49" charset="-122"/>
              </a:rPr>
              <a:t>在工作物质的两端安置两面互相平行的反射镜，其中一面是全反射镜，</a:t>
            </a:r>
            <a:r>
              <a:rPr lang="zh-CN" altLang="en-US" sz="2400" b="1" dirty="0">
                <a:solidFill>
                  <a:srgbClr val="FF0000"/>
                </a:solidFill>
                <a:latin typeface="黑体" panose="02010609060101010101" pitchFamily="49" charset="-122"/>
                <a:ea typeface="黑体" panose="02010609060101010101" pitchFamily="49" charset="-122"/>
              </a:rPr>
              <a:t>另一面是部分反射镜</a:t>
            </a:r>
            <a:r>
              <a:rPr lang="zh-CN" altLang="en-US" sz="2400" b="1" dirty="0">
                <a:solidFill>
                  <a:srgbClr val="020202"/>
                </a:solidFill>
                <a:latin typeface="黑体" panose="02010609060101010101" pitchFamily="49" charset="-122"/>
                <a:ea typeface="黑体" panose="02010609060101010101" pitchFamily="49" charset="-122"/>
              </a:rPr>
              <a:t>，这两面反射镜及它们之间的空间称为光学谐振腔。</a:t>
            </a:r>
          </a:p>
        </p:txBody>
      </p:sp>
      <p:sp>
        <p:nvSpPr>
          <p:cNvPr id="152583" name="文本框 152582"/>
          <p:cNvSpPr txBox="1"/>
          <p:nvPr/>
        </p:nvSpPr>
        <p:spPr>
          <a:xfrm>
            <a:off x="1752600" y="5638800"/>
            <a:ext cx="8686800" cy="829945"/>
          </a:xfrm>
          <a:prstGeom prst="rect">
            <a:avLst/>
          </a:prstGeom>
          <a:solidFill>
            <a:srgbClr val="CCFFCC"/>
          </a:solidFill>
          <a:ln w="9525">
            <a:noFill/>
          </a:ln>
        </p:spPr>
        <p:txBody>
          <a:bodyPr>
            <a:spAutoFit/>
          </a:bodyPr>
          <a:lstStyle/>
          <a:p>
            <a:pPr>
              <a:spcBef>
                <a:spcPct val="50000"/>
              </a:spcBef>
            </a:pPr>
            <a:r>
              <a:rPr lang="zh-CN" altLang="en-US" sz="2400" b="1" dirty="0">
                <a:solidFill>
                  <a:srgbClr val="FF3399"/>
                </a:solidFill>
                <a:latin typeface="黑体" panose="02010609060101010101" pitchFamily="49" charset="-122"/>
                <a:ea typeface="黑体" panose="02010609060101010101" pitchFamily="49" charset="-122"/>
              </a:rPr>
              <a:t>泵浦(</a:t>
            </a:r>
            <a:r>
              <a:rPr lang="en-US" altLang="zh-CN" sz="2400" b="1" dirty="0">
                <a:solidFill>
                  <a:srgbClr val="FF3399"/>
                </a:solidFill>
                <a:latin typeface="Times New Roman" panose="02020603050405020304" pitchFamily="18" charset="0"/>
                <a:ea typeface="黑体" panose="02010609060101010101" pitchFamily="49" charset="-122"/>
              </a:rPr>
              <a:t>pump</a:t>
            </a:r>
            <a:r>
              <a:rPr lang="en-US" altLang="zh-CN" sz="2400" b="1" dirty="0">
                <a:solidFill>
                  <a:srgbClr val="FF3399"/>
                </a:solidFill>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的作用是为</a:t>
            </a:r>
            <a:r>
              <a:rPr lang="zh-CN" altLang="en-US" sz="2400" b="1" dirty="0">
                <a:solidFill>
                  <a:srgbClr val="020202"/>
                </a:solidFill>
                <a:latin typeface="黑体" panose="02010609060101010101" pitchFamily="49" charset="-122"/>
                <a:ea typeface="黑体" panose="02010609060101010101" pitchFamily="49" charset="-122"/>
              </a:rPr>
              <a:t>工作物质提供能量，使其原子、分子或离子发生粒子数反转分布。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2580"/>
                                        </p:tgtEl>
                                        <p:attrNameLst>
                                          <p:attrName>style.visibility</p:attrName>
                                        </p:attrNameLst>
                                      </p:cBhvr>
                                      <p:to>
                                        <p:strVal val="visible"/>
                                      </p:to>
                                    </p:set>
                                    <p:animEffect transition="in" filter="wipe(up)">
                                      <p:cBhvr>
                                        <p:cTn id="7" dur="500"/>
                                        <p:tgtEl>
                                          <p:spTgt spid="15258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152579"/>
                                        </p:tgtEl>
                                        <p:attrNameLst>
                                          <p:attrName>style.visibility</p:attrName>
                                        </p:attrNameLst>
                                      </p:cBhvr>
                                      <p:to>
                                        <p:strVal val="visible"/>
                                      </p:to>
                                    </p:set>
                                    <p:animEffect transition="in" filter="slide(fromTop)">
                                      <p:cBhvr>
                                        <p:cTn id="12" dur="500"/>
                                        <p:tgtEl>
                                          <p:spTgt spid="1525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52581"/>
                                        </p:tgtEl>
                                        <p:attrNameLst>
                                          <p:attrName>style.visibility</p:attrName>
                                        </p:attrNameLst>
                                      </p:cBhvr>
                                      <p:to>
                                        <p:strVal val="visible"/>
                                      </p:to>
                                    </p:set>
                                    <p:animEffect transition="in" filter="wipe(up)">
                                      <p:cBhvr>
                                        <p:cTn id="17" dur="500"/>
                                        <p:tgtEl>
                                          <p:spTgt spid="1525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52582"/>
                                        </p:tgtEl>
                                        <p:attrNameLst>
                                          <p:attrName>style.visibility</p:attrName>
                                        </p:attrNameLst>
                                      </p:cBhvr>
                                      <p:to>
                                        <p:strVal val="visible"/>
                                      </p:to>
                                    </p:set>
                                    <p:animEffect transition="in" filter="wipe(up)">
                                      <p:cBhvr>
                                        <p:cTn id="22" dur="500"/>
                                        <p:tgtEl>
                                          <p:spTgt spid="15258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2583"/>
                                        </p:tgtEl>
                                        <p:attrNameLst>
                                          <p:attrName>style.visibility</p:attrName>
                                        </p:attrNameLst>
                                      </p:cBhvr>
                                      <p:to>
                                        <p:strVal val="visible"/>
                                      </p:to>
                                    </p:set>
                                    <p:animEffect transition="in" filter="wipe(up)">
                                      <p:cBhvr>
                                        <p:cTn id="27" dur="500"/>
                                        <p:tgtEl>
                                          <p:spTgt spid="152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0" grpId="0"/>
      <p:bldP spid="152581" grpId="0" bldLvl="0" animBg="1"/>
      <p:bldP spid="152582" grpId="0" bldLvl="0" animBg="1"/>
      <p:bldP spid="152583"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FB036C6-A151-4980-A78F-2DD7836BEDA7}" type="datetime1">
              <a:rPr lang="zh-CN" altLang="en-US" smtClean="0"/>
              <a:t>2020/4/15</a:t>
            </a:fld>
            <a:endParaRPr lang="zh-CN" altLang="en-US"/>
          </a:p>
        </p:txBody>
      </p:sp>
      <p:sp>
        <p:nvSpPr>
          <p:cNvPr id="3" name="灯片编号占位符 2"/>
          <p:cNvSpPr>
            <a:spLocks noGrp="1"/>
          </p:cNvSpPr>
          <p:nvPr>
            <p:ph type="sldNum" sz="quarter" idx="12"/>
          </p:nvPr>
        </p:nvSpPr>
        <p:spPr/>
        <p:txBody>
          <a:bodyPr/>
          <a:lstStyle/>
          <a:p>
            <a:fld id="{D0886717-A803-428B-8F33-9087F29D0613}" type="slidenum">
              <a:rPr lang="zh-CN" altLang="en-US" smtClean="0"/>
              <a:t>32</a:t>
            </a:fld>
            <a:endParaRPr lang="zh-CN" altLang="en-US"/>
          </a:p>
        </p:txBody>
      </p:sp>
      <p:sp>
        <p:nvSpPr>
          <p:cNvPr id="5" name="文本框 4"/>
          <p:cNvSpPr txBox="1"/>
          <p:nvPr>
            <p:custDataLst>
              <p:tags r:id="rId2"/>
            </p:custDataLst>
          </p:nvPr>
        </p:nvSpPr>
        <p:spPr>
          <a:xfrm>
            <a:off x="1219200" y="635000"/>
            <a:ext cx="9753600" cy="214312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激光器基本结构包括</a:t>
            </a:r>
          </a:p>
        </p:txBody>
      </p:sp>
      <p:sp>
        <p:nvSpPr>
          <p:cNvPr id="6" name="文本框 5"/>
          <p:cNvSpPr txBox="1"/>
          <p:nvPr>
            <p:custDataLst>
              <p:tags r:id="rId3"/>
            </p:custDataLst>
          </p:nvPr>
        </p:nvSpPr>
        <p:spPr>
          <a:xfrm>
            <a:off x="2438400" y="2785745"/>
            <a:ext cx="8534400" cy="642620"/>
          </a:xfrm>
          <a:prstGeom prst="rect">
            <a:avLst/>
          </a:prstGeom>
          <a:noFill/>
        </p:spPr>
        <p:txBody>
          <a:bodyPr wrap="square" rtlCol="0" anchor="ctr" anchorCtr="0">
            <a:noAutofit/>
          </a:bodyPr>
          <a:lstStyle/>
          <a:p>
            <a:pPr lvl="0" algn="l">
              <a:buNone/>
            </a:pPr>
            <a:r>
              <a:rPr lang="zh-CN" altLang="en-US" sz="2600" b="1" dirty="0">
                <a:solidFill>
                  <a:srgbClr val="FF3399"/>
                </a:solidFill>
                <a:latin typeface="黑体" panose="02010609060101010101" pitchFamily="49" charset="-122"/>
                <a:ea typeface="黑体" panose="02010609060101010101" pitchFamily="49" charset="-122"/>
                <a:sym typeface="+mn-ea"/>
              </a:rPr>
              <a:t>泵浦</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7" name="文本框 6"/>
          <p:cNvSpPr txBox="1"/>
          <p:nvPr>
            <p:custDataLst>
              <p:tags r:id="rId4"/>
            </p:custDataLst>
          </p:nvPr>
        </p:nvSpPr>
        <p:spPr>
          <a:xfrm>
            <a:off x="2438400" y="364299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sym typeface="+mn-ea"/>
              </a:rPr>
              <a:t>冷却系统</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5"/>
            </p:custDataLst>
          </p:nvPr>
        </p:nvSpPr>
        <p:spPr>
          <a:xfrm>
            <a:off x="2438400" y="4500245"/>
            <a:ext cx="8534400" cy="642620"/>
          </a:xfrm>
          <a:prstGeom prst="rect">
            <a:avLst/>
          </a:prstGeom>
          <a:noFill/>
        </p:spPr>
        <p:txBody>
          <a:bodyPr wrap="square" rtlCol="0" anchor="ctr" anchorCtr="0">
            <a:noAutofit/>
          </a:bodyPr>
          <a:lstStyle/>
          <a:p>
            <a:pPr lvl="0" algn="l">
              <a:buNone/>
            </a:pPr>
            <a:r>
              <a:rPr lang="zh-CN" altLang="en-US" sz="2600" b="1" dirty="0">
                <a:solidFill>
                  <a:srgbClr val="0066FF"/>
                </a:solidFill>
                <a:latin typeface="黑体" panose="02010609060101010101" pitchFamily="49" charset="-122"/>
                <a:ea typeface="黑体" panose="02010609060101010101" pitchFamily="49" charset="-122"/>
                <a:sym typeface="+mn-ea"/>
              </a:rPr>
              <a:t>光学谐振腔</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6"/>
            </p:custDataLst>
          </p:nvPr>
        </p:nvSpPr>
        <p:spPr>
          <a:xfrm>
            <a:off x="2438400" y="5357495"/>
            <a:ext cx="8534400" cy="642620"/>
          </a:xfrm>
          <a:prstGeom prst="rect">
            <a:avLst/>
          </a:prstGeom>
          <a:noFill/>
        </p:spPr>
        <p:txBody>
          <a:bodyPr wrap="square" rtlCol="0" anchor="ctr" anchorCtr="0">
            <a:noAutofit/>
          </a:bodyPr>
          <a:lstStyle/>
          <a:p>
            <a:pPr lvl="0" algn="l">
              <a:buNone/>
            </a:pPr>
            <a:r>
              <a:rPr lang="zh-CN" altLang="en-US" sz="2600" b="1" dirty="0">
                <a:solidFill>
                  <a:srgbClr val="FF0000"/>
                </a:solidFill>
                <a:latin typeface="黑体" panose="02010609060101010101" pitchFamily="49" charset="-122"/>
                <a:ea typeface="黑体" panose="02010609060101010101" pitchFamily="49" charset="-122"/>
                <a:sym typeface="+mn-ea"/>
              </a:rPr>
              <a:t>工作物质</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0" name="矩形 9"/>
          <p:cNvSpPr>
            <a:spLocks noChangeAspect="1"/>
          </p:cNvSpPr>
          <p:nvPr>
            <p:custDataLst>
              <p:tags r:id="rId7"/>
            </p:custDataLst>
          </p:nvPr>
        </p:nvSpPr>
        <p:spPr>
          <a:xfrm>
            <a:off x="1571625" y="284988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p>
        </p:txBody>
      </p:sp>
      <p:sp>
        <p:nvSpPr>
          <p:cNvPr id="11" name="矩形 10"/>
          <p:cNvSpPr>
            <a:spLocks noChangeAspect="1"/>
          </p:cNvSpPr>
          <p:nvPr>
            <p:custDataLst>
              <p:tags r:id="rId8"/>
            </p:custDataLst>
          </p:nvPr>
        </p:nvSpPr>
        <p:spPr>
          <a:xfrm>
            <a:off x="1571625" y="3707130"/>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p>
        </p:txBody>
      </p:sp>
      <p:sp>
        <p:nvSpPr>
          <p:cNvPr id="12" name="矩形 11"/>
          <p:cNvSpPr>
            <a:spLocks noChangeAspect="1"/>
          </p:cNvSpPr>
          <p:nvPr>
            <p:custDataLst>
              <p:tags r:id="rId9"/>
            </p:custDataLst>
          </p:nvPr>
        </p:nvSpPr>
        <p:spPr>
          <a:xfrm>
            <a:off x="1571625" y="456438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p>
        </p:txBody>
      </p:sp>
      <p:sp>
        <p:nvSpPr>
          <p:cNvPr id="13" name="矩形 12"/>
          <p:cNvSpPr>
            <a:spLocks noChangeAspect="1"/>
          </p:cNvSpPr>
          <p:nvPr>
            <p:custDataLst>
              <p:tags r:id="rId10"/>
            </p:custDataLst>
          </p:nvPr>
        </p:nvSpPr>
        <p:spPr>
          <a:xfrm>
            <a:off x="1571625" y="542163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p>
        </p:txBody>
      </p:sp>
      <p:sp>
        <p:nvSpPr>
          <p:cNvPr id="14" name="圆角矩形 13"/>
          <p:cNvSpPr/>
          <p:nvPr>
            <p:custDataLst>
              <p:tags r:id="rId11"/>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p>
        </p:txBody>
      </p:sp>
      <p:grpSp>
        <p:nvGrpSpPr>
          <p:cNvPr id="19" name="组合 18"/>
          <p:cNvGrpSpPr/>
          <p:nvPr>
            <p:custDataLst>
              <p:tags r:id="rId12"/>
            </p:custDataLst>
          </p:nvPr>
        </p:nvGrpSpPr>
        <p:grpSpPr>
          <a:xfrm>
            <a:off x="0" y="0"/>
            <a:ext cx="12192000" cy="635000"/>
            <a:chOff x="0" y="0"/>
            <a:chExt cx="19200" cy="1000"/>
          </a:xfrm>
        </p:grpSpPr>
        <p:sp>
          <p:nvSpPr>
            <p:cNvPr id="15" name="TitleBackground"/>
            <p:cNvSpPr/>
            <p:nvPr>
              <p:custDataLst>
                <p:tags r:id="rId14"/>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6"/>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多选题</a:t>
              </a:r>
            </a:p>
          </p:txBody>
        </p:sp>
        <p:sp>
          <p:nvSpPr>
            <p:cNvPr id="18" name="TipText"/>
            <p:cNvSpPr txBox="1"/>
            <p:nvPr>
              <p:custDataLst>
                <p:tags r:id="rId17"/>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p>
          </p:txBody>
        </p:sp>
      </p:grpSp>
      <p:pic>
        <p:nvPicPr>
          <p:cNvPr id="4" name="图片 3" descr="tmpE10E"/>
          <p:cNvPicPr>
            <a:picLocks noChangeAspect="1"/>
          </p:cNvPicPr>
          <p:nvPr>
            <p:custDataLst>
              <p:tags r:id="rId13"/>
            </p:custDataLst>
          </p:nvPr>
        </p:nvPicPr>
        <p:blipFill>
          <a:blip r:embed="rId19"/>
          <a:stretch>
            <a:fillRect/>
          </a:stretch>
        </p:blipFill>
        <p:spPr>
          <a:xfrm>
            <a:off x="10642600" y="63500"/>
            <a:ext cx="1422400" cy="508000"/>
          </a:xfrm>
          <a:prstGeom prst="rect">
            <a:avLst/>
          </a:prstGeom>
        </p:spPr>
      </p:pic>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4" name="Text Box 4"/>
          <p:cNvSpPr txBox="1">
            <a:spLocks noChangeArrowheads="1"/>
          </p:cNvSpPr>
          <p:nvPr/>
        </p:nvSpPr>
        <p:spPr bwMode="auto">
          <a:xfrm>
            <a:off x="3427413" y="2947554"/>
            <a:ext cx="4895850" cy="1059585"/>
          </a:xfrm>
          <a:prstGeom prst="rect">
            <a:avLst/>
          </a:prstGeom>
          <a:noFill/>
          <a:ln w="9525" algn="ctr">
            <a:noFill/>
            <a:miter lim="800000"/>
          </a:ln>
          <a:effectLst/>
        </p:spPr>
        <p:txBody>
          <a:bodyPr>
            <a:spAutoFit/>
          </a:bodyPr>
          <a:lstStyle/>
          <a:p>
            <a:pPr algn="ctr">
              <a:lnSpc>
                <a:spcPct val="110000"/>
              </a:lnSpc>
              <a:spcBef>
                <a:spcPct val="20000"/>
              </a:spcBef>
              <a:buClr>
                <a:schemeClr val="hlink"/>
              </a:buClr>
              <a:buSzPct val="70000"/>
              <a:buFont typeface="Wingdings" panose="05000000000000000000" pitchFamily="2" charset="2"/>
              <a:buNone/>
            </a:pPr>
            <a:r>
              <a:rPr kumimoji="0" lang="zh-CN" altLang="en-US" sz="6000" b="1" dirty="0"/>
              <a:t>休息一下</a:t>
            </a:r>
            <a:endParaRPr lang="zh-CN" altLang="en-US" sz="6000" b="1"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7524"/>
                                        </p:tgtEl>
                                        <p:attrNameLst>
                                          <p:attrName>style.visibility</p:attrName>
                                        </p:attrNameLst>
                                      </p:cBhvr>
                                      <p:to>
                                        <p:strVal val="visible"/>
                                      </p:to>
                                    </p:set>
                                    <p:animEffect transition="in" filter="box(in)">
                                      <p:cBhvr>
                                        <p:cTn id="7" dur="500"/>
                                        <p:tgtEl>
                                          <p:spTgt spid="107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4"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4" name="Text Box 4"/>
          <p:cNvSpPr txBox="1">
            <a:spLocks noChangeArrowheads="1"/>
          </p:cNvSpPr>
          <p:nvPr/>
        </p:nvSpPr>
        <p:spPr bwMode="auto">
          <a:xfrm>
            <a:off x="0" y="322898"/>
            <a:ext cx="4895850" cy="768350"/>
          </a:xfrm>
          <a:prstGeom prst="rect">
            <a:avLst/>
          </a:prstGeom>
          <a:noFill/>
          <a:ln w="9525" algn="ctr">
            <a:noFill/>
            <a:miter lim="800000"/>
          </a:ln>
          <a:effectLst/>
        </p:spPr>
        <p:txBody>
          <a:bodyPr>
            <a:spAutoFit/>
          </a:bodyPr>
          <a:lstStyle/>
          <a:p>
            <a:pPr algn="ctr">
              <a:lnSpc>
                <a:spcPct val="110000"/>
              </a:lnSpc>
              <a:spcBef>
                <a:spcPct val="20000"/>
              </a:spcBef>
              <a:buClr>
                <a:schemeClr val="hlink"/>
              </a:buClr>
              <a:buSzPct val="70000"/>
              <a:buFont typeface="Wingdings" panose="05000000000000000000" pitchFamily="2" charset="2"/>
              <a:buNone/>
            </a:pPr>
            <a:r>
              <a:rPr kumimoji="0" lang="zh-CN" altLang="en-US" sz="4000" b="1"/>
              <a:t>激光的特性</a:t>
            </a:r>
          </a:p>
        </p:txBody>
      </p:sp>
      <p:sp>
        <p:nvSpPr>
          <p:cNvPr id="107525" name="Text Box 5"/>
          <p:cNvSpPr txBox="1">
            <a:spLocks noChangeArrowheads="1"/>
          </p:cNvSpPr>
          <p:nvPr/>
        </p:nvSpPr>
        <p:spPr bwMode="auto">
          <a:xfrm>
            <a:off x="2114868" y="1091248"/>
            <a:ext cx="7705725" cy="706755"/>
          </a:xfrm>
          <a:prstGeom prst="rect">
            <a:avLst/>
          </a:prstGeom>
          <a:noFill/>
          <a:ln w="9525" algn="ctr">
            <a:noFill/>
            <a:miter lim="800000"/>
          </a:ln>
          <a:effectLst/>
        </p:spPr>
        <p:txBody>
          <a:bodyPr>
            <a:spAutoFit/>
          </a:bodyPr>
          <a:lstStyle/>
          <a:p>
            <a:pPr>
              <a:spcBef>
                <a:spcPct val="50000"/>
              </a:spcBef>
            </a:pPr>
            <a:r>
              <a:rPr kumimoji="0" lang="en-US" altLang="zh-CN" sz="2000" b="1"/>
              <a:t>1</a:t>
            </a:r>
            <a:r>
              <a:rPr kumimoji="0" lang="zh-CN" altLang="en-US" sz="2000" b="1"/>
              <a:t>、</a:t>
            </a:r>
            <a:r>
              <a:rPr kumimoji="0" lang="zh-CN" altLang="en-US" sz="2000" b="1">
                <a:solidFill>
                  <a:srgbClr val="FF3300"/>
                </a:solidFill>
              </a:rPr>
              <a:t>激光的方向性</a:t>
            </a:r>
            <a:r>
              <a:rPr kumimoji="0" lang="zh-CN" altLang="en-US" sz="2000" b="1"/>
              <a:t>：一般的激光器的光束发散立体角约为</a:t>
            </a:r>
            <a:r>
              <a:rPr kumimoji="0" lang="en-US" altLang="zh-CN" sz="2000" b="1" i="1"/>
              <a:t>10</a:t>
            </a:r>
            <a:r>
              <a:rPr kumimoji="0" lang="en-US" altLang="zh-CN" sz="2000" b="1" i="1" baseline="30000"/>
              <a:t>-6</a:t>
            </a:r>
            <a:r>
              <a:rPr kumimoji="0" lang="en-US" altLang="zh-CN" sz="2000" b="1" i="1"/>
              <a:t> </a:t>
            </a:r>
            <a:r>
              <a:rPr kumimoji="0" lang="zh-CN" altLang="en-US" sz="2000" b="1"/>
              <a:t>球面度，它比普通光源要小几百万倍。</a:t>
            </a:r>
            <a:r>
              <a:rPr kumimoji="0" lang="el-GR" altLang="zh-CN" sz="2000" b="1">
                <a:solidFill>
                  <a:srgbClr val="FF3300"/>
                </a:solidFill>
              </a:rPr>
              <a:t>激光器发散角和立体角</a:t>
            </a:r>
            <a:r>
              <a:rPr kumimoji="0" lang="el-GR" altLang="zh-CN" sz="2000" b="1" i="1"/>
              <a:t>θm</a:t>
            </a:r>
            <a:r>
              <a:rPr kumimoji="0" lang="zh-CN" altLang="en-US" sz="2000" b="1"/>
              <a:t>为</a:t>
            </a:r>
          </a:p>
        </p:txBody>
      </p:sp>
      <p:graphicFrame>
        <p:nvGraphicFramePr>
          <p:cNvPr id="107526" name="Object 6"/>
          <p:cNvGraphicFramePr>
            <a:graphicFrameLocks noChangeAspect="1"/>
          </p:cNvGraphicFramePr>
          <p:nvPr/>
        </p:nvGraphicFramePr>
        <p:xfrm>
          <a:off x="4440238" y="2349500"/>
          <a:ext cx="3960812" cy="841375"/>
        </p:xfrm>
        <a:graphic>
          <a:graphicData uri="http://schemas.openxmlformats.org/presentationml/2006/ole">
            <mc:AlternateContent xmlns:mc="http://schemas.openxmlformats.org/markup-compatibility/2006">
              <mc:Choice xmlns:v="urn:schemas-microsoft-com:vml" Requires="v">
                <p:oleObj spid="_x0000_s51331" name="Equation" r:id="rId3" imgW="44196000" imgH="9448800" progId="Equation.DSMT4">
                  <p:embed/>
                </p:oleObj>
              </mc:Choice>
              <mc:Fallback>
                <p:oleObj name="Equation" r:id="rId3" imgW="44196000" imgH="9448800" progId="Equation.DSMT4">
                  <p:embed/>
                  <p:pic>
                    <p:nvPicPr>
                      <p:cNvPr id="0" name="图片 51200"/>
                      <p:cNvPicPr>
                        <a:picLocks noChangeAspect="1"/>
                      </p:cNvPicPr>
                      <p:nvPr/>
                    </p:nvPicPr>
                    <p:blipFill>
                      <a:blip r:embed="rId4"/>
                      <a:stretch>
                        <a:fillRect/>
                      </a:stretch>
                    </p:blipFill>
                    <p:spPr>
                      <a:xfrm>
                        <a:off x="4440238" y="2349500"/>
                        <a:ext cx="3960812" cy="841375"/>
                      </a:xfrm>
                      <a:prstGeom prst="rect">
                        <a:avLst/>
                      </a:prstGeom>
                      <a:noFill/>
                      <a:ln w="25400" cap="flat" cmpd="sng">
                        <a:solidFill>
                          <a:srgbClr val="FF0000"/>
                        </a:solidFill>
                        <a:prstDash val="solid"/>
                        <a:miter/>
                        <a:headEnd type="none" w="med" len="med"/>
                        <a:tailEnd type="none" w="med" len="med"/>
                      </a:ln>
                    </p:spPr>
                  </p:pic>
                </p:oleObj>
              </mc:Fallback>
            </mc:AlternateContent>
          </a:graphicData>
        </a:graphic>
      </p:graphicFrame>
      <p:grpSp>
        <p:nvGrpSpPr>
          <p:cNvPr id="107539" name="Group 19"/>
          <p:cNvGrpSpPr/>
          <p:nvPr/>
        </p:nvGrpSpPr>
        <p:grpSpPr bwMode="auto">
          <a:xfrm>
            <a:off x="2574925" y="3117850"/>
            <a:ext cx="8093075" cy="531813"/>
            <a:chOff x="662" y="1964"/>
            <a:chExt cx="5098" cy="335"/>
          </a:xfrm>
        </p:grpSpPr>
        <p:sp>
          <p:nvSpPr>
            <p:cNvPr id="107527" name="Rectangle 7"/>
            <p:cNvSpPr>
              <a:spLocks noChangeArrowheads="1"/>
            </p:cNvSpPr>
            <p:nvPr/>
          </p:nvSpPr>
          <p:spPr bwMode="auto">
            <a:xfrm>
              <a:off x="662" y="2016"/>
              <a:ext cx="5098" cy="232"/>
            </a:xfrm>
            <a:prstGeom prst="rect">
              <a:avLst/>
            </a:prstGeom>
            <a:noFill/>
            <a:ln w="9525" algn="ctr">
              <a:noFill/>
              <a:miter lim="800000"/>
            </a:ln>
            <a:effectLst/>
          </p:spPr>
          <p:txBody>
            <a:bodyPr>
              <a:spAutoFit/>
            </a:bodyPr>
            <a:lstStyle/>
            <a:p>
              <a:r>
                <a:rPr kumimoji="0" lang="zh-CN" altLang="en-US" b="1"/>
                <a:t>例：激光器                          ，                                    算得                   毫弧</a:t>
              </a:r>
            </a:p>
          </p:txBody>
        </p:sp>
        <p:grpSp>
          <p:nvGrpSpPr>
            <p:cNvPr id="107532" name="Group 12"/>
            <p:cNvGrpSpPr/>
            <p:nvPr/>
          </p:nvGrpSpPr>
          <p:grpSpPr bwMode="auto">
            <a:xfrm>
              <a:off x="1565" y="1964"/>
              <a:ext cx="3538" cy="335"/>
              <a:chOff x="1565" y="1964"/>
              <a:chExt cx="3538" cy="335"/>
            </a:xfrm>
          </p:grpSpPr>
          <p:graphicFrame>
            <p:nvGraphicFramePr>
              <p:cNvPr id="107529" name="Object 9"/>
              <p:cNvGraphicFramePr>
                <a:graphicFrameLocks noChangeAspect="1"/>
              </p:cNvGraphicFramePr>
              <p:nvPr/>
            </p:nvGraphicFramePr>
            <p:xfrm>
              <a:off x="1565" y="2024"/>
              <a:ext cx="1270" cy="275"/>
            </p:xfrm>
            <a:graphic>
              <a:graphicData uri="http://schemas.openxmlformats.org/presentationml/2006/ole">
                <mc:AlternateContent xmlns:mc="http://schemas.openxmlformats.org/markup-compatibility/2006">
                  <mc:Choice xmlns:v="urn:schemas-microsoft-com:vml" Requires="v">
                    <p:oleObj spid="_x0000_s51332" name="Equation" r:id="rId5" imgW="22250400" imgH="4876800" progId="Equation.DSMT4">
                      <p:embed/>
                    </p:oleObj>
                  </mc:Choice>
                  <mc:Fallback>
                    <p:oleObj name="Equation" r:id="rId5" imgW="22250400" imgH="4876800" progId="Equation.DSMT4">
                      <p:embed/>
                      <p:pic>
                        <p:nvPicPr>
                          <p:cNvPr id="0" name="图片 51201"/>
                          <p:cNvPicPr>
                            <a:picLocks noChangeAspect="1"/>
                          </p:cNvPicPr>
                          <p:nvPr/>
                        </p:nvPicPr>
                        <p:blipFill>
                          <a:blip r:embed="rId6"/>
                          <a:stretch>
                            <a:fillRect/>
                          </a:stretch>
                        </p:blipFill>
                        <p:spPr>
                          <a:xfrm>
                            <a:off x="1565" y="2024"/>
                            <a:ext cx="1270" cy="275"/>
                          </a:xfrm>
                          <a:prstGeom prst="rect">
                            <a:avLst/>
                          </a:prstGeom>
                          <a:noFill/>
                          <a:ln w="9525">
                            <a:noFill/>
                          </a:ln>
                        </p:spPr>
                      </p:pic>
                    </p:oleObj>
                  </mc:Fallback>
                </mc:AlternateContent>
              </a:graphicData>
            </a:graphic>
          </p:graphicFrame>
          <p:graphicFrame>
            <p:nvGraphicFramePr>
              <p:cNvPr id="107530" name="Object 10"/>
              <p:cNvGraphicFramePr>
                <a:graphicFrameLocks noChangeAspect="1"/>
              </p:cNvGraphicFramePr>
              <p:nvPr/>
            </p:nvGraphicFramePr>
            <p:xfrm>
              <a:off x="2972" y="2016"/>
              <a:ext cx="862" cy="244"/>
            </p:xfrm>
            <a:graphic>
              <a:graphicData uri="http://schemas.openxmlformats.org/presentationml/2006/ole">
                <mc:AlternateContent xmlns:mc="http://schemas.openxmlformats.org/markup-compatibility/2006">
                  <mc:Choice xmlns:v="urn:schemas-microsoft-com:vml" Requires="v">
                    <p:oleObj spid="_x0000_s51333" name="Equation" r:id="rId7" imgW="15240000" imgH="4267200" progId="Equation.DSMT4">
                      <p:embed/>
                    </p:oleObj>
                  </mc:Choice>
                  <mc:Fallback>
                    <p:oleObj name="Equation" r:id="rId7" imgW="15240000" imgH="4267200" progId="Equation.DSMT4">
                      <p:embed/>
                      <p:pic>
                        <p:nvPicPr>
                          <p:cNvPr id="0" name="图片 51202"/>
                          <p:cNvPicPr>
                            <a:picLocks noChangeAspect="1"/>
                          </p:cNvPicPr>
                          <p:nvPr/>
                        </p:nvPicPr>
                        <p:blipFill>
                          <a:blip r:embed="rId8"/>
                          <a:stretch>
                            <a:fillRect/>
                          </a:stretch>
                        </p:blipFill>
                        <p:spPr>
                          <a:xfrm>
                            <a:off x="2972" y="2016"/>
                            <a:ext cx="862" cy="244"/>
                          </a:xfrm>
                          <a:prstGeom prst="rect">
                            <a:avLst/>
                          </a:prstGeom>
                          <a:noFill/>
                          <a:ln w="9525">
                            <a:noFill/>
                          </a:ln>
                        </p:spPr>
                      </p:pic>
                    </p:oleObj>
                  </mc:Fallback>
                </mc:AlternateContent>
              </a:graphicData>
            </a:graphic>
          </p:graphicFrame>
          <p:graphicFrame>
            <p:nvGraphicFramePr>
              <p:cNvPr id="107531" name="Object 11"/>
              <p:cNvGraphicFramePr>
                <a:graphicFrameLocks noChangeAspect="1"/>
              </p:cNvGraphicFramePr>
              <p:nvPr/>
            </p:nvGraphicFramePr>
            <p:xfrm>
              <a:off x="4332" y="1964"/>
              <a:ext cx="771" cy="296"/>
            </p:xfrm>
            <a:graphic>
              <a:graphicData uri="http://schemas.openxmlformats.org/presentationml/2006/ole">
                <mc:AlternateContent xmlns:mc="http://schemas.openxmlformats.org/markup-compatibility/2006">
                  <mc:Choice xmlns:v="urn:schemas-microsoft-com:vml" Requires="v">
                    <p:oleObj spid="_x0000_s51334" name="Equation" r:id="rId9" imgW="13716000" imgH="5181600" progId="Equation.DSMT4">
                      <p:embed/>
                    </p:oleObj>
                  </mc:Choice>
                  <mc:Fallback>
                    <p:oleObj name="Equation" r:id="rId9" imgW="13716000" imgH="5181600" progId="Equation.DSMT4">
                      <p:embed/>
                      <p:pic>
                        <p:nvPicPr>
                          <p:cNvPr id="0" name="图片 51203"/>
                          <p:cNvPicPr>
                            <a:picLocks noChangeAspect="1"/>
                          </p:cNvPicPr>
                          <p:nvPr/>
                        </p:nvPicPr>
                        <p:blipFill>
                          <a:blip r:embed="rId10"/>
                          <a:stretch>
                            <a:fillRect/>
                          </a:stretch>
                        </p:blipFill>
                        <p:spPr>
                          <a:xfrm>
                            <a:off x="4332" y="1964"/>
                            <a:ext cx="771" cy="296"/>
                          </a:xfrm>
                          <a:prstGeom prst="rect">
                            <a:avLst/>
                          </a:prstGeom>
                          <a:noFill/>
                          <a:ln w="9525">
                            <a:noFill/>
                          </a:ln>
                        </p:spPr>
                      </p:pic>
                    </p:oleObj>
                  </mc:Fallback>
                </mc:AlternateContent>
              </a:graphicData>
            </a:graphic>
          </p:graphicFrame>
        </p:grpSp>
      </p:grpSp>
      <p:sp>
        <p:nvSpPr>
          <p:cNvPr id="107533" name="Text Box 13"/>
          <p:cNvSpPr txBox="1">
            <a:spLocks noChangeArrowheads="1"/>
          </p:cNvSpPr>
          <p:nvPr/>
        </p:nvSpPr>
        <p:spPr bwMode="auto">
          <a:xfrm>
            <a:off x="2115185" y="3803333"/>
            <a:ext cx="7056438" cy="398780"/>
          </a:xfrm>
          <a:prstGeom prst="rect">
            <a:avLst/>
          </a:prstGeom>
          <a:noFill/>
          <a:ln w="9525" algn="ctr">
            <a:noFill/>
            <a:miter lim="800000"/>
          </a:ln>
          <a:effectLst/>
        </p:spPr>
        <p:txBody>
          <a:bodyPr>
            <a:spAutoFit/>
          </a:bodyPr>
          <a:lstStyle/>
          <a:p>
            <a:pPr>
              <a:spcBef>
                <a:spcPct val="50000"/>
              </a:spcBef>
            </a:pPr>
            <a:r>
              <a:rPr kumimoji="0" lang="en-US" altLang="zh-CN" sz="2000" b="1"/>
              <a:t>2</a:t>
            </a:r>
            <a:r>
              <a:rPr kumimoji="0" lang="zh-CN" altLang="en-US" sz="2000" b="1"/>
              <a:t>、</a:t>
            </a:r>
            <a:r>
              <a:rPr kumimoji="0" lang="zh-CN" altLang="en-US" sz="2000" b="1">
                <a:solidFill>
                  <a:srgbClr val="FF3300"/>
                </a:solidFill>
              </a:rPr>
              <a:t>激光的单色性：</a:t>
            </a:r>
            <a:r>
              <a:rPr kumimoji="0" lang="zh-CN" altLang="en-US" sz="2000" b="1"/>
              <a:t>单色性用下式来表示。</a:t>
            </a:r>
          </a:p>
        </p:txBody>
      </p:sp>
      <p:graphicFrame>
        <p:nvGraphicFramePr>
          <p:cNvPr id="107534" name="Object 14"/>
          <p:cNvGraphicFramePr>
            <a:graphicFrameLocks noChangeAspect="1"/>
          </p:cNvGraphicFramePr>
          <p:nvPr/>
        </p:nvGraphicFramePr>
        <p:xfrm>
          <a:off x="4511675" y="4292600"/>
          <a:ext cx="1223963" cy="765175"/>
        </p:xfrm>
        <a:graphic>
          <a:graphicData uri="http://schemas.openxmlformats.org/presentationml/2006/ole">
            <mc:AlternateContent xmlns:mc="http://schemas.openxmlformats.org/markup-compatibility/2006">
              <mc:Choice xmlns:v="urn:schemas-microsoft-com:vml" Requires="v">
                <p:oleObj spid="_x0000_s51335" name="Equation" r:id="rId11" imgW="16459200" imgH="10363200" progId="Equation.DSMT4">
                  <p:embed/>
                </p:oleObj>
              </mc:Choice>
              <mc:Fallback>
                <p:oleObj name="Equation" r:id="rId11" imgW="16459200" imgH="10363200" progId="Equation.DSMT4">
                  <p:embed/>
                  <p:pic>
                    <p:nvPicPr>
                      <p:cNvPr id="0" name="图片 51204"/>
                      <p:cNvPicPr>
                        <a:picLocks noChangeAspect="1"/>
                      </p:cNvPicPr>
                      <p:nvPr/>
                    </p:nvPicPr>
                    <p:blipFill>
                      <a:blip r:embed="rId12"/>
                      <a:stretch>
                        <a:fillRect/>
                      </a:stretch>
                    </p:blipFill>
                    <p:spPr>
                      <a:xfrm>
                        <a:off x="4511675" y="4292600"/>
                        <a:ext cx="1223963" cy="765175"/>
                      </a:xfrm>
                      <a:prstGeom prst="rect">
                        <a:avLst/>
                      </a:prstGeom>
                      <a:noFill/>
                      <a:ln w="25400" cap="flat" cmpd="sng">
                        <a:solidFill>
                          <a:srgbClr val="FF0000"/>
                        </a:solidFill>
                        <a:prstDash val="solid"/>
                        <a:miter/>
                        <a:headEnd type="none" w="med" len="med"/>
                        <a:tailEnd type="none" w="med" len="med"/>
                      </a:ln>
                    </p:spPr>
                  </p:pic>
                </p:oleObj>
              </mc:Fallback>
            </mc:AlternateContent>
          </a:graphicData>
        </a:graphic>
      </p:graphicFrame>
      <p:sp>
        <p:nvSpPr>
          <p:cNvPr id="107535" name="Text Box 15"/>
          <p:cNvSpPr txBox="1">
            <a:spLocks noChangeArrowheads="1"/>
          </p:cNvSpPr>
          <p:nvPr/>
        </p:nvSpPr>
        <p:spPr bwMode="auto">
          <a:xfrm>
            <a:off x="3000375" y="5157788"/>
            <a:ext cx="4032250" cy="368300"/>
          </a:xfrm>
          <a:prstGeom prst="rect">
            <a:avLst/>
          </a:prstGeom>
          <a:noFill/>
          <a:ln w="9525" algn="ctr">
            <a:noFill/>
            <a:miter lim="800000"/>
          </a:ln>
          <a:effectLst/>
        </p:spPr>
        <p:txBody>
          <a:bodyPr>
            <a:spAutoFit/>
          </a:bodyPr>
          <a:lstStyle/>
          <a:p>
            <a:pPr>
              <a:spcBef>
                <a:spcPct val="50000"/>
              </a:spcBef>
            </a:pPr>
            <a:r>
              <a:rPr kumimoji="0" lang="zh-CN" altLang="en-US" b="1"/>
              <a:t>一台单模稳态氦氖激光器的</a:t>
            </a:r>
          </a:p>
        </p:txBody>
      </p:sp>
      <p:graphicFrame>
        <p:nvGraphicFramePr>
          <p:cNvPr id="107536" name="Object 16"/>
          <p:cNvGraphicFramePr>
            <a:graphicFrameLocks noChangeAspect="1"/>
          </p:cNvGraphicFramePr>
          <p:nvPr/>
        </p:nvGraphicFramePr>
        <p:xfrm>
          <a:off x="7104063" y="5229225"/>
          <a:ext cx="1944687" cy="417513"/>
        </p:xfrm>
        <a:graphic>
          <a:graphicData uri="http://schemas.openxmlformats.org/presentationml/2006/ole">
            <mc:AlternateContent xmlns:mc="http://schemas.openxmlformats.org/markup-compatibility/2006">
              <mc:Choice xmlns:v="urn:schemas-microsoft-com:vml" Requires="v">
                <p:oleObj spid="_x0000_s51336" name="Equation" r:id="rId13" imgW="22860000" imgH="4876800" progId="Equation.DSMT4">
                  <p:embed/>
                </p:oleObj>
              </mc:Choice>
              <mc:Fallback>
                <p:oleObj name="Equation" r:id="rId13" imgW="22860000" imgH="4876800" progId="Equation.DSMT4">
                  <p:embed/>
                  <p:pic>
                    <p:nvPicPr>
                      <p:cNvPr id="0" name="图片 51205"/>
                      <p:cNvPicPr>
                        <a:picLocks noChangeAspect="1"/>
                      </p:cNvPicPr>
                      <p:nvPr/>
                    </p:nvPicPr>
                    <p:blipFill>
                      <a:blip r:embed="rId14"/>
                      <a:stretch>
                        <a:fillRect/>
                      </a:stretch>
                    </p:blipFill>
                    <p:spPr>
                      <a:xfrm>
                        <a:off x="7104063" y="5229225"/>
                        <a:ext cx="1944687" cy="417513"/>
                      </a:xfrm>
                      <a:prstGeom prst="rect">
                        <a:avLst/>
                      </a:prstGeom>
                      <a:noFill/>
                      <a:ln w="9525">
                        <a:noFill/>
                      </a:ln>
                    </p:spPr>
                  </p:pic>
                </p:oleObj>
              </mc:Fallback>
            </mc:AlternateContent>
          </a:graphicData>
        </a:graphic>
      </p:graphicFrame>
      <p:graphicFrame>
        <p:nvGraphicFramePr>
          <p:cNvPr id="107537" name="Object 17"/>
          <p:cNvGraphicFramePr>
            <a:graphicFrameLocks noChangeAspect="1"/>
          </p:cNvGraphicFramePr>
          <p:nvPr/>
        </p:nvGraphicFramePr>
        <p:xfrm>
          <a:off x="4872038" y="5661025"/>
          <a:ext cx="1871662" cy="482600"/>
        </p:xfrm>
        <a:graphic>
          <a:graphicData uri="http://schemas.openxmlformats.org/presentationml/2006/ole">
            <mc:AlternateContent xmlns:mc="http://schemas.openxmlformats.org/markup-compatibility/2006">
              <mc:Choice xmlns:v="urn:schemas-microsoft-com:vml" Requires="v">
                <p:oleObj spid="_x0000_s51337" name="Equation" r:id="rId15" imgW="21336000" imgH="5486400" progId="Equation.DSMT4">
                  <p:embed/>
                </p:oleObj>
              </mc:Choice>
              <mc:Fallback>
                <p:oleObj name="Equation" r:id="rId15" imgW="21336000" imgH="5486400" progId="Equation.DSMT4">
                  <p:embed/>
                  <p:pic>
                    <p:nvPicPr>
                      <p:cNvPr id="0" name="图片 51206"/>
                      <p:cNvPicPr>
                        <a:picLocks noChangeAspect="1"/>
                      </p:cNvPicPr>
                      <p:nvPr/>
                    </p:nvPicPr>
                    <p:blipFill>
                      <a:blip r:embed="rId16"/>
                      <a:stretch>
                        <a:fillRect/>
                      </a:stretch>
                    </p:blipFill>
                    <p:spPr>
                      <a:xfrm>
                        <a:off x="4872038" y="5661025"/>
                        <a:ext cx="1871662" cy="482600"/>
                      </a:xfrm>
                      <a:prstGeom prst="rect">
                        <a:avLst/>
                      </a:prstGeom>
                      <a:noFill/>
                      <a:ln w="9525">
                        <a:noFill/>
                      </a:ln>
                    </p:spPr>
                  </p:pic>
                </p:oleObj>
              </mc:Fallback>
            </mc:AlternateContent>
          </a:graphicData>
        </a:graphic>
      </p:graphicFrame>
      <p:sp>
        <p:nvSpPr>
          <p:cNvPr id="107538" name="Text Box 18"/>
          <p:cNvSpPr txBox="1">
            <a:spLocks noChangeArrowheads="1"/>
          </p:cNvSpPr>
          <p:nvPr/>
        </p:nvSpPr>
        <p:spPr bwMode="auto">
          <a:xfrm>
            <a:off x="2855913" y="6237288"/>
            <a:ext cx="6985000" cy="395605"/>
          </a:xfrm>
          <a:prstGeom prst="rect">
            <a:avLst/>
          </a:prstGeom>
          <a:noFill/>
          <a:ln w="9525" algn="ctr">
            <a:noFill/>
            <a:miter lim="800000"/>
          </a:ln>
          <a:effectLst/>
        </p:spPr>
        <p:txBody>
          <a:bodyPr>
            <a:spAutoFit/>
          </a:bodyPr>
          <a:lstStyle/>
          <a:p>
            <a:pPr>
              <a:lnSpc>
                <a:spcPct val="110000"/>
              </a:lnSpc>
              <a:spcBef>
                <a:spcPct val="20000"/>
              </a:spcBef>
              <a:buClr>
                <a:schemeClr val="hlink"/>
              </a:buClr>
              <a:buSzPct val="70000"/>
              <a:buFont typeface="Wingdings" panose="05000000000000000000" pitchFamily="2" charset="2"/>
              <a:buNone/>
            </a:pPr>
            <a:r>
              <a:rPr kumimoji="0" lang="zh-CN" altLang="en-US" b="1"/>
              <a:t>比普通单色性最好的光源氪灯高了</a:t>
            </a:r>
            <a:r>
              <a:rPr kumimoji="0" lang="en-US" altLang="zh-CN" b="1">
                <a:solidFill>
                  <a:schemeClr val="accent2"/>
                </a:solidFill>
              </a:rPr>
              <a:t>5</a:t>
            </a:r>
            <a:r>
              <a:rPr kumimoji="0" lang="zh-CN" altLang="en-US" b="1">
                <a:solidFill>
                  <a:schemeClr val="accent2"/>
                </a:solidFill>
              </a:rPr>
              <a:t>个数量级</a:t>
            </a:r>
            <a:r>
              <a:rPr kumimoji="0" lang="zh-CN" altLang="en-US" b="1"/>
              <a:t>。</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7524"/>
                                        </p:tgtEl>
                                        <p:attrNameLst>
                                          <p:attrName>style.visibility</p:attrName>
                                        </p:attrNameLst>
                                      </p:cBhvr>
                                      <p:to>
                                        <p:strVal val="visible"/>
                                      </p:to>
                                    </p:set>
                                    <p:animEffect transition="in" filter="box(in)">
                                      <p:cBhvr>
                                        <p:cTn id="7" dur="500"/>
                                        <p:tgtEl>
                                          <p:spTgt spid="1075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7525"/>
                                        </p:tgtEl>
                                        <p:attrNameLst>
                                          <p:attrName>style.visibility</p:attrName>
                                        </p:attrNameLst>
                                      </p:cBhvr>
                                      <p:to>
                                        <p:strVal val="visible"/>
                                      </p:to>
                                    </p:set>
                                    <p:animEffect transition="in" filter="blinds(horizontal)">
                                      <p:cBhvr>
                                        <p:cTn id="12" dur="500"/>
                                        <p:tgtEl>
                                          <p:spTgt spid="10752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7526"/>
                                        </p:tgtEl>
                                        <p:attrNameLst>
                                          <p:attrName>style.visibility</p:attrName>
                                        </p:attrNameLst>
                                      </p:cBhvr>
                                      <p:to>
                                        <p:strVal val="visible"/>
                                      </p:to>
                                    </p:set>
                                    <p:anim calcmode="lin" valueType="num">
                                      <p:cBhvr additive="base">
                                        <p:cTn id="17" dur="500" fill="hold"/>
                                        <p:tgtEl>
                                          <p:spTgt spid="107526"/>
                                        </p:tgtEl>
                                        <p:attrNameLst>
                                          <p:attrName>ppt_x</p:attrName>
                                        </p:attrNameLst>
                                      </p:cBhvr>
                                      <p:tavLst>
                                        <p:tav tm="0">
                                          <p:val>
                                            <p:strVal val="#ppt_x"/>
                                          </p:val>
                                        </p:tav>
                                        <p:tav tm="100000">
                                          <p:val>
                                            <p:strVal val="#ppt_x"/>
                                          </p:val>
                                        </p:tav>
                                      </p:tavLst>
                                    </p:anim>
                                    <p:anim calcmode="lin" valueType="num">
                                      <p:cBhvr additive="base">
                                        <p:cTn id="18" dur="500" fill="hold"/>
                                        <p:tgtEl>
                                          <p:spTgt spid="10752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07539"/>
                                        </p:tgtEl>
                                        <p:attrNameLst>
                                          <p:attrName>style.visibility</p:attrName>
                                        </p:attrNameLst>
                                      </p:cBhvr>
                                      <p:to>
                                        <p:strVal val="visible"/>
                                      </p:to>
                                    </p:set>
                                    <p:animEffect transition="in" filter="blinds(horizontal)">
                                      <p:cBhvr>
                                        <p:cTn id="23" dur="500"/>
                                        <p:tgtEl>
                                          <p:spTgt spid="10753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07533"/>
                                        </p:tgtEl>
                                        <p:attrNameLst>
                                          <p:attrName>style.visibility</p:attrName>
                                        </p:attrNameLst>
                                      </p:cBhvr>
                                      <p:to>
                                        <p:strVal val="visible"/>
                                      </p:to>
                                    </p:set>
                                    <p:animEffect transition="in" filter="blinds(horizontal)">
                                      <p:cBhvr>
                                        <p:cTn id="28" dur="500"/>
                                        <p:tgtEl>
                                          <p:spTgt spid="107533"/>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07534"/>
                                        </p:tgtEl>
                                        <p:attrNameLst>
                                          <p:attrName>style.visibility</p:attrName>
                                        </p:attrNameLst>
                                      </p:cBhvr>
                                      <p:to>
                                        <p:strVal val="visible"/>
                                      </p:to>
                                    </p:set>
                                    <p:anim calcmode="lin" valueType="num">
                                      <p:cBhvr additive="base">
                                        <p:cTn id="33" dur="500" fill="hold"/>
                                        <p:tgtEl>
                                          <p:spTgt spid="107534"/>
                                        </p:tgtEl>
                                        <p:attrNameLst>
                                          <p:attrName>ppt_x</p:attrName>
                                        </p:attrNameLst>
                                      </p:cBhvr>
                                      <p:tavLst>
                                        <p:tav tm="0">
                                          <p:val>
                                            <p:strVal val="#ppt_x"/>
                                          </p:val>
                                        </p:tav>
                                        <p:tav tm="100000">
                                          <p:val>
                                            <p:strVal val="#ppt_x"/>
                                          </p:val>
                                        </p:tav>
                                      </p:tavLst>
                                    </p:anim>
                                    <p:anim calcmode="lin" valueType="num">
                                      <p:cBhvr additive="base">
                                        <p:cTn id="34" dur="500" fill="hold"/>
                                        <p:tgtEl>
                                          <p:spTgt spid="10753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07535"/>
                                        </p:tgtEl>
                                        <p:attrNameLst>
                                          <p:attrName>style.visibility</p:attrName>
                                        </p:attrNameLst>
                                      </p:cBhvr>
                                      <p:to>
                                        <p:strVal val="visible"/>
                                      </p:to>
                                    </p:set>
                                    <p:animEffect transition="in" filter="box(in)">
                                      <p:cBhvr>
                                        <p:cTn id="39" dur="500"/>
                                        <p:tgtEl>
                                          <p:spTgt spid="107535"/>
                                        </p:tgtEl>
                                      </p:cBhvr>
                                    </p:animEffect>
                                  </p:childTnLst>
                                </p:cTn>
                              </p:par>
                              <p:par>
                                <p:cTn id="40" presetID="4" presetClass="entr" presetSubtype="16" fill="hold" nodeType="withEffect">
                                  <p:stCondLst>
                                    <p:cond delay="0"/>
                                  </p:stCondLst>
                                  <p:childTnLst>
                                    <p:set>
                                      <p:cBhvr>
                                        <p:cTn id="41" dur="1" fill="hold">
                                          <p:stCondLst>
                                            <p:cond delay="0"/>
                                          </p:stCondLst>
                                        </p:cTn>
                                        <p:tgtEl>
                                          <p:spTgt spid="107536"/>
                                        </p:tgtEl>
                                        <p:attrNameLst>
                                          <p:attrName>style.visibility</p:attrName>
                                        </p:attrNameLst>
                                      </p:cBhvr>
                                      <p:to>
                                        <p:strVal val="visible"/>
                                      </p:to>
                                    </p:set>
                                    <p:animEffect transition="in" filter="box(in)">
                                      <p:cBhvr>
                                        <p:cTn id="42" dur="500"/>
                                        <p:tgtEl>
                                          <p:spTgt spid="107536"/>
                                        </p:tgtEl>
                                      </p:cBhvr>
                                    </p:animEffect>
                                  </p:childTnLst>
                                </p:cTn>
                              </p:par>
                              <p:par>
                                <p:cTn id="43" presetID="4" presetClass="entr" presetSubtype="16" fill="hold" nodeType="withEffect">
                                  <p:stCondLst>
                                    <p:cond delay="0"/>
                                  </p:stCondLst>
                                  <p:childTnLst>
                                    <p:set>
                                      <p:cBhvr>
                                        <p:cTn id="44" dur="1" fill="hold">
                                          <p:stCondLst>
                                            <p:cond delay="0"/>
                                          </p:stCondLst>
                                        </p:cTn>
                                        <p:tgtEl>
                                          <p:spTgt spid="107537"/>
                                        </p:tgtEl>
                                        <p:attrNameLst>
                                          <p:attrName>style.visibility</p:attrName>
                                        </p:attrNameLst>
                                      </p:cBhvr>
                                      <p:to>
                                        <p:strVal val="visible"/>
                                      </p:to>
                                    </p:set>
                                    <p:animEffect transition="in" filter="box(in)">
                                      <p:cBhvr>
                                        <p:cTn id="45" dur="500"/>
                                        <p:tgtEl>
                                          <p:spTgt spid="107537"/>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07538">
                                            <p:txEl>
                                              <p:pRg st="0" end="0"/>
                                            </p:txEl>
                                          </p:spTgt>
                                        </p:tgtEl>
                                        <p:attrNameLst>
                                          <p:attrName>style.visibility</p:attrName>
                                        </p:attrNameLst>
                                      </p:cBhvr>
                                      <p:to>
                                        <p:strVal val="visible"/>
                                      </p:to>
                                    </p:set>
                                    <p:animEffect transition="in" filter="blinds(horizontal)">
                                      <p:cBhvr>
                                        <p:cTn id="50" dur="500"/>
                                        <p:tgtEl>
                                          <p:spTgt spid="10753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4" grpId="0" bldLvl="0" animBg="1"/>
      <p:bldP spid="107525" grpId="0" bldLvl="0" animBg="1"/>
      <p:bldP spid="107533" grpId="0" bldLvl="0" animBg="1"/>
      <p:bldP spid="107535"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8" name="Text Box 4"/>
          <p:cNvSpPr txBox="1">
            <a:spLocks noChangeArrowheads="1"/>
          </p:cNvSpPr>
          <p:nvPr/>
        </p:nvSpPr>
        <p:spPr bwMode="auto">
          <a:xfrm>
            <a:off x="2495550" y="476250"/>
            <a:ext cx="7488238" cy="398780"/>
          </a:xfrm>
          <a:prstGeom prst="rect">
            <a:avLst/>
          </a:prstGeom>
          <a:noFill/>
          <a:ln w="9525" algn="ctr">
            <a:noFill/>
            <a:miter lim="800000"/>
          </a:ln>
          <a:effectLst/>
        </p:spPr>
        <p:txBody>
          <a:bodyPr>
            <a:spAutoFit/>
          </a:bodyPr>
          <a:lstStyle/>
          <a:p>
            <a:pPr>
              <a:spcBef>
                <a:spcPct val="50000"/>
              </a:spcBef>
            </a:pPr>
            <a:r>
              <a:rPr kumimoji="0" lang="en-US" altLang="zh-CN" sz="2000" b="1"/>
              <a:t>3</a:t>
            </a:r>
            <a:r>
              <a:rPr kumimoji="0" lang="zh-CN" altLang="en-US" sz="2000" b="1"/>
              <a:t>、</a:t>
            </a:r>
            <a:r>
              <a:rPr kumimoji="0" lang="zh-CN" altLang="en-US" sz="2000" b="1">
                <a:solidFill>
                  <a:srgbClr val="FF3300"/>
                </a:solidFill>
              </a:rPr>
              <a:t>激光的高亮度</a:t>
            </a:r>
            <a:r>
              <a:rPr kumimoji="0" lang="zh-CN" altLang="en-US" sz="2000" b="1"/>
              <a:t>：光源亮度（定向亮度）也可表示成</a:t>
            </a:r>
          </a:p>
        </p:txBody>
      </p:sp>
      <p:graphicFrame>
        <p:nvGraphicFramePr>
          <p:cNvPr id="108549" name="Object 5"/>
          <p:cNvGraphicFramePr>
            <a:graphicFrameLocks noChangeAspect="1"/>
          </p:cNvGraphicFramePr>
          <p:nvPr/>
        </p:nvGraphicFramePr>
        <p:xfrm>
          <a:off x="4872038" y="836613"/>
          <a:ext cx="1584325" cy="855662"/>
        </p:xfrm>
        <a:graphic>
          <a:graphicData uri="http://schemas.openxmlformats.org/presentationml/2006/ole">
            <mc:AlternateContent xmlns:mc="http://schemas.openxmlformats.org/markup-compatibility/2006">
              <mc:Choice xmlns:v="urn:schemas-microsoft-com:vml" Requires="v">
                <p:oleObj spid="_x0000_s52293" name="Equation" r:id="rId3" imgW="17373600" imgH="9448800" progId="Equation.DSMT4">
                  <p:embed/>
                </p:oleObj>
              </mc:Choice>
              <mc:Fallback>
                <p:oleObj name="Equation" r:id="rId3" imgW="17373600" imgH="9448800" progId="Equation.DSMT4">
                  <p:embed/>
                  <p:pic>
                    <p:nvPicPr>
                      <p:cNvPr id="0" name="图片 52224"/>
                      <p:cNvPicPr>
                        <a:picLocks noChangeAspect="1"/>
                      </p:cNvPicPr>
                      <p:nvPr/>
                    </p:nvPicPr>
                    <p:blipFill>
                      <a:blip r:embed="rId4"/>
                      <a:stretch>
                        <a:fillRect/>
                      </a:stretch>
                    </p:blipFill>
                    <p:spPr>
                      <a:xfrm>
                        <a:off x="4872038" y="836613"/>
                        <a:ext cx="1584325" cy="855662"/>
                      </a:xfrm>
                      <a:prstGeom prst="rect">
                        <a:avLst/>
                      </a:prstGeom>
                      <a:noFill/>
                      <a:ln w="25400" cap="flat" cmpd="sng">
                        <a:solidFill>
                          <a:srgbClr val="FF0000"/>
                        </a:solidFill>
                        <a:prstDash val="solid"/>
                        <a:miter/>
                        <a:headEnd type="none" w="med" len="med"/>
                        <a:tailEnd type="none" w="med" len="med"/>
                      </a:ln>
                    </p:spPr>
                  </p:pic>
                </p:oleObj>
              </mc:Fallback>
            </mc:AlternateContent>
          </a:graphicData>
        </a:graphic>
      </p:graphicFrame>
      <p:sp>
        <p:nvSpPr>
          <p:cNvPr id="108550" name="Text Box 6"/>
          <p:cNvSpPr txBox="1">
            <a:spLocks noChangeArrowheads="1"/>
          </p:cNvSpPr>
          <p:nvPr/>
        </p:nvSpPr>
        <p:spPr bwMode="auto">
          <a:xfrm>
            <a:off x="2927350" y="1844675"/>
            <a:ext cx="7129463" cy="368300"/>
          </a:xfrm>
          <a:prstGeom prst="rect">
            <a:avLst/>
          </a:prstGeom>
          <a:noFill/>
          <a:ln w="9525" algn="ctr">
            <a:noFill/>
            <a:miter lim="800000"/>
          </a:ln>
          <a:effectLst/>
        </p:spPr>
        <p:txBody>
          <a:bodyPr>
            <a:spAutoFit/>
          </a:bodyPr>
          <a:lstStyle/>
          <a:p>
            <a:pPr>
              <a:spcBef>
                <a:spcPct val="50000"/>
              </a:spcBef>
            </a:pPr>
            <a:r>
              <a:rPr kumimoji="0" lang="zh-CN" altLang="en-US" b="1"/>
              <a:t>其意义是</a:t>
            </a:r>
            <a:r>
              <a:rPr kumimoji="0" lang="en-US" altLang="zh-CN" b="1"/>
              <a:t>:</a:t>
            </a:r>
            <a:r>
              <a:rPr kumimoji="0" lang="zh-CN" altLang="en-US" b="1"/>
              <a:t>光源面上</a:t>
            </a:r>
            <a:r>
              <a:rPr kumimoji="0" lang="zh-CN" altLang="en-US" b="1">
                <a:solidFill>
                  <a:schemeClr val="accent2"/>
                </a:solidFill>
              </a:rPr>
              <a:t>单位面积</a:t>
            </a:r>
            <a:r>
              <a:rPr kumimoji="0" lang="zh-CN" altLang="en-US" b="1"/>
              <a:t>、</a:t>
            </a:r>
            <a:r>
              <a:rPr kumimoji="0" lang="zh-CN" altLang="en-US" b="1">
                <a:solidFill>
                  <a:schemeClr val="accent2"/>
                </a:solidFill>
              </a:rPr>
              <a:t>单位立体角</a:t>
            </a:r>
            <a:r>
              <a:rPr kumimoji="0" lang="zh-CN" altLang="en-US" b="1"/>
              <a:t>内所发出的功率</a:t>
            </a:r>
          </a:p>
        </p:txBody>
      </p:sp>
      <p:grpSp>
        <p:nvGrpSpPr>
          <p:cNvPr id="108553" name="Group 9"/>
          <p:cNvGrpSpPr/>
          <p:nvPr/>
        </p:nvGrpSpPr>
        <p:grpSpPr bwMode="auto">
          <a:xfrm>
            <a:off x="2927350" y="2852738"/>
            <a:ext cx="6481763" cy="588962"/>
            <a:chOff x="884" y="1888"/>
            <a:chExt cx="4083" cy="371"/>
          </a:xfrm>
        </p:grpSpPr>
        <p:sp>
          <p:nvSpPr>
            <p:cNvPr id="108551" name="Text Box 7"/>
            <p:cNvSpPr txBox="1">
              <a:spLocks noChangeArrowheads="1"/>
            </p:cNvSpPr>
            <p:nvPr/>
          </p:nvSpPr>
          <p:spPr bwMode="auto">
            <a:xfrm>
              <a:off x="884" y="1933"/>
              <a:ext cx="1542" cy="232"/>
            </a:xfrm>
            <a:prstGeom prst="rect">
              <a:avLst/>
            </a:prstGeom>
            <a:noFill/>
            <a:ln w="9525" algn="ctr">
              <a:noFill/>
              <a:miter lim="800000"/>
            </a:ln>
            <a:effectLst/>
          </p:spPr>
          <p:txBody>
            <a:bodyPr>
              <a:spAutoFit/>
            </a:bodyPr>
            <a:lstStyle/>
            <a:p>
              <a:pPr>
                <a:spcBef>
                  <a:spcPct val="50000"/>
                </a:spcBef>
              </a:pPr>
              <a:r>
                <a:rPr kumimoji="0" lang="zh-CN" altLang="en-US" b="1"/>
                <a:t>太阳的亮度约为</a:t>
              </a:r>
              <a:r>
                <a:rPr kumimoji="0" lang="en-US" altLang="zh-CN" b="1"/>
                <a:t>:</a:t>
              </a:r>
            </a:p>
          </p:txBody>
        </p:sp>
        <p:graphicFrame>
          <p:nvGraphicFramePr>
            <p:cNvPr id="108552" name="Object 8"/>
            <p:cNvGraphicFramePr>
              <a:graphicFrameLocks noChangeAspect="1"/>
            </p:cNvGraphicFramePr>
            <p:nvPr/>
          </p:nvGraphicFramePr>
          <p:xfrm>
            <a:off x="2517" y="1888"/>
            <a:ext cx="2450" cy="371"/>
          </p:xfrm>
          <a:graphic>
            <a:graphicData uri="http://schemas.openxmlformats.org/presentationml/2006/ole">
              <mc:AlternateContent xmlns:mc="http://schemas.openxmlformats.org/markup-compatibility/2006">
                <mc:Choice xmlns:v="urn:schemas-microsoft-com:vml" Requires="v">
                  <p:oleObj spid="_x0000_s52294" name="Equation" r:id="rId5" imgW="37795200" imgH="5791200" progId="Equation.DSMT4">
                    <p:embed/>
                  </p:oleObj>
                </mc:Choice>
                <mc:Fallback>
                  <p:oleObj name="Equation" r:id="rId5" imgW="37795200" imgH="5791200" progId="Equation.DSMT4">
                    <p:embed/>
                    <p:pic>
                      <p:nvPicPr>
                        <p:cNvPr id="0" name="图片 52225"/>
                        <p:cNvPicPr>
                          <a:picLocks noChangeAspect="1"/>
                        </p:cNvPicPr>
                        <p:nvPr/>
                      </p:nvPicPr>
                      <p:blipFill>
                        <a:blip r:embed="rId6"/>
                        <a:stretch>
                          <a:fillRect/>
                        </a:stretch>
                      </p:blipFill>
                      <p:spPr>
                        <a:xfrm>
                          <a:off x="2517" y="1888"/>
                          <a:ext cx="2450" cy="371"/>
                        </a:xfrm>
                        <a:prstGeom prst="rect">
                          <a:avLst/>
                        </a:prstGeom>
                        <a:noFill/>
                        <a:ln w="9525">
                          <a:noFill/>
                        </a:ln>
                      </p:spPr>
                    </p:pic>
                  </p:oleObj>
                </mc:Fallback>
              </mc:AlternateContent>
            </a:graphicData>
          </a:graphic>
        </p:graphicFrame>
      </p:grpSp>
      <p:sp>
        <p:nvSpPr>
          <p:cNvPr id="108554" name="Text Box 10"/>
          <p:cNvSpPr txBox="1">
            <a:spLocks noChangeArrowheads="1"/>
          </p:cNvSpPr>
          <p:nvPr/>
        </p:nvSpPr>
        <p:spPr bwMode="auto">
          <a:xfrm>
            <a:off x="3000375" y="3500438"/>
            <a:ext cx="4319588" cy="368300"/>
          </a:xfrm>
          <a:prstGeom prst="rect">
            <a:avLst/>
          </a:prstGeom>
          <a:noFill/>
          <a:ln w="9525" algn="ctr">
            <a:noFill/>
            <a:miter lim="800000"/>
          </a:ln>
          <a:effectLst/>
        </p:spPr>
        <p:txBody>
          <a:bodyPr>
            <a:spAutoFit/>
          </a:bodyPr>
          <a:lstStyle/>
          <a:p>
            <a:pPr>
              <a:spcBef>
                <a:spcPct val="50000"/>
              </a:spcBef>
            </a:pPr>
            <a:r>
              <a:rPr kumimoji="0" lang="zh-CN" altLang="en-US" b="1"/>
              <a:t>而激光器的亮度是</a:t>
            </a:r>
          </a:p>
        </p:txBody>
      </p:sp>
      <p:grpSp>
        <p:nvGrpSpPr>
          <p:cNvPr id="108557" name="Group 13"/>
          <p:cNvGrpSpPr/>
          <p:nvPr/>
        </p:nvGrpSpPr>
        <p:grpSpPr bwMode="auto">
          <a:xfrm>
            <a:off x="3071813" y="4076700"/>
            <a:ext cx="5976937" cy="487363"/>
            <a:chOff x="975" y="2568"/>
            <a:chExt cx="3765" cy="307"/>
          </a:xfrm>
        </p:grpSpPr>
        <p:sp>
          <p:nvSpPr>
            <p:cNvPr id="108555" name="Text Box 11"/>
            <p:cNvSpPr txBox="1">
              <a:spLocks noChangeArrowheads="1"/>
            </p:cNvSpPr>
            <p:nvPr/>
          </p:nvSpPr>
          <p:spPr bwMode="auto">
            <a:xfrm>
              <a:off x="975" y="2568"/>
              <a:ext cx="1814" cy="267"/>
            </a:xfrm>
            <a:prstGeom prst="rect">
              <a:avLst/>
            </a:prstGeom>
            <a:noFill/>
            <a:ln w="9525" algn="ctr">
              <a:noFill/>
              <a:miter lim="800000"/>
            </a:ln>
            <a:effectLst/>
          </p:spPr>
          <p:txBody>
            <a:bodyPr>
              <a:spAutoFit/>
            </a:bodyPr>
            <a:lstStyle/>
            <a:p>
              <a:pPr>
                <a:lnSpc>
                  <a:spcPct val="120000"/>
                </a:lnSpc>
                <a:spcBef>
                  <a:spcPct val="20000"/>
                </a:spcBef>
                <a:buClr>
                  <a:schemeClr val="hlink"/>
                </a:buClr>
                <a:buSzPct val="70000"/>
                <a:buFont typeface="Wingdings" panose="05000000000000000000" pitchFamily="2" charset="2"/>
                <a:buNone/>
              </a:pPr>
              <a:r>
                <a:rPr kumimoji="0" lang="zh-CN" altLang="en-US" b="1"/>
                <a:t>气体激光器</a:t>
              </a:r>
              <a:r>
                <a:rPr kumimoji="0" lang="en-US" altLang="zh-CN" b="1"/>
                <a:t>:</a:t>
              </a:r>
              <a:endParaRPr lang="en-US" altLang="zh-CN" b="1"/>
            </a:p>
          </p:txBody>
        </p:sp>
        <p:graphicFrame>
          <p:nvGraphicFramePr>
            <p:cNvPr id="108556" name="Object 12"/>
            <p:cNvGraphicFramePr>
              <a:graphicFrameLocks noChangeAspect="1"/>
            </p:cNvGraphicFramePr>
            <p:nvPr/>
          </p:nvGraphicFramePr>
          <p:xfrm>
            <a:off x="2290" y="2568"/>
            <a:ext cx="2450" cy="307"/>
          </p:xfrm>
          <a:graphic>
            <a:graphicData uri="http://schemas.openxmlformats.org/presentationml/2006/ole">
              <mc:AlternateContent xmlns:mc="http://schemas.openxmlformats.org/markup-compatibility/2006">
                <mc:Choice xmlns:v="urn:schemas-microsoft-com:vml" Requires="v">
                  <p:oleObj spid="_x0000_s52295" name="Equation" r:id="rId7" imgW="38404800" imgH="4876800" progId="Equation.DSMT4">
                    <p:embed/>
                  </p:oleObj>
                </mc:Choice>
                <mc:Fallback>
                  <p:oleObj name="Equation" r:id="rId7" imgW="38404800" imgH="4876800" progId="Equation.DSMT4">
                    <p:embed/>
                    <p:pic>
                      <p:nvPicPr>
                        <p:cNvPr id="0" name="图片 52226"/>
                        <p:cNvPicPr>
                          <a:picLocks noChangeAspect="1"/>
                        </p:cNvPicPr>
                        <p:nvPr/>
                      </p:nvPicPr>
                      <p:blipFill>
                        <a:blip r:embed="rId8"/>
                        <a:stretch>
                          <a:fillRect/>
                        </a:stretch>
                      </p:blipFill>
                      <p:spPr>
                        <a:xfrm>
                          <a:off x="2290" y="2568"/>
                          <a:ext cx="2450" cy="307"/>
                        </a:xfrm>
                        <a:prstGeom prst="rect">
                          <a:avLst/>
                        </a:prstGeom>
                        <a:noFill/>
                        <a:ln w="9525">
                          <a:noFill/>
                        </a:ln>
                      </p:spPr>
                    </p:pic>
                  </p:oleObj>
                </mc:Fallback>
              </mc:AlternateContent>
            </a:graphicData>
          </a:graphic>
        </p:graphicFrame>
      </p:grpSp>
      <p:grpSp>
        <p:nvGrpSpPr>
          <p:cNvPr id="108560" name="Group 16"/>
          <p:cNvGrpSpPr/>
          <p:nvPr/>
        </p:nvGrpSpPr>
        <p:grpSpPr bwMode="auto">
          <a:xfrm>
            <a:off x="3071813" y="4795838"/>
            <a:ext cx="6194425" cy="504825"/>
            <a:chOff x="1020" y="3021"/>
            <a:chExt cx="3902" cy="318"/>
          </a:xfrm>
        </p:grpSpPr>
        <p:sp>
          <p:nvSpPr>
            <p:cNvPr id="108558" name="Text Box 14"/>
            <p:cNvSpPr txBox="1">
              <a:spLocks noChangeArrowheads="1"/>
            </p:cNvSpPr>
            <p:nvPr/>
          </p:nvSpPr>
          <p:spPr bwMode="auto">
            <a:xfrm>
              <a:off x="1020" y="3022"/>
              <a:ext cx="1724" cy="232"/>
            </a:xfrm>
            <a:prstGeom prst="rect">
              <a:avLst/>
            </a:prstGeom>
            <a:noFill/>
            <a:ln w="9525" algn="ctr">
              <a:noFill/>
              <a:miter lim="800000"/>
            </a:ln>
            <a:effectLst/>
          </p:spPr>
          <p:txBody>
            <a:bodyPr>
              <a:spAutoFit/>
            </a:bodyPr>
            <a:lstStyle/>
            <a:p>
              <a:pPr>
                <a:spcBef>
                  <a:spcPct val="50000"/>
                </a:spcBef>
              </a:pPr>
              <a:r>
                <a:rPr kumimoji="0" lang="zh-CN" altLang="en-US" b="1"/>
                <a:t>固体激光器：</a:t>
              </a:r>
            </a:p>
          </p:txBody>
        </p:sp>
        <p:graphicFrame>
          <p:nvGraphicFramePr>
            <p:cNvPr id="108559" name="Object 15"/>
            <p:cNvGraphicFramePr>
              <a:graphicFrameLocks noChangeAspect="1"/>
            </p:cNvGraphicFramePr>
            <p:nvPr/>
          </p:nvGraphicFramePr>
          <p:xfrm>
            <a:off x="2245" y="3021"/>
            <a:ext cx="2677" cy="318"/>
          </p:xfrm>
          <a:graphic>
            <a:graphicData uri="http://schemas.openxmlformats.org/presentationml/2006/ole">
              <mc:AlternateContent xmlns:mc="http://schemas.openxmlformats.org/markup-compatibility/2006">
                <mc:Choice xmlns:v="urn:schemas-microsoft-com:vml" Requires="v">
                  <p:oleObj spid="_x0000_s52296" name="Equation" r:id="rId9" imgW="40538400" imgH="4876800" progId="Equation.DSMT4">
                    <p:embed/>
                  </p:oleObj>
                </mc:Choice>
                <mc:Fallback>
                  <p:oleObj name="Equation" r:id="rId9" imgW="40538400" imgH="4876800" progId="Equation.DSMT4">
                    <p:embed/>
                    <p:pic>
                      <p:nvPicPr>
                        <p:cNvPr id="0" name="图片 52227"/>
                        <p:cNvPicPr>
                          <a:picLocks noChangeAspect="1"/>
                        </p:cNvPicPr>
                        <p:nvPr/>
                      </p:nvPicPr>
                      <p:blipFill>
                        <a:blip r:embed="rId10"/>
                        <a:stretch>
                          <a:fillRect/>
                        </a:stretch>
                      </p:blipFill>
                      <p:spPr>
                        <a:xfrm>
                          <a:off x="2245" y="3021"/>
                          <a:ext cx="2677" cy="318"/>
                        </a:xfrm>
                        <a:prstGeom prst="rect">
                          <a:avLst/>
                        </a:prstGeom>
                        <a:noFill/>
                        <a:ln w="9525">
                          <a:noFill/>
                        </a:ln>
                      </p:spPr>
                    </p:pic>
                  </p:oleObj>
                </mc:Fallback>
              </mc:AlternateContent>
            </a:graphicData>
          </a:graphic>
        </p:graphicFrame>
      </p:grpSp>
      <p:sp>
        <p:nvSpPr>
          <p:cNvPr id="108561" name="Text Box 17"/>
          <p:cNvSpPr txBox="1">
            <a:spLocks noChangeArrowheads="1"/>
          </p:cNvSpPr>
          <p:nvPr/>
        </p:nvSpPr>
        <p:spPr bwMode="auto">
          <a:xfrm>
            <a:off x="2566988" y="5589588"/>
            <a:ext cx="4033837" cy="398780"/>
          </a:xfrm>
          <a:prstGeom prst="rect">
            <a:avLst/>
          </a:prstGeom>
          <a:noFill/>
          <a:ln w="9525" algn="ctr">
            <a:noFill/>
            <a:miter lim="800000"/>
          </a:ln>
          <a:effectLst/>
        </p:spPr>
        <p:txBody>
          <a:bodyPr>
            <a:spAutoFit/>
          </a:bodyPr>
          <a:lstStyle/>
          <a:p>
            <a:pPr>
              <a:spcBef>
                <a:spcPct val="50000"/>
              </a:spcBef>
            </a:pPr>
            <a:r>
              <a:rPr kumimoji="0" lang="en-US" altLang="zh-CN" sz="2000" b="1"/>
              <a:t>4</a:t>
            </a:r>
            <a:r>
              <a:rPr kumimoji="0" lang="zh-CN" altLang="en-US" sz="2000" b="1"/>
              <a:t>、</a:t>
            </a:r>
            <a:r>
              <a:rPr kumimoji="0" lang="zh-CN" altLang="en-US" sz="2000" b="1">
                <a:solidFill>
                  <a:srgbClr val="FF3300"/>
                </a:solidFill>
              </a:rPr>
              <a:t>相干性好：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8548"/>
                                        </p:tgtEl>
                                        <p:attrNameLst>
                                          <p:attrName>style.visibility</p:attrName>
                                        </p:attrNameLst>
                                      </p:cBhvr>
                                      <p:to>
                                        <p:strVal val="visible"/>
                                      </p:to>
                                    </p:set>
                                    <p:animEffect transition="in" filter="blinds(horizontal)">
                                      <p:cBhvr>
                                        <p:cTn id="7" dur="500"/>
                                        <p:tgtEl>
                                          <p:spTgt spid="10854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8549"/>
                                        </p:tgtEl>
                                        <p:attrNameLst>
                                          <p:attrName>style.visibility</p:attrName>
                                        </p:attrNameLst>
                                      </p:cBhvr>
                                      <p:to>
                                        <p:strVal val="visible"/>
                                      </p:to>
                                    </p:set>
                                    <p:anim calcmode="lin" valueType="num">
                                      <p:cBhvr additive="base">
                                        <p:cTn id="12" dur="500" fill="hold"/>
                                        <p:tgtEl>
                                          <p:spTgt spid="108549"/>
                                        </p:tgtEl>
                                        <p:attrNameLst>
                                          <p:attrName>ppt_x</p:attrName>
                                        </p:attrNameLst>
                                      </p:cBhvr>
                                      <p:tavLst>
                                        <p:tav tm="0">
                                          <p:val>
                                            <p:strVal val="#ppt_x"/>
                                          </p:val>
                                        </p:tav>
                                        <p:tav tm="100000">
                                          <p:val>
                                            <p:strVal val="#ppt_x"/>
                                          </p:val>
                                        </p:tav>
                                      </p:tavLst>
                                    </p:anim>
                                    <p:anim calcmode="lin" valueType="num">
                                      <p:cBhvr additive="base">
                                        <p:cTn id="13" dur="500" fill="hold"/>
                                        <p:tgtEl>
                                          <p:spTgt spid="10854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08550"/>
                                        </p:tgtEl>
                                        <p:attrNameLst>
                                          <p:attrName>style.visibility</p:attrName>
                                        </p:attrNameLst>
                                      </p:cBhvr>
                                      <p:to>
                                        <p:strVal val="visible"/>
                                      </p:to>
                                    </p:set>
                                    <p:animEffect transition="in" filter="box(in)">
                                      <p:cBhvr>
                                        <p:cTn id="18" dur="500"/>
                                        <p:tgtEl>
                                          <p:spTgt spid="108550"/>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8553"/>
                                        </p:tgtEl>
                                        <p:attrNameLst>
                                          <p:attrName>style.visibility</p:attrName>
                                        </p:attrNameLst>
                                      </p:cBhvr>
                                      <p:to>
                                        <p:strVal val="visible"/>
                                      </p:to>
                                    </p:set>
                                    <p:anim calcmode="lin" valueType="num">
                                      <p:cBhvr additive="base">
                                        <p:cTn id="23" dur="500" fill="hold"/>
                                        <p:tgtEl>
                                          <p:spTgt spid="108553"/>
                                        </p:tgtEl>
                                        <p:attrNameLst>
                                          <p:attrName>ppt_x</p:attrName>
                                        </p:attrNameLst>
                                      </p:cBhvr>
                                      <p:tavLst>
                                        <p:tav tm="0">
                                          <p:val>
                                            <p:strVal val="#ppt_x"/>
                                          </p:val>
                                        </p:tav>
                                        <p:tav tm="100000">
                                          <p:val>
                                            <p:strVal val="#ppt_x"/>
                                          </p:val>
                                        </p:tav>
                                      </p:tavLst>
                                    </p:anim>
                                    <p:anim calcmode="lin" valueType="num">
                                      <p:cBhvr additive="base">
                                        <p:cTn id="24" dur="500" fill="hold"/>
                                        <p:tgtEl>
                                          <p:spTgt spid="10855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08554"/>
                                        </p:tgtEl>
                                        <p:attrNameLst>
                                          <p:attrName>style.visibility</p:attrName>
                                        </p:attrNameLst>
                                      </p:cBhvr>
                                      <p:to>
                                        <p:strVal val="visible"/>
                                      </p:to>
                                    </p:set>
                                    <p:animEffect transition="in" filter="blinds(horizontal)">
                                      <p:cBhvr>
                                        <p:cTn id="29" dur="500"/>
                                        <p:tgtEl>
                                          <p:spTgt spid="108554"/>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08557"/>
                                        </p:tgtEl>
                                        <p:attrNameLst>
                                          <p:attrName>style.visibility</p:attrName>
                                        </p:attrNameLst>
                                      </p:cBhvr>
                                      <p:to>
                                        <p:strVal val="visible"/>
                                      </p:to>
                                    </p:set>
                                    <p:anim calcmode="lin" valueType="num">
                                      <p:cBhvr additive="base">
                                        <p:cTn id="34" dur="500" fill="hold"/>
                                        <p:tgtEl>
                                          <p:spTgt spid="108557"/>
                                        </p:tgtEl>
                                        <p:attrNameLst>
                                          <p:attrName>ppt_x</p:attrName>
                                        </p:attrNameLst>
                                      </p:cBhvr>
                                      <p:tavLst>
                                        <p:tav tm="0">
                                          <p:val>
                                            <p:strVal val="#ppt_x"/>
                                          </p:val>
                                        </p:tav>
                                        <p:tav tm="100000">
                                          <p:val>
                                            <p:strVal val="#ppt_x"/>
                                          </p:val>
                                        </p:tav>
                                      </p:tavLst>
                                    </p:anim>
                                    <p:anim calcmode="lin" valueType="num">
                                      <p:cBhvr additive="base">
                                        <p:cTn id="35" dur="500" fill="hold"/>
                                        <p:tgtEl>
                                          <p:spTgt spid="10855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108560"/>
                                        </p:tgtEl>
                                        <p:attrNameLst>
                                          <p:attrName>style.visibility</p:attrName>
                                        </p:attrNameLst>
                                      </p:cBhvr>
                                      <p:to>
                                        <p:strVal val="visible"/>
                                      </p:to>
                                    </p:set>
                                    <p:anim calcmode="lin" valueType="num">
                                      <p:cBhvr additive="base">
                                        <p:cTn id="40" dur="500" fill="hold"/>
                                        <p:tgtEl>
                                          <p:spTgt spid="108560"/>
                                        </p:tgtEl>
                                        <p:attrNameLst>
                                          <p:attrName>ppt_x</p:attrName>
                                        </p:attrNameLst>
                                      </p:cBhvr>
                                      <p:tavLst>
                                        <p:tav tm="0">
                                          <p:val>
                                            <p:strVal val="#ppt_x"/>
                                          </p:val>
                                        </p:tav>
                                        <p:tav tm="100000">
                                          <p:val>
                                            <p:strVal val="#ppt_x"/>
                                          </p:val>
                                        </p:tav>
                                      </p:tavLst>
                                    </p:anim>
                                    <p:anim calcmode="lin" valueType="num">
                                      <p:cBhvr additive="base">
                                        <p:cTn id="41" dur="500" fill="hold"/>
                                        <p:tgtEl>
                                          <p:spTgt spid="108560"/>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108561">
                                            <p:txEl>
                                              <p:pRg st="0" end="0"/>
                                            </p:txEl>
                                          </p:spTgt>
                                        </p:tgtEl>
                                        <p:attrNameLst>
                                          <p:attrName>style.visibility</p:attrName>
                                        </p:attrNameLst>
                                      </p:cBhvr>
                                      <p:to>
                                        <p:strVal val="visible"/>
                                      </p:to>
                                    </p:set>
                                    <p:anim calcmode="lin" valueType="num">
                                      <p:cBhvr additive="base">
                                        <p:cTn id="46" dur="500" fill="hold"/>
                                        <p:tgtEl>
                                          <p:spTgt spid="108561">
                                            <p:txEl>
                                              <p:pRg st="0" end="0"/>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0856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8" grpId="0" bldLvl="0" animBg="1"/>
      <p:bldP spid="108550" grpId="0" bldLvl="0" animBg="1"/>
      <p:bldP spid="108554"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Text Box 4"/>
          <p:cNvSpPr txBox="1">
            <a:spLocks noChangeArrowheads="1"/>
          </p:cNvSpPr>
          <p:nvPr/>
        </p:nvSpPr>
        <p:spPr bwMode="auto">
          <a:xfrm>
            <a:off x="2566988" y="333375"/>
            <a:ext cx="7632700" cy="368300"/>
          </a:xfrm>
          <a:prstGeom prst="rect">
            <a:avLst/>
          </a:prstGeom>
          <a:noFill/>
          <a:ln w="9525" algn="ctr">
            <a:noFill/>
            <a:miter lim="800000"/>
          </a:ln>
          <a:effectLst/>
        </p:spPr>
        <p:txBody>
          <a:bodyPr>
            <a:spAutoFit/>
          </a:bodyPr>
          <a:lstStyle/>
          <a:p>
            <a:pPr>
              <a:spcBef>
                <a:spcPct val="50000"/>
              </a:spcBef>
            </a:pPr>
            <a:r>
              <a:rPr kumimoji="0" lang="en-US" altLang="zh-CN" b="1"/>
              <a:t>(1) </a:t>
            </a:r>
            <a:r>
              <a:rPr kumimoji="0" lang="zh-CN" altLang="en-US" b="1">
                <a:solidFill>
                  <a:srgbClr val="FF3300"/>
                </a:solidFill>
              </a:rPr>
              <a:t>空间相干性：</a:t>
            </a:r>
            <a:r>
              <a:rPr kumimoji="0" lang="zh-CN" altLang="en-US" b="1"/>
              <a:t>光束的空间相干性和它的方向性是紧密相关的。只有</a:t>
            </a:r>
          </a:p>
        </p:txBody>
      </p:sp>
      <p:grpSp>
        <p:nvGrpSpPr>
          <p:cNvPr id="109575" name="Group 7"/>
          <p:cNvGrpSpPr/>
          <p:nvPr/>
        </p:nvGrpSpPr>
        <p:grpSpPr bwMode="auto">
          <a:xfrm>
            <a:off x="4873625" y="895350"/>
            <a:ext cx="3814763" cy="949325"/>
            <a:chOff x="2064" y="564"/>
            <a:chExt cx="2403" cy="598"/>
          </a:xfrm>
        </p:grpSpPr>
        <p:graphicFrame>
          <p:nvGraphicFramePr>
            <p:cNvPr id="109573" name="Object 5"/>
            <p:cNvGraphicFramePr>
              <a:graphicFrameLocks noChangeAspect="1"/>
            </p:cNvGraphicFramePr>
            <p:nvPr/>
          </p:nvGraphicFramePr>
          <p:xfrm>
            <a:off x="2064" y="564"/>
            <a:ext cx="907" cy="598"/>
          </p:xfrm>
          <a:graphic>
            <a:graphicData uri="http://schemas.openxmlformats.org/presentationml/2006/ole">
              <mc:AlternateContent xmlns:mc="http://schemas.openxmlformats.org/markup-compatibility/2006">
                <mc:Choice xmlns:v="urn:schemas-microsoft-com:vml" Requires="v">
                  <p:oleObj spid="_x0000_s53365" name="Equation" r:id="rId3" imgW="14325600" imgH="9448800" progId="Equation.DSMT4">
                    <p:embed/>
                  </p:oleObj>
                </mc:Choice>
                <mc:Fallback>
                  <p:oleObj name="Equation" r:id="rId3" imgW="14325600" imgH="9448800" progId="Equation.DSMT4">
                    <p:embed/>
                    <p:pic>
                      <p:nvPicPr>
                        <p:cNvPr id="0" name="图片 53248"/>
                        <p:cNvPicPr>
                          <a:picLocks noChangeAspect="1"/>
                        </p:cNvPicPr>
                        <p:nvPr/>
                      </p:nvPicPr>
                      <p:blipFill>
                        <a:blip r:embed="rId4"/>
                        <a:stretch>
                          <a:fillRect/>
                        </a:stretch>
                      </p:blipFill>
                      <p:spPr>
                        <a:xfrm>
                          <a:off x="2064" y="564"/>
                          <a:ext cx="907" cy="598"/>
                        </a:xfrm>
                        <a:prstGeom prst="rect">
                          <a:avLst/>
                        </a:prstGeom>
                        <a:noFill/>
                        <a:ln w="22225" cap="flat" cmpd="sng">
                          <a:solidFill>
                            <a:srgbClr val="FF0000"/>
                          </a:solidFill>
                          <a:prstDash val="solid"/>
                          <a:miter/>
                          <a:headEnd type="none" w="med" len="med"/>
                          <a:tailEnd type="none" w="med" len="med"/>
                        </a:ln>
                      </p:spPr>
                    </p:pic>
                  </p:oleObj>
                </mc:Fallback>
              </mc:AlternateContent>
            </a:graphicData>
          </a:graphic>
        </p:graphicFrame>
        <p:graphicFrame>
          <p:nvGraphicFramePr>
            <p:cNvPr id="109574" name="Object 6"/>
            <p:cNvGraphicFramePr>
              <a:graphicFrameLocks noChangeAspect="1"/>
            </p:cNvGraphicFramePr>
            <p:nvPr/>
          </p:nvGraphicFramePr>
          <p:xfrm>
            <a:off x="3424" y="746"/>
            <a:ext cx="1043" cy="325"/>
          </p:xfrm>
          <a:graphic>
            <a:graphicData uri="http://schemas.openxmlformats.org/presentationml/2006/ole">
              <mc:AlternateContent xmlns:mc="http://schemas.openxmlformats.org/markup-compatibility/2006">
                <mc:Choice xmlns:v="urn:schemas-microsoft-com:vml" Requires="v">
                  <p:oleObj spid="_x0000_s53366" name="Equation" r:id="rId5" imgW="17678400" imgH="5486400" progId="Equation.DSMT4">
                    <p:embed/>
                  </p:oleObj>
                </mc:Choice>
                <mc:Fallback>
                  <p:oleObj name="Equation" r:id="rId5" imgW="17678400" imgH="5486400" progId="Equation.DSMT4">
                    <p:embed/>
                    <p:pic>
                      <p:nvPicPr>
                        <p:cNvPr id="0" name="图片 53249"/>
                        <p:cNvPicPr>
                          <a:picLocks noChangeAspect="1"/>
                        </p:cNvPicPr>
                        <p:nvPr/>
                      </p:nvPicPr>
                      <p:blipFill>
                        <a:blip r:embed="rId6"/>
                        <a:stretch>
                          <a:fillRect/>
                        </a:stretch>
                      </p:blipFill>
                      <p:spPr>
                        <a:xfrm>
                          <a:off x="3424" y="746"/>
                          <a:ext cx="1043" cy="325"/>
                        </a:xfrm>
                        <a:prstGeom prst="rect">
                          <a:avLst/>
                        </a:prstGeom>
                        <a:noFill/>
                        <a:ln w="22225" cap="flat" cmpd="sng">
                          <a:solidFill>
                            <a:srgbClr val="FF0000"/>
                          </a:solidFill>
                          <a:prstDash val="solid"/>
                          <a:miter/>
                          <a:headEnd type="none" w="med" len="med"/>
                          <a:tailEnd type="none" w="med" len="med"/>
                        </a:ln>
                      </p:spPr>
                    </p:pic>
                  </p:oleObj>
                </mc:Fallback>
              </mc:AlternateContent>
            </a:graphicData>
          </a:graphic>
        </p:graphicFrame>
      </p:grpSp>
      <p:sp>
        <p:nvSpPr>
          <p:cNvPr id="109576" name="Text Box 8"/>
          <p:cNvSpPr txBox="1">
            <a:spLocks noChangeArrowheads="1"/>
          </p:cNvSpPr>
          <p:nvPr/>
        </p:nvSpPr>
        <p:spPr bwMode="auto">
          <a:xfrm>
            <a:off x="2711450" y="1844675"/>
            <a:ext cx="5545138" cy="368300"/>
          </a:xfrm>
          <a:prstGeom prst="rect">
            <a:avLst/>
          </a:prstGeom>
          <a:noFill/>
          <a:ln w="9525" algn="ctr">
            <a:noFill/>
            <a:miter lim="800000"/>
          </a:ln>
          <a:effectLst/>
        </p:spPr>
        <p:txBody>
          <a:bodyPr>
            <a:spAutoFit/>
          </a:bodyPr>
          <a:lstStyle/>
          <a:p>
            <a:pPr>
              <a:spcBef>
                <a:spcPct val="50000"/>
              </a:spcBef>
            </a:pPr>
            <a:r>
              <a:rPr kumimoji="0" lang="zh-CN" altLang="en-US" b="1"/>
              <a:t>时才有相干性。</a:t>
            </a:r>
            <a:r>
              <a:rPr kumimoji="0" lang="zh-CN" altLang="en-US" b="1" i="1"/>
              <a:t>△</a:t>
            </a:r>
            <a:r>
              <a:rPr kumimoji="0" lang="el-GR" altLang="zh-CN" b="1" i="1"/>
              <a:t>θ</a:t>
            </a:r>
            <a:r>
              <a:rPr kumimoji="0" lang="zh-CN" altLang="en-US" b="1"/>
              <a:t>越小， </a:t>
            </a:r>
            <a:r>
              <a:rPr kumimoji="0" lang="zh-CN" altLang="en-US" b="1" i="1"/>
              <a:t>△</a:t>
            </a:r>
            <a:r>
              <a:rPr kumimoji="0" lang="en-US" altLang="zh-CN" b="1" i="1"/>
              <a:t>x</a:t>
            </a:r>
            <a:r>
              <a:rPr kumimoji="0" lang="en-US" altLang="zh-CN" b="1" i="1">
                <a:solidFill>
                  <a:schemeClr val="hlink"/>
                </a:solidFill>
              </a:rPr>
              <a:t> </a:t>
            </a:r>
            <a:r>
              <a:rPr kumimoji="0" lang="zh-CN" altLang="en-US" b="1"/>
              <a:t>越大。</a:t>
            </a:r>
          </a:p>
        </p:txBody>
      </p:sp>
      <p:sp>
        <p:nvSpPr>
          <p:cNvPr id="109577" name="Text Box 9"/>
          <p:cNvSpPr txBox="1">
            <a:spLocks noChangeArrowheads="1"/>
          </p:cNvSpPr>
          <p:nvPr/>
        </p:nvSpPr>
        <p:spPr bwMode="auto">
          <a:xfrm>
            <a:off x="2495550" y="2565400"/>
            <a:ext cx="7632700" cy="1004570"/>
          </a:xfrm>
          <a:prstGeom prst="rect">
            <a:avLst/>
          </a:prstGeom>
          <a:noFill/>
          <a:ln w="9525" algn="ctr">
            <a:noFill/>
            <a:miter lim="800000"/>
          </a:ln>
          <a:effectLst/>
        </p:spPr>
        <p:txBody>
          <a:bodyPr>
            <a:spAutoFit/>
          </a:bodyPr>
          <a:lstStyle/>
          <a:p>
            <a:pPr>
              <a:lnSpc>
                <a:spcPct val="110000"/>
              </a:lnSpc>
              <a:spcBef>
                <a:spcPct val="20000"/>
              </a:spcBef>
              <a:buClr>
                <a:schemeClr val="hlink"/>
              </a:buClr>
              <a:buSzPct val="70000"/>
              <a:buFont typeface="Wingdings" panose="05000000000000000000" pitchFamily="2" charset="2"/>
              <a:buNone/>
            </a:pPr>
            <a:r>
              <a:rPr kumimoji="0" lang="zh-CN" altLang="en-US" b="1"/>
              <a:t>（</a:t>
            </a:r>
            <a:r>
              <a:rPr kumimoji="0" lang="en-US" altLang="zh-CN" b="1"/>
              <a:t>2</a:t>
            </a:r>
            <a:r>
              <a:rPr kumimoji="0" lang="zh-CN" altLang="en-US" b="1"/>
              <a:t>）</a:t>
            </a:r>
            <a:r>
              <a:rPr kumimoji="0" lang="zh-CN" altLang="en-US" b="1">
                <a:solidFill>
                  <a:srgbClr val="FF3300"/>
                </a:solidFill>
              </a:rPr>
              <a:t>时间相干性：</a:t>
            </a:r>
            <a:r>
              <a:rPr kumimoji="0" lang="zh-CN" altLang="en-US" b="1"/>
              <a:t>时间相干性是指，光源上同一点在不同时刻</a:t>
            </a:r>
            <a:r>
              <a:rPr kumimoji="0" lang="en-US" altLang="zh-CN" b="1" i="1"/>
              <a:t>t1,t2 </a:t>
            </a:r>
            <a:r>
              <a:rPr kumimoji="0" lang="zh-CN" altLang="en-US" b="1"/>
              <a:t>发出的光波的相位关联程度。对普通光源的时间相干性可用迈克尔逊干涉仪实验来说明。设相干时间为</a:t>
            </a:r>
            <a:r>
              <a:rPr kumimoji="0" lang="el-GR" altLang="zh-CN" b="1" i="1"/>
              <a:t>τc</a:t>
            </a:r>
            <a:r>
              <a:rPr kumimoji="0" lang="en-US" altLang="zh-CN" b="1" i="1"/>
              <a:t> </a:t>
            </a:r>
            <a:r>
              <a:rPr kumimoji="0" lang="zh-CN" altLang="en-US" b="1"/>
              <a:t>，则</a:t>
            </a:r>
            <a:endParaRPr lang="zh-CN" altLang="en-US" b="1"/>
          </a:p>
        </p:txBody>
      </p:sp>
      <p:graphicFrame>
        <p:nvGraphicFramePr>
          <p:cNvPr id="109578" name="Object 10"/>
          <p:cNvGraphicFramePr>
            <a:graphicFrameLocks noChangeAspect="1"/>
          </p:cNvGraphicFramePr>
          <p:nvPr/>
        </p:nvGraphicFramePr>
        <p:xfrm>
          <a:off x="5232400" y="3933825"/>
          <a:ext cx="1081088" cy="777875"/>
        </p:xfrm>
        <a:graphic>
          <a:graphicData uri="http://schemas.openxmlformats.org/presentationml/2006/ole">
            <mc:AlternateContent xmlns:mc="http://schemas.openxmlformats.org/markup-compatibility/2006">
              <mc:Choice xmlns:v="urn:schemas-microsoft-com:vml" Requires="v">
                <p:oleObj spid="_x0000_s53367" name="Equation" r:id="rId7" imgW="13106400" imgH="9448800" progId="Equation.DSMT4">
                  <p:embed/>
                </p:oleObj>
              </mc:Choice>
              <mc:Fallback>
                <p:oleObj name="Equation" r:id="rId7" imgW="13106400" imgH="9448800" progId="Equation.DSMT4">
                  <p:embed/>
                  <p:pic>
                    <p:nvPicPr>
                      <p:cNvPr id="0" name="图片 53250"/>
                      <p:cNvPicPr>
                        <a:picLocks noChangeAspect="1"/>
                      </p:cNvPicPr>
                      <p:nvPr/>
                    </p:nvPicPr>
                    <p:blipFill>
                      <a:blip r:embed="rId8"/>
                      <a:stretch>
                        <a:fillRect/>
                      </a:stretch>
                    </p:blipFill>
                    <p:spPr>
                      <a:xfrm>
                        <a:off x="5232400" y="3933825"/>
                        <a:ext cx="1081088" cy="777875"/>
                      </a:xfrm>
                      <a:prstGeom prst="rect">
                        <a:avLst/>
                      </a:prstGeom>
                      <a:noFill/>
                      <a:ln w="25400" cap="flat" cmpd="sng">
                        <a:solidFill>
                          <a:srgbClr val="FF0000"/>
                        </a:solidFill>
                        <a:prstDash val="solid"/>
                        <a:miter/>
                        <a:headEnd type="none" w="med" len="med"/>
                        <a:tailEnd type="none" w="med" len="med"/>
                      </a:ln>
                    </p:spPr>
                  </p:pic>
                </p:oleObj>
              </mc:Fallback>
            </mc:AlternateContent>
          </a:graphicData>
        </a:graphic>
      </p:graphicFrame>
      <p:graphicFrame>
        <p:nvGraphicFramePr>
          <p:cNvPr id="3" name="Object 13"/>
          <p:cNvGraphicFramePr>
            <a:graphicFrameLocks noChangeAspect="1"/>
          </p:cNvGraphicFramePr>
          <p:nvPr/>
        </p:nvGraphicFramePr>
        <p:xfrm>
          <a:off x="5521325" y="5624830"/>
          <a:ext cx="502920" cy="382270"/>
        </p:xfrm>
        <a:graphic>
          <a:graphicData uri="http://schemas.openxmlformats.org/presentationml/2006/ole">
            <mc:AlternateContent xmlns:mc="http://schemas.openxmlformats.org/markup-compatibility/2006">
              <mc:Choice xmlns:v="urn:schemas-microsoft-com:vml" Requires="v">
                <p:oleObj spid="_x0000_s53368" name="Equation" r:id="rId9" imgW="5791200" imgH="4267200" progId="Equation.DSMT4">
                  <p:embed/>
                </p:oleObj>
              </mc:Choice>
              <mc:Fallback>
                <p:oleObj name="Equation" r:id="rId9" imgW="5791200" imgH="4267200" progId="Equation.DSMT4">
                  <p:embed/>
                  <p:pic>
                    <p:nvPicPr>
                      <p:cNvPr id="0" name="图片 53251"/>
                      <p:cNvPicPr>
                        <a:picLocks noChangeAspect="1"/>
                      </p:cNvPicPr>
                      <p:nvPr/>
                    </p:nvPicPr>
                    <p:blipFill>
                      <a:blip r:embed="rId10"/>
                      <a:stretch>
                        <a:fillRect/>
                      </a:stretch>
                    </p:blipFill>
                    <p:spPr>
                      <a:xfrm>
                        <a:off x="5521325" y="5624830"/>
                        <a:ext cx="502920" cy="382270"/>
                      </a:xfrm>
                      <a:prstGeom prst="rect">
                        <a:avLst/>
                      </a:prstGeom>
                      <a:noFill/>
                      <a:ln w="9525">
                        <a:noFill/>
                      </a:ln>
                    </p:spPr>
                  </p:pic>
                </p:oleObj>
              </mc:Fallback>
            </mc:AlternateContent>
          </a:graphicData>
        </a:graphic>
      </p:graphicFrame>
      <p:sp>
        <p:nvSpPr>
          <p:cNvPr id="5" name="Text Box 11"/>
          <p:cNvSpPr txBox="1">
            <a:spLocks noChangeArrowheads="1"/>
          </p:cNvSpPr>
          <p:nvPr/>
        </p:nvSpPr>
        <p:spPr bwMode="auto">
          <a:xfrm>
            <a:off x="2495550" y="5027930"/>
            <a:ext cx="7560945" cy="922020"/>
          </a:xfrm>
          <a:prstGeom prst="rect">
            <a:avLst/>
          </a:prstGeom>
          <a:noFill/>
          <a:ln w="9525" algn="ctr">
            <a:noFill/>
            <a:miter lim="800000"/>
          </a:ln>
          <a:effectLst/>
        </p:spPr>
        <p:txBody>
          <a:bodyPr>
            <a:spAutoFit/>
          </a:bodyPr>
          <a:lstStyle/>
          <a:p>
            <a:r>
              <a:rPr kumimoji="0" lang="zh-CN" altLang="en-US" b="1"/>
              <a:t>可见，由于激光的                                 非常小，从而</a:t>
            </a:r>
            <a:r>
              <a:rPr kumimoji="0" lang="el-GR" altLang="zh-CN" b="1" i="1"/>
              <a:t>τc</a:t>
            </a:r>
            <a:r>
              <a:rPr kumimoji="0" lang="zh-CN" altLang="en-US" b="1"/>
              <a:t>很大</a:t>
            </a:r>
          </a:p>
          <a:p>
            <a:endParaRPr kumimoji="0" lang="zh-CN" altLang="en-US" b="1"/>
          </a:p>
          <a:p>
            <a:r>
              <a:rPr kumimoji="0" lang="zh-CN" altLang="en-US" b="1"/>
              <a:t>对氦氖激光器的相干长度由于      可小到              ，  故</a:t>
            </a:r>
            <a:endParaRPr lang="zh-CN" altLang="en-US" b="1"/>
          </a:p>
        </p:txBody>
      </p:sp>
      <p:graphicFrame>
        <p:nvGraphicFramePr>
          <p:cNvPr id="6" name="Object 12"/>
          <p:cNvGraphicFramePr>
            <a:graphicFrameLocks noChangeAspect="1"/>
          </p:cNvGraphicFramePr>
          <p:nvPr/>
        </p:nvGraphicFramePr>
        <p:xfrm>
          <a:off x="4370705" y="5027930"/>
          <a:ext cx="1943100" cy="523875"/>
        </p:xfrm>
        <a:graphic>
          <a:graphicData uri="http://schemas.openxmlformats.org/presentationml/2006/ole">
            <mc:AlternateContent xmlns:mc="http://schemas.openxmlformats.org/markup-compatibility/2006">
              <mc:Choice xmlns:v="urn:schemas-microsoft-com:vml" Requires="v">
                <p:oleObj spid="_x0000_s53369" name="Equation" r:id="rId11" imgW="22860000" imgH="6096000" progId="Equation.DSMT4">
                  <p:embed/>
                </p:oleObj>
              </mc:Choice>
              <mc:Fallback>
                <p:oleObj name="Equation" r:id="rId11" imgW="22860000" imgH="6096000" progId="Equation.DSMT4">
                  <p:embed/>
                  <p:pic>
                    <p:nvPicPr>
                      <p:cNvPr id="0" name="图片 53252"/>
                      <p:cNvPicPr>
                        <a:picLocks noChangeAspect="1"/>
                      </p:cNvPicPr>
                      <p:nvPr/>
                    </p:nvPicPr>
                    <p:blipFill>
                      <a:blip r:embed="rId12"/>
                      <a:stretch>
                        <a:fillRect/>
                      </a:stretch>
                    </p:blipFill>
                    <p:spPr>
                      <a:xfrm>
                        <a:off x="4370705" y="5027930"/>
                        <a:ext cx="1943100" cy="523875"/>
                      </a:xfrm>
                      <a:prstGeom prst="rect">
                        <a:avLst/>
                      </a:prstGeom>
                      <a:noFill/>
                      <a:ln w="9525">
                        <a:noFill/>
                      </a:ln>
                    </p:spPr>
                  </p:pic>
                </p:oleObj>
              </mc:Fallback>
            </mc:AlternateContent>
          </a:graphicData>
        </a:graphic>
      </p:graphicFrame>
      <p:graphicFrame>
        <p:nvGraphicFramePr>
          <p:cNvPr id="8" name="Object 14"/>
          <p:cNvGraphicFramePr>
            <a:graphicFrameLocks noChangeAspect="1"/>
          </p:cNvGraphicFramePr>
          <p:nvPr/>
        </p:nvGraphicFramePr>
        <p:xfrm>
          <a:off x="6642735" y="5631180"/>
          <a:ext cx="787400" cy="318770"/>
        </p:xfrm>
        <a:graphic>
          <a:graphicData uri="http://schemas.openxmlformats.org/presentationml/2006/ole">
            <mc:AlternateContent xmlns:mc="http://schemas.openxmlformats.org/markup-compatibility/2006">
              <mc:Choice xmlns:v="urn:schemas-microsoft-com:vml" Requires="v">
                <p:oleObj spid="_x0000_s53370" name="Equation" r:id="rId13" imgW="10668000" imgH="4267200" progId="Equation.DSMT4">
                  <p:embed/>
                </p:oleObj>
              </mc:Choice>
              <mc:Fallback>
                <p:oleObj name="Equation" r:id="rId13" imgW="10668000" imgH="4267200" progId="Equation.DSMT4">
                  <p:embed/>
                  <p:pic>
                    <p:nvPicPr>
                      <p:cNvPr id="0" name="图片 53253"/>
                      <p:cNvPicPr>
                        <a:picLocks noChangeAspect="1"/>
                      </p:cNvPicPr>
                      <p:nvPr/>
                    </p:nvPicPr>
                    <p:blipFill>
                      <a:blip r:embed="rId14"/>
                      <a:stretch>
                        <a:fillRect/>
                      </a:stretch>
                    </p:blipFill>
                    <p:spPr>
                      <a:xfrm>
                        <a:off x="6642735" y="5631180"/>
                        <a:ext cx="787400" cy="318770"/>
                      </a:xfrm>
                      <a:prstGeom prst="rect">
                        <a:avLst/>
                      </a:prstGeom>
                      <a:noFill/>
                      <a:ln w="9525">
                        <a:noFill/>
                      </a:ln>
                    </p:spPr>
                  </p:pic>
                </p:oleObj>
              </mc:Fallback>
            </mc:AlternateContent>
          </a:graphicData>
        </a:graphic>
      </p:graphicFrame>
      <p:graphicFrame>
        <p:nvGraphicFramePr>
          <p:cNvPr id="10" name="Object 15"/>
          <p:cNvGraphicFramePr>
            <a:graphicFrameLocks noChangeAspect="1"/>
          </p:cNvGraphicFramePr>
          <p:nvPr/>
        </p:nvGraphicFramePr>
        <p:xfrm>
          <a:off x="8256905" y="5551805"/>
          <a:ext cx="1584325" cy="499745"/>
        </p:xfrm>
        <a:graphic>
          <a:graphicData uri="http://schemas.openxmlformats.org/presentationml/2006/ole">
            <mc:AlternateContent xmlns:mc="http://schemas.openxmlformats.org/markup-compatibility/2006">
              <mc:Choice xmlns:v="urn:schemas-microsoft-com:vml" Requires="v">
                <p:oleObj spid="_x0000_s53371" name="Equation" r:id="rId15" imgW="17373600" imgH="5486400" progId="Equation.DSMT4">
                  <p:embed/>
                </p:oleObj>
              </mc:Choice>
              <mc:Fallback>
                <p:oleObj name="Equation" r:id="rId15" imgW="17373600" imgH="5486400" progId="Equation.DSMT4">
                  <p:embed/>
                  <p:pic>
                    <p:nvPicPr>
                      <p:cNvPr id="0" name="图片 53254"/>
                      <p:cNvPicPr>
                        <a:picLocks noChangeAspect="1"/>
                      </p:cNvPicPr>
                      <p:nvPr/>
                    </p:nvPicPr>
                    <p:blipFill>
                      <a:blip r:embed="rId16"/>
                      <a:stretch>
                        <a:fillRect/>
                      </a:stretch>
                    </p:blipFill>
                    <p:spPr>
                      <a:xfrm>
                        <a:off x="8256905" y="5551805"/>
                        <a:ext cx="1584325" cy="49974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9572"/>
                                        </p:tgtEl>
                                        <p:attrNameLst>
                                          <p:attrName>style.visibility</p:attrName>
                                        </p:attrNameLst>
                                      </p:cBhvr>
                                      <p:to>
                                        <p:strVal val="visible"/>
                                      </p:to>
                                    </p:set>
                                    <p:animEffect transition="in" filter="box(in)">
                                      <p:cBhvr>
                                        <p:cTn id="7" dur="500"/>
                                        <p:tgtEl>
                                          <p:spTgt spid="10957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9575"/>
                                        </p:tgtEl>
                                        <p:attrNameLst>
                                          <p:attrName>style.visibility</p:attrName>
                                        </p:attrNameLst>
                                      </p:cBhvr>
                                      <p:to>
                                        <p:strVal val="visible"/>
                                      </p:to>
                                    </p:set>
                                    <p:anim calcmode="lin" valueType="num">
                                      <p:cBhvr additive="base">
                                        <p:cTn id="12" dur="500" fill="hold"/>
                                        <p:tgtEl>
                                          <p:spTgt spid="109575"/>
                                        </p:tgtEl>
                                        <p:attrNameLst>
                                          <p:attrName>ppt_x</p:attrName>
                                        </p:attrNameLst>
                                      </p:cBhvr>
                                      <p:tavLst>
                                        <p:tav tm="0">
                                          <p:val>
                                            <p:strVal val="#ppt_x"/>
                                          </p:val>
                                        </p:tav>
                                        <p:tav tm="100000">
                                          <p:val>
                                            <p:strVal val="#ppt_x"/>
                                          </p:val>
                                        </p:tav>
                                      </p:tavLst>
                                    </p:anim>
                                    <p:anim calcmode="lin" valueType="num">
                                      <p:cBhvr additive="base">
                                        <p:cTn id="13" dur="500" fill="hold"/>
                                        <p:tgtEl>
                                          <p:spTgt spid="10957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09576"/>
                                        </p:tgtEl>
                                        <p:attrNameLst>
                                          <p:attrName>style.visibility</p:attrName>
                                        </p:attrNameLst>
                                      </p:cBhvr>
                                      <p:to>
                                        <p:strVal val="visible"/>
                                      </p:to>
                                    </p:set>
                                    <p:anim calcmode="lin" valueType="num">
                                      <p:cBhvr additive="base">
                                        <p:cTn id="16" dur="500" fill="hold"/>
                                        <p:tgtEl>
                                          <p:spTgt spid="109576"/>
                                        </p:tgtEl>
                                        <p:attrNameLst>
                                          <p:attrName>ppt_x</p:attrName>
                                        </p:attrNameLst>
                                      </p:cBhvr>
                                      <p:tavLst>
                                        <p:tav tm="0">
                                          <p:val>
                                            <p:strVal val="#ppt_x"/>
                                          </p:val>
                                        </p:tav>
                                        <p:tav tm="100000">
                                          <p:val>
                                            <p:strVal val="#ppt_x"/>
                                          </p:val>
                                        </p:tav>
                                      </p:tavLst>
                                    </p:anim>
                                    <p:anim calcmode="lin" valueType="num">
                                      <p:cBhvr additive="base">
                                        <p:cTn id="17" dur="500" fill="hold"/>
                                        <p:tgtEl>
                                          <p:spTgt spid="109576"/>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09577"/>
                                        </p:tgtEl>
                                        <p:attrNameLst>
                                          <p:attrName>style.visibility</p:attrName>
                                        </p:attrNameLst>
                                      </p:cBhvr>
                                      <p:to>
                                        <p:strVal val="visible"/>
                                      </p:to>
                                    </p:set>
                                    <p:animEffect transition="in" filter="box(in)">
                                      <p:cBhvr>
                                        <p:cTn id="22" dur="500"/>
                                        <p:tgtEl>
                                          <p:spTgt spid="109577"/>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9578"/>
                                        </p:tgtEl>
                                        <p:attrNameLst>
                                          <p:attrName>style.visibility</p:attrName>
                                        </p:attrNameLst>
                                      </p:cBhvr>
                                      <p:to>
                                        <p:strVal val="visible"/>
                                      </p:to>
                                    </p:set>
                                    <p:anim calcmode="lin" valueType="num">
                                      <p:cBhvr additive="base">
                                        <p:cTn id="27" dur="500" fill="hold"/>
                                        <p:tgtEl>
                                          <p:spTgt spid="109578"/>
                                        </p:tgtEl>
                                        <p:attrNameLst>
                                          <p:attrName>ppt_x</p:attrName>
                                        </p:attrNameLst>
                                      </p:cBhvr>
                                      <p:tavLst>
                                        <p:tav tm="0">
                                          <p:val>
                                            <p:strVal val="#ppt_x"/>
                                          </p:val>
                                        </p:tav>
                                        <p:tav tm="100000">
                                          <p:val>
                                            <p:strVal val="#ppt_x"/>
                                          </p:val>
                                        </p:tav>
                                      </p:tavLst>
                                    </p:anim>
                                    <p:anim calcmode="lin" valueType="num">
                                      <p:cBhvr additive="base">
                                        <p:cTn id="28" dur="500" fill="hold"/>
                                        <p:tgtEl>
                                          <p:spTgt spid="1095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bldLvl="0" animBg="1"/>
      <p:bldP spid="109576" grpId="0" bldLvl="0" animBg="1"/>
      <p:bldP spid="109577"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文本框 159745"/>
          <p:cNvSpPr txBox="1"/>
          <p:nvPr/>
        </p:nvSpPr>
        <p:spPr>
          <a:xfrm>
            <a:off x="1905000" y="4585018"/>
            <a:ext cx="3733800" cy="521970"/>
          </a:xfrm>
          <a:prstGeom prst="rect">
            <a:avLst/>
          </a:prstGeom>
          <a:noFill/>
          <a:ln w="9525">
            <a:noFill/>
          </a:ln>
        </p:spPr>
        <p:txBody>
          <a:bodyPr>
            <a:spAutoFit/>
          </a:bodyPr>
          <a:lstStyle/>
          <a:p>
            <a:r>
              <a:rPr lang="zh-CN" altLang="en-US" sz="2800" b="1" dirty="0">
                <a:latin typeface="Century Schoolbook" panose="02040604050505020304" pitchFamily="18" charset="0"/>
              </a:rPr>
              <a:t> 按工作方式分</a:t>
            </a:r>
          </a:p>
        </p:txBody>
      </p:sp>
      <p:sp>
        <p:nvSpPr>
          <p:cNvPr id="159747" name="文本框 159746"/>
          <p:cNvSpPr txBox="1"/>
          <p:nvPr/>
        </p:nvSpPr>
        <p:spPr>
          <a:xfrm>
            <a:off x="1981200" y="5288280"/>
            <a:ext cx="6477000" cy="953135"/>
          </a:xfrm>
          <a:prstGeom prst="rect">
            <a:avLst/>
          </a:prstGeom>
          <a:noFill/>
          <a:ln w="9525">
            <a:noFill/>
          </a:ln>
        </p:spPr>
        <p:txBody>
          <a:bodyPr>
            <a:spAutoFit/>
          </a:bodyPr>
          <a:lstStyle/>
          <a:p>
            <a:r>
              <a:rPr lang="zh-CN" altLang="en-US" sz="2800" b="1" dirty="0">
                <a:latin typeface="Century Schoolbook" panose="02040604050505020304" pitchFamily="18" charset="0"/>
              </a:rPr>
              <a:t> 连续激光器（功率可达</a:t>
            </a:r>
            <a:r>
              <a:rPr lang="zh-CN" altLang="en-US" sz="2800" dirty="0">
                <a:latin typeface="Century Schoolbook" panose="02040604050505020304" pitchFamily="18" charset="0"/>
              </a:rPr>
              <a:t>10</a:t>
            </a:r>
            <a:r>
              <a:rPr lang="zh-CN" altLang="en-US" sz="2800" baseline="30000" dirty="0">
                <a:latin typeface="Century Schoolbook" panose="02040604050505020304" pitchFamily="18" charset="0"/>
              </a:rPr>
              <a:t>4</a:t>
            </a:r>
            <a:r>
              <a:rPr lang="zh-CN" altLang="en-US" sz="2800" dirty="0">
                <a:latin typeface="Century Schoolbook" panose="02040604050505020304" pitchFamily="18" charset="0"/>
              </a:rPr>
              <a:t> </a:t>
            </a:r>
            <a:r>
              <a:rPr lang="en-US" altLang="zh-CN" sz="2800">
                <a:latin typeface="Century Schoolbook" panose="02040604050505020304" pitchFamily="18" charset="0"/>
              </a:rPr>
              <a:t>W</a:t>
            </a:r>
            <a:r>
              <a:rPr lang="en-US" altLang="zh-CN" sz="2800" b="1">
                <a:latin typeface="Century Schoolbook" panose="02040604050505020304" pitchFamily="18" charset="0"/>
              </a:rPr>
              <a:t>）</a:t>
            </a:r>
          </a:p>
          <a:p>
            <a:r>
              <a:rPr lang="en-US" altLang="zh-CN" sz="2800" b="1">
                <a:latin typeface="Century Schoolbook" panose="02040604050505020304" pitchFamily="18" charset="0"/>
              </a:rPr>
              <a:t> </a:t>
            </a:r>
            <a:r>
              <a:rPr lang="zh-CN" altLang="en-US" sz="2800" b="1" dirty="0">
                <a:latin typeface="Century Schoolbook" panose="02040604050505020304" pitchFamily="18" charset="0"/>
              </a:rPr>
              <a:t>脉冲激光器（瞬时功率可达</a:t>
            </a:r>
            <a:r>
              <a:rPr lang="zh-CN" altLang="en-US" sz="2800" dirty="0">
                <a:latin typeface="Century Schoolbook" panose="02040604050505020304" pitchFamily="18" charset="0"/>
              </a:rPr>
              <a:t>10</a:t>
            </a:r>
            <a:r>
              <a:rPr lang="zh-CN" altLang="en-US" sz="2800" baseline="30000" dirty="0">
                <a:latin typeface="Century Schoolbook" panose="02040604050505020304" pitchFamily="18" charset="0"/>
              </a:rPr>
              <a:t>14 </a:t>
            </a:r>
            <a:r>
              <a:rPr lang="en-US" altLang="zh-CN" sz="2800">
                <a:latin typeface="Century Schoolbook" panose="02040604050505020304" pitchFamily="18" charset="0"/>
              </a:rPr>
              <a:t>W</a:t>
            </a:r>
            <a:r>
              <a:rPr lang="en-US" altLang="zh-CN" sz="2800" b="1" baseline="30000">
                <a:latin typeface="Century Schoolbook" panose="02040604050505020304" pitchFamily="18" charset="0"/>
              </a:rPr>
              <a:t> </a:t>
            </a:r>
            <a:r>
              <a:rPr lang="en-US" altLang="zh-CN" sz="2800" b="1">
                <a:latin typeface="Century Schoolbook" panose="02040604050505020304" pitchFamily="18" charset="0"/>
              </a:rPr>
              <a:t>）</a:t>
            </a:r>
          </a:p>
        </p:txBody>
      </p:sp>
      <p:sp>
        <p:nvSpPr>
          <p:cNvPr id="159749" name="矩形 159748"/>
          <p:cNvSpPr/>
          <p:nvPr/>
        </p:nvSpPr>
        <p:spPr>
          <a:xfrm>
            <a:off x="2057400" y="2116455"/>
            <a:ext cx="8077200" cy="2245360"/>
          </a:xfrm>
          <a:prstGeom prst="rect">
            <a:avLst/>
          </a:prstGeom>
          <a:noFill/>
          <a:ln w="9525">
            <a:noFill/>
          </a:ln>
        </p:spPr>
        <p:txBody>
          <a:bodyPr>
            <a:spAutoFit/>
          </a:bodyPr>
          <a:lstStyle/>
          <a:p>
            <a:r>
              <a:rPr lang="zh-CN" altLang="en-US" sz="2800" b="1" dirty="0">
                <a:latin typeface="Century Schoolbook" panose="02040604050505020304" pitchFamily="18" charset="0"/>
              </a:rPr>
              <a:t>固体激光器，如红宝石（</a:t>
            </a:r>
            <a:r>
              <a:rPr lang="en-US" altLang="zh-CN" sz="2800">
                <a:latin typeface="Century Schoolbook" panose="02040604050505020304" pitchFamily="18" charset="0"/>
              </a:rPr>
              <a:t>Al</a:t>
            </a:r>
            <a:r>
              <a:rPr lang="en-US" altLang="zh-CN" sz="2800" baseline="-25000">
                <a:latin typeface="Century Schoolbook" panose="02040604050505020304" pitchFamily="18" charset="0"/>
              </a:rPr>
              <a:t>2</a:t>
            </a:r>
            <a:r>
              <a:rPr lang="en-US" altLang="zh-CN" sz="2800">
                <a:latin typeface="Century Schoolbook" panose="02040604050505020304" pitchFamily="18" charset="0"/>
              </a:rPr>
              <a:t>O</a:t>
            </a:r>
            <a:r>
              <a:rPr lang="en-US" altLang="zh-CN" sz="2800" baseline="-25000">
                <a:latin typeface="Century Schoolbook" panose="02040604050505020304" pitchFamily="18" charset="0"/>
              </a:rPr>
              <a:t>3</a:t>
            </a:r>
            <a:r>
              <a:rPr lang="en-US" altLang="zh-CN" sz="2800" b="1">
                <a:latin typeface="Century Schoolbook" panose="02040604050505020304" pitchFamily="18" charset="0"/>
              </a:rPr>
              <a:t>）</a:t>
            </a:r>
            <a:r>
              <a:rPr lang="zh-CN" altLang="en-US" sz="2800" b="1" dirty="0">
                <a:latin typeface="Century Schoolbook" panose="02040604050505020304" pitchFamily="18" charset="0"/>
              </a:rPr>
              <a:t>激光器；</a:t>
            </a:r>
            <a:endParaRPr lang="en-US" altLang="zh-CN" sz="2800" b="1">
              <a:latin typeface="Century Schoolbook" panose="02040604050505020304" pitchFamily="18" charset="0"/>
            </a:endParaRPr>
          </a:p>
          <a:p>
            <a:r>
              <a:rPr lang="zh-CN" altLang="en-US" sz="2800" b="1" dirty="0">
                <a:latin typeface="Century Schoolbook" panose="02040604050505020304" pitchFamily="18" charset="0"/>
              </a:rPr>
              <a:t>液体激光器，如某些染料激光器；</a:t>
            </a:r>
          </a:p>
          <a:p>
            <a:r>
              <a:rPr lang="zh-CN" altLang="en-US" sz="2800" b="1" dirty="0">
                <a:latin typeface="Century Schoolbook" panose="02040604050505020304" pitchFamily="18" charset="0"/>
              </a:rPr>
              <a:t>气体激光器，如</a:t>
            </a:r>
            <a:r>
              <a:rPr lang="en-US" altLang="zh-CN" sz="2800">
                <a:latin typeface="Century Schoolbook" panose="02040604050505020304" pitchFamily="18" charset="0"/>
              </a:rPr>
              <a:t>He-</a:t>
            </a:r>
            <a:r>
              <a:rPr lang="en-US" altLang="zh-CN" sz="2800" dirty="0" err="1">
                <a:latin typeface="Century Schoolbook" panose="02040604050505020304" pitchFamily="18" charset="0"/>
              </a:rPr>
              <a:t>Ne</a:t>
            </a:r>
            <a:r>
              <a:rPr lang="zh-CN" altLang="en-US" sz="2800" b="1" dirty="0">
                <a:latin typeface="Century Schoolbook" panose="02040604050505020304" pitchFamily="18" charset="0"/>
              </a:rPr>
              <a:t>激光器</a:t>
            </a:r>
            <a:r>
              <a:rPr lang="en-US" altLang="zh-CN" sz="2800">
                <a:latin typeface="Century Schoolbook" panose="02040604050505020304" pitchFamily="18" charset="0"/>
              </a:rPr>
              <a:t>，CO</a:t>
            </a:r>
            <a:r>
              <a:rPr lang="en-US" altLang="zh-CN" sz="2800" baseline="-25000">
                <a:latin typeface="Century Schoolbook" panose="02040604050505020304" pitchFamily="18" charset="0"/>
              </a:rPr>
              <a:t>2</a:t>
            </a:r>
            <a:r>
              <a:rPr lang="zh-CN" altLang="en-US" sz="2800" b="1" dirty="0">
                <a:latin typeface="Century Schoolbook" panose="02040604050505020304" pitchFamily="18" charset="0"/>
              </a:rPr>
              <a:t>激光器；</a:t>
            </a:r>
            <a:endParaRPr lang="en-US" altLang="zh-CN" sz="2800" b="1">
              <a:latin typeface="Century Schoolbook" panose="02040604050505020304" pitchFamily="18" charset="0"/>
            </a:endParaRPr>
          </a:p>
          <a:p>
            <a:r>
              <a:rPr lang="zh-CN" altLang="en-US" sz="2800" b="1" dirty="0">
                <a:latin typeface="Century Schoolbook" panose="02040604050505020304" pitchFamily="18" charset="0"/>
              </a:rPr>
              <a:t>半导体激光器，如砷化镓 </a:t>
            </a:r>
            <a:r>
              <a:rPr lang="zh-CN" altLang="en-US" sz="2800" dirty="0">
                <a:latin typeface="Century Schoolbook" panose="02040604050505020304" pitchFamily="18" charset="0"/>
              </a:rPr>
              <a:t> </a:t>
            </a:r>
            <a:r>
              <a:rPr lang="zh-CN" altLang="en-US" sz="2800" b="1" dirty="0">
                <a:latin typeface="Century Schoolbook" panose="02040604050505020304" pitchFamily="18" charset="0"/>
              </a:rPr>
              <a:t>（</a:t>
            </a:r>
            <a:r>
              <a:rPr lang="en-US" altLang="zh-CN" sz="2800" dirty="0" err="1">
                <a:latin typeface="Century Schoolbook" panose="02040604050505020304" pitchFamily="18" charset="0"/>
              </a:rPr>
              <a:t>GaAs</a:t>
            </a:r>
            <a:r>
              <a:rPr lang="en-US" altLang="zh-CN" sz="2800" b="1">
                <a:latin typeface="Century Schoolbook" panose="02040604050505020304" pitchFamily="18" charset="0"/>
              </a:rPr>
              <a:t>）</a:t>
            </a:r>
            <a:r>
              <a:rPr lang="zh-CN" altLang="en-US" sz="2800" b="1" dirty="0">
                <a:latin typeface="Century Schoolbook" panose="02040604050505020304" pitchFamily="18" charset="0"/>
              </a:rPr>
              <a:t>激光器；</a:t>
            </a:r>
          </a:p>
          <a:p>
            <a:r>
              <a:rPr lang="en-US" altLang="zh-CN" sz="2800" b="1">
                <a:latin typeface="Century Schoolbook" panose="02040604050505020304" pitchFamily="18" charset="0"/>
              </a:rPr>
              <a:t>……</a:t>
            </a:r>
          </a:p>
        </p:txBody>
      </p:sp>
      <p:sp>
        <p:nvSpPr>
          <p:cNvPr id="159750" name="文本框 159749"/>
          <p:cNvSpPr txBox="1"/>
          <p:nvPr/>
        </p:nvSpPr>
        <p:spPr>
          <a:xfrm>
            <a:off x="1981200" y="1416368"/>
            <a:ext cx="2316480" cy="521970"/>
          </a:xfrm>
          <a:prstGeom prst="rect">
            <a:avLst/>
          </a:prstGeom>
          <a:noFill/>
          <a:ln w="9525">
            <a:noFill/>
          </a:ln>
        </p:spPr>
        <p:txBody>
          <a:bodyPr wrap="none" anchor="t">
            <a:spAutoFit/>
          </a:bodyPr>
          <a:lstStyle/>
          <a:p>
            <a:r>
              <a:rPr lang="zh-CN" altLang="en-US" sz="2800" b="1" dirty="0">
                <a:latin typeface="Century Schoolbook" panose="02040604050505020304" pitchFamily="18" charset="0"/>
              </a:rPr>
              <a:t>按工作物质分</a:t>
            </a:r>
          </a:p>
        </p:txBody>
      </p:sp>
      <p:sp>
        <p:nvSpPr>
          <p:cNvPr id="19458" name="Rectangle 2"/>
          <p:cNvSpPr>
            <a:spLocks noGrp="1" noChangeArrowheads="1"/>
          </p:cNvSpPr>
          <p:nvPr/>
        </p:nvSpPr>
        <p:spPr>
          <a:xfrm>
            <a:off x="838200" y="365125"/>
            <a:ext cx="10515600" cy="1325563"/>
          </a:xfrm>
          <a:prstGeom prst="rect">
            <a:avLst/>
          </a:prstGeom>
        </p:spPr>
        <p:txBody>
          <a:bodyPr vert="horz" wrap="square" lIns="91440" tIns="45720" rIns="91440" bIns="45720" numCol="1" rtlCol="0" anchor="ctr" anchorCtr="0" compatLnSpc="1">
            <a:normAutofit/>
            <a:scene3d>
              <a:camera prst="orthographicFront"/>
              <a:lightRig rig="threePt" dir="t"/>
            </a:scene3d>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rPr>
              <a:t>典型激光器介绍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9750"/>
                                        </p:tgtEl>
                                        <p:attrNameLst>
                                          <p:attrName>style.visibility</p:attrName>
                                        </p:attrNameLst>
                                      </p:cBhvr>
                                      <p:to>
                                        <p:strVal val="visible"/>
                                      </p:to>
                                    </p:set>
                                    <p:animEffect transition="in" filter="wipe(up)">
                                      <p:cBhvr>
                                        <p:cTn id="7" dur="500"/>
                                        <p:tgtEl>
                                          <p:spTgt spid="1597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9749"/>
                                        </p:tgtEl>
                                        <p:attrNameLst>
                                          <p:attrName>style.visibility</p:attrName>
                                        </p:attrNameLst>
                                      </p:cBhvr>
                                      <p:to>
                                        <p:strVal val="visible"/>
                                      </p:to>
                                    </p:set>
                                    <p:animEffect transition="in" filter="wipe(up)">
                                      <p:cBhvr>
                                        <p:cTn id="12" dur="500"/>
                                        <p:tgtEl>
                                          <p:spTgt spid="1597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159746"/>
                                        </p:tgtEl>
                                        <p:attrNameLst>
                                          <p:attrName>style.visibility</p:attrName>
                                        </p:attrNameLst>
                                      </p:cBhvr>
                                      <p:to>
                                        <p:strVal val="visible"/>
                                      </p:to>
                                    </p:set>
                                    <p:animEffect transition="in" filter="wipe(left)">
                                      <p:cBhvr>
                                        <p:cTn id="17" dur="75"/>
                                        <p:tgtEl>
                                          <p:spTgt spid="15974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59747"/>
                                        </p:tgtEl>
                                        <p:attrNameLst>
                                          <p:attrName>style.visibility</p:attrName>
                                        </p:attrNameLst>
                                      </p:cBhvr>
                                      <p:to>
                                        <p:strVal val="visible"/>
                                      </p:to>
                                    </p:set>
                                    <p:animEffect transition="in" filter="wipe(up)">
                                      <p:cBhvr>
                                        <p:cTn id="22" dur="500"/>
                                        <p:tgtEl>
                                          <p:spTgt spid="159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6" grpId="0"/>
      <p:bldP spid="159747" grpId="0"/>
      <p:bldP spid="159749" grpId="0"/>
      <p:bldP spid="15975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rPr>
              <a:t> </a:t>
            </a: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rPr>
              <a:t>典型激光器介绍</a:t>
            </a:r>
          </a:p>
        </p:txBody>
      </p:sp>
      <p:sp>
        <p:nvSpPr>
          <p:cNvPr id="20483" name="Rectangle 3"/>
          <p:cNvSpPr>
            <a:spLocks noGrp="1" noChangeArrowheads="1"/>
          </p:cNvSpPr>
          <p:nvPr>
            <p:ph idx="1"/>
          </p:nvPr>
        </p:nvSpPr>
        <p:spPr>
          <a:xfrm>
            <a:off x="1992313" y="1628775"/>
            <a:ext cx="835183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40000"/>
              </a:lnSpc>
              <a:spcBef>
                <a:spcPct val="50000"/>
              </a:spcBef>
              <a:spcAft>
                <a:spcPct val="0"/>
              </a:spcAft>
              <a:buClrTx/>
              <a:buSzTx/>
              <a:buFontTx/>
              <a:buNone/>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固体激光器的基本结构与工作物质</a:t>
            </a:r>
          </a:p>
          <a:p>
            <a:pPr marL="342900" marR="0" lvl="0" indent="-342900" algn="l" defTabSz="914400" rtl="0" eaLnBrk="1" fontAlgn="base" latinLnBrk="0" hangingPunct="1">
              <a:lnSpc>
                <a:spcPct val="130000"/>
              </a:lnSpc>
              <a:spcBef>
                <a:spcPct val="0"/>
              </a:spcBef>
              <a:spcAft>
                <a:spcPct val="0"/>
              </a:spcAft>
              <a:buClrTx/>
              <a:buSzTx/>
              <a:buFontTx/>
              <a:buNone/>
              <a:defRPr/>
            </a:pP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固体激光器基本上都是由工作物质、泵浦</a:t>
            </a:r>
          </a:p>
          <a:p>
            <a:pPr marL="342900" marR="0" lvl="0" indent="-342900" algn="l" defTabSz="914400" rtl="0" eaLnBrk="1" fontAlgn="base" latinLnBrk="0" hangingPunct="1">
              <a:lnSpc>
                <a:spcPct val="130000"/>
              </a:lnSpc>
              <a:spcBef>
                <a:spcPct val="0"/>
              </a:spcBef>
              <a:spcAft>
                <a:spcPct val="0"/>
              </a:spcAft>
              <a:buClrTx/>
              <a:buSzTx/>
              <a:buFontTx/>
              <a:buNone/>
              <a:defRPr/>
            </a:pP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系统、谐振腔和冷却、滤光系统构成的。右</a:t>
            </a:r>
          </a:p>
          <a:p>
            <a:pPr marL="342900" marR="0" lvl="0" indent="-342900" algn="l" defTabSz="914400" rtl="0" eaLnBrk="1" fontAlgn="base" latinLnBrk="0" hangingPunct="1">
              <a:lnSpc>
                <a:spcPct val="130000"/>
              </a:lnSpc>
              <a:spcBef>
                <a:spcPct val="0"/>
              </a:spcBef>
              <a:spcAft>
                <a:spcPct val="0"/>
              </a:spcAft>
              <a:buClrTx/>
              <a:buSzTx/>
              <a:buFontTx/>
              <a:buNone/>
              <a:defRPr/>
            </a:pPr>
            <a:r>
              <a:rPr kumimoji="0" lang="zh-CN" altLang="en-US" sz="2000" b="0" i="0" u="none" strike="noStrike" kern="0" cap="none" spc="0" normalizeH="0" baseline="0" noProof="0">
                <a:ln>
                  <a:noFill/>
                </a:ln>
                <a:solidFill>
                  <a:srgbClr val="000000"/>
                </a:solidFill>
                <a:effectLst>
                  <a:outerShdw blurRad="38100" dist="38100" dir="2700000" algn="tl">
                    <a:srgbClr val="C0C0C0"/>
                  </a:outerShdw>
                </a:effectLst>
                <a:uLnTx/>
                <a:uFillTx/>
                <a:latin typeface="+mn-lt"/>
                <a:ea typeface="+mn-ea"/>
                <a:cs typeface="黑体" panose="02010609060101010101" pitchFamily="49" charset="-122"/>
              </a:rPr>
              <a:t>图是</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长脉冲固体激光器的基本结构示意图</a:t>
            </a:r>
          </a:p>
          <a:p>
            <a:pPr marL="342900" marR="0" lvl="0" indent="-342900" algn="l" defTabSz="914400" rtl="0" eaLnBrk="1" fontAlgn="base" latinLnBrk="0" hangingPunct="1">
              <a:lnSpc>
                <a:spcPct val="130000"/>
              </a:lnSpc>
              <a:spcBef>
                <a:spcPct val="0"/>
              </a:spcBef>
              <a:spcAft>
                <a:spcPct val="0"/>
              </a:spcAft>
              <a:buClrTx/>
              <a:buSzTx/>
              <a:buFontTx/>
              <a:buNone/>
              <a:defRPr/>
            </a:pP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冷却、滤光系统未画出</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 </a:t>
            </a:r>
          </a:p>
          <a:p>
            <a:pPr marL="342900" marR="0" lvl="0" indent="-342900" algn="l" defTabSz="914400" rtl="0" eaLnBrk="1" fontAlgn="base" latinLnBrk="0" hangingPunct="1">
              <a:lnSpc>
                <a:spcPct val="140000"/>
              </a:lnSpc>
              <a:spcBef>
                <a:spcPct val="0"/>
              </a:spcBef>
              <a:spcAft>
                <a:spcPct val="0"/>
              </a:spcAft>
              <a:buClrTx/>
              <a:buSzTx/>
              <a:buFontTx/>
              <a:buNone/>
              <a:defRPr/>
            </a:pP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2.</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红宝石激光器</a:t>
            </a:r>
          </a:p>
          <a:p>
            <a:pPr marL="342900" marR="0" lvl="0" indent="-342900" algn="l" defTabSz="914400" rtl="0" eaLnBrk="1" fontAlgn="base" latinLnBrk="0" hangingPunct="1">
              <a:lnSpc>
                <a:spcPct val="120000"/>
              </a:lnSpc>
              <a:spcBef>
                <a:spcPct val="0"/>
              </a:spcBef>
              <a:spcAft>
                <a:spcPct val="0"/>
              </a:spcAft>
              <a:buClr>
                <a:srgbClr val="003399"/>
              </a:buClr>
              <a:buSzTx/>
              <a:buFontTx/>
              <a:buNone/>
              <a:defRPr/>
            </a:pP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	</a:t>
            </a:r>
            <a:r>
              <a:rPr kumimoji="0" lang="zh-CN" altLang="en-US"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红宝石是在三氧化二铝</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(Al</a:t>
            </a:r>
            <a:r>
              <a:rPr kumimoji="0" lang="en-US" altLang="zh-CN" sz="2000" b="0" i="0" u="none" strike="noStrike" kern="0" cap="none" spc="0" normalizeH="0" baseline="-2500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2</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O</a:t>
            </a:r>
            <a:r>
              <a:rPr kumimoji="0" lang="en-US" altLang="zh-CN" sz="2000" b="0" i="0" u="none" strike="noStrike" kern="0" cap="none" spc="0" normalizeH="0" baseline="-2500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3</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中掺入少量的氧化铬</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(Cr</a:t>
            </a:r>
            <a:r>
              <a:rPr kumimoji="0" lang="en-US" altLang="zh-CN" sz="2000" b="0" i="0" u="none" strike="noStrike" kern="0" cap="none" spc="0" normalizeH="0" baseline="-2500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2</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O</a:t>
            </a:r>
            <a:r>
              <a:rPr kumimoji="0" lang="en-US" altLang="zh-CN" sz="2000" b="0" i="0" u="none" strike="noStrike" kern="0" cap="none" spc="0" normalizeH="0" baseline="-2500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3</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生长成的晶体。</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它的吸收光谱特性主要取决于铬离子</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(Cr</a:t>
            </a:r>
            <a:r>
              <a:rPr kumimoji="0" lang="en-US" altLang="zh-CN" sz="2000" b="0"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3</a:t>
            </a:r>
            <a:r>
              <a:rPr kumimoji="0" lang="zh-CN" altLang="en-US" sz="2000" b="0"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 </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，它属于三能级系统。</a:t>
            </a:r>
          </a:p>
          <a:p>
            <a:pPr marL="342900" marR="0" lvl="0" indent="-342900" algn="l" defTabSz="914400" rtl="0" eaLnBrk="1" fontAlgn="base" latinLnBrk="0" hangingPunct="1">
              <a:lnSpc>
                <a:spcPct val="80000"/>
              </a:lnSpc>
              <a:spcBef>
                <a:spcPct val="0"/>
              </a:spcBef>
              <a:spcAft>
                <a:spcPct val="0"/>
              </a:spcAft>
              <a:buClrTx/>
              <a:buSzTx/>
              <a:buFontTx/>
              <a:buNone/>
              <a:defRPr/>
            </a:pP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3.</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掺钕钇铝石榴石</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(Nd</a:t>
            </a:r>
            <a:r>
              <a:rPr kumimoji="0" lang="en-US" altLang="zh-CN" sz="2000" b="0"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3</a:t>
            </a:r>
            <a:r>
              <a:rPr kumimoji="0" lang="zh-CN" altLang="en-US" sz="2000" b="0"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YAG)</a:t>
            </a:r>
          </a:p>
          <a:p>
            <a:pPr marL="342900" marR="0" lvl="0" indent="-342900" algn="l" defTabSz="914400" rtl="0" eaLnBrk="1" fontAlgn="base" latinLnBrk="0" hangingPunct="1">
              <a:lnSpc>
                <a:spcPct val="110000"/>
              </a:lnSpc>
              <a:spcBef>
                <a:spcPct val="0"/>
              </a:spcBef>
              <a:spcAft>
                <a:spcPct val="0"/>
              </a:spcAft>
              <a:buClrTx/>
              <a:buSzTx/>
              <a:buFontTx/>
              <a:buNone/>
              <a:defRPr/>
            </a:pP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	</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工作物质</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将一定比例的</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Al</a:t>
            </a:r>
            <a:r>
              <a:rPr kumimoji="0" lang="en-US" altLang="zh-CN" sz="2000" b="0" i="0" u="none" strike="noStrike" kern="0" cap="none" spc="0" normalizeH="0" baseline="-2500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2</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O</a:t>
            </a:r>
            <a:r>
              <a:rPr kumimoji="0" lang="en-US" altLang="zh-CN" sz="2000" b="0" i="0" u="none" strike="noStrike" kern="0" cap="none" spc="0" normalizeH="0" baseline="-2500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3</a:t>
            </a:r>
            <a:r>
              <a:rPr kumimoji="0" lang="zh-CN" altLang="en-US"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Y</a:t>
            </a:r>
            <a:r>
              <a:rPr kumimoji="0" lang="en-US" altLang="zh-CN" sz="2000" b="0" i="0" u="none" strike="noStrike" kern="0" cap="none" spc="0" normalizeH="0" baseline="-2500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2</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O</a:t>
            </a:r>
            <a:r>
              <a:rPr kumimoji="0" lang="en-US" altLang="zh-CN" sz="2000" b="0" i="0" u="none" strike="noStrike" kern="0" cap="none" spc="0" normalizeH="0" baseline="-2500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3</a:t>
            </a:r>
            <a:r>
              <a:rPr kumimoji="0" lang="zh-CN" altLang="en-US"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，和</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Nd</a:t>
            </a:r>
            <a:r>
              <a:rPr kumimoji="0" lang="en-US" altLang="zh-CN" sz="2000" b="0" i="0" u="none" strike="noStrike" kern="0" cap="none" spc="0" normalizeH="0" baseline="-2500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2</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O</a:t>
            </a:r>
            <a:r>
              <a:rPr kumimoji="0" lang="en-US" altLang="zh-CN" sz="2000" b="0" i="0" u="none" strike="noStrike" kern="0" cap="none" spc="0" normalizeH="0" baseline="-2500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3</a:t>
            </a:r>
            <a:r>
              <a:rPr kumimoji="0" lang="zh-CN" altLang="en-US"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在单晶炉中进行熔化结晶而成的，呈淡紫色，它的激活粒子是钕离子</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(Nd</a:t>
            </a:r>
            <a:r>
              <a:rPr kumimoji="0" lang="en-US" altLang="zh-CN" sz="2000" b="0" i="0" u="none" strike="noStrike" kern="0" cap="none" spc="0" normalizeH="0" baseline="3000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3</a:t>
            </a:r>
            <a:r>
              <a:rPr kumimoji="0" lang="zh-CN" altLang="en-US" sz="2000" b="0" i="0" u="none" strike="noStrike" kern="0" cap="none" spc="0" normalizeH="0" baseline="3000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000" b="0" i="0" u="none" strike="noStrike" kern="0" cap="none" spc="0" normalizeH="0" baseline="0" noProof="0">
                <a:ln>
                  <a:noFill/>
                </a:ln>
                <a:solidFill>
                  <a:srgbClr val="000000"/>
                </a:solidFill>
                <a:effectLst>
                  <a:outerShdw blurRad="38100" dist="38100" dir="2700000" algn="tl">
                    <a:srgbClr val="C0C0C0"/>
                  </a:outerShdw>
                </a:effectLst>
                <a:uLnTx/>
                <a:uFillTx/>
                <a:latin typeface="+mn-lt"/>
                <a:ea typeface="+mn-ea"/>
                <a:cs typeface="黑体" panose="02010609060101010101" pitchFamily="49" charset="-122"/>
              </a:rPr>
              <a:t>它</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属于四能级系统。 </a:t>
            </a:r>
          </a:p>
        </p:txBody>
      </p:sp>
      <p:pic>
        <p:nvPicPr>
          <p:cNvPr id="4100" name="Picture 4"/>
          <p:cNvPicPr>
            <a:picLocks noChangeAspect="1"/>
          </p:cNvPicPr>
          <p:nvPr/>
        </p:nvPicPr>
        <p:blipFill>
          <a:blip r:embed="rId2"/>
          <a:stretch>
            <a:fillRect/>
          </a:stretch>
        </p:blipFill>
        <p:spPr>
          <a:xfrm>
            <a:off x="7104063" y="2060575"/>
            <a:ext cx="3384550" cy="2052638"/>
          </a:xfrm>
          <a:prstGeom prst="rect">
            <a:avLst/>
          </a:prstGeom>
          <a:noFill/>
          <a:ln w="9525">
            <a:noFill/>
          </a:ln>
        </p:spPr>
      </p:pic>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rPr>
              <a:t>典型激光器介绍</a:t>
            </a:r>
          </a:p>
        </p:txBody>
      </p:sp>
      <p:grpSp>
        <p:nvGrpSpPr>
          <p:cNvPr id="5124" name="Group 4"/>
          <p:cNvGrpSpPr/>
          <p:nvPr/>
        </p:nvGrpSpPr>
        <p:grpSpPr>
          <a:xfrm>
            <a:off x="1245870" y="1566545"/>
            <a:ext cx="3891915" cy="4266018"/>
            <a:chOff x="721" y="720"/>
            <a:chExt cx="1985" cy="2109"/>
          </a:xfrm>
        </p:grpSpPr>
        <p:pic>
          <p:nvPicPr>
            <p:cNvPr id="5128" name="Picture 5"/>
            <p:cNvPicPr>
              <a:picLocks noChangeAspect="1"/>
            </p:cNvPicPr>
            <p:nvPr/>
          </p:nvPicPr>
          <p:blipFill>
            <a:blip r:embed="rId2"/>
            <a:stretch>
              <a:fillRect/>
            </a:stretch>
          </p:blipFill>
          <p:spPr>
            <a:xfrm>
              <a:off x="816" y="720"/>
              <a:ext cx="1890" cy="1938"/>
            </a:xfrm>
            <a:prstGeom prst="rect">
              <a:avLst/>
            </a:prstGeom>
            <a:noFill/>
            <a:ln w="9525">
              <a:noFill/>
            </a:ln>
          </p:spPr>
        </p:pic>
        <p:sp>
          <p:nvSpPr>
            <p:cNvPr id="5129" name="Rectangle 6"/>
            <p:cNvSpPr/>
            <p:nvPr/>
          </p:nvSpPr>
          <p:spPr>
            <a:xfrm>
              <a:off x="721" y="2632"/>
              <a:ext cx="1743" cy="197"/>
            </a:xfrm>
            <a:prstGeom prst="rect">
              <a:avLst/>
            </a:prstGeom>
            <a:noFill/>
            <a:ln w="9525">
              <a:noFill/>
            </a:ln>
          </p:spPr>
          <p:txBody>
            <a:bodyPr wrap="square">
              <a:spAutoFit/>
            </a:bodyPr>
            <a:lstStyle>
              <a:lvl1pPr marL="342900" indent="-342900" algn="l" rtl="0" fontAlgn="base">
                <a:spcBef>
                  <a:spcPct val="20000"/>
                </a:spcBef>
                <a:spcAft>
                  <a:spcPct val="0"/>
                </a:spcAft>
                <a:buChar char="•"/>
                <a:defRPr sz="3200" b="1">
                  <a:solidFill>
                    <a:schemeClr val="tx1"/>
                  </a:solidFill>
                  <a:effectLst/>
                  <a:latin typeface="+mn-lt"/>
                  <a:ea typeface="+mn-ea"/>
                  <a:cs typeface="黑体" panose="02010609060101010101" pitchFamily="49" charset="-122"/>
                </a:defRPr>
              </a:lvl1pPr>
              <a:lvl2pPr marL="742950" indent="-285750" algn="l" rtl="0" fontAlgn="base">
                <a:spcBef>
                  <a:spcPct val="20000"/>
                </a:spcBef>
                <a:spcAft>
                  <a:spcPct val="0"/>
                </a:spcAft>
                <a:buChar char="–"/>
                <a:defRPr sz="2800" b="1">
                  <a:solidFill>
                    <a:schemeClr val="tx1"/>
                  </a:solidFill>
                  <a:effectLst/>
                  <a:latin typeface="+mn-lt"/>
                  <a:ea typeface="+mn-ea"/>
                  <a:cs typeface="黑体" panose="02010609060101010101" pitchFamily="49" charset="-122"/>
                </a:defRPr>
              </a:lvl2pPr>
              <a:lvl3pPr marL="1143000" indent="-228600" algn="l" rtl="0" fontAlgn="base">
                <a:spcBef>
                  <a:spcPct val="20000"/>
                </a:spcBef>
                <a:spcAft>
                  <a:spcPct val="0"/>
                </a:spcAft>
                <a:buChar char="•"/>
                <a:defRPr sz="2400">
                  <a:solidFill>
                    <a:schemeClr val="tx1"/>
                  </a:solidFill>
                  <a:effectLst/>
                  <a:latin typeface="+mn-lt"/>
                  <a:ea typeface="+mn-ea"/>
                  <a:cs typeface="黑体" panose="02010609060101010101" pitchFamily="49" charset="-122"/>
                </a:defRPr>
              </a:lvl3pPr>
              <a:lvl4pPr marL="1600200" indent="-228600" algn="l" rtl="0" fontAlgn="base">
                <a:spcBef>
                  <a:spcPct val="20000"/>
                </a:spcBef>
                <a:spcAft>
                  <a:spcPct val="0"/>
                </a:spcAft>
                <a:buChar char="–"/>
                <a:defRPr sz="2000">
                  <a:solidFill>
                    <a:schemeClr val="tx1"/>
                  </a:solidFill>
                  <a:latin typeface="+mn-lt"/>
                  <a:ea typeface="+mn-ea"/>
                  <a:cs typeface="黑体" panose="02010609060101010101" pitchFamily="49" charset="-122"/>
                </a:defRPr>
              </a:lvl4pPr>
              <a:lvl5pPr marL="2057400" indent="-228600" algn="l" rtl="0" fontAlgn="base">
                <a:spcBef>
                  <a:spcPct val="20000"/>
                </a:spcBef>
                <a:spcAft>
                  <a:spcPct val="0"/>
                </a:spcAft>
                <a:buChar char="»"/>
                <a:defRPr sz="2000">
                  <a:solidFill>
                    <a:schemeClr val="tx1"/>
                  </a:solidFill>
                  <a:latin typeface="+mn-lt"/>
                  <a:ea typeface="+mn-ea"/>
                  <a:cs typeface="黑体" panose="02010609060101010101" pitchFamily="49" charset="-122"/>
                </a:defRPr>
              </a:lvl5pPr>
            </a:lstStyle>
            <a:p>
              <a:pPr marL="0" lvl="0" indent="0" algn="ctr" eaLnBrk="1" hangingPunct="1">
                <a:spcBef>
                  <a:spcPct val="0"/>
                </a:spcBef>
                <a:buNone/>
              </a:pPr>
              <a:r>
                <a:rPr lang="zh-CN" altLang="en-US" sz="2000" b="0" dirty="0">
                  <a:solidFill>
                    <a:srgbClr val="003399"/>
                  </a:solidFill>
                  <a:ea typeface="宋体" panose="02010600030101010101" pitchFamily="2" charset="-122"/>
                </a:rPr>
                <a:t>红宝石中铬离子的能级结构</a:t>
              </a:r>
            </a:p>
          </p:txBody>
        </p:sp>
      </p:grpSp>
      <p:grpSp>
        <p:nvGrpSpPr>
          <p:cNvPr id="5125" name="Group 7"/>
          <p:cNvGrpSpPr/>
          <p:nvPr/>
        </p:nvGrpSpPr>
        <p:grpSpPr>
          <a:xfrm>
            <a:off x="6386830" y="975995"/>
            <a:ext cx="3838575" cy="4661341"/>
            <a:chOff x="1584" y="1440"/>
            <a:chExt cx="2045" cy="2102"/>
          </a:xfrm>
        </p:grpSpPr>
        <p:pic>
          <p:nvPicPr>
            <p:cNvPr id="5126" name="Picture 8"/>
            <p:cNvPicPr>
              <a:picLocks noChangeAspect="1"/>
            </p:cNvPicPr>
            <p:nvPr/>
          </p:nvPicPr>
          <p:blipFill>
            <a:blip r:embed="rId3"/>
            <a:stretch>
              <a:fillRect/>
            </a:stretch>
          </p:blipFill>
          <p:spPr>
            <a:xfrm>
              <a:off x="1584" y="1440"/>
              <a:ext cx="1842" cy="1950"/>
            </a:xfrm>
            <a:prstGeom prst="rect">
              <a:avLst/>
            </a:prstGeom>
            <a:noFill/>
            <a:ln w="9525">
              <a:noFill/>
            </a:ln>
          </p:spPr>
        </p:pic>
        <p:sp>
          <p:nvSpPr>
            <p:cNvPr id="5127" name="Rectangle 9"/>
            <p:cNvSpPr/>
            <p:nvPr/>
          </p:nvSpPr>
          <p:spPr>
            <a:xfrm>
              <a:off x="1728" y="3376"/>
              <a:ext cx="1901" cy="166"/>
            </a:xfrm>
            <a:prstGeom prst="rect">
              <a:avLst/>
            </a:prstGeom>
            <a:noFill/>
            <a:ln w="9525">
              <a:noFill/>
            </a:ln>
          </p:spPr>
          <p:txBody>
            <a:bodyPr wrap="square">
              <a:spAutoFit/>
            </a:bodyPr>
            <a:lstStyle>
              <a:lvl1pPr marL="342900" indent="-342900" algn="l" rtl="0" fontAlgn="base">
                <a:spcBef>
                  <a:spcPct val="20000"/>
                </a:spcBef>
                <a:spcAft>
                  <a:spcPct val="0"/>
                </a:spcAft>
                <a:buChar char="•"/>
                <a:defRPr sz="3200" b="1">
                  <a:solidFill>
                    <a:schemeClr val="tx1"/>
                  </a:solidFill>
                  <a:effectLst/>
                  <a:latin typeface="+mn-lt"/>
                  <a:ea typeface="+mn-ea"/>
                  <a:cs typeface="黑体" panose="02010609060101010101" pitchFamily="49" charset="-122"/>
                </a:defRPr>
              </a:lvl1pPr>
              <a:lvl2pPr marL="742950" indent="-285750" algn="l" rtl="0" fontAlgn="base">
                <a:spcBef>
                  <a:spcPct val="20000"/>
                </a:spcBef>
                <a:spcAft>
                  <a:spcPct val="0"/>
                </a:spcAft>
                <a:buChar char="–"/>
                <a:defRPr sz="2800" b="1">
                  <a:solidFill>
                    <a:schemeClr val="tx1"/>
                  </a:solidFill>
                  <a:effectLst/>
                  <a:latin typeface="+mn-lt"/>
                  <a:ea typeface="+mn-ea"/>
                  <a:cs typeface="黑体" panose="02010609060101010101" pitchFamily="49" charset="-122"/>
                </a:defRPr>
              </a:lvl2pPr>
              <a:lvl3pPr marL="1143000" indent="-228600" algn="l" rtl="0" fontAlgn="base">
                <a:spcBef>
                  <a:spcPct val="20000"/>
                </a:spcBef>
                <a:spcAft>
                  <a:spcPct val="0"/>
                </a:spcAft>
                <a:buChar char="•"/>
                <a:defRPr sz="2400">
                  <a:solidFill>
                    <a:schemeClr val="tx1"/>
                  </a:solidFill>
                  <a:effectLst/>
                  <a:latin typeface="+mn-lt"/>
                  <a:ea typeface="+mn-ea"/>
                  <a:cs typeface="黑体" panose="02010609060101010101" pitchFamily="49" charset="-122"/>
                </a:defRPr>
              </a:lvl3pPr>
              <a:lvl4pPr marL="1600200" indent="-228600" algn="l" rtl="0" fontAlgn="base">
                <a:spcBef>
                  <a:spcPct val="20000"/>
                </a:spcBef>
                <a:spcAft>
                  <a:spcPct val="0"/>
                </a:spcAft>
                <a:buChar char="–"/>
                <a:defRPr sz="2000">
                  <a:solidFill>
                    <a:schemeClr val="tx1"/>
                  </a:solidFill>
                  <a:latin typeface="+mn-lt"/>
                  <a:ea typeface="+mn-ea"/>
                  <a:cs typeface="黑体" panose="02010609060101010101" pitchFamily="49" charset="-122"/>
                </a:defRPr>
              </a:lvl4pPr>
              <a:lvl5pPr marL="2057400" indent="-228600" algn="l" rtl="0" fontAlgn="base">
                <a:spcBef>
                  <a:spcPct val="20000"/>
                </a:spcBef>
                <a:spcAft>
                  <a:spcPct val="0"/>
                </a:spcAft>
                <a:buChar char="»"/>
                <a:defRPr sz="2000">
                  <a:solidFill>
                    <a:schemeClr val="tx1"/>
                  </a:solidFill>
                  <a:latin typeface="+mn-lt"/>
                  <a:ea typeface="+mn-ea"/>
                  <a:cs typeface="黑体" panose="02010609060101010101" pitchFamily="49" charset="-122"/>
                </a:defRPr>
              </a:lvl5pPr>
            </a:lstStyle>
            <a:p>
              <a:pPr marL="0" lvl="0" indent="0" eaLnBrk="1" hangingPunct="1">
                <a:spcBef>
                  <a:spcPct val="0"/>
                </a:spcBef>
                <a:buNone/>
              </a:pPr>
              <a:r>
                <a:rPr lang="en-US" altLang="zh-CN" sz="1800" b="0" dirty="0">
                  <a:solidFill>
                    <a:srgbClr val="003399"/>
                  </a:solidFill>
                  <a:ea typeface="宋体" panose="02010600030101010101" pitchFamily="2" charset="-122"/>
                </a:rPr>
                <a:t>          Nd</a:t>
              </a:r>
              <a:r>
                <a:rPr lang="en-US" altLang="zh-CN" sz="1800" b="0" baseline="30000" dirty="0">
                  <a:solidFill>
                    <a:srgbClr val="003399"/>
                  </a:solidFill>
                  <a:ea typeface="宋体" panose="02010600030101010101" pitchFamily="2" charset="-122"/>
                </a:rPr>
                <a:t>3</a:t>
              </a:r>
              <a:r>
                <a:rPr lang="zh-CN" altLang="en-US" sz="1800" b="0" baseline="30000" dirty="0">
                  <a:solidFill>
                    <a:srgbClr val="003399"/>
                  </a:solidFill>
                  <a:ea typeface="宋体" panose="02010600030101010101" pitchFamily="2" charset="-122"/>
                </a:rPr>
                <a:t>＋</a:t>
              </a:r>
              <a:r>
                <a:rPr lang="en-US" altLang="zh-CN" sz="1800" b="0" dirty="0">
                  <a:solidFill>
                    <a:srgbClr val="003399"/>
                  </a:solidFill>
                  <a:ea typeface="宋体" panose="02010600030101010101" pitchFamily="2" charset="-122"/>
                </a:rPr>
                <a:t>:YAG </a:t>
              </a:r>
              <a:r>
                <a:rPr lang="zh-CN" altLang="en-US" sz="1800" b="0" dirty="0">
                  <a:solidFill>
                    <a:srgbClr val="003399"/>
                  </a:solidFill>
                  <a:ea typeface="宋体" panose="02010600030101010101" pitchFamily="2" charset="-122"/>
                </a:rPr>
                <a:t>的能级结构</a:t>
              </a:r>
            </a:p>
          </p:txBody>
        </p:sp>
      </p:grpSp>
      <p:sp>
        <p:nvSpPr>
          <p:cNvPr id="143365" name="文本框 143364"/>
          <p:cNvSpPr txBox="1"/>
          <p:nvPr/>
        </p:nvSpPr>
        <p:spPr>
          <a:xfrm>
            <a:off x="5982970" y="5911215"/>
            <a:ext cx="6978650" cy="629920"/>
          </a:xfrm>
          <a:prstGeom prst="rect">
            <a:avLst/>
          </a:prstGeom>
          <a:noFill/>
          <a:ln w="9525">
            <a:noFill/>
          </a:ln>
        </p:spPr>
        <p:txBody>
          <a:bodyPr>
            <a:spAutoFit/>
          </a:bodyPr>
          <a:lstStyle/>
          <a:p>
            <a:pPr algn="l">
              <a:lnSpc>
                <a:spcPct val="125000"/>
              </a:lnSpc>
            </a:pPr>
            <a:r>
              <a:rPr lang="en-US" altLang="zh-CN" sz="2800" b="1" dirty="0">
                <a:solidFill>
                  <a:schemeClr val="tx1"/>
                </a:solidFill>
                <a:effectLst>
                  <a:outerShdw blurRad="38100" dist="38100" dir="2700000">
                    <a:srgbClr val="C0C0C0"/>
                  </a:outerShdw>
                </a:effectLst>
                <a:latin typeface="Times New Roman" panose="02020603050405020304" pitchFamily="18" charset="0"/>
              </a:rPr>
              <a:t> </a:t>
            </a:r>
            <a:r>
              <a:rPr lang="en-US" altLang="zh-CN" sz="2800" b="1" err="1">
                <a:solidFill>
                  <a:schemeClr val="tx1"/>
                </a:solidFill>
                <a:effectLst>
                  <a:outerShdw blurRad="38100" dist="38100" dir="2700000">
                    <a:srgbClr val="C0C0C0"/>
                  </a:outerShdw>
                </a:effectLst>
                <a:latin typeface="Times New Roman" panose="02020603050405020304" pitchFamily="18" charset="0"/>
              </a:rPr>
              <a:t>Nd</a:t>
            </a:r>
            <a:r>
              <a:rPr lang="zh-CN" altLang="en-US" sz="2800" b="1" dirty="0">
                <a:solidFill>
                  <a:schemeClr val="tx1"/>
                </a:solidFill>
                <a:effectLst>
                  <a:outerShdw blurRad="38100" dist="38100" dir="2700000">
                    <a:srgbClr val="C0C0C0"/>
                  </a:outerShdw>
                </a:effectLst>
                <a:latin typeface="Times New Roman" panose="02020603050405020304" pitchFamily="18" charset="0"/>
              </a:rPr>
              <a:t>：</a:t>
            </a:r>
            <a:r>
              <a:rPr lang="en-US" altLang="zh-CN" sz="2800" b="1">
                <a:solidFill>
                  <a:schemeClr val="tx1"/>
                </a:solidFill>
                <a:effectLst>
                  <a:outerShdw blurRad="38100" dist="38100" dir="2700000">
                    <a:srgbClr val="C0C0C0"/>
                  </a:outerShdw>
                </a:effectLst>
                <a:latin typeface="Times New Roman" panose="02020603050405020304" pitchFamily="18" charset="0"/>
              </a:rPr>
              <a:t>YAG</a:t>
            </a:r>
            <a:r>
              <a:rPr lang="zh-CN" altLang="en-US" sz="2800" b="1" dirty="0">
                <a:solidFill>
                  <a:schemeClr val="tx1"/>
                </a:solidFill>
                <a:effectLst>
                  <a:outerShdw blurRad="38100" dist="38100" dir="2700000">
                    <a:srgbClr val="C0C0C0"/>
                  </a:outerShdw>
                </a:effectLst>
                <a:latin typeface="宋体" panose="02010600030101010101" pitchFamily="2" charset="-122"/>
              </a:rPr>
              <a:t>激光器是四能级系统</a:t>
            </a:r>
          </a:p>
        </p:txBody>
      </p:sp>
      <p:sp>
        <p:nvSpPr>
          <p:cNvPr id="2" name="文本框 1"/>
          <p:cNvSpPr txBox="1"/>
          <p:nvPr/>
        </p:nvSpPr>
        <p:spPr>
          <a:xfrm>
            <a:off x="838200" y="5911215"/>
            <a:ext cx="6978650" cy="629920"/>
          </a:xfrm>
          <a:prstGeom prst="rect">
            <a:avLst/>
          </a:prstGeom>
          <a:noFill/>
          <a:ln w="9525">
            <a:noFill/>
          </a:ln>
        </p:spPr>
        <p:txBody>
          <a:bodyPr>
            <a:spAutoFit/>
          </a:bodyPr>
          <a:lstStyle/>
          <a:p>
            <a:pPr algn="l">
              <a:lnSpc>
                <a:spcPct val="125000"/>
              </a:lnSpc>
            </a:pPr>
            <a:r>
              <a:rPr lang="en-US" altLang="zh-CN" sz="2800" b="1" dirty="0">
                <a:solidFill>
                  <a:schemeClr val="tx1"/>
                </a:solidFill>
                <a:effectLst>
                  <a:outerShdw blurRad="38100" dist="38100" dir="2700000">
                    <a:srgbClr val="C0C0C0"/>
                  </a:outerShdw>
                </a:effectLst>
                <a:latin typeface="Times New Roman" panose="02020603050405020304" pitchFamily="18" charset="0"/>
              </a:rPr>
              <a:t> </a:t>
            </a:r>
            <a:r>
              <a:rPr lang="zh-CN" altLang="en-US" sz="2800" b="1" dirty="0">
                <a:solidFill>
                  <a:schemeClr val="tx1"/>
                </a:solidFill>
                <a:effectLst>
                  <a:outerShdw blurRad="38100" dist="38100" dir="2700000">
                    <a:srgbClr val="C0C0C0"/>
                  </a:outerShdw>
                </a:effectLst>
                <a:latin typeface="Times New Roman" panose="02020603050405020304" pitchFamily="18" charset="0"/>
              </a:rPr>
              <a:t>红宝石激光器是三</a:t>
            </a:r>
            <a:r>
              <a:rPr lang="zh-CN" altLang="en-US" sz="2800" b="1" dirty="0">
                <a:solidFill>
                  <a:schemeClr val="tx1"/>
                </a:solidFill>
                <a:effectLst>
                  <a:outerShdw blurRad="38100" dist="38100" dir="2700000">
                    <a:srgbClr val="C0C0C0"/>
                  </a:outerShdw>
                </a:effectLst>
                <a:latin typeface="宋体" panose="02010600030101010101" pitchFamily="2" charset="-122"/>
              </a:rPr>
              <a:t>能级系统</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rPr>
              <a:t>典型激光器介绍</a:t>
            </a:r>
          </a:p>
        </p:txBody>
      </p:sp>
      <p:sp>
        <p:nvSpPr>
          <p:cNvPr id="22530" name="Rectangle 2"/>
          <p:cNvSpPr>
            <a:spLocks noGrp="1" noChangeArrowheads="1"/>
          </p:cNvSpPr>
          <p:nvPr>
            <p:ph idx="1"/>
          </p:nvPr>
        </p:nvSpPr>
        <p:spPr>
          <a:xfrm>
            <a:off x="838200" y="1459172"/>
            <a:ext cx="10515600" cy="4351338"/>
          </a:xfrm>
        </p:spPr>
        <p:txBody>
          <a:bodyPr vert="horz" wrap="square" lIns="91440" tIns="45720" rIns="91440" bIns="45720" numCol="1" anchor="t" anchorCtr="0" compatLnSpc="1">
            <a:noAutofit/>
          </a:bodyPr>
          <a:lstStyle/>
          <a:p>
            <a:pPr marL="342900" marR="0" lvl="0" indent="-342900" algn="l" defTabSz="914400" rtl="0" eaLnBrk="1" fontAlgn="base" latinLnBrk="0" hangingPunct="1">
              <a:lnSpc>
                <a:spcPct val="110000"/>
              </a:lnSpc>
              <a:spcBef>
                <a:spcPct val="50000"/>
              </a:spcBef>
              <a:spcAft>
                <a:spcPct val="0"/>
              </a:spcAft>
              <a:buClrTx/>
              <a:buSzTx/>
              <a:buFontTx/>
              <a:buNone/>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固体激光器的泵浦系统</a:t>
            </a:r>
          </a:p>
          <a:p>
            <a:pPr marL="742950" marR="0" lvl="1" indent="-285750" algn="l" defTabSz="914400" rtl="0" eaLnBrk="1" fontAlgn="base" latinLnBrk="0" hangingPunct="1">
              <a:lnSpc>
                <a:spcPct val="110000"/>
              </a:lnSpc>
              <a:spcBef>
                <a:spcPct val="0"/>
              </a:spcBef>
              <a:spcAft>
                <a:spcPct val="0"/>
              </a:spcAft>
              <a:buClrTx/>
              <a:buSzTx/>
              <a:buFontTx/>
              <a:buChar char="–"/>
              <a:defRPr/>
            </a:pPr>
            <a:r>
              <a:rPr kumimoji="0" lang="zh-CN" altLang="en-US" sz="20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固体激光工作物质是绝缘晶体，一般都采用光泵浦激励。</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目前的泵浦光源多为工作于弧光放电状态的惰性气体放电灯。泵浦光源应当满足两个基本条件。</a:t>
            </a:r>
          </a:p>
          <a:p>
            <a:pPr marL="742950" marR="0" lvl="1" indent="-285750" algn="l" defTabSz="914400" rtl="0" eaLnBrk="1" fontAlgn="base" latinLnBrk="0" hangingPunct="1">
              <a:lnSpc>
                <a:spcPct val="110000"/>
              </a:lnSpc>
              <a:spcBef>
                <a:spcPct val="0"/>
              </a:spcBef>
              <a:spcAft>
                <a:spcPct val="0"/>
              </a:spcAft>
              <a:buClrTx/>
              <a:buSzTx/>
              <a:buFontTx/>
              <a:buChar char="–"/>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常用的泵浦灯在空间的辐射都是全方位的，因而固体工作物质一般都加工成圆柱棒形状，所以为了将泵浦灯发出的光能完全聚到工作物质上，必须采用聚光腔。 </a:t>
            </a:r>
          </a:p>
          <a:p>
            <a:pPr marL="742950" marR="0" lvl="1" indent="-285750" algn="l" defTabSz="914400" rtl="0" eaLnBrk="1" fontAlgn="base" latinLnBrk="0" hangingPunct="1">
              <a:lnSpc>
                <a:spcPct val="110000"/>
              </a:lnSpc>
              <a:spcBef>
                <a:spcPct val="0"/>
              </a:spcBef>
              <a:spcAft>
                <a:spcPct val="0"/>
              </a:spcAft>
              <a:buClrTx/>
              <a:buSzTx/>
              <a:buFontTx/>
              <a:buChar char="–"/>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右图所示的椭圆柱聚光腔是小型固体激光器中最常采用的聚光腔，它的内表面被抛光成镜面，其横截面是一个椭圆。 </a:t>
            </a:r>
          </a:p>
          <a:p>
            <a:pPr marL="742950" marR="0" lvl="1" indent="-285750" algn="l" defTabSz="914400" rtl="0" eaLnBrk="1" fontAlgn="base" latinLnBrk="0" hangingPunct="1">
              <a:lnSpc>
                <a:spcPct val="110000"/>
              </a:lnSpc>
              <a:spcBef>
                <a:spcPct val="0"/>
              </a:spcBef>
              <a:spcAft>
                <a:spcPct val="0"/>
              </a:spcAft>
              <a:buClrTx/>
              <a:buSzTx/>
              <a:buFontTx/>
              <a:buChar char="–"/>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固体激光器的泵浦系统还要冷却和滤光。常</a:t>
            </a:r>
          </a:p>
          <a:p>
            <a:pPr marL="742950" marR="0" lvl="1" indent="-285750" algn="l" defTabSz="914400" rtl="0" eaLnBrk="1" fontAlgn="base" latinLnBrk="0" hangingPunct="1">
              <a:lnSpc>
                <a:spcPct val="110000"/>
              </a:lnSpc>
              <a:spcBef>
                <a:spcPct val="0"/>
              </a:spcBef>
              <a:spcAft>
                <a:spcPct val="0"/>
              </a:spcAft>
              <a:buClrTx/>
              <a:buSzTx/>
              <a:buFontTx/>
              <a:buNone/>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	用的冷却方式有液体冷却、气体冷却和传导</a:t>
            </a:r>
          </a:p>
          <a:p>
            <a:pPr marL="742950" marR="0" lvl="1" indent="-285750" algn="l" defTabSz="914400" rtl="0" eaLnBrk="1" fontAlgn="base" latinLnBrk="0" hangingPunct="1">
              <a:lnSpc>
                <a:spcPct val="110000"/>
              </a:lnSpc>
              <a:spcBef>
                <a:spcPct val="0"/>
              </a:spcBef>
              <a:spcAft>
                <a:spcPct val="0"/>
              </a:spcAft>
              <a:buClrTx/>
              <a:buSzTx/>
              <a:buFontTx/>
              <a:buNone/>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	冷却等，其中以液冷最为普遍。 </a:t>
            </a:r>
          </a:p>
          <a:p>
            <a:pPr marL="742950" marR="0" lvl="1" indent="-285750" algn="l" defTabSz="914400" rtl="0" eaLnBrk="1" fontAlgn="base" latinLnBrk="0" hangingPunct="1">
              <a:lnSpc>
                <a:spcPct val="110000"/>
              </a:lnSpc>
              <a:spcBef>
                <a:spcPct val="0"/>
              </a:spcBef>
              <a:spcAft>
                <a:spcPct val="0"/>
              </a:spcAft>
              <a:buClrTx/>
              <a:buSzTx/>
              <a:buFontTx/>
              <a:buChar char="–"/>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泵浦灯和工作物质之间插入滤光器件滤去泵</a:t>
            </a:r>
          </a:p>
          <a:p>
            <a:pPr marL="742950" marR="0" lvl="1" indent="-285750" algn="l" defTabSz="914400" rtl="0" eaLnBrk="1" fontAlgn="base" latinLnBrk="0" hangingPunct="1">
              <a:lnSpc>
                <a:spcPct val="110000"/>
              </a:lnSpc>
              <a:spcBef>
                <a:spcPct val="0"/>
              </a:spcBef>
              <a:spcAft>
                <a:spcPct val="0"/>
              </a:spcAft>
              <a:buClrTx/>
              <a:buSzTx/>
              <a:buFontTx/>
              <a:buNone/>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	浦光中的紫外光谱。 </a:t>
            </a:r>
          </a:p>
        </p:txBody>
      </p:sp>
      <p:graphicFrame>
        <p:nvGraphicFramePr>
          <p:cNvPr id="6148" name="Object 4"/>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54291" r:id="rId3" imgW="114300" imgH="215900" progId="Equation.3">
                  <p:embed/>
                </p:oleObj>
              </mc:Choice>
              <mc:Fallback>
                <p:oleObj r:id="rId3" imgW="114300" imgH="215900" progId="Equation.3">
                  <p:embed/>
                  <p:pic>
                    <p:nvPicPr>
                      <p:cNvPr id="0" name="图片 3077"/>
                      <p:cNvPicPr/>
                      <p:nvPr/>
                    </p:nvPicPr>
                    <p:blipFill>
                      <a:blip r:embed="rId4"/>
                      <a:stretch>
                        <a:fillRect/>
                      </a:stretch>
                    </p:blipFill>
                    <p:spPr>
                      <a:xfrm>
                        <a:off x="6038850" y="3321050"/>
                        <a:ext cx="114300" cy="215900"/>
                      </a:xfrm>
                      <a:prstGeom prst="rect">
                        <a:avLst/>
                      </a:prstGeom>
                      <a:noFill/>
                      <a:ln w="38100">
                        <a:noFill/>
                        <a:miter/>
                      </a:ln>
                    </p:spPr>
                  </p:pic>
                </p:oleObj>
              </mc:Fallback>
            </mc:AlternateContent>
          </a:graphicData>
        </a:graphic>
      </p:graphicFrame>
      <p:pic>
        <p:nvPicPr>
          <p:cNvPr id="6149" name="Picture 5"/>
          <p:cNvPicPr>
            <a:picLocks noChangeAspect="1"/>
          </p:cNvPicPr>
          <p:nvPr/>
        </p:nvPicPr>
        <p:blipFill>
          <a:blip r:embed="rId5"/>
          <a:stretch>
            <a:fillRect/>
          </a:stretch>
        </p:blipFill>
        <p:spPr>
          <a:xfrm>
            <a:off x="7407910" y="4115435"/>
            <a:ext cx="3945890" cy="2131060"/>
          </a:xfrm>
          <a:prstGeom prst="rect">
            <a:avLst/>
          </a:prstGeom>
          <a:noFill/>
          <a:ln w="9525">
            <a:noFill/>
          </a:ln>
        </p:spPr>
      </p:pic>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rPr>
              <a:t>典型激光器介绍</a:t>
            </a:r>
          </a:p>
        </p:txBody>
      </p:sp>
      <p:sp>
        <p:nvSpPr>
          <p:cNvPr id="23554" name="Rectangle 2"/>
          <p:cNvSpPr>
            <a:spLocks noGrp="1" noChangeArrowheads="1"/>
          </p:cNvSpPr>
          <p:nvPr>
            <p:ph idx="1"/>
          </p:nvPr>
        </p:nvSpPr>
        <p:spPr>
          <a:xfrm>
            <a:off x="838200" y="1690947"/>
            <a:ext cx="10515600" cy="435133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固体激光器的基本特性</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能量转换效率低，要经过电、光、原子、激光的途径来形成受激辐射放大；</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运行方式有连续、脉冲、调</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Q</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、放大、调制等；</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输出光谱有数千条，覆盖了可见光、近红外光、紫外（利用晶体实现倍频） ；</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输出峰值功率极高（锁模）</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太瓦、飞秒；</a:t>
            </a:r>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rPr>
              <a:t>典型激光器介绍</a:t>
            </a:r>
          </a:p>
        </p:txBody>
      </p:sp>
      <p:sp>
        <p:nvSpPr>
          <p:cNvPr id="25603" name="Rectangle 3"/>
          <p:cNvSpPr>
            <a:spLocks noGrp="1" noChangeArrowheads="1"/>
          </p:cNvSpPr>
          <p:nvPr>
            <p:ph idx="1"/>
          </p:nvPr>
        </p:nvSpPr>
        <p:spPr>
          <a:xfrm>
            <a:off x="838200" y="1487747"/>
            <a:ext cx="10515600" cy="4351338"/>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气体激光器的分类</a:t>
            </a: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原子</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产生激光作用的是</a:t>
            </a:r>
            <a:r>
              <a:rPr kumimoji="0" lang="zh-CN" altLang="en-US"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没有电离的气体原子</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，所采用的气体主要是  氦、氖、氩、氪、氙等惰性气体，有时也采用氯、溴、碘、氮、硫、碳、氧等原子气体，或铯、镉、铜、锰、锡等金属原子蒸气。</a:t>
            </a: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分子（准分子）</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产生激光作用的是</a:t>
            </a:r>
            <a:r>
              <a:rPr kumimoji="0" lang="zh-CN" altLang="en-US"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没有电离的气体分子</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，所采用的分子气体有：  </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CO</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N</a:t>
            </a:r>
            <a:r>
              <a:rPr kumimoji="0" lang="en-US" altLang="zh-CN"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2</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 </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O</a:t>
            </a:r>
            <a:r>
              <a:rPr kumimoji="0" lang="en-US" altLang="zh-CN"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2</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 </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CO</a:t>
            </a:r>
            <a:r>
              <a:rPr kumimoji="0" lang="en-US" altLang="zh-CN"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2</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N</a:t>
            </a:r>
            <a:r>
              <a:rPr kumimoji="0" lang="en-US" altLang="zh-CN"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2</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O</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和水蒸气等；准分子激光器的工作气体在常态下为原子，当受到激发时，可暂时形成寿命很短的分子，称为准分子，这种分子也能产生激光。常采用的准分子有：</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Ar</a:t>
            </a:r>
            <a:r>
              <a:rPr kumimoji="0" lang="en-US" altLang="zh-CN"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2*</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Xe</a:t>
            </a:r>
            <a:r>
              <a:rPr kumimoji="0" lang="en-US" altLang="zh-CN"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2*</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XeF</a:t>
            </a:r>
            <a:r>
              <a:rPr kumimoji="0" lang="en-US" altLang="zh-CN"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KrF</a:t>
            </a:r>
            <a:r>
              <a:rPr kumimoji="0" lang="en-US" altLang="zh-CN"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ArF</a:t>
            </a:r>
            <a:r>
              <a:rPr kumimoji="0" lang="en-US" altLang="zh-CN"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XeCl</a:t>
            </a:r>
            <a:r>
              <a:rPr kumimoji="0" lang="en-US" altLang="zh-CN"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XeBr</a:t>
            </a:r>
            <a:r>
              <a:rPr kumimoji="0" lang="en-US" altLang="zh-CN"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XeO</a:t>
            </a:r>
            <a:r>
              <a:rPr kumimoji="0" lang="en-US" altLang="zh-CN"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KrO</a:t>
            </a:r>
            <a:r>
              <a:rPr kumimoji="0" lang="en-US" altLang="zh-CN"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等。 </a:t>
            </a: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离子</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利用</a:t>
            </a:r>
            <a:r>
              <a:rPr kumimoji="0" lang="zh-CN" altLang="en-US"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电离后的气体离子</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产生激光作用，主要有惰性气体离子和金属蒸气离子。离子激光器的典型代表是氩离子</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(Ar</a:t>
            </a:r>
            <a:r>
              <a:rPr kumimoji="0" lang="en-US" altLang="zh-CN"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和氦</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镉</a:t>
            </a:r>
            <a:r>
              <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(He-Cd)</a:t>
            </a:r>
            <a:r>
              <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离子激光器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rPr>
              <a:t>典型激光器介绍</a:t>
            </a:r>
          </a:p>
        </p:txBody>
      </p:sp>
      <p:sp>
        <p:nvSpPr>
          <p:cNvPr id="26627" name="Rectangle 3"/>
          <p:cNvSpPr>
            <a:spLocks noGrp="1" noChangeArrowheads="1"/>
          </p:cNvSpPr>
          <p:nvPr>
            <p:ph idx="1"/>
          </p:nvPr>
        </p:nvSpPr>
        <p:spPr>
          <a:xfrm>
            <a:off x="753745" y="1690947"/>
            <a:ext cx="10515600" cy="4351338"/>
          </a:xfrm>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气体激光器的工作原理</a:t>
            </a:r>
          </a:p>
          <a:p>
            <a:pPr marL="742950" marR="0" lvl="1" indent="-285750" algn="l" defTabSz="914400" rtl="0" eaLnBrk="1" fontAlgn="base" latinLnBrk="0" hangingPunct="1">
              <a:lnSpc>
                <a:spcPct val="110000"/>
              </a:lnSpc>
              <a:spcBef>
                <a:spcPct val="20000"/>
              </a:spcBef>
              <a:spcAft>
                <a:spcPct val="0"/>
              </a:spcAft>
              <a:buClrTx/>
              <a:buSzTx/>
              <a:buFontTx/>
              <a:buChar char="–"/>
              <a:defRPr/>
            </a:pP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电激励</a:t>
            </a:r>
            <a:r>
              <a:rPr kumimoji="0" lang="en-US" altLang="zh-CN" sz="24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气体放电</a:t>
            </a: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1143000" marR="0" lvl="2" indent="-228600" algn="l" defTabSz="914400" rtl="0" eaLnBrk="1" fontAlgn="base" latinLnBrk="0" hangingPunct="1">
              <a:lnSpc>
                <a:spcPct val="110000"/>
              </a:lnSpc>
              <a:spcBef>
                <a:spcPct val="20000"/>
              </a:spcBef>
              <a:spcAft>
                <a:spcPct val="0"/>
              </a:spcAft>
              <a:buClrTx/>
              <a:buSzTx/>
              <a:buFontTx/>
              <a:buChar char="•"/>
              <a:defRPr/>
            </a:pP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在高电压下，气体分子发生电离导电</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叫做气体放电</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被电场加速的电子与气体原子</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或分子、离子</a:t>
            </a:r>
            <a:r>
              <a:rPr kumimoji="0" lang="en-US" altLang="zh-CN"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0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黑体" panose="02010609060101010101" pitchFamily="49" charset="-122"/>
              </a:rPr>
              <a:t>碰撞，使后者激发到高能级，形成粒子数反转，</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这一过程称为放电激励。</a:t>
            </a:r>
          </a:p>
          <a:p>
            <a:pPr marL="1143000" marR="0" lvl="2" indent="-228600" algn="l" defTabSz="914400" rtl="0" eaLnBrk="1" fontAlgn="base" latinLnBrk="0" hangingPunct="1">
              <a:lnSpc>
                <a:spcPct val="110000"/>
              </a:lnSpc>
              <a:spcBef>
                <a:spcPct val="20000"/>
              </a:spcBef>
              <a:spcAft>
                <a:spcPct val="0"/>
              </a:spcAft>
              <a:buClrTx/>
              <a:buSzTx/>
              <a:buFontTx/>
              <a:buChar char="•"/>
              <a:defRPr/>
            </a:pP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气体放电可采用直流或交流的连续放电、射频放电</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高频放电</a:t>
            </a:r>
            <a:r>
              <a:rPr kumimoji="0" lang="en-US" altLang="zh-CN"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、脉冲放电等形式。直流和交流放电又分为纵向放电和横向放电两种。 </a:t>
            </a:r>
            <a:r>
              <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mn-ea"/>
                <a:cs typeface="黑体" panose="02010609060101010101" pitchFamily="49" charset="-122"/>
              </a:rPr>
              <a:t> </a:t>
            </a:r>
            <a:endParaRPr kumimoji="0" lang="zh-CN" altLang="en-US" sz="2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10000"/>
              </a:lnSpc>
              <a:spcBef>
                <a:spcPct val="20000"/>
              </a:spcBef>
              <a:spcAft>
                <a:spcPct val="0"/>
              </a:spcAft>
              <a:buClrTx/>
              <a:buSzTx/>
              <a:buFontTx/>
              <a:buChar char="–"/>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除放电激励外，还可用电子枪产生的高速电子去激励气体，使之跃迁到高能级，这称为电子束激励。</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t>44</a:t>
            </a:fld>
            <a:endParaRPr lang="zh-CN" altLang="en-US" dirty="0">
              <a:latin typeface="Times New Roman" panose="02020603050405020304" pitchFamily="18" charset="0"/>
            </a:endParaRPr>
          </a:p>
        </p:txBody>
      </p:sp>
      <p:sp>
        <p:nvSpPr>
          <p:cNvPr id="114690" name="文本框 114689"/>
          <p:cNvSpPr txBox="1"/>
          <p:nvPr/>
        </p:nvSpPr>
        <p:spPr>
          <a:xfrm>
            <a:off x="5638800" y="6087110"/>
            <a:ext cx="5715000" cy="629920"/>
          </a:xfrm>
          <a:prstGeom prst="rect">
            <a:avLst/>
          </a:prstGeom>
          <a:noFill/>
          <a:ln w="9525">
            <a:noFill/>
          </a:ln>
        </p:spPr>
        <p:txBody>
          <a:bodyPr>
            <a:spAutoFit/>
          </a:bodyPr>
          <a:lstStyle/>
          <a:p>
            <a:pPr algn="l">
              <a:lnSpc>
                <a:spcPct val="125000"/>
              </a:lnSpc>
            </a:pPr>
            <a:r>
              <a:rPr lang="en-US" altLang="zh-CN" sz="2800" b="1" dirty="0">
                <a:solidFill>
                  <a:schemeClr val="tx1"/>
                </a:solidFill>
                <a:effectLst>
                  <a:outerShdw blurRad="38100" dist="38100" dir="2700000">
                    <a:srgbClr val="C0C0C0"/>
                  </a:outerShdw>
                </a:effectLst>
                <a:latin typeface="Times New Roman" panose="02020603050405020304" pitchFamily="18" charset="0"/>
              </a:rPr>
              <a:t> </a:t>
            </a:r>
            <a:r>
              <a:rPr lang="zh-CN" altLang="en-US" sz="2800" b="1" dirty="0">
                <a:solidFill>
                  <a:schemeClr val="tx1"/>
                </a:solidFill>
                <a:effectLst>
                  <a:outerShdw blurRad="38100" dist="38100" dir="2700000">
                    <a:srgbClr val="C0C0C0"/>
                  </a:outerShdw>
                </a:effectLst>
                <a:latin typeface="宋体" panose="02010600030101010101" pitchFamily="2" charset="-122"/>
              </a:rPr>
              <a:t>氦氖气体激光器是四能级系统</a:t>
            </a:r>
          </a:p>
        </p:txBody>
      </p:sp>
      <p:pic>
        <p:nvPicPr>
          <p:cNvPr id="114691" name="图片 114690"/>
          <p:cNvPicPr>
            <a:picLocks noChangeAspect="1"/>
          </p:cNvPicPr>
          <p:nvPr/>
        </p:nvPicPr>
        <p:blipFill>
          <a:blip r:embed="rId3"/>
          <a:stretch>
            <a:fillRect/>
          </a:stretch>
        </p:blipFill>
        <p:spPr>
          <a:xfrm>
            <a:off x="1237615" y="1868805"/>
            <a:ext cx="3505200" cy="2582863"/>
          </a:xfrm>
          <a:prstGeom prst="rect">
            <a:avLst/>
          </a:prstGeom>
          <a:noFill/>
          <a:ln w="9525">
            <a:noFill/>
          </a:ln>
        </p:spPr>
      </p:pic>
      <p:grpSp>
        <p:nvGrpSpPr>
          <p:cNvPr id="114692" name="组合 114691"/>
          <p:cNvGrpSpPr/>
          <p:nvPr/>
        </p:nvGrpSpPr>
        <p:grpSpPr>
          <a:xfrm>
            <a:off x="1237615" y="4572000"/>
            <a:ext cx="3200400" cy="1785938"/>
            <a:chOff x="136" y="1584"/>
            <a:chExt cx="2016" cy="1125"/>
          </a:xfrm>
        </p:grpSpPr>
        <p:sp>
          <p:nvSpPr>
            <p:cNvPr id="114693" name="矩形 114692"/>
            <p:cNvSpPr/>
            <p:nvPr/>
          </p:nvSpPr>
          <p:spPr>
            <a:xfrm>
              <a:off x="720" y="1584"/>
              <a:ext cx="768" cy="310"/>
            </a:xfrm>
            <a:prstGeom prst="rect">
              <a:avLst/>
            </a:prstGeom>
            <a:noFill/>
            <a:ln w="9525">
              <a:noFill/>
            </a:ln>
          </p:spPr>
          <p:txBody>
            <a:bodyPr wrap="none" lIns="0" tIns="0" rIns="0" bIns="0">
              <a:spAutoFit/>
            </a:bodyPr>
            <a:lstStyle/>
            <a:p>
              <a:pPr algn="l"/>
              <a:r>
                <a:rPr lang="zh-CN" altLang="en-US" sz="3200" b="1" dirty="0">
                  <a:solidFill>
                    <a:schemeClr val="tx1"/>
                  </a:solidFill>
                  <a:latin typeface="宋体" panose="02010600030101010101" pitchFamily="2" charset="-122"/>
                </a:rPr>
                <a:t>氖原子</a:t>
              </a:r>
              <a:endParaRPr lang="zh-CN" altLang="en-US" dirty="0">
                <a:solidFill>
                  <a:schemeClr val="tx1"/>
                </a:solidFill>
                <a:latin typeface="Times New Roman" panose="02020603050405020304" pitchFamily="18" charset="0"/>
              </a:endParaRPr>
            </a:p>
          </p:txBody>
        </p:sp>
        <p:sp>
          <p:nvSpPr>
            <p:cNvPr id="114694" name="矩形 114693"/>
            <p:cNvSpPr/>
            <p:nvPr/>
          </p:nvSpPr>
          <p:spPr>
            <a:xfrm>
              <a:off x="280" y="1968"/>
              <a:ext cx="1872" cy="310"/>
            </a:xfrm>
            <a:prstGeom prst="rect">
              <a:avLst/>
            </a:prstGeom>
            <a:noFill/>
            <a:ln w="9525">
              <a:noFill/>
            </a:ln>
          </p:spPr>
          <p:txBody>
            <a:bodyPr lIns="0" tIns="0" rIns="0" bIns="0">
              <a:spAutoFit/>
            </a:bodyPr>
            <a:lstStyle/>
            <a:p>
              <a:pPr algn="l"/>
              <a:r>
                <a:rPr lang="zh-CN" altLang="en-US" sz="3200" b="1" dirty="0">
                  <a:solidFill>
                    <a:srgbClr val="000000"/>
                  </a:solidFill>
                  <a:latin typeface="宋体" panose="02010600030101010101" pitchFamily="2" charset="-122"/>
                </a:rPr>
                <a:t>在         间</a:t>
              </a:r>
              <a:endParaRPr lang="zh-CN" altLang="en-US" dirty="0">
                <a:solidFill>
                  <a:schemeClr val="tx1"/>
                </a:solidFill>
                <a:latin typeface="Times New Roman" panose="02020603050405020304" pitchFamily="18" charset="0"/>
              </a:endParaRPr>
            </a:p>
          </p:txBody>
        </p:sp>
        <p:sp>
          <p:nvSpPr>
            <p:cNvPr id="114695" name="矩形 114694"/>
            <p:cNvSpPr/>
            <p:nvPr/>
          </p:nvSpPr>
          <p:spPr>
            <a:xfrm>
              <a:off x="136" y="2438"/>
              <a:ext cx="2016" cy="271"/>
            </a:xfrm>
            <a:prstGeom prst="rect">
              <a:avLst/>
            </a:prstGeom>
            <a:noFill/>
            <a:ln w="9525">
              <a:noFill/>
            </a:ln>
          </p:spPr>
          <p:txBody>
            <a:bodyPr wrap="none" lIns="0" tIns="0" rIns="0" bIns="0">
              <a:spAutoFit/>
            </a:bodyPr>
            <a:lstStyle/>
            <a:p>
              <a:pPr algn="l"/>
              <a:r>
                <a:rPr lang="zh-CN" altLang="en-US" sz="2800" b="1" dirty="0">
                  <a:solidFill>
                    <a:srgbClr val="000000"/>
                  </a:solidFill>
                  <a:latin typeface="宋体" panose="02010600030101010101" pitchFamily="2" charset="-122"/>
                </a:rPr>
                <a:t>实现粒子数反转分布</a:t>
              </a:r>
            </a:p>
          </p:txBody>
        </p:sp>
        <p:sp>
          <p:nvSpPr>
            <p:cNvPr id="114696" name="左右箭头 114695"/>
            <p:cNvSpPr/>
            <p:nvPr/>
          </p:nvSpPr>
          <p:spPr>
            <a:xfrm>
              <a:off x="889" y="2064"/>
              <a:ext cx="240" cy="192"/>
            </a:xfrm>
            <a:prstGeom prst="leftRightArrow">
              <a:avLst>
                <a:gd name="adj1" fmla="val 50000"/>
                <a:gd name="adj2" fmla="val 25000"/>
              </a:avLst>
            </a:prstGeom>
            <a:solidFill>
              <a:srgbClr val="FF9900"/>
            </a:solidFill>
            <a:ln w="28575" cap="flat" cmpd="sng">
              <a:solidFill>
                <a:srgbClr val="008000"/>
              </a:solidFill>
              <a:prstDash val="solid"/>
              <a:miter/>
              <a:headEnd type="none" w="med" len="med"/>
              <a:tailEnd type="none" w="med" len="med"/>
            </a:ln>
          </p:spPr>
          <p:txBody>
            <a:bodyPr/>
            <a:lstStyle/>
            <a:p>
              <a:endParaRPr lang="zh-CN" altLang="en-US"/>
            </a:p>
          </p:txBody>
        </p:sp>
        <p:graphicFrame>
          <p:nvGraphicFramePr>
            <p:cNvPr id="114697" name="对象 114696"/>
            <p:cNvGraphicFramePr/>
            <p:nvPr/>
          </p:nvGraphicFramePr>
          <p:xfrm>
            <a:off x="520" y="1948"/>
            <a:ext cx="396" cy="396"/>
          </p:xfrm>
          <a:graphic>
            <a:graphicData uri="http://schemas.openxmlformats.org/presentationml/2006/ole">
              <mc:AlternateContent xmlns:mc="http://schemas.openxmlformats.org/markup-compatibility/2006">
                <mc:Choice xmlns:v="urn:schemas-microsoft-com:vml" Requires="v">
                  <p:oleObj spid="_x0000_s55347" r:id="rId4" imgW="177800" imgH="177800" progId="Equation.3">
                    <p:embed/>
                  </p:oleObj>
                </mc:Choice>
                <mc:Fallback>
                  <p:oleObj r:id="rId4" imgW="177800" imgH="177800" progId="Equation.3">
                    <p:embed/>
                    <p:pic>
                      <p:nvPicPr>
                        <p:cNvPr id="0" name="图片 3113"/>
                        <p:cNvPicPr/>
                        <p:nvPr/>
                      </p:nvPicPr>
                      <p:blipFill>
                        <a:blip r:embed="rId5"/>
                        <a:stretch>
                          <a:fillRect/>
                        </a:stretch>
                      </p:blipFill>
                      <p:spPr>
                        <a:xfrm>
                          <a:off x="520" y="1948"/>
                          <a:ext cx="396" cy="396"/>
                        </a:xfrm>
                        <a:prstGeom prst="rect">
                          <a:avLst/>
                        </a:prstGeom>
                        <a:noFill/>
                        <a:ln w="38100">
                          <a:noFill/>
                          <a:miter/>
                        </a:ln>
                      </p:spPr>
                    </p:pic>
                  </p:oleObj>
                </mc:Fallback>
              </mc:AlternateContent>
            </a:graphicData>
          </a:graphic>
        </p:graphicFrame>
        <p:graphicFrame>
          <p:nvGraphicFramePr>
            <p:cNvPr id="114698" name="对象 114697"/>
            <p:cNvGraphicFramePr/>
            <p:nvPr/>
          </p:nvGraphicFramePr>
          <p:xfrm>
            <a:off x="1111" y="1948"/>
            <a:ext cx="513" cy="452"/>
          </p:xfrm>
          <a:graphic>
            <a:graphicData uri="http://schemas.openxmlformats.org/presentationml/2006/ole">
              <mc:AlternateContent xmlns:mc="http://schemas.openxmlformats.org/markup-compatibility/2006">
                <mc:Choice xmlns:v="urn:schemas-microsoft-com:vml" Requires="v">
                  <p:oleObj spid="_x0000_s55348" r:id="rId6" imgW="228600" imgH="203200" progId="Equation.3">
                    <p:embed/>
                  </p:oleObj>
                </mc:Choice>
                <mc:Fallback>
                  <p:oleObj r:id="rId6" imgW="228600" imgH="203200" progId="Equation.3">
                    <p:embed/>
                    <p:pic>
                      <p:nvPicPr>
                        <p:cNvPr id="0" name="图片 3112"/>
                        <p:cNvPicPr/>
                        <p:nvPr/>
                      </p:nvPicPr>
                      <p:blipFill>
                        <a:blip r:embed="rId7"/>
                        <a:stretch>
                          <a:fillRect/>
                        </a:stretch>
                      </p:blipFill>
                      <p:spPr>
                        <a:xfrm>
                          <a:off x="1111" y="1948"/>
                          <a:ext cx="513" cy="452"/>
                        </a:xfrm>
                        <a:prstGeom prst="rect">
                          <a:avLst/>
                        </a:prstGeom>
                        <a:noFill/>
                        <a:ln w="38100">
                          <a:noFill/>
                          <a:miter/>
                        </a:ln>
                      </p:spPr>
                    </p:pic>
                  </p:oleObj>
                </mc:Fallback>
              </mc:AlternateContent>
            </a:graphicData>
          </a:graphic>
        </p:graphicFrame>
      </p:grpSp>
      <p:graphicFrame>
        <p:nvGraphicFramePr>
          <p:cNvPr id="114701" name="对象 114700"/>
          <p:cNvGraphicFramePr/>
          <p:nvPr/>
        </p:nvGraphicFramePr>
        <p:xfrm>
          <a:off x="6419850" y="3886200"/>
          <a:ext cx="139700" cy="265113"/>
        </p:xfrm>
        <a:graphic>
          <a:graphicData uri="http://schemas.openxmlformats.org/presentationml/2006/ole">
            <mc:AlternateContent xmlns:mc="http://schemas.openxmlformats.org/markup-compatibility/2006">
              <mc:Choice xmlns:v="urn:schemas-microsoft-com:vml" Requires="v">
                <p:oleObj spid="_x0000_s55349" r:id="rId8" imgW="139700" imgH="266065" progId="Equation.3">
                  <p:embed/>
                </p:oleObj>
              </mc:Choice>
              <mc:Fallback>
                <p:oleObj r:id="rId8" imgW="139700" imgH="266065" progId="Equation.3">
                  <p:embed/>
                  <p:pic>
                    <p:nvPicPr>
                      <p:cNvPr id="0" name="图片 3111"/>
                      <p:cNvPicPr/>
                      <p:nvPr/>
                    </p:nvPicPr>
                    <p:blipFill>
                      <a:blip r:embed="rId9"/>
                      <a:stretch>
                        <a:fillRect/>
                      </a:stretch>
                    </p:blipFill>
                    <p:spPr>
                      <a:xfrm>
                        <a:off x="6419850" y="3886200"/>
                        <a:ext cx="139700" cy="265113"/>
                      </a:xfrm>
                      <a:prstGeom prst="rect">
                        <a:avLst/>
                      </a:prstGeom>
                      <a:noFill/>
                      <a:ln w="38100">
                        <a:noFill/>
                        <a:miter/>
                      </a:ln>
                    </p:spPr>
                  </p:pic>
                </p:oleObj>
              </mc:Fallback>
            </mc:AlternateContent>
          </a:graphicData>
        </a:graphic>
      </p:graphicFrame>
      <p:sp>
        <p:nvSpPr>
          <p:cNvPr id="114702" name="矩形 114701"/>
          <p:cNvSpPr/>
          <p:nvPr/>
        </p:nvSpPr>
        <p:spPr>
          <a:xfrm>
            <a:off x="9144000" y="5597525"/>
            <a:ext cx="992188" cy="458788"/>
          </a:xfrm>
          <a:prstGeom prst="rect">
            <a:avLst/>
          </a:prstGeom>
          <a:noFill/>
          <a:ln w="9525">
            <a:noFill/>
          </a:ln>
        </p:spPr>
        <p:txBody>
          <a:bodyPr/>
          <a:lstStyle/>
          <a:p>
            <a:endParaRPr lang="zh-CN" altLang="en-US"/>
          </a:p>
        </p:txBody>
      </p:sp>
      <p:sp>
        <p:nvSpPr>
          <p:cNvPr id="114703" name="矩形 114702"/>
          <p:cNvSpPr/>
          <p:nvPr/>
        </p:nvSpPr>
        <p:spPr>
          <a:xfrm>
            <a:off x="6858000" y="5597525"/>
            <a:ext cx="557213" cy="458788"/>
          </a:xfrm>
          <a:prstGeom prst="rect">
            <a:avLst/>
          </a:prstGeom>
          <a:noFill/>
          <a:ln w="9525">
            <a:noFill/>
          </a:ln>
        </p:spPr>
        <p:txBody>
          <a:bodyPr/>
          <a:lstStyle/>
          <a:p>
            <a:endParaRPr lang="zh-CN" altLang="en-US"/>
          </a:p>
        </p:txBody>
      </p:sp>
      <p:grpSp>
        <p:nvGrpSpPr>
          <p:cNvPr id="114704" name="组合 114703"/>
          <p:cNvGrpSpPr/>
          <p:nvPr/>
        </p:nvGrpSpPr>
        <p:grpSpPr>
          <a:xfrm>
            <a:off x="5257800" y="2057400"/>
            <a:ext cx="5181600" cy="4071938"/>
            <a:chOff x="2256" y="816"/>
            <a:chExt cx="3264" cy="2565"/>
          </a:xfrm>
        </p:grpSpPr>
        <p:grpSp>
          <p:nvGrpSpPr>
            <p:cNvPr id="114705" name="组合 114704"/>
            <p:cNvGrpSpPr/>
            <p:nvPr/>
          </p:nvGrpSpPr>
          <p:grpSpPr>
            <a:xfrm>
              <a:off x="3888" y="816"/>
              <a:ext cx="1200" cy="2565"/>
              <a:chOff x="3888" y="816"/>
              <a:chExt cx="1200" cy="2565"/>
            </a:xfrm>
          </p:grpSpPr>
          <p:sp>
            <p:nvSpPr>
              <p:cNvPr id="114706" name="矩形 114705"/>
              <p:cNvSpPr/>
              <p:nvPr/>
            </p:nvSpPr>
            <p:spPr>
              <a:xfrm>
                <a:off x="3888" y="3357"/>
                <a:ext cx="1200" cy="24"/>
              </a:xfrm>
              <a:prstGeom prst="rect">
                <a:avLst/>
              </a:prstGeom>
              <a:solidFill>
                <a:srgbClr val="000000"/>
              </a:solidFill>
              <a:ln w="9525">
                <a:noFill/>
              </a:ln>
            </p:spPr>
            <p:txBody>
              <a:bodyPr/>
              <a:lstStyle/>
              <a:p>
                <a:endParaRPr lang="zh-CN" altLang="en-US"/>
              </a:p>
            </p:txBody>
          </p:sp>
          <p:sp>
            <p:nvSpPr>
              <p:cNvPr id="114707" name="矩形 114706"/>
              <p:cNvSpPr/>
              <p:nvPr/>
            </p:nvSpPr>
            <p:spPr>
              <a:xfrm>
                <a:off x="3888" y="1423"/>
                <a:ext cx="816" cy="24"/>
              </a:xfrm>
              <a:prstGeom prst="rect">
                <a:avLst/>
              </a:prstGeom>
              <a:solidFill>
                <a:srgbClr val="000000"/>
              </a:solidFill>
              <a:ln w="9525">
                <a:noFill/>
              </a:ln>
            </p:spPr>
            <p:txBody>
              <a:bodyPr/>
              <a:lstStyle/>
              <a:p>
                <a:endParaRPr lang="zh-CN" altLang="en-US"/>
              </a:p>
            </p:txBody>
          </p:sp>
          <p:sp>
            <p:nvSpPr>
              <p:cNvPr id="114708" name="矩形 114707"/>
              <p:cNvSpPr/>
              <p:nvPr/>
            </p:nvSpPr>
            <p:spPr>
              <a:xfrm>
                <a:off x="3888" y="1087"/>
                <a:ext cx="816" cy="24"/>
              </a:xfrm>
              <a:prstGeom prst="rect">
                <a:avLst/>
              </a:prstGeom>
              <a:solidFill>
                <a:srgbClr val="000000"/>
              </a:solidFill>
              <a:ln w="9525">
                <a:noFill/>
              </a:ln>
            </p:spPr>
            <p:txBody>
              <a:bodyPr/>
              <a:lstStyle/>
              <a:p>
                <a:endParaRPr lang="zh-CN" altLang="en-US"/>
              </a:p>
            </p:txBody>
          </p:sp>
          <p:grpSp>
            <p:nvGrpSpPr>
              <p:cNvPr id="114709" name="组合 114708"/>
              <p:cNvGrpSpPr/>
              <p:nvPr/>
            </p:nvGrpSpPr>
            <p:grpSpPr>
              <a:xfrm>
                <a:off x="4362" y="1152"/>
                <a:ext cx="184" cy="174"/>
                <a:chOff x="4210" y="1239"/>
                <a:chExt cx="184" cy="174"/>
              </a:xfrm>
            </p:grpSpPr>
            <p:sp>
              <p:nvSpPr>
                <p:cNvPr id="114710" name="矩形 114709"/>
                <p:cNvSpPr/>
                <p:nvPr/>
              </p:nvSpPr>
              <p:spPr>
                <a:xfrm>
                  <a:off x="4338" y="1239"/>
                  <a:ext cx="56" cy="174"/>
                </a:xfrm>
                <a:prstGeom prst="rect">
                  <a:avLst/>
                </a:prstGeom>
                <a:noFill/>
                <a:ln w="9525">
                  <a:noFill/>
                </a:ln>
              </p:spPr>
              <p:txBody>
                <a:bodyPr wrap="none" lIns="0" tIns="0" rIns="0" bIns="0">
                  <a:spAutoFit/>
                </a:bodyPr>
                <a:lstStyle/>
                <a:p>
                  <a:pPr algn="l"/>
                  <a:r>
                    <a:rPr lang="en-US" altLang="zh-CN" i="1">
                      <a:solidFill>
                        <a:srgbClr val="000000"/>
                      </a:solidFill>
                      <a:latin typeface="Times New Roman" panose="02020603050405020304" pitchFamily="18" charset="0"/>
                    </a:rPr>
                    <a:t>s</a:t>
                  </a:r>
                  <a:endParaRPr lang="en-US" altLang="zh-CN">
                    <a:solidFill>
                      <a:schemeClr val="tx1"/>
                    </a:solidFill>
                    <a:latin typeface="Times New Roman" panose="02020603050405020304" pitchFamily="18" charset="0"/>
                  </a:endParaRPr>
                </a:p>
              </p:txBody>
            </p:sp>
            <p:sp>
              <p:nvSpPr>
                <p:cNvPr id="114711" name="矩形 114710"/>
                <p:cNvSpPr/>
                <p:nvPr/>
              </p:nvSpPr>
              <p:spPr>
                <a:xfrm>
                  <a:off x="4210" y="1239"/>
                  <a:ext cx="65" cy="174"/>
                </a:xfrm>
                <a:prstGeom prst="rect">
                  <a:avLst/>
                </a:prstGeom>
                <a:noFill/>
                <a:ln w="9525">
                  <a:noFill/>
                </a:ln>
              </p:spPr>
              <p:txBody>
                <a:bodyPr wrap="none" lIns="0" tIns="0" rIns="0" bIns="0">
                  <a:spAutoFit/>
                </a:bodyPr>
                <a:lstStyle/>
                <a:p>
                  <a:pPr algn="l"/>
                  <a:r>
                    <a:rPr lang="en-US" altLang="zh-CN" b="1">
                      <a:solidFill>
                        <a:srgbClr val="000000"/>
                      </a:solidFill>
                      <a:latin typeface="Times New Roman" panose="02020603050405020304" pitchFamily="18" charset="0"/>
                    </a:rPr>
                    <a:t>2</a:t>
                  </a:r>
                  <a:endParaRPr lang="en-US" altLang="zh-CN">
                    <a:solidFill>
                      <a:schemeClr val="tx1"/>
                    </a:solidFill>
                    <a:latin typeface="Times New Roman" panose="02020603050405020304" pitchFamily="18" charset="0"/>
                  </a:endParaRPr>
                </a:p>
              </p:txBody>
            </p:sp>
          </p:grpSp>
          <p:sp>
            <p:nvSpPr>
              <p:cNvPr id="114712" name="矩形 114711"/>
              <p:cNvSpPr/>
              <p:nvPr/>
            </p:nvSpPr>
            <p:spPr>
              <a:xfrm>
                <a:off x="4080" y="2160"/>
                <a:ext cx="384" cy="18"/>
              </a:xfrm>
              <a:prstGeom prst="rect">
                <a:avLst/>
              </a:prstGeom>
              <a:solidFill>
                <a:srgbClr val="000000"/>
              </a:solidFill>
              <a:ln w="9525">
                <a:noFill/>
              </a:ln>
            </p:spPr>
            <p:txBody>
              <a:bodyPr/>
              <a:lstStyle/>
              <a:p>
                <a:endParaRPr lang="zh-CN" altLang="en-US"/>
              </a:p>
            </p:txBody>
          </p:sp>
          <p:grpSp>
            <p:nvGrpSpPr>
              <p:cNvPr id="114713" name="组合 114712"/>
              <p:cNvGrpSpPr/>
              <p:nvPr/>
            </p:nvGrpSpPr>
            <p:grpSpPr>
              <a:xfrm>
                <a:off x="4145" y="1934"/>
                <a:ext cx="175" cy="174"/>
                <a:chOff x="3993" y="2007"/>
                <a:chExt cx="175" cy="174"/>
              </a:xfrm>
            </p:grpSpPr>
            <p:sp>
              <p:nvSpPr>
                <p:cNvPr id="114714" name="矩形 114713"/>
                <p:cNvSpPr/>
                <p:nvPr/>
              </p:nvSpPr>
              <p:spPr>
                <a:xfrm>
                  <a:off x="4112" y="2007"/>
                  <a:ext cx="56" cy="174"/>
                </a:xfrm>
                <a:prstGeom prst="rect">
                  <a:avLst/>
                </a:prstGeom>
                <a:noFill/>
                <a:ln w="9525">
                  <a:noFill/>
                </a:ln>
              </p:spPr>
              <p:txBody>
                <a:bodyPr wrap="none" lIns="0" tIns="0" rIns="0" bIns="0">
                  <a:spAutoFit/>
                </a:bodyPr>
                <a:lstStyle/>
                <a:p>
                  <a:pPr algn="l"/>
                  <a:r>
                    <a:rPr lang="en-US" altLang="zh-CN" i="1">
                      <a:solidFill>
                        <a:srgbClr val="000000"/>
                      </a:solidFill>
                      <a:latin typeface="Times New Roman" panose="02020603050405020304" pitchFamily="18" charset="0"/>
                    </a:rPr>
                    <a:t>s</a:t>
                  </a:r>
                  <a:endParaRPr lang="en-US" altLang="zh-CN">
                    <a:solidFill>
                      <a:schemeClr val="tx1"/>
                    </a:solidFill>
                    <a:latin typeface="Times New Roman" panose="02020603050405020304" pitchFamily="18" charset="0"/>
                  </a:endParaRPr>
                </a:p>
              </p:txBody>
            </p:sp>
            <p:sp>
              <p:nvSpPr>
                <p:cNvPr id="114715" name="矩形 114714"/>
                <p:cNvSpPr/>
                <p:nvPr/>
              </p:nvSpPr>
              <p:spPr>
                <a:xfrm>
                  <a:off x="3993" y="2007"/>
                  <a:ext cx="65" cy="174"/>
                </a:xfrm>
                <a:prstGeom prst="rect">
                  <a:avLst/>
                </a:prstGeom>
                <a:noFill/>
                <a:ln w="9525">
                  <a:noFill/>
                </a:ln>
              </p:spPr>
              <p:txBody>
                <a:bodyPr wrap="none" lIns="0" tIns="0" rIns="0" bIns="0">
                  <a:spAutoFit/>
                </a:bodyPr>
                <a:lstStyle/>
                <a:p>
                  <a:pPr algn="l"/>
                  <a:r>
                    <a:rPr lang="en-US" altLang="zh-CN" b="1">
                      <a:solidFill>
                        <a:srgbClr val="000000"/>
                      </a:solidFill>
                      <a:latin typeface="Times New Roman" panose="02020603050405020304" pitchFamily="18" charset="0"/>
                    </a:rPr>
                    <a:t>1</a:t>
                  </a:r>
                  <a:endParaRPr lang="en-US" altLang="zh-CN">
                    <a:solidFill>
                      <a:schemeClr val="tx1"/>
                    </a:solidFill>
                    <a:latin typeface="Times New Roman" panose="02020603050405020304" pitchFamily="18" charset="0"/>
                  </a:endParaRPr>
                </a:p>
              </p:txBody>
            </p:sp>
          </p:grpSp>
          <p:sp>
            <p:nvSpPr>
              <p:cNvPr id="114716" name="矩形 114715"/>
              <p:cNvSpPr/>
              <p:nvPr/>
            </p:nvSpPr>
            <p:spPr>
              <a:xfrm>
                <a:off x="4762" y="3122"/>
                <a:ext cx="168" cy="174"/>
              </a:xfrm>
              <a:prstGeom prst="rect">
                <a:avLst/>
              </a:prstGeom>
              <a:noFill/>
              <a:ln w="9525">
                <a:noFill/>
              </a:ln>
            </p:spPr>
            <p:txBody>
              <a:bodyPr wrap="none" lIns="0" tIns="0" rIns="0" bIns="0">
                <a:spAutoFit/>
              </a:bodyPr>
              <a:lstStyle/>
              <a:p>
                <a:pPr algn="l"/>
                <a:r>
                  <a:rPr lang="en-US" altLang="zh-CN" b="1" err="1">
                    <a:solidFill>
                      <a:srgbClr val="000000"/>
                    </a:solidFill>
                    <a:latin typeface="Times New Roman" panose="02020603050405020304" pitchFamily="18" charset="0"/>
                  </a:rPr>
                  <a:t>Ne</a:t>
                </a:r>
                <a:endParaRPr lang="en-US" altLang="zh-CN">
                  <a:solidFill>
                    <a:schemeClr val="tx1"/>
                  </a:solidFill>
                  <a:latin typeface="Times New Roman" panose="02020603050405020304" pitchFamily="18" charset="0"/>
                </a:endParaRPr>
              </a:p>
            </p:txBody>
          </p:sp>
          <p:grpSp>
            <p:nvGrpSpPr>
              <p:cNvPr id="114717" name="组合 114716"/>
              <p:cNvGrpSpPr/>
              <p:nvPr/>
            </p:nvGrpSpPr>
            <p:grpSpPr>
              <a:xfrm>
                <a:off x="4422" y="816"/>
                <a:ext cx="161" cy="174"/>
                <a:chOff x="4270" y="903"/>
                <a:chExt cx="161" cy="174"/>
              </a:xfrm>
            </p:grpSpPr>
            <p:sp>
              <p:nvSpPr>
                <p:cNvPr id="114718" name="矩形 114717"/>
                <p:cNvSpPr/>
                <p:nvPr/>
              </p:nvSpPr>
              <p:spPr>
                <a:xfrm>
                  <a:off x="4375" y="903"/>
                  <a:ext cx="56" cy="174"/>
                </a:xfrm>
                <a:prstGeom prst="rect">
                  <a:avLst/>
                </a:prstGeom>
                <a:noFill/>
                <a:ln w="9525">
                  <a:noFill/>
                </a:ln>
              </p:spPr>
              <p:txBody>
                <a:bodyPr wrap="none" lIns="0" tIns="0" rIns="0" bIns="0">
                  <a:spAutoFit/>
                </a:bodyPr>
                <a:lstStyle/>
                <a:p>
                  <a:pPr algn="l"/>
                  <a:r>
                    <a:rPr lang="en-US" altLang="zh-CN" i="1">
                      <a:solidFill>
                        <a:srgbClr val="000000"/>
                      </a:solidFill>
                      <a:latin typeface="Times New Roman" panose="02020603050405020304" pitchFamily="18" charset="0"/>
                    </a:rPr>
                    <a:t>s</a:t>
                  </a:r>
                  <a:endParaRPr lang="en-US" altLang="zh-CN">
                    <a:solidFill>
                      <a:schemeClr val="tx1"/>
                    </a:solidFill>
                    <a:latin typeface="Times New Roman" panose="02020603050405020304" pitchFamily="18" charset="0"/>
                  </a:endParaRPr>
                </a:p>
              </p:txBody>
            </p:sp>
            <p:sp>
              <p:nvSpPr>
                <p:cNvPr id="114719" name="矩形 114718"/>
                <p:cNvSpPr/>
                <p:nvPr/>
              </p:nvSpPr>
              <p:spPr>
                <a:xfrm>
                  <a:off x="4270" y="903"/>
                  <a:ext cx="64" cy="174"/>
                </a:xfrm>
                <a:prstGeom prst="rect">
                  <a:avLst/>
                </a:prstGeom>
                <a:noFill/>
                <a:ln w="9525">
                  <a:noFill/>
                </a:ln>
              </p:spPr>
              <p:txBody>
                <a:bodyPr wrap="none" lIns="0" tIns="0" rIns="0" bIns="0">
                  <a:spAutoFit/>
                </a:bodyPr>
                <a:lstStyle/>
                <a:p>
                  <a:pPr algn="l"/>
                  <a:r>
                    <a:rPr lang="en-US" altLang="zh-CN" b="1">
                      <a:solidFill>
                        <a:srgbClr val="000000"/>
                      </a:solidFill>
                      <a:latin typeface="Times New Roman" panose="02020603050405020304" pitchFamily="18" charset="0"/>
                    </a:rPr>
                    <a:t>3</a:t>
                  </a:r>
                  <a:endParaRPr lang="en-US" altLang="zh-CN">
                    <a:solidFill>
                      <a:schemeClr val="tx1"/>
                    </a:solidFill>
                    <a:latin typeface="Times New Roman" panose="02020603050405020304" pitchFamily="18" charset="0"/>
                  </a:endParaRPr>
                </a:p>
              </p:txBody>
            </p:sp>
          </p:grpSp>
        </p:grpSp>
        <p:grpSp>
          <p:nvGrpSpPr>
            <p:cNvPr id="114720" name="组合 114719"/>
            <p:cNvGrpSpPr/>
            <p:nvPr/>
          </p:nvGrpSpPr>
          <p:grpSpPr>
            <a:xfrm>
              <a:off x="2256" y="825"/>
              <a:ext cx="1344" cy="2542"/>
              <a:chOff x="2256" y="825"/>
              <a:chExt cx="1344" cy="2542"/>
            </a:xfrm>
          </p:grpSpPr>
          <p:grpSp>
            <p:nvGrpSpPr>
              <p:cNvPr id="114721" name="组合 114720"/>
              <p:cNvGrpSpPr/>
              <p:nvPr/>
            </p:nvGrpSpPr>
            <p:grpSpPr>
              <a:xfrm>
                <a:off x="3179" y="825"/>
                <a:ext cx="313" cy="268"/>
                <a:chOff x="3027" y="912"/>
                <a:chExt cx="313" cy="268"/>
              </a:xfrm>
            </p:grpSpPr>
            <p:sp>
              <p:nvSpPr>
                <p:cNvPr id="114722" name="矩形 114721"/>
                <p:cNvSpPr/>
                <p:nvPr/>
              </p:nvSpPr>
              <p:spPr>
                <a:xfrm>
                  <a:off x="3262" y="936"/>
                  <a:ext cx="78" cy="242"/>
                </a:xfrm>
                <a:prstGeom prst="rect">
                  <a:avLst/>
                </a:prstGeom>
                <a:noFill/>
                <a:ln w="9525">
                  <a:noFill/>
                </a:ln>
              </p:spPr>
              <p:txBody>
                <a:bodyPr wrap="none" lIns="0" tIns="0" rIns="0" bIns="0">
                  <a:spAutoFit/>
                </a:bodyPr>
                <a:lstStyle/>
                <a:p>
                  <a:pPr algn="l"/>
                  <a:r>
                    <a:rPr lang="en-US" altLang="zh-CN" sz="2500" i="1">
                      <a:solidFill>
                        <a:srgbClr val="000000"/>
                      </a:solidFill>
                      <a:latin typeface="Times New Roman" panose="02020603050405020304" pitchFamily="18" charset="0"/>
                    </a:rPr>
                    <a:t>s</a:t>
                  </a:r>
                  <a:endParaRPr lang="en-US" altLang="zh-CN">
                    <a:solidFill>
                      <a:schemeClr val="tx1"/>
                    </a:solidFill>
                    <a:latin typeface="Times New Roman" panose="02020603050405020304" pitchFamily="18" charset="0"/>
                  </a:endParaRPr>
                </a:p>
              </p:txBody>
            </p:sp>
            <p:sp>
              <p:nvSpPr>
                <p:cNvPr id="114723" name="矩形 114722"/>
                <p:cNvSpPr/>
                <p:nvPr/>
              </p:nvSpPr>
              <p:spPr>
                <a:xfrm>
                  <a:off x="3157" y="912"/>
                  <a:ext cx="64" cy="156"/>
                </a:xfrm>
                <a:prstGeom prst="rect">
                  <a:avLst/>
                </a:prstGeom>
                <a:noFill/>
                <a:ln w="9525">
                  <a:noFill/>
                </a:ln>
              </p:spPr>
              <p:txBody>
                <a:bodyPr wrap="none" lIns="0" tIns="0" rIns="0" bIns="0">
                  <a:spAutoFit/>
                </a:bodyPr>
                <a:lstStyle/>
                <a:p>
                  <a:pPr algn="l"/>
                  <a:r>
                    <a:rPr lang="en-US" altLang="zh-CN" sz="1600" b="1">
                      <a:solidFill>
                        <a:srgbClr val="000000"/>
                      </a:solidFill>
                      <a:latin typeface="Times New Roman" panose="02020603050405020304" pitchFamily="18" charset="0"/>
                    </a:rPr>
                    <a:t>1</a:t>
                  </a:r>
                  <a:endParaRPr lang="en-US" altLang="zh-CN">
                    <a:solidFill>
                      <a:schemeClr val="tx1"/>
                    </a:solidFill>
                    <a:latin typeface="Times New Roman" panose="02020603050405020304" pitchFamily="18" charset="0"/>
                  </a:endParaRPr>
                </a:p>
              </p:txBody>
            </p:sp>
            <p:sp>
              <p:nvSpPr>
                <p:cNvPr id="114724" name="矩形 114723"/>
                <p:cNvSpPr/>
                <p:nvPr/>
              </p:nvSpPr>
              <p:spPr>
                <a:xfrm>
                  <a:off x="3027" y="936"/>
                  <a:ext cx="100" cy="244"/>
                </a:xfrm>
                <a:prstGeom prst="rect">
                  <a:avLst/>
                </a:prstGeom>
                <a:noFill/>
                <a:ln w="9525">
                  <a:noFill/>
                </a:ln>
              </p:spPr>
              <p:txBody>
                <a:bodyPr wrap="none" lIns="0" tIns="0" rIns="0" bIns="0">
                  <a:spAutoFit/>
                </a:bodyPr>
                <a:lstStyle/>
                <a:p>
                  <a:pPr algn="l"/>
                  <a:r>
                    <a:rPr lang="en-US" altLang="zh-CN" sz="2500" b="1">
                      <a:solidFill>
                        <a:srgbClr val="000000"/>
                      </a:solidFill>
                      <a:latin typeface="Times New Roman" panose="02020603050405020304" pitchFamily="18" charset="0"/>
                    </a:rPr>
                    <a:t>2</a:t>
                  </a:r>
                  <a:endParaRPr lang="en-US" altLang="zh-CN">
                    <a:solidFill>
                      <a:schemeClr val="tx1"/>
                    </a:solidFill>
                    <a:latin typeface="Times New Roman" panose="02020603050405020304" pitchFamily="18" charset="0"/>
                  </a:endParaRPr>
                </a:p>
              </p:txBody>
            </p:sp>
          </p:grpSp>
          <p:grpSp>
            <p:nvGrpSpPr>
              <p:cNvPr id="114725" name="组合 114724"/>
              <p:cNvGrpSpPr/>
              <p:nvPr/>
            </p:nvGrpSpPr>
            <p:grpSpPr>
              <a:xfrm>
                <a:off x="3194" y="1187"/>
                <a:ext cx="326" cy="268"/>
                <a:chOff x="3042" y="1274"/>
                <a:chExt cx="326" cy="268"/>
              </a:xfrm>
            </p:grpSpPr>
            <p:sp>
              <p:nvSpPr>
                <p:cNvPr id="114726" name="矩形 114725"/>
                <p:cNvSpPr/>
                <p:nvPr/>
              </p:nvSpPr>
              <p:spPr>
                <a:xfrm>
                  <a:off x="3290" y="1298"/>
                  <a:ext cx="78" cy="242"/>
                </a:xfrm>
                <a:prstGeom prst="rect">
                  <a:avLst/>
                </a:prstGeom>
                <a:noFill/>
                <a:ln w="9525">
                  <a:noFill/>
                </a:ln>
              </p:spPr>
              <p:txBody>
                <a:bodyPr wrap="none" lIns="0" tIns="0" rIns="0" bIns="0">
                  <a:spAutoFit/>
                </a:bodyPr>
                <a:lstStyle/>
                <a:p>
                  <a:pPr algn="l"/>
                  <a:r>
                    <a:rPr lang="en-US" altLang="zh-CN" sz="2500" i="1">
                      <a:solidFill>
                        <a:srgbClr val="000000"/>
                      </a:solidFill>
                      <a:latin typeface="Times New Roman" panose="02020603050405020304" pitchFamily="18" charset="0"/>
                    </a:rPr>
                    <a:t>s</a:t>
                  </a:r>
                  <a:endParaRPr lang="en-US" altLang="zh-CN">
                    <a:solidFill>
                      <a:schemeClr val="tx1"/>
                    </a:solidFill>
                    <a:latin typeface="Times New Roman" panose="02020603050405020304" pitchFamily="18" charset="0"/>
                  </a:endParaRPr>
                </a:p>
              </p:txBody>
            </p:sp>
            <p:sp>
              <p:nvSpPr>
                <p:cNvPr id="114727" name="矩形 114726"/>
                <p:cNvSpPr/>
                <p:nvPr/>
              </p:nvSpPr>
              <p:spPr>
                <a:xfrm>
                  <a:off x="3179" y="1274"/>
                  <a:ext cx="64" cy="156"/>
                </a:xfrm>
                <a:prstGeom prst="rect">
                  <a:avLst/>
                </a:prstGeom>
                <a:noFill/>
                <a:ln w="9525">
                  <a:noFill/>
                </a:ln>
              </p:spPr>
              <p:txBody>
                <a:bodyPr wrap="none" lIns="0" tIns="0" rIns="0" bIns="0">
                  <a:spAutoFit/>
                </a:bodyPr>
                <a:lstStyle/>
                <a:p>
                  <a:pPr algn="l"/>
                  <a:r>
                    <a:rPr lang="en-US" altLang="zh-CN" sz="1600" b="1">
                      <a:solidFill>
                        <a:srgbClr val="000000"/>
                      </a:solidFill>
                      <a:latin typeface="Times New Roman" panose="02020603050405020304" pitchFamily="18" charset="0"/>
                    </a:rPr>
                    <a:t>3</a:t>
                  </a:r>
                  <a:endParaRPr lang="en-US" altLang="zh-CN">
                    <a:solidFill>
                      <a:schemeClr val="tx1"/>
                    </a:solidFill>
                    <a:latin typeface="Times New Roman" panose="02020603050405020304" pitchFamily="18" charset="0"/>
                  </a:endParaRPr>
                </a:p>
              </p:txBody>
            </p:sp>
            <p:sp>
              <p:nvSpPr>
                <p:cNvPr id="114728" name="矩形 114727"/>
                <p:cNvSpPr/>
                <p:nvPr/>
              </p:nvSpPr>
              <p:spPr>
                <a:xfrm>
                  <a:off x="3042" y="1298"/>
                  <a:ext cx="100" cy="244"/>
                </a:xfrm>
                <a:prstGeom prst="rect">
                  <a:avLst/>
                </a:prstGeom>
                <a:noFill/>
                <a:ln w="9525">
                  <a:noFill/>
                </a:ln>
              </p:spPr>
              <p:txBody>
                <a:bodyPr wrap="none" lIns="0" tIns="0" rIns="0" bIns="0">
                  <a:spAutoFit/>
                </a:bodyPr>
                <a:lstStyle/>
                <a:p>
                  <a:pPr algn="l"/>
                  <a:r>
                    <a:rPr lang="en-US" altLang="zh-CN" sz="2500" b="1">
                      <a:solidFill>
                        <a:srgbClr val="000000"/>
                      </a:solidFill>
                      <a:latin typeface="Times New Roman" panose="02020603050405020304" pitchFamily="18" charset="0"/>
                    </a:rPr>
                    <a:t>2</a:t>
                  </a:r>
                  <a:endParaRPr lang="en-US" altLang="zh-CN">
                    <a:solidFill>
                      <a:schemeClr val="tx1"/>
                    </a:solidFill>
                    <a:latin typeface="Times New Roman" panose="02020603050405020304" pitchFamily="18" charset="0"/>
                  </a:endParaRPr>
                </a:p>
              </p:txBody>
            </p:sp>
          </p:grpSp>
          <p:sp>
            <p:nvSpPr>
              <p:cNvPr id="114729" name="矩形 114728"/>
              <p:cNvSpPr/>
              <p:nvPr/>
            </p:nvSpPr>
            <p:spPr>
              <a:xfrm>
                <a:off x="2256" y="3343"/>
                <a:ext cx="1344" cy="24"/>
              </a:xfrm>
              <a:prstGeom prst="rect">
                <a:avLst/>
              </a:prstGeom>
              <a:solidFill>
                <a:srgbClr val="000000"/>
              </a:solidFill>
              <a:ln w="9525">
                <a:noFill/>
              </a:ln>
            </p:spPr>
            <p:txBody>
              <a:bodyPr/>
              <a:lstStyle/>
              <a:p>
                <a:endParaRPr lang="zh-CN" altLang="en-US"/>
              </a:p>
            </p:txBody>
          </p:sp>
          <p:sp>
            <p:nvSpPr>
              <p:cNvPr id="114730" name="矩形 114729"/>
              <p:cNvSpPr/>
              <p:nvPr/>
            </p:nvSpPr>
            <p:spPr>
              <a:xfrm>
                <a:off x="2688" y="1423"/>
                <a:ext cx="912" cy="24"/>
              </a:xfrm>
              <a:prstGeom prst="rect">
                <a:avLst/>
              </a:prstGeom>
              <a:solidFill>
                <a:srgbClr val="000000"/>
              </a:solidFill>
              <a:ln w="9525">
                <a:noFill/>
              </a:ln>
            </p:spPr>
            <p:txBody>
              <a:bodyPr/>
              <a:lstStyle/>
              <a:p>
                <a:endParaRPr lang="zh-CN" altLang="en-US"/>
              </a:p>
            </p:txBody>
          </p:sp>
          <p:sp>
            <p:nvSpPr>
              <p:cNvPr id="114731" name="矩形 114730"/>
              <p:cNvSpPr/>
              <p:nvPr/>
            </p:nvSpPr>
            <p:spPr>
              <a:xfrm>
                <a:off x="2688" y="1087"/>
                <a:ext cx="912" cy="24"/>
              </a:xfrm>
              <a:prstGeom prst="rect">
                <a:avLst/>
              </a:prstGeom>
              <a:solidFill>
                <a:srgbClr val="000000"/>
              </a:solidFill>
              <a:ln w="9525">
                <a:noFill/>
              </a:ln>
            </p:spPr>
            <p:txBody>
              <a:bodyPr/>
              <a:lstStyle/>
              <a:p>
                <a:endParaRPr lang="zh-CN" altLang="en-US"/>
              </a:p>
            </p:txBody>
          </p:sp>
          <p:sp>
            <p:nvSpPr>
              <p:cNvPr id="114732" name="矩形 114731"/>
              <p:cNvSpPr/>
              <p:nvPr/>
            </p:nvSpPr>
            <p:spPr>
              <a:xfrm>
                <a:off x="3322" y="3108"/>
                <a:ext cx="176" cy="174"/>
              </a:xfrm>
              <a:prstGeom prst="rect">
                <a:avLst/>
              </a:prstGeom>
              <a:noFill/>
              <a:ln w="9525">
                <a:noFill/>
              </a:ln>
            </p:spPr>
            <p:txBody>
              <a:bodyPr wrap="none" lIns="0" tIns="0" rIns="0" bIns="0">
                <a:spAutoFit/>
              </a:bodyPr>
              <a:lstStyle/>
              <a:p>
                <a:pPr algn="l"/>
                <a:r>
                  <a:rPr lang="en-US" altLang="zh-CN" b="1">
                    <a:solidFill>
                      <a:srgbClr val="000000"/>
                    </a:solidFill>
                    <a:latin typeface="Times New Roman" panose="02020603050405020304" pitchFamily="18" charset="0"/>
                  </a:rPr>
                  <a:t>He</a:t>
                </a:r>
                <a:endParaRPr lang="en-US" altLang="zh-CN">
                  <a:solidFill>
                    <a:schemeClr val="tx1"/>
                  </a:solidFill>
                  <a:latin typeface="Times New Roman" panose="02020603050405020304" pitchFamily="18" charset="0"/>
                </a:endParaRPr>
              </a:p>
            </p:txBody>
          </p:sp>
        </p:grpSp>
        <p:grpSp>
          <p:nvGrpSpPr>
            <p:cNvPr id="114733" name="组合 114732"/>
            <p:cNvGrpSpPr/>
            <p:nvPr/>
          </p:nvGrpSpPr>
          <p:grpSpPr>
            <a:xfrm>
              <a:off x="5088" y="1008"/>
              <a:ext cx="432" cy="772"/>
              <a:chOff x="5088" y="1008"/>
              <a:chExt cx="432" cy="772"/>
            </a:xfrm>
          </p:grpSpPr>
          <p:grpSp>
            <p:nvGrpSpPr>
              <p:cNvPr id="114734" name="组合 114733"/>
              <p:cNvGrpSpPr/>
              <p:nvPr/>
            </p:nvGrpSpPr>
            <p:grpSpPr>
              <a:xfrm>
                <a:off x="5211" y="1440"/>
                <a:ext cx="224" cy="174"/>
                <a:chOff x="5059" y="1527"/>
                <a:chExt cx="224" cy="174"/>
              </a:xfrm>
            </p:grpSpPr>
            <p:sp>
              <p:nvSpPr>
                <p:cNvPr id="114735" name="矩形 114734"/>
                <p:cNvSpPr/>
                <p:nvPr/>
              </p:nvSpPr>
              <p:spPr>
                <a:xfrm>
                  <a:off x="5211" y="1527"/>
                  <a:ext cx="72" cy="174"/>
                </a:xfrm>
                <a:prstGeom prst="rect">
                  <a:avLst/>
                </a:prstGeom>
                <a:noFill/>
                <a:ln w="9525">
                  <a:noFill/>
                </a:ln>
              </p:spPr>
              <p:txBody>
                <a:bodyPr wrap="none" lIns="0" tIns="0" rIns="0" bIns="0">
                  <a:spAutoFit/>
                </a:bodyPr>
                <a:lstStyle/>
                <a:p>
                  <a:pPr algn="l"/>
                  <a:r>
                    <a:rPr lang="en-US" altLang="zh-CN" i="1">
                      <a:solidFill>
                        <a:srgbClr val="000000"/>
                      </a:solidFill>
                      <a:latin typeface="Times New Roman" panose="02020603050405020304" pitchFamily="18" charset="0"/>
                    </a:rPr>
                    <a:t>p</a:t>
                  </a:r>
                  <a:endParaRPr lang="en-US" altLang="zh-CN">
                    <a:solidFill>
                      <a:schemeClr val="tx1"/>
                    </a:solidFill>
                    <a:latin typeface="Times New Roman" panose="02020603050405020304" pitchFamily="18" charset="0"/>
                  </a:endParaRPr>
                </a:p>
              </p:txBody>
            </p:sp>
            <p:sp>
              <p:nvSpPr>
                <p:cNvPr id="114736" name="矩形 114735"/>
                <p:cNvSpPr/>
                <p:nvPr/>
              </p:nvSpPr>
              <p:spPr>
                <a:xfrm>
                  <a:off x="5059" y="1527"/>
                  <a:ext cx="65" cy="174"/>
                </a:xfrm>
                <a:prstGeom prst="rect">
                  <a:avLst/>
                </a:prstGeom>
                <a:noFill/>
                <a:ln w="9525">
                  <a:noFill/>
                </a:ln>
              </p:spPr>
              <p:txBody>
                <a:bodyPr wrap="none" lIns="0" tIns="0" rIns="0" bIns="0">
                  <a:spAutoFit/>
                </a:bodyPr>
                <a:lstStyle/>
                <a:p>
                  <a:pPr algn="l"/>
                  <a:r>
                    <a:rPr lang="en-US" altLang="zh-CN" b="1">
                      <a:solidFill>
                        <a:srgbClr val="000000"/>
                      </a:solidFill>
                      <a:latin typeface="Times New Roman" panose="02020603050405020304" pitchFamily="18" charset="0"/>
                    </a:rPr>
                    <a:t>2</a:t>
                  </a:r>
                  <a:endParaRPr lang="en-US" altLang="zh-CN">
                    <a:solidFill>
                      <a:schemeClr val="tx1"/>
                    </a:solidFill>
                    <a:latin typeface="Times New Roman" panose="02020603050405020304" pitchFamily="18" charset="0"/>
                  </a:endParaRPr>
                </a:p>
              </p:txBody>
            </p:sp>
          </p:grpSp>
          <p:grpSp>
            <p:nvGrpSpPr>
              <p:cNvPr id="114737" name="组合 114736"/>
              <p:cNvGrpSpPr/>
              <p:nvPr/>
            </p:nvGrpSpPr>
            <p:grpSpPr>
              <a:xfrm>
                <a:off x="5163" y="1008"/>
                <a:ext cx="224" cy="174"/>
                <a:chOff x="5011" y="1095"/>
                <a:chExt cx="224" cy="174"/>
              </a:xfrm>
            </p:grpSpPr>
            <p:sp>
              <p:nvSpPr>
                <p:cNvPr id="114738" name="矩形 114737"/>
                <p:cNvSpPr/>
                <p:nvPr/>
              </p:nvSpPr>
              <p:spPr>
                <a:xfrm>
                  <a:off x="5163" y="1095"/>
                  <a:ext cx="72" cy="174"/>
                </a:xfrm>
                <a:prstGeom prst="rect">
                  <a:avLst/>
                </a:prstGeom>
                <a:noFill/>
                <a:ln w="9525">
                  <a:noFill/>
                </a:ln>
              </p:spPr>
              <p:txBody>
                <a:bodyPr wrap="none" lIns="0" tIns="0" rIns="0" bIns="0">
                  <a:spAutoFit/>
                </a:bodyPr>
                <a:lstStyle/>
                <a:p>
                  <a:pPr algn="l"/>
                  <a:r>
                    <a:rPr lang="en-US" altLang="zh-CN" i="1">
                      <a:solidFill>
                        <a:srgbClr val="000000"/>
                      </a:solidFill>
                      <a:latin typeface="Times New Roman" panose="02020603050405020304" pitchFamily="18" charset="0"/>
                    </a:rPr>
                    <a:t>p</a:t>
                  </a:r>
                  <a:endParaRPr lang="en-US" altLang="zh-CN">
                    <a:solidFill>
                      <a:schemeClr val="tx1"/>
                    </a:solidFill>
                    <a:latin typeface="Times New Roman" panose="02020603050405020304" pitchFamily="18" charset="0"/>
                  </a:endParaRPr>
                </a:p>
              </p:txBody>
            </p:sp>
            <p:sp>
              <p:nvSpPr>
                <p:cNvPr id="114739" name="矩形 114738"/>
                <p:cNvSpPr/>
                <p:nvPr/>
              </p:nvSpPr>
              <p:spPr>
                <a:xfrm>
                  <a:off x="5011" y="1095"/>
                  <a:ext cx="65" cy="174"/>
                </a:xfrm>
                <a:prstGeom prst="rect">
                  <a:avLst/>
                </a:prstGeom>
                <a:noFill/>
                <a:ln w="9525">
                  <a:noFill/>
                </a:ln>
              </p:spPr>
              <p:txBody>
                <a:bodyPr wrap="none" lIns="0" tIns="0" rIns="0" bIns="0">
                  <a:spAutoFit/>
                </a:bodyPr>
                <a:lstStyle/>
                <a:p>
                  <a:pPr algn="l"/>
                  <a:r>
                    <a:rPr lang="en-US" altLang="zh-CN" b="1" i="1">
                      <a:solidFill>
                        <a:srgbClr val="000000"/>
                      </a:solidFill>
                      <a:latin typeface="Times New Roman" panose="02020603050405020304" pitchFamily="18" charset="0"/>
                    </a:rPr>
                    <a:t>3</a:t>
                  </a:r>
                  <a:endParaRPr lang="en-US" altLang="zh-CN">
                    <a:solidFill>
                      <a:schemeClr val="tx1"/>
                    </a:solidFill>
                    <a:latin typeface="Times New Roman" panose="02020603050405020304" pitchFamily="18" charset="0"/>
                  </a:endParaRPr>
                </a:p>
              </p:txBody>
            </p:sp>
          </p:grpSp>
          <p:sp>
            <p:nvSpPr>
              <p:cNvPr id="114740" name="矩形 114739"/>
              <p:cNvSpPr/>
              <p:nvPr/>
            </p:nvSpPr>
            <p:spPr>
              <a:xfrm>
                <a:off x="5088" y="1762"/>
                <a:ext cx="432" cy="18"/>
              </a:xfrm>
              <a:prstGeom prst="rect">
                <a:avLst/>
              </a:prstGeom>
              <a:solidFill>
                <a:srgbClr val="000000"/>
              </a:solidFill>
              <a:ln w="9525">
                <a:noFill/>
              </a:ln>
            </p:spPr>
            <p:txBody>
              <a:bodyPr/>
              <a:lstStyle/>
              <a:p>
                <a:endParaRPr lang="zh-CN" altLang="en-US"/>
              </a:p>
            </p:txBody>
          </p:sp>
          <p:sp>
            <p:nvSpPr>
              <p:cNvPr id="114741" name="矩形 114740"/>
              <p:cNvSpPr/>
              <p:nvPr/>
            </p:nvSpPr>
            <p:spPr>
              <a:xfrm>
                <a:off x="5136" y="1234"/>
                <a:ext cx="384" cy="18"/>
              </a:xfrm>
              <a:prstGeom prst="rect">
                <a:avLst/>
              </a:prstGeom>
              <a:solidFill>
                <a:srgbClr val="000000"/>
              </a:solidFill>
              <a:ln w="9525">
                <a:noFill/>
              </a:ln>
            </p:spPr>
            <p:txBody>
              <a:bodyPr/>
              <a:lstStyle/>
              <a:p>
                <a:endParaRPr lang="zh-CN" altLang="en-US"/>
              </a:p>
            </p:txBody>
          </p:sp>
        </p:grpSp>
      </p:grpSp>
      <p:sp>
        <p:nvSpPr>
          <p:cNvPr id="114742" name="矩形 114741"/>
          <p:cNvSpPr/>
          <p:nvPr/>
        </p:nvSpPr>
        <p:spPr>
          <a:xfrm>
            <a:off x="5867400" y="3463925"/>
            <a:ext cx="550863" cy="1601788"/>
          </a:xfrm>
          <a:prstGeom prst="rect">
            <a:avLst/>
          </a:prstGeom>
          <a:noFill/>
          <a:ln w="9525">
            <a:noFill/>
          </a:ln>
        </p:spPr>
        <p:txBody>
          <a:bodyPr/>
          <a:lstStyle/>
          <a:p>
            <a:endParaRPr lang="zh-CN" altLang="en-US"/>
          </a:p>
        </p:txBody>
      </p:sp>
      <p:sp>
        <p:nvSpPr>
          <p:cNvPr id="114743" name="矩形 114742"/>
          <p:cNvSpPr/>
          <p:nvPr/>
        </p:nvSpPr>
        <p:spPr>
          <a:xfrm>
            <a:off x="7848600" y="3540125"/>
            <a:ext cx="306388" cy="1493838"/>
          </a:xfrm>
          <a:prstGeom prst="rect">
            <a:avLst/>
          </a:prstGeom>
          <a:noFill/>
          <a:ln w="9525">
            <a:noFill/>
          </a:ln>
        </p:spPr>
        <p:txBody>
          <a:bodyPr/>
          <a:lstStyle/>
          <a:p>
            <a:endParaRPr lang="zh-CN" altLang="en-US"/>
          </a:p>
        </p:txBody>
      </p:sp>
      <p:grpSp>
        <p:nvGrpSpPr>
          <p:cNvPr id="114744" name="组合 114743"/>
          <p:cNvGrpSpPr/>
          <p:nvPr/>
        </p:nvGrpSpPr>
        <p:grpSpPr>
          <a:xfrm>
            <a:off x="5942013" y="2473325"/>
            <a:ext cx="2227263" cy="3589338"/>
            <a:chOff x="2687" y="1099"/>
            <a:chExt cx="1403" cy="2261"/>
          </a:xfrm>
        </p:grpSpPr>
        <p:sp>
          <p:nvSpPr>
            <p:cNvPr id="114745" name="矩形 114744"/>
            <p:cNvSpPr/>
            <p:nvPr/>
          </p:nvSpPr>
          <p:spPr>
            <a:xfrm>
              <a:off x="3946" y="2244"/>
              <a:ext cx="144" cy="174"/>
            </a:xfrm>
            <a:prstGeom prst="rect">
              <a:avLst/>
            </a:prstGeom>
            <a:noFill/>
            <a:ln w="9525">
              <a:noFill/>
            </a:ln>
          </p:spPr>
          <p:txBody>
            <a:bodyPr wrap="none" lIns="0" tIns="0" rIns="0" bIns="0">
              <a:spAutoFit/>
            </a:bodyPr>
            <a:lstStyle/>
            <a:p>
              <a:pPr algn="l"/>
              <a:r>
                <a:rPr lang="zh-CN" altLang="en-US" sz="18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撞</a:t>
              </a:r>
              <a:endParaRPr lang="zh-CN" altLang="en-US" dirty="0">
                <a:solidFill>
                  <a:schemeClr val="tx1"/>
                </a:solidFill>
                <a:effectLst>
                  <a:outerShdw blurRad="38100" dist="38100" dir="2700000">
                    <a:srgbClr val="C0C0C0"/>
                  </a:outerShdw>
                </a:effectLst>
                <a:latin typeface="Times New Roman" panose="02020603050405020304" pitchFamily="18" charset="0"/>
              </a:endParaRPr>
            </a:p>
          </p:txBody>
        </p:sp>
        <p:grpSp>
          <p:nvGrpSpPr>
            <p:cNvPr id="114746" name="组合 114745"/>
            <p:cNvGrpSpPr/>
            <p:nvPr/>
          </p:nvGrpSpPr>
          <p:grpSpPr>
            <a:xfrm>
              <a:off x="2687" y="1099"/>
              <a:ext cx="1403" cy="2261"/>
              <a:chOff x="2687" y="1099"/>
              <a:chExt cx="1403" cy="2261"/>
            </a:xfrm>
          </p:grpSpPr>
          <p:grpSp>
            <p:nvGrpSpPr>
              <p:cNvPr id="114747" name="组合 114746"/>
              <p:cNvGrpSpPr/>
              <p:nvPr/>
            </p:nvGrpSpPr>
            <p:grpSpPr>
              <a:xfrm>
                <a:off x="2687" y="1104"/>
                <a:ext cx="174" cy="2256"/>
                <a:chOff x="2691" y="1099"/>
                <a:chExt cx="174" cy="2256"/>
              </a:xfrm>
            </p:grpSpPr>
            <p:grpSp>
              <p:nvGrpSpPr>
                <p:cNvPr id="114748" name="组合 114747"/>
                <p:cNvGrpSpPr/>
                <p:nvPr/>
              </p:nvGrpSpPr>
              <p:grpSpPr>
                <a:xfrm>
                  <a:off x="2707" y="1099"/>
                  <a:ext cx="107" cy="672"/>
                  <a:chOff x="2579" y="1186"/>
                  <a:chExt cx="107" cy="672"/>
                </a:xfrm>
              </p:grpSpPr>
              <p:sp>
                <p:nvSpPr>
                  <p:cNvPr id="114749" name="矩形 114748"/>
                  <p:cNvSpPr/>
                  <p:nvPr/>
                </p:nvSpPr>
                <p:spPr>
                  <a:xfrm>
                    <a:off x="2620" y="1762"/>
                    <a:ext cx="24" cy="96"/>
                  </a:xfrm>
                  <a:prstGeom prst="rect">
                    <a:avLst/>
                  </a:prstGeom>
                  <a:solidFill>
                    <a:srgbClr val="000000"/>
                  </a:solidFill>
                  <a:ln w="9525">
                    <a:noFill/>
                  </a:ln>
                </p:spPr>
                <p:txBody>
                  <a:bodyPr/>
                  <a:lstStyle/>
                  <a:p>
                    <a:endParaRPr lang="zh-CN" altLang="en-US"/>
                  </a:p>
                </p:txBody>
              </p:sp>
              <p:sp>
                <p:nvSpPr>
                  <p:cNvPr id="114750" name="矩形 114749"/>
                  <p:cNvSpPr/>
                  <p:nvPr/>
                </p:nvSpPr>
                <p:spPr>
                  <a:xfrm>
                    <a:off x="2620" y="1594"/>
                    <a:ext cx="24" cy="96"/>
                  </a:xfrm>
                  <a:prstGeom prst="rect">
                    <a:avLst/>
                  </a:prstGeom>
                  <a:solidFill>
                    <a:srgbClr val="000000"/>
                  </a:solidFill>
                  <a:ln w="9525">
                    <a:noFill/>
                  </a:ln>
                </p:spPr>
                <p:txBody>
                  <a:bodyPr/>
                  <a:lstStyle/>
                  <a:p>
                    <a:endParaRPr lang="zh-CN" altLang="en-US"/>
                  </a:p>
                </p:txBody>
              </p:sp>
              <p:sp>
                <p:nvSpPr>
                  <p:cNvPr id="114751" name="矩形 114750"/>
                  <p:cNvSpPr/>
                  <p:nvPr/>
                </p:nvSpPr>
                <p:spPr>
                  <a:xfrm>
                    <a:off x="2620" y="1426"/>
                    <a:ext cx="24" cy="96"/>
                  </a:xfrm>
                  <a:prstGeom prst="rect">
                    <a:avLst/>
                  </a:prstGeom>
                  <a:solidFill>
                    <a:srgbClr val="000000"/>
                  </a:solidFill>
                  <a:ln w="9525">
                    <a:noFill/>
                  </a:ln>
                </p:spPr>
                <p:txBody>
                  <a:bodyPr/>
                  <a:lstStyle/>
                  <a:p>
                    <a:endParaRPr lang="zh-CN" altLang="en-US"/>
                  </a:p>
                </p:txBody>
              </p:sp>
              <p:sp>
                <p:nvSpPr>
                  <p:cNvPr id="114752" name="矩形 114751"/>
                  <p:cNvSpPr/>
                  <p:nvPr/>
                </p:nvSpPr>
                <p:spPr>
                  <a:xfrm>
                    <a:off x="2620" y="1291"/>
                    <a:ext cx="24" cy="63"/>
                  </a:xfrm>
                  <a:prstGeom prst="rect">
                    <a:avLst/>
                  </a:prstGeom>
                  <a:solidFill>
                    <a:srgbClr val="000000"/>
                  </a:solidFill>
                  <a:ln w="9525">
                    <a:noFill/>
                  </a:ln>
                </p:spPr>
                <p:txBody>
                  <a:bodyPr/>
                  <a:lstStyle/>
                  <a:p>
                    <a:endParaRPr lang="zh-CN" altLang="en-US"/>
                  </a:p>
                </p:txBody>
              </p:sp>
              <p:sp>
                <p:nvSpPr>
                  <p:cNvPr id="114753" name="任意多边形 114752"/>
                  <p:cNvSpPr/>
                  <p:nvPr/>
                </p:nvSpPr>
                <p:spPr>
                  <a:xfrm>
                    <a:off x="2579" y="1186"/>
                    <a:ext cx="107" cy="107"/>
                  </a:xfrm>
                  <a:custGeom>
                    <a:avLst/>
                    <a:gdLst/>
                    <a:ahLst/>
                    <a:cxnLst/>
                    <a:rect l="0" t="0" r="0" b="0"/>
                    <a:pathLst>
                      <a:path w="107" h="107">
                        <a:moveTo>
                          <a:pt x="107" y="107"/>
                        </a:moveTo>
                        <a:lnTo>
                          <a:pt x="53" y="0"/>
                        </a:lnTo>
                        <a:lnTo>
                          <a:pt x="0" y="107"/>
                        </a:lnTo>
                        <a:lnTo>
                          <a:pt x="107" y="107"/>
                        </a:lnTo>
                        <a:close/>
                      </a:path>
                    </a:pathLst>
                  </a:custGeom>
                  <a:solidFill>
                    <a:srgbClr val="000000"/>
                  </a:solidFill>
                  <a:ln w="9525">
                    <a:noFill/>
                  </a:ln>
                </p:spPr>
                <p:txBody>
                  <a:bodyPr/>
                  <a:lstStyle/>
                  <a:p>
                    <a:endParaRPr lang="zh-CN" altLang="en-US"/>
                  </a:p>
                </p:txBody>
              </p:sp>
            </p:grpSp>
            <p:grpSp>
              <p:nvGrpSpPr>
                <p:cNvPr id="114754" name="组合 114753"/>
                <p:cNvGrpSpPr/>
                <p:nvPr/>
              </p:nvGrpSpPr>
              <p:grpSpPr>
                <a:xfrm>
                  <a:off x="2730" y="2683"/>
                  <a:ext cx="107" cy="672"/>
                  <a:chOff x="2578" y="2770"/>
                  <a:chExt cx="107" cy="672"/>
                </a:xfrm>
              </p:grpSpPr>
              <p:sp>
                <p:nvSpPr>
                  <p:cNvPr id="114755" name="矩形 114754"/>
                  <p:cNvSpPr/>
                  <p:nvPr/>
                </p:nvSpPr>
                <p:spPr>
                  <a:xfrm>
                    <a:off x="2620" y="2770"/>
                    <a:ext cx="24" cy="96"/>
                  </a:xfrm>
                  <a:prstGeom prst="rect">
                    <a:avLst/>
                  </a:prstGeom>
                  <a:solidFill>
                    <a:srgbClr val="000000"/>
                  </a:solidFill>
                  <a:ln w="9525">
                    <a:noFill/>
                  </a:ln>
                </p:spPr>
                <p:txBody>
                  <a:bodyPr/>
                  <a:lstStyle/>
                  <a:p>
                    <a:endParaRPr lang="zh-CN" altLang="en-US"/>
                  </a:p>
                </p:txBody>
              </p:sp>
              <p:sp>
                <p:nvSpPr>
                  <p:cNvPr id="114756" name="矩形 114755"/>
                  <p:cNvSpPr/>
                  <p:nvPr/>
                </p:nvSpPr>
                <p:spPr>
                  <a:xfrm>
                    <a:off x="2620" y="2938"/>
                    <a:ext cx="24" cy="96"/>
                  </a:xfrm>
                  <a:prstGeom prst="rect">
                    <a:avLst/>
                  </a:prstGeom>
                  <a:solidFill>
                    <a:srgbClr val="000000"/>
                  </a:solidFill>
                  <a:ln w="9525">
                    <a:noFill/>
                  </a:ln>
                </p:spPr>
                <p:txBody>
                  <a:bodyPr/>
                  <a:lstStyle/>
                  <a:p>
                    <a:endParaRPr lang="zh-CN" altLang="en-US"/>
                  </a:p>
                </p:txBody>
              </p:sp>
              <p:sp>
                <p:nvSpPr>
                  <p:cNvPr id="114757" name="矩形 114756"/>
                  <p:cNvSpPr/>
                  <p:nvPr/>
                </p:nvSpPr>
                <p:spPr>
                  <a:xfrm>
                    <a:off x="2620" y="3106"/>
                    <a:ext cx="24" cy="96"/>
                  </a:xfrm>
                  <a:prstGeom prst="rect">
                    <a:avLst/>
                  </a:prstGeom>
                  <a:solidFill>
                    <a:srgbClr val="000000"/>
                  </a:solidFill>
                  <a:ln w="9525">
                    <a:noFill/>
                  </a:ln>
                </p:spPr>
                <p:txBody>
                  <a:bodyPr/>
                  <a:lstStyle/>
                  <a:p>
                    <a:endParaRPr lang="zh-CN" altLang="en-US"/>
                  </a:p>
                </p:txBody>
              </p:sp>
              <p:sp>
                <p:nvSpPr>
                  <p:cNvPr id="114758" name="矩形 114757"/>
                  <p:cNvSpPr/>
                  <p:nvPr/>
                </p:nvSpPr>
                <p:spPr>
                  <a:xfrm>
                    <a:off x="2620" y="3274"/>
                    <a:ext cx="24" cy="63"/>
                  </a:xfrm>
                  <a:prstGeom prst="rect">
                    <a:avLst/>
                  </a:prstGeom>
                  <a:solidFill>
                    <a:srgbClr val="000000"/>
                  </a:solidFill>
                  <a:ln w="9525">
                    <a:noFill/>
                  </a:ln>
                </p:spPr>
                <p:txBody>
                  <a:bodyPr/>
                  <a:lstStyle/>
                  <a:p>
                    <a:endParaRPr lang="zh-CN" altLang="en-US"/>
                  </a:p>
                </p:txBody>
              </p:sp>
              <p:sp>
                <p:nvSpPr>
                  <p:cNvPr id="114759" name="任意多边形 114758"/>
                  <p:cNvSpPr/>
                  <p:nvPr/>
                </p:nvSpPr>
                <p:spPr>
                  <a:xfrm>
                    <a:off x="2578" y="3335"/>
                    <a:ext cx="107" cy="107"/>
                  </a:xfrm>
                  <a:custGeom>
                    <a:avLst/>
                    <a:gdLst/>
                    <a:ahLst/>
                    <a:cxnLst/>
                    <a:rect l="0" t="0" r="0" b="0"/>
                    <a:pathLst>
                      <a:path w="107" h="107">
                        <a:moveTo>
                          <a:pt x="0" y="0"/>
                        </a:moveTo>
                        <a:lnTo>
                          <a:pt x="54" y="107"/>
                        </a:lnTo>
                        <a:lnTo>
                          <a:pt x="107" y="0"/>
                        </a:lnTo>
                        <a:lnTo>
                          <a:pt x="0" y="0"/>
                        </a:lnTo>
                        <a:close/>
                      </a:path>
                    </a:pathLst>
                  </a:custGeom>
                  <a:solidFill>
                    <a:srgbClr val="000000"/>
                  </a:solidFill>
                  <a:ln w="9525">
                    <a:noFill/>
                  </a:ln>
                </p:spPr>
                <p:txBody>
                  <a:bodyPr/>
                  <a:lstStyle/>
                  <a:p>
                    <a:endParaRPr lang="zh-CN" altLang="en-US"/>
                  </a:p>
                </p:txBody>
              </p:sp>
            </p:grpSp>
            <p:sp>
              <p:nvSpPr>
                <p:cNvPr id="114760" name="矩形 114759"/>
                <p:cNvSpPr/>
                <p:nvPr/>
              </p:nvSpPr>
              <p:spPr>
                <a:xfrm rot="5400000">
                  <a:off x="2346" y="2143"/>
                  <a:ext cx="864" cy="174"/>
                </a:xfrm>
                <a:prstGeom prst="rect">
                  <a:avLst/>
                </a:prstGeom>
                <a:noFill/>
                <a:ln w="9525">
                  <a:noFill/>
                </a:ln>
              </p:spPr>
              <p:txBody>
                <a:bodyPr rot="0" wrap="none" lIns="0" tIns="0" rIns="0" bIns="0">
                  <a:spAutoFit/>
                </a:bodyPr>
                <a:lstStyle/>
                <a:p>
                  <a:pPr algn="l"/>
                  <a:r>
                    <a:rPr lang="zh-CN" altLang="en-US" sz="18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电子碰撞激发</a:t>
                  </a:r>
                  <a:endParaRPr lang="zh-CN" altLang="en-US" dirty="0">
                    <a:solidFill>
                      <a:schemeClr val="tx1"/>
                    </a:solidFill>
                    <a:effectLst>
                      <a:outerShdw blurRad="38100" dist="38100" dir="2700000">
                        <a:srgbClr val="C0C0C0"/>
                      </a:outerShdw>
                    </a:effectLst>
                    <a:latin typeface="Times New Roman" panose="02020603050405020304" pitchFamily="18" charset="0"/>
                  </a:endParaRPr>
                </a:p>
              </p:txBody>
            </p:sp>
          </p:grpSp>
          <p:grpSp>
            <p:nvGrpSpPr>
              <p:cNvPr id="114761" name="组合 114760"/>
              <p:cNvGrpSpPr/>
              <p:nvPr/>
            </p:nvGrpSpPr>
            <p:grpSpPr>
              <a:xfrm>
                <a:off x="3946" y="1099"/>
                <a:ext cx="144" cy="2256"/>
                <a:chOff x="3946" y="1099"/>
                <a:chExt cx="144" cy="2256"/>
              </a:xfrm>
            </p:grpSpPr>
            <p:grpSp>
              <p:nvGrpSpPr>
                <p:cNvPr id="114762" name="组合 114761"/>
                <p:cNvGrpSpPr/>
                <p:nvPr/>
              </p:nvGrpSpPr>
              <p:grpSpPr>
                <a:xfrm>
                  <a:off x="3979" y="1099"/>
                  <a:ext cx="107" cy="672"/>
                  <a:chOff x="3827" y="1186"/>
                  <a:chExt cx="107" cy="672"/>
                </a:xfrm>
              </p:grpSpPr>
              <p:sp>
                <p:nvSpPr>
                  <p:cNvPr id="114763" name="矩形 114762"/>
                  <p:cNvSpPr/>
                  <p:nvPr/>
                </p:nvSpPr>
                <p:spPr>
                  <a:xfrm>
                    <a:off x="3868" y="1762"/>
                    <a:ext cx="24" cy="96"/>
                  </a:xfrm>
                  <a:prstGeom prst="rect">
                    <a:avLst/>
                  </a:prstGeom>
                  <a:solidFill>
                    <a:srgbClr val="000000"/>
                  </a:solidFill>
                  <a:ln w="9525">
                    <a:noFill/>
                  </a:ln>
                </p:spPr>
                <p:txBody>
                  <a:bodyPr/>
                  <a:lstStyle/>
                  <a:p>
                    <a:endParaRPr lang="zh-CN" altLang="en-US"/>
                  </a:p>
                </p:txBody>
              </p:sp>
              <p:sp>
                <p:nvSpPr>
                  <p:cNvPr id="114764" name="矩形 114763"/>
                  <p:cNvSpPr/>
                  <p:nvPr/>
                </p:nvSpPr>
                <p:spPr>
                  <a:xfrm>
                    <a:off x="3868" y="1594"/>
                    <a:ext cx="24" cy="96"/>
                  </a:xfrm>
                  <a:prstGeom prst="rect">
                    <a:avLst/>
                  </a:prstGeom>
                  <a:solidFill>
                    <a:srgbClr val="000000"/>
                  </a:solidFill>
                  <a:ln w="9525">
                    <a:noFill/>
                  </a:ln>
                </p:spPr>
                <p:txBody>
                  <a:bodyPr/>
                  <a:lstStyle/>
                  <a:p>
                    <a:endParaRPr lang="zh-CN" altLang="en-US"/>
                  </a:p>
                </p:txBody>
              </p:sp>
              <p:sp>
                <p:nvSpPr>
                  <p:cNvPr id="114765" name="矩形 114764"/>
                  <p:cNvSpPr/>
                  <p:nvPr/>
                </p:nvSpPr>
                <p:spPr>
                  <a:xfrm>
                    <a:off x="3868" y="1426"/>
                    <a:ext cx="24" cy="96"/>
                  </a:xfrm>
                  <a:prstGeom prst="rect">
                    <a:avLst/>
                  </a:prstGeom>
                  <a:solidFill>
                    <a:srgbClr val="000000"/>
                  </a:solidFill>
                  <a:ln w="9525">
                    <a:noFill/>
                  </a:ln>
                </p:spPr>
                <p:txBody>
                  <a:bodyPr/>
                  <a:lstStyle/>
                  <a:p>
                    <a:endParaRPr lang="zh-CN" altLang="en-US"/>
                  </a:p>
                </p:txBody>
              </p:sp>
              <p:sp>
                <p:nvSpPr>
                  <p:cNvPr id="114766" name="矩形 114765"/>
                  <p:cNvSpPr/>
                  <p:nvPr/>
                </p:nvSpPr>
                <p:spPr>
                  <a:xfrm>
                    <a:off x="3868" y="1291"/>
                    <a:ext cx="24" cy="63"/>
                  </a:xfrm>
                  <a:prstGeom prst="rect">
                    <a:avLst/>
                  </a:prstGeom>
                  <a:solidFill>
                    <a:srgbClr val="000000"/>
                  </a:solidFill>
                  <a:ln w="9525">
                    <a:noFill/>
                  </a:ln>
                </p:spPr>
                <p:txBody>
                  <a:bodyPr/>
                  <a:lstStyle/>
                  <a:p>
                    <a:endParaRPr lang="zh-CN" altLang="en-US"/>
                  </a:p>
                </p:txBody>
              </p:sp>
              <p:sp>
                <p:nvSpPr>
                  <p:cNvPr id="114767" name="任意多边形 114766"/>
                  <p:cNvSpPr/>
                  <p:nvPr/>
                </p:nvSpPr>
                <p:spPr>
                  <a:xfrm>
                    <a:off x="3827" y="1186"/>
                    <a:ext cx="107" cy="107"/>
                  </a:xfrm>
                  <a:custGeom>
                    <a:avLst/>
                    <a:gdLst/>
                    <a:ahLst/>
                    <a:cxnLst/>
                    <a:rect l="0" t="0" r="0" b="0"/>
                    <a:pathLst>
                      <a:path w="107" h="107">
                        <a:moveTo>
                          <a:pt x="107" y="107"/>
                        </a:moveTo>
                        <a:lnTo>
                          <a:pt x="53" y="0"/>
                        </a:lnTo>
                        <a:lnTo>
                          <a:pt x="0" y="107"/>
                        </a:lnTo>
                        <a:lnTo>
                          <a:pt x="107" y="107"/>
                        </a:lnTo>
                        <a:close/>
                      </a:path>
                    </a:pathLst>
                  </a:custGeom>
                  <a:solidFill>
                    <a:srgbClr val="000000"/>
                  </a:solidFill>
                  <a:ln w="9525">
                    <a:noFill/>
                  </a:ln>
                </p:spPr>
                <p:txBody>
                  <a:bodyPr/>
                  <a:lstStyle/>
                  <a:p>
                    <a:endParaRPr lang="zh-CN" altLang="en-US"/>
                  </a:p>
                </p:txBody>
              </p:sp>
            </p:grpSp>
            <p:grpSp>
              <p:nvGrpSpPr>
                <p:cNvPr id="114768" name="组合 114767"/>
                <p:cNvGrpSpPr/>
                <p:nvPr/>
              </p:nvGrpSpPr>
              <p:grpSpPr>
                <a:xfrm>
                  <a:off x="3978" y="2731"/>
                  <a:ext cx="107" cy="624"/>
                  <a:chOff x="3826" y="2818"/>
                  <a:chExt cx="107" cy="624"/>
                </a:xfrm>
              </p:grpSpPr>
              <p:sp>
                <p:nvSpPr>
                  <p:cNvPr id="114769" name="矩形 114768"/>
                  <p:cNvSpPr/>
                  <p:nvPr/>
                </p:nvSpPr>
                <p:spPr>
                  <a:xfrm>
                    <a:off x="3868" y="2818"/>
                    <a:ext cx="24" cy="96"/>
                  </a:xfrm>
                  <a:prstGeom prst="rect">
                    <a:avLst/>
                  </a:prstGeom>
                  <a:solidFill>
                    <a:srgbClr val="000000"/>
                  </a:solidFill>
                  <a:ln w="9525">
                    <a:noFill/>
                  </a:ln>
                </p:spPr>
                <p:txBody>
                  <a:bodyPr/>
                  <a:lstStyle/>
                  <a:p>
                    <a:endParaRPr lang="zh-CN" altLang="en-US"/>
                  </a:p>
                </p:txBody>
              </p:sp>
              <p:sp>
                <p:nvSpPr>
                  <p:cNvPr id="114770" name="矩形 114769"/>
                  <p:cNvSpPr/>
                  <p:nvPr/>
                </p:nvSpPr>
                <p:spPr>
                  <a:xfrm>
                    <a:off x="3868" y="2986"/>
                    <a:ext cx="24" cy="96"/>
                  </a:xfrm>
                  <a:prstGeom prst="rect">
                    <a:avLst/>
                  </a:prstGeom>
                  <a:solidFill>
                    <a:srgbClr val="000000"/>
                  </a:solidFill>
                  <a:ln w="9525">
                    <a:noFill/>
                  </a:ln>
                </p:spPr>
                <p:txBody>
                  <a:bodyPr/>
                  <a:lstStyle/>
                  <a:p>
                    <a:endParaRPr lang="zh-CN" altLang="en-US"/>
                  </a:p>
                </p:txBody>
              </p:sp>
              <p:sp>
                <p:nvSpPr>
                  <p:cNvPr id="114771" name="矩形 114770"/>
                  <p:cNvSpPr/>
                  <p:nvPr/>
                </p:nvSpPr>
                <p:spPr>
                  <a:xfrm>
                    <a:off x="3868" y="3154"/>
                    <a:ext cx="24" cy="96"/>
                  </a:xfrm>
                  <a:prstGeom prst="rect">
                    <a:avLst/>
                  </a:prstGeom>
                  <a:solidFill>
                    <a:srgbClr val="000000"/>
                  </a:solidFill>
                  <a:ln w="9525">
                    <a:noFill/>
                  </a:ln>
                </p:spPr>
                <p:txBody>
                  <a:bodyPr/>
                  <a:lstStyle/>
                  <a:p>
                    <a:endParaRPr lang="zh-CN" altLang="en-US"/>
                  </a:p>
                </p:txBody>
              </p:sp>
              <p:sp>
                <p:nvSpPr>
                  <p:cNvPr id="114772" name="矩形 114771"/>
                  <p:cNvSpPr/>
                  <p:nvPr/>
                </p:nvSpPr>
                <p:spPr>
                  <a:xfrm>
                    <a:off x="3868" y="3322"/>
                    <a:ext cx="24" cy="15"/>
                  </a:xfrm>
                  <a:prstGeom prst="rect">
                    <a:avLst/>
                  </a:prstGeom>
                  <a:solidFill>
                    <a:srgbClr val="000000"/>
                  </a:solidFill>
                  <a:ln w="9525">
                    <a:noFill/>
                  </a:ln>
                </p:spPr>
                <p:txBody>
                  <a:bodyPr/>
                  <a:lstStyle/>
                  <a:p>
                    <a:endParaRPr lang="zh-CN" altLang="en-US"/>
                  </a:p>
                </p:txBody>
              </p:sp>
              <p:sp>
                <p:nvSpPr>
                  <p:cNvPr id="114773" name="任意多边形 114772"/>
                  <p:cNvSpPr/>
                  <p:nvPr/>
                </p:nvSpPr>
                <p:spPr>
                  <a:xfrm>
                    <a:off x="3826" y="3335"/>
                    <a:ext cx="107" cy="107"/>
                  </a:xfrm>
                  <a:custGeom>
                    <a:avLst/>
                    <a:gdLst/>
                    <a:ahLst/>
                    <a:cxnLst/>
                    <a:rect l="0" t="0" r="0" b="0"/>
                    <a:pathLst>
                      <a:path w="107" h="107">
                        <a:moveTo>
                          <a:pt x="0" y="0"/>
                        </a:moveTo>
                        <a:lnTo>
                          <a:pt x="54" y="107"/>
                        </a:lnTo>
                        <a:lnTo>
                          <a:pt x="107" y="0"/>
                        </a:lnTo>
                        <a:lnTo>
                          <a:pt x="0" y="0"/>
                        </a:lnTo>
                        <a:close/>
                      </a:path>
                    </a:pathLst>
                  </a:custGeom>
                  <a:solidFill>
                    <a:srgbClr val="000000"/>
                  </a:solidFill>
                  <a:ln w="9525">
                    <a:noFill/>
                  </a:ln>
                </p:spPr>
                <p:txBody>
                  <a:bodyPr/>
                  <a:lstStyle/>
                  <a:p>
                    <a:endParaRPr lang="zh-CN" altLang="en-US"/>
                  </a:p>
                </p:txBody>
              </p:sp>
            </p:grpSp>
            <p:sp>
              <p:nvSpPr>
                <p:cNvPr id="114774" name="矩形 114773"/>
                <p:cNvSpPr/>
                <p:nvPr/>
              </p:nvSpPr>
              <p:spPr>
                <a:xfrm>
                  <a:off x="3946" y="1803"/>
                  <a:ext cx="144" cy="174"/>
                </a:xfrm>
                <a:prstGeom prst="rect">
                  <a:avLst/>
                </a:prstGeom>
                <a:noFill/>
                <a:ln w="9525">
                  <a:noFill/>
                </a:ln>
              </p:spPr>
              <p:txBody>
                <a:bodyPr wrap="none" lIns="0" tIns="0" rIns="0" bIns="0">
                  <a:spAutoFit/>
                </a:bodyPr>
                <a:lstStyle/>
                <a:p>
                  <a:pPr algn="l"/>
                  <a:r>
                    <a:rPr lang="zh-CN" altLang="en-US" sz="18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电</a:t>
                  </a:r>
                  <a:endParaRPr lang="zh-CN" altLang="en-US" dirty="0">
                    <a:solidFill>
                      <a:schemeClr val="tx1"/>
                    </a:solidFill>
                    <a:effectLst>
                      <a:outerShdw blurRad="38100" dist="38100" dir="2700000">
                        <a:srgbClr val="C0C0C0"/>
                      </a:outerShdw>
                    </a:effectLst>
                    <a:latin typeface="Times New Roman" panose="02020603050405020304" pitchFamily="18" charset="0"/>
                  </a:endParaRPr>
                </a:p>
              </p:txBody>
            </p:sp>
            <p:sp>
              <p:nvSpPr>
                <p:cNvPr id="114775" name="矩形 114774"/>
                <p:cNvSpPr/>
                <p:nvPr/>
              </p:nvSpPr>
              <p:spPr>
                <a:xfrm>
                  <a:off x="3946" y="1950"/>
                  <a:ext cx="144" cy="174"/>
                </a:xfrm>
                <a:prstGeom prst="rect">
                  <a:avLst/>
                </a:prstGeom>
                <a:noFill/>
                <a:ln w="9525">
                  <a:noFill/>
                </a:ln>
              </p:spPr>
              <p:txBody>
                <a:bodyPr wrap="none" lIns="0" tIns="0" rIns="0" bIns="0">
                  <a:spAutoFit/>
                </a:bodyPr>
                <a:lstStyle/>
                <a:p>
                  <a:pPr algn="l"/>
                  <a:r>
                    <a:rPr lang="zh-CN" altLang="en-US" sz="18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子</a:t>
                  </a:r>
                  <a:endParaRPr lang="zh-CN" altLang="en-US" dirty="0">
                    <a:solidFill>
                      <a:schemeClr val="tx1"/>
                    </a:solidFill>
                    <a:effectLst>
                      <a:outerShdw blurRad="38100" dist="38100" dir="2700000">
                        <a:srgbClr val="C0C0C0"/>
                      </a:outerShdw>
                    </a:effectLst>
                    <a:latin typeface="Times New Roman" panose="02020603050405020304" pitchFamily="18" charset="0"/>
                  </a:endParaRPr>
                </a:p>
              </p:txBody>
            </p:sp>
            <p:sp>
              <p:nvSpPr>
                <p:cNvPr id="114776" name="矩形 114775"/>
                <p:cNvSpPr/>
                <p:nvPr/>
              </p:nvSpPr>
              <p:spPr>
                <a:xfrm>
                  <a:off x="3946" y="2097"/>
                  <a:ext cx="144" cy="174"/>
                </a:xfrm>
                <a:prstGeom prst="rect">
                  <a:avLst/>
                </a:prstGeom>
                <a:noFill/>
                <a:ln w="9525">
                  <a:noFill/>
                </a:ln>
              </p:spPr>
              <p:txBody>
                <a:bodyPr wrap="none" lIns="0" tIns="0" rIns="0" bIns="0">
                  <a:spAutoFit/>
                </a:bodyPr>
                <a:lstStyle/>
                <a:p>
                  <a:pPr algn="l"/>
                  <a:r>
                    <a:rPr lang="zh-CN" altLang="en-US" sz="1800" dirty="0">
                      <a:solidFill>
                        <a:srgbClr val="FF3300"/>
                      </a:solidFill>
                      <a:latin typeface="黑体" panose="02010609060101010101" pitchFamily="49" charset="-122"/>
                      <a:ea typeface="黑体" panose="02010609060101010101" pitchFamily="49" charset="-122"/>
                    </a:rPr>
                    <a:t>碰</a:t>
                  </a:r>
                  <a:endParaRPr lang="zh-CN" altLang="en-US" dirty="0">
                    <a:solidFill>
                      <a:schemeClr val="tx1"/>
                    </a:solidFill>
                    <a:latin typeface="Times New Roman" panose="02020603050405020304" pitchFamily="18" charset="0"/>
                  </a:endParaRPr>
                </a:p>
              </p:txBody>
            </p:sp>
            <p:sp>
              <p:nvSpPr>
                <p:cNvPr id="114777" name="矩形 114776"/>
                <p:cNvSpPr/>
                <p:nvPr/>
              </p:nvSpPr>
              <p:spPr>
                <a:xfrm>
                  <a:off x="3946" y="2391"/>
                  <a:ext cx="144" cy="174"/>
                </a:xfrm>
                <a:prstGeom prst="rect">
                  <a:avLst/>
                </a:prstGeom>
                <a:noFill/>
                <a:ln w="9525">
                  <a:noFill/>
                </a:ln>
              </p:spPr>
              <p:txBody>
                <a:bodyPr wrap="none" lIns="0" tIns="0" rIns="0" bIns="0">
                  <a:spAutoFit/>
                </a:bodyPr>
                <a:lstStyle/>
                <a:p>
                  <a:pPr algn="l"/>
                  <a:r>
                    <a:rPr lang="zh-CN" altLang="en-US" sz="18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激</a:t>
                  </a:r>
                  <a:endParaRPr lang="zh-CN" altLang="en-US" dirty="0">
                    <a:solidFill>
                      <a:schemeClr val="tx1"/>
                    </a:solidFill>
                    <a:effectLst>
                      <a:outerShdw blurRad="38100" dist="38100" dir="2700000">
                        <a:srgbClr val="C0C0C0"/>
                      </a:outerShdw>
                    </a:effectLst>
                    <a:latin typeface="Times New Roman" panose="02020603050405020304" pitchFamily="18" charset="0"/>
                  </a:endParaRPr>
                </a:p>
              </p:txBody>
            </p:sp>
            <p:sp>
              <p:nvSpPr>
                <p:cNvPr id="114778" name="矩形 114777"/>
                <p:cNvSpPr/>
                <p:nvPr/>
              </p:nvSpPr>
              <p:spPr>
                <a:xfrm>
                  <a:off x="3946" y="2538"/>
                  <a:ext cx="144" cy="174"/>
                </a:xfrm>
                <a:prstGeom prst="rect">
                  <a:avLst/>
                </a:prstGeom>
                <a:noFill/>
                <a:ln w="9525">
                  <a:noFill/>
                </a:ln>
              </p:spPr>
              <p:txBody>
                <a:bodyPr wrap="none" lIns="0" tIns="0" rIns="0" bIns="0">
                  <a:spAutoFit/>
                </a:bodyPr>
                <a:lstStyle/>
                <a:p>
                  <a:pPr algn="l"/>
                  <a:r>
                    <a:rPr lang="zh-CN" altLang="en-US" sz="18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发</a:t>
                  </a:r>
                  <a:endParaRPr lang="zh-CN" altLang="en-US" dirty="0">
                    <a:solidFill>
                      <a:schemeClr val="tx1"/>
                    </a:solidFill>
                    <a:effectLst>
                      <a:outerShdw blurRad="38100" dist="38100" dir="2700000">
                        <a:srgbClr val="C0C0C0"/>
                      </a:outerShdw>
                    </a:effectLst>
                    <a:latin typeface="Times New Roman" panose="02020603050405020304" pitchFamily="18" charset="0"/>
                  </a:endParaRPr>
                </a:p>
              </p:txBody>
            </p:sp>
          </p:grpSp>
        </p:grpSp>
      </p:grpSp>
      <p:sp>
        <p:nvSpPr>
          <p:cNvPr id="114779" name="矩形 114778"/>
          <p:cNvSpPr/>
          <p:nvPr/>
        </p:nvSpPr>
        <p:spPr>
          <a:xfrm>
            <a:off x="8382000" y="4572000"/>
            <a:ext cx="460375" cy="1373188"/>
          </a:xfrm>
          <a:prstGeom prst="rect">
            <a:avLst/>
          </a:prstGeom>
          <a:noFill/>
          <a:ln w="9525">
            <a:noFill/>
          </a:ln>
        </p:spPr>
        <p:txBody>
          <a:bodyPr/>
          <a:lstStyle/>
          <a:p>
            <a:endParaRPr lang="zh-CN" altLang="en-US"/>
          </a:p>
        </p:txBody>
      </p:sp>
      <p:grpSp>
        <p:nvGrpSpPr>
          <p:cNvPr id="114780" name="组合 114779"/>
          <p:cNvGrpSpPr/>
          <p:nvPr/>
        </p:nvGrpSpPr>
        <p:grpSpPr>
          <a:xfrm>
            <a:off x="8429626" y="4181475"/>
            <a:ext cx="503238" cy="1914525"/>
            <a:chOff x="4254" y="2155"/>
            <a:chExt cx="317" cy="1206"/>
          </a:xfrm>
        </p:grpSpPr>
        <p:grpSp>
          <p:nvGrpSpPr>
            <p:cNvPr id="114781" name="组合 114780"/>
            <p:cNvGrpSpPr/>
            <p:nvPr/>
          </p:nvGrpSpPr>
          <p:grpSpPr>
            <a:xfrm>
              <a:off x="4322" y="2155"/>
              <a:ext cx="93" cy="288"/>
              <a:chOff x="4170" y="2242"/>
              <a:chExt cx="93" cy="288"/>
            </a:xfrm>
          </p:grpSpPr>
          <p:sp>
            <p:nvSpPr>
              <p:cNvPr id="114782" name="矩形 114781"/>
              <p:cNvSpPr/>
              <p:nvPr/>
            </p:nvSpPr>
            <p:spPr>
              <a:xfrm>
                <a:off x="4207" y="2332"/>
                <a:ext cx="18" cy="198"/>
              </a:xfrm>
              <a:prstGeom prst="rect">
                <a:avLst/>
              </a:prstGeom>
              <a:solidFill>
                <a:srgbClr val="000000"/>
              </a:solidFill>
              <a:ln w="9525">
                <a:noFill/>
              </a:ln>
            </p:spPr>
            <p:txBody>
              <a:bodyPr/>
              <a:lstStyle/>
              <a:p>
                <a:endParaRPr lang="zh-CN" altLang="en-US"/>
              </a:p>
            </p:txBody>
          </p:sp>
          <p:sp>
            <p:nvSpPr>
              <p:cNvPr id="114783" name="任意多边形 114782"/>
              <p:cNvSpPr/>
              <p:nvPr/>
            </p:nvSpPr>
            <p:spPr>
              <a:xfrm>
                <a:off x="4170" y="2242"/>
                <a:ext cx="93" cy="92"/>
              </a:xfrm>
              <a:custGeom>
                <a:avLst/>
                <a:gdLst/>
                <a:ahLst/>
                <a:cxnLst/>
                <a:rect l="0" t="0" r="0" b="0"/>
                <a:pathLst>
                  <a:path w="93" h="92">
                    <a:moveTo>
                      <a:pt x="93" y="92"/>
                    </a:moveTo>
                    <a:lnTo>
                      <a:pt x="46" y="0"/>
                    </a:lnTo>
                    <a:lnTo>
                      <a:pt x="0" y="92"/>
                    </a:lnTo>
                    <a:lnTo>
                      <a:pt x="93" y="92"/>
                    </a:lnTo>
                    <a:close/>
                  </a:path>
                </a:pathLst>
              </a:custGeom>
              <a:solidFill>
                <a:srgbClr val="000000"/>
              </a:solidFill>
              <a:ln w="9525">
                <a:noFill/>
              </a:ln>
            </p:spPr>
            <p:txBody>
              <a:bodyPr/>
              <a:lstStyle/>
              <a:p>
                <a:endParaRPr lang="zh-CN" altLang="en-US"/>
              </a:p>
            </p:txBody>
          </p:sp>
        </p:grpSp>
        <p:grpSp>
          <p:nvGrpSpPr>
            <p:cNvPr id="114784" name="组合 114783"/>
            <p:cNvGrpSpPr/>
            <p:nvPr/>
          </p:nvGrpSpPr>
          <p:grpSpPr>
            <a:xfrm>
              <a:off x="4314" y="3115"/>
              <a:ext cx="107" cy="240"/>
              <a:chOff x="4162" y="3202"/>
              <a:chExt cx="107" cy="240"/>
            </a:xfrm>
          </p:grpSpPr>
          <p:sp>
            <p:nvSpPr>
              <p:cNvPr id="114785" name="矩形 114784"/>
              <p:cNvSpPr/>
              <p:nvPr/>
            </p:nvSpPr>
            <p:spPr>
              <a:xfrm>
                <a:off x="4204" y="3202"/>
                <a:ext cx="24" cy="135"/>
              </a:xfrm>
              <a:prstGeom prst="rect">
                <a:avLst/>
              </a:prstGeom>
              <a:solidFill>
                <a:srgbClr val="000000"/>
              </a:solidFill>
              <a:ln w="9525">
                <a:noFill/>
              </a:ln>
            </p:spPr>
            <p:txBody>
              <a:bodyPr/>
              <a:lstStyle/>
              <a:p>
                <a:endParaRPr lang="zh-CN" altLang="en-US"/>
              </a:p>
            </p:txBody>
          </p:sp>
          <p:sp>
            <p:nvSpPr>
              <p:cNvPr id="114786" name="任意多边形 114785"/>
              <p:cNvSpPr/>
              <p:nvPr/>
            </p:nvSpPr>
            <p:spPr>
              <a:xfrm>
                <a:off x="4162" y="3335"/>
                <a:ext cx="107" cy="107"/>
              </a:xfrm>
              <a:custGeom>
                <a:avLst/>
                <a:gdLst/>
                <a:ahLst/>
                <a:cxnLst/>
                <a:rect l="0" t="0" r="0" b="0"/>
                <a:pathLst>
                  <a:path w="107" h="107">
                    <a:moveTo>
                      <a:pt x="0" y="0"/>
                    </a:moveTo>
                    <a:lnTo>
                      <a:pt x="54" y="107"/>
                    </a:lnTo>
                    <a:lnTo>
                      <a:pt x="107" y="0"/>
                    </a:lnTo>
                    <a:lnTo>
                      <a:pt x="0" y="0"/>
                    </a:lnTo>
                    <a:close/>
                  </a:path>
                </a:pathLst>
              </a:custGeom>
              <a:solidFill>
                <a:srgbClr val="000000"/>
              </a:solidFill>
              <a:ln w="9525">
                <a:noFill/>
              </a:ln>
            </p:spPr>
            <p:txBody>
              <a:bodyPr/>
              <a:lstStyle/>
              <a:p>
                <a:endParaRPr lang="zh-CN" altLang="en-US"/>
              </a:p>
            </p:txBody>
          </p:sp>
        </p:grpSp>
        <p:sp>
          <p:nvSpPr>
            <p:cNvPr id="114787" name="矩形 114786"/>
            <p:cNvSpPr/>
            <p:nvPr/>
          </p:nvSpPr>
          <p:spPr>
            <a:xfrm rot="5400000">
              <a:off x="4053" y="2671"/>
              <a:ext cx="576" cy="174"/>
            </a:xfrm>
            <a:prstGeom prst="rect">
              <a:avLst/>
            </a:prstGeom>
            <a:noFill/>
            <a:ln w="9525">
              <a:noFill/>
            </a:ln>
          </p:spPr>
          <p:txBody>
            <a:bodyPr rot="0" wrap="none" lIns="0" tIns="0" rIns="0" bIns="0">
              <a:spAutoFit/>
            </a:bodyPr>
            <a:lstStyle/>
            <a:p>
              <a:pPr algn="l"/>
              <a:r>
                <a:rPr lang="zh-CN" altLang="en-US" sz="18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管壁效应</a:t>
              </a:r>
              <a:endParaRPr lang="zh-CN" altLang="en-US" dirty="0">
                <a:solidFill>
                  <a:schemeClr val="tx1"/>
                </a:solidFill>
                <a:effectLst>
                  <a:outerShdw blurRad="38100" dist="38100" dir="2700000">
                    <a:srgbClr val="C0C0C0"/>
                  </a:outerShdw>
                </a:effectLst>
                <a:latin typeface="Times New Roman" panose="02020603050405020304" pitchFamily="18" charset="0"/>
              </a:endParaRPr>
            </a:p>
          </p:txBody>
        </p:sp>
        <p:grpSp>
          <p:nvGrpSpPr>
            <p:cNvPr id="114788" name="组合 114787"/>
            <p:cNvGrpSpPr/>
            <p:nvPr/>
          </p:nvGrpSpPr>
          <p:grpSpPr>
            <a:xfrm>
              <a:off x="4464" y="2160"/>
              <a:ext cx="107" cy="1201"/>
              <a:chOff x="4306" y="2242"/>
              <a:chExt cx="107" cy="1201"/>
            </a:xfrm>
          </p:grpSpPr>
          <p:grpSp>
            <p:nvGrpSpPr>
              <p:cNvPr id="114789" name="组合 114788"/>
              <p:cNvGrpSpPr/>
              <p:nvPr/>
            </p:nvGrpSpPr>
            <p:grpSpPr>
              <a:xfrm>
                <a:off x="4306" y="2242"/>
                <a:ext cx="107" cy="1104"/>
                <a:chOff x="4306" y="2242"/>
                <a:chExt cx="107" cy="1104"/>
              </a:xfrm>
            </p:grpSpPr>
            <p:sp>
              <p:nvSpPr>
                <p:cNvPr id="114790" name="矩形 114789"/>
                <p:cNvSpPr/>
                <p:nvPr/>
              </p:nvSpPr>
              <p:spPr>
                <a:xfrm>
                  <a:off x="4348" y="2242"/>
                  <a:ext cx="24" cy="999"/>
                </a:xfrm>
                <a:prstGeom prst="rect">
                  <a:avLst/>
                </a:prstGeom>
                <a:solidFill>
                  <a:srgbClr val="000000"/>
                </a:solidFill>
                <a:ln w="9525">
                  <a:noFill/>
                </a:ln>
              </p:spPr>
              <p:txBody>
                <a:bodyPr/>
                <a:lstStyle/>
                <a:p>
                  <a:endParaRPr lang="zh-CN" altLang="en-US"/>
                </a:p>
              </p:txBody>
            </p:sp>
            <p:sp>
              <p:nvSpPr>
                <p:cNvPr id="114791" name="任意多边形 114790"/>
                <p:cNvSpPr/>
                <p:nvPr/>
              </p:nvSpPr>
              <p:spPr>
                <a:xfrm>
                  <a:off x="4306" y="3239"/>
                  <a:ext cx="107" cy="107"/>
                </a:xfrm>
                <a:custGeom>
                  <a:avLst/>
                  <a:gdLst/>
                  <a:ahLst/>
                  <a:cxnLst/>
                  <a:rect l="0" t="0" r="0" b="0"/>
                  <a:pathLst>
                    <a:path w="107" h="107">
                      <a:moveTo>
                        <a:pt x="0" y="0"/>
                      </a:moveTo>
                      <a:lnTo>
                        <a:pt x="54" y="107"/>
                      </a:lnTo>
                      <a:lnTo>
                        <a:pt x="107" y="0"/>
                      </a:lnTo>
                      <a:lnTo>
                        <a:pt x="0" y="0"/>
                      </a:lnTo>
                      <a:close/>
                    </a:path>
                  </a:pathLst>
                </a:custGeom>
                <a:solidFill>
                  <a:srgbClr val="000000"/>
                </a:solidFill>
                <a:ln w="9525">
                  <a:noFill/>
                </a:ln>
              </p:spPr>
              <p:txBody>
                <a:bodyPr/>
                <a:lstStyle/>
                <a:p>
                  <a:endParaRPr lang="zh-CN" altLang="en-US"/>
                </a:p>
              </p:txBody>
            </p:sp>
          </p:grpSp>
          <p:sp>
            <p:nvSpPr>
              <p:cNvPr id="114792" name="椭圆 114791"/>
              <p:cNvSpPr/>
              <p:nvPr/>
            </p:nvSpPr>
            <p:spPr>
              <a:xfrm>
                <a:off x="4312" y="3346"/>
                <a:ext cx="97" cy="97"/>
              </a:xfrm>
              <a:prstGeom prst="ellipse">
                <a:avLst/>
              </a:prstGeom>
              <a:solidFill>
                <a:srgbClr val="3333CC"/>
              </a:solidFill>
              <a:ln w="9525" cap="flat" cmpd="sng">
                <a:solidFill>
                  <a:srgbClr val="000000"/>
                </a:solidFill>
                <a:prstDash val="solid"/>
                <a:headEnd type="none" w="med" len="med"/>
                <a:tailEnd type="none" w="med" len="med"/>
              </a:ln>
            </p:spPr>
            <p:txBody>
              <a:bodyPr/>
              <a:lstStyle/>
              <a:p>
                <a:endParaRPr lang="zh-CN" altLang="en-US"/>
              </a:p>
            </p:txBody>
          </p:sp>
        </p:grpSp>
      </p:grpSp>
      <p:grpSp>
        <p:nvGrpSpPr>
          <p:cNvPr id="114793" name="组合 114792"/>
          <p:cNvGrpSpPr/>
          <p:nvPr/>
        </p:nvGrpSpPr>
        <p:grpSpPr>
          <a:xfrm>
            <a:off x="8610600" y="3548063"/>
            <a:ext cx="1754188" cy="627062"/>
            <a:chOff x="4216" y="1848"/>
            <a:chExt cx="1105" cy="395"/>
          </a:xfrm>
        </p:grpSpPr>
        <p:grpSp>
          <p:nvGrpSpPr>
            <p:cNvPr id="114794" name="组合 114793"/>
            <p:cNvGrpSpPr/>
            <p:nvPr/>
          </p:nvGrpSpPr>
          <p:grpSpPr>
            <a:xfrm>
              <a:off x="4312" y="1848"/>
              <a:ext cx="1009" cy="394"/>
              <a:chOff x="4312" y="1848"/>
              <a:chExt cx="1009" cy="394"/>
            </a:xfrm>
          </p:grpSpPr>
          <p:sp>
            <p:nvSpPr>
              <p:cNvPr id="114795" name="任意多边形 114794"/>
              <p:cNvSpPr/>
              <p:nvPr/>
            </p:nvSpPr>
            <p:spPr>
              <a:xfrm>
                <a:off x="4931" y="1848"/>
                <a:ext cx="203" cy="117"/>
              </a:xfrm>
              <a:custGeom>
                <a:avLst/>
                <a:gdLst/>
                <a:ahLst/>
                <a:cxnLst/>
                <a:rect l="0" t="0" r="0" b="0"/>
                <a:pathLst>
                  <a:path w="203" h="117">
                    <a:moveTo>
                      <a:pt x="203" y="21"/>
                    </a:moveTo>
                    <a:lnTo>
                      <a:pt x="192" y="0"/>
                    </a:lnTo>
                    <a:lnTo>
                      <a:pt x="0" y="96"/>
                    </a:lnTo>
                    <a:lnTo>
                      <a:pt x="11" y="117"/>
                    </a:lnTo>
                    <a:lnTo>
                      <a:pt x="203" y="21"/>
                    </a:lnTo>
                    <a:close/>
                  </a:path>
                </a:pathLst>
              </a:custGeom>
              <a:solidFill>
                <a:srgbClr val="000000"/>
              </a:solidFill>
              <a:ln w="9525">
                <a:noFill/>
              </a:ln>
            </p:spPr>
            <p:txBody>
              <a:bodyPr/>
              <a:lstStyle/>
              <a:p>
                <a:endParaRPr lang="zh-CN" altLang="en-US"/>
              </a:p>
            </p:txBody>
          </p:sp>
          <p:grpSp>
            <p:nvGrpSpPr>
              <p:cNvPr id="114796" name="组合 114795"/>
              <p:cNvGrpSpPr/>
              <p:nvPr/>
            </p:nvGrpSpPr>
            <p:grpSpPr>
              <a:xfrm>
                <a:off x="4312" y="1896"/>
                <a:ext cx="1009" cy="346"/>
                <a:chOff x="4312" y="1896"/>
                <a:chExt cx="1009" cy="346"/>
              </a:xfrm>
            </p:grpSpPr>
            <p:grpSp>
              <p:nvGrpSpPr>
                <p:cNvPr id="114797" name="组合 114796"/>
                <p:cNvGrpSpPr/>
                <p:nvPr/>
              </p:nvGrpSpPr>
              <p:grpSpPr>
                <a:xfrm>
                  <a:off x="4312" y="2088"/>
                  <a:ext cx="294" cy="154"/>
                  <a:chOff x="4312" y="2088"/>
                  <a:chExt cx="294" cy="154"/>
                </a:xfrm>
              </p:grpSpPr>
              <p:sp>
                <p:nvSpPr>
                  <p:cNvPr id="114798" name="任意多边形 114797"/>
                  <p:cNvSpPr/>
                  <p:nvPr/>
                </p:nvSpPr>
                <p:spPr>
                  <a:xfrm>
                    <a:off x="4401" y="2088"/>
                    <a:ext cx="205" cy="117"/>
                  </a:xfrm>
                  <a:custGeom>
                    <a:avLst/>
                    <a:gdLst/>
                    <a:ahLst/>
                    <a:cxnLst/>
                    <a:rect l="0" t="0" r="0" b="0"/>
                    <a:pathLst>
                      <a:path w="205" h="117">
                        <a:moveTo>
                          <a:pt x="205" y="21"/>
                        </a:moveTo>
                        <a:lnTo>
                          <a:pt x="194" y="0"/>
                        </a:lnTo>
                        <a:lnTo>
                          <a:pt x="0" y="96"/>
                        </a:lnTo>
                        <a:lnTo>
                          <a:pt x="11" y="117"/>
                        </a:lnTo>
                        <a:lnTo>
                          <a:pt x="205" y="21"/>
                        </a:lnTo>
                        <a:close/>
                      </a:path>
                    </a:pathLst>
                  </a:custGeom>
                  <a:solidFill>
                    <a:srgbClr val="000000"/>
                  </a:solidFill>
                  <a:ln w="9525">
                    <a:noFill/>
                  </a:ln>
                </p:spPr>
                <p:txBody>
                  <a:bodyPr/>
                  <a:lstStyle/>
                  <a:p>
                    <a:endParaRPr lang="zh-CN" altLang="en-US"/>
                  </a:p>
                </p:txBody>
              </p:sp>
              <p:sp>
                <p:nvSpPr>
                  <p:cNvPr id="114799" name="任意多边形 114798"/>
                  <p:cNvSpPr/>
                  <p:nvPr/>
                </p:nvSpPr>
                <p:spPr>
                  <a:xfrm>
                    <a:off x="4312" y="2146"/>
                    <a:ext cx="119" cy="96"/>
                  </a:xfrm>
                  <a:custGeom>
                    <a:avLst/>
                    <a:gdLst/>
                    <a:ahLst/>
                    <a:cxnLst/>
                    <a:rect l="0" t="0" r="0" b="0"/>
                    <a:pathLst>
                      <a:path w="119" h="96">
                        <a:moveTo>
                          <a:pt x="72" y="0"/>
                        </a:moveTo>
                        <a:lnTo>
                          <a:pt x="0" y="96"/>
                        </a:lnTo>
                        <a:lnTo>
                          <a:pt x="119" y="96"/>
                        </a:lnTo>
                        <a:lnTo>
                          <a:pt x="72" y="0"/>
                        </a:lnTo>
                        <a:close/>
                      </a:path>
                    </a:pathLst>
                  </a:custGeom>
                  <a:solidFill>
                    <a:srgbClr val="000000"/>
                  </a:solidFill>
                  <a:ln w="9525">
                    <a:noFill/>
                  </a:ln>
                </p:spPr>
                <p:txBody>
                  <a:bodyPr/>
                  <a:lstStyle/>
                  <a:p>
                    <a:endParaRPr lang="zh-CN" altLang="en-US"/>
                  </a:p>
                </p:txBody>
              </p:sp>
            </p:grpSp>
            <p:sp>
              <p:nvSpPr>
                <p:cNvPr id="114800" name="矩形 114799"/>
                <p:cNvSpPr/>
                <p:nvPr/>
              </p:nvSpPr>
              <p:spPr>
                <a:xfrm>
                  <a:off x="4360" y="1896"/>
                  <a:ext cx="961" cy="251"/>
                </a:xfrm>
                <a:prstGeom prst="rect">
                  <a:avLst/>
                </a:prstGeom>
                <a:noFill/>
                <a:ln w="9525">
                  <a:noFill/>
                </a:ln>
              </p:spPr>
              <p:txBody>
                <a:bodyPr/>
                <a:lstStyle/>
                <a:p>
                  <a:endParaRPr lang="zh-CN" altLang="en-US"/>
                </a:p>
              </p:txBody>
            </p:sp>
            <p:sp>
              <p:nvSpPr>
                <p:cNvPr id="114801" name="矩形 114800"/>
                <p:cNvSpPr/>
                <p:nvPr/>
              </p:nvSpPr>
              <p:spPr>
                <a:xfrm>
                  <a:off x="4418" y="1952"/>
                  <a:ext cx="640" cy="194"/>
                </a:xfrm>
                <a:prstGeom prst="rect">
                  <a:avLst/>
                </a:prstGeom>
                <a:noFill/>
                <a:ln w="9525">
                  <a:noFill/>
                </a:ln>
              </p:spPr>
              <p:txBody>
                <a:bodyPr wrap="none" lIns="0" tIns="0" rIns="0" bIns="0">
                  <a:spAutoFit/>
                </a:bodyPr>
                <a:lstStyle/>
                <a:p>
                  <a:pPr algn="l"/>
                  <a:r>
                    <a:rPr lang="zh-CN" altLang="en-US" sz="20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自发辐射</a:t>
                  </a:r>
                  <a:endParaRPr lang="zh-CN" altLang="en-US" dirty="0">
                    <a:solidFill>
                      <a:schemeClr val="tx1"/>
                    </a:solidFill>
                    <a:effectLst>
                      <a:outerShdw blurRad="38100" dist="38100" dir="2700000">
                        <a:srgbClr val="C0C0C0"/>
                      </a:outerShdw>
                    </a:effectLst>
                    <a:latin typeface="Times New Roman" panose="02020603050405020304" pitchFamily="18" charset="0"/>
                  </a:endParaRPr>
                </a:p>
              </p:txBody>
            </p:sp>
          </p:grpSp>
        </p:grpSp>
        <p:sp>
          <p:nvSpPr>
            <p:cNvPr id="114802" name="椭圆 114801"/>
            <p:cNvSpPr/>
            <p:nvPr/>
          </p:nvSpPr>
          <p:spPr>
            <a:xfrm>
              <a:off x="4216" y="2146"/>
              <a:ext cx="97" cy="97"/>
            </a:xfrm>
            <a:prstGeom prst="ellipse">
              <a:avLst/>
            </a:prstGeom>
            <a:solidFill>
              <a:srgbClr val="3366FF"/>
            </a:solidFill>
            <a:ln w="9525" cap="flat" cmpd="sng">
              <a:solidFill>
                <a:srgbClr val="000000"/>
              </a:solidFill>
              <a:prstDash val="solid"/>
              <a:headEnd type="none" w="med" len="med"/>
              <a:tailEnd type="none" w="med" len="med"/>
            </a:ln>
          </p:spPr>
          <p:txBody>
            <a:bodyPr/>
            <a:lstStyle/>
            <a:p>
              <a:endParaRPr lang="zh-CN" altLang="en-US"/>
            </a:p>
          </p:txBody>
        </p:sp>
      </p:grpSp>
      <p:grpSp>
        <p:nvGrpSpPr>
          <p:cNvPr id="114803" name="组合 114802"/>
          <p:cNvGrpSpPr/>
          <p:nvPr/>
        </p:nvGrpSpPr>
        <p:grpSpPr>
          <a:xfrm>
            <a:off x="9051925" y="2505075"/>
            <a:ext cx="862013" cy="1076325"/>
            <a:chOff x="4494" y="1180"/>
            <a:chExt cx="543" cy="678"/>
          </a:xfrm>
        </p:grpSpPr>
        <p:sp>
          <p:nvSpPr>
            <p:cNvPr id="114804" name="矩形 114803"/>
            <p:cNvSpPr/>
            <p:nvPr/>
          </p:nvSpPr>
          <p:spPr>
            <a:xfrm rot="3420000">
              <a:off x="4647" y="1397"/>
              <a:ext cx="324" cy="174"/>
            </a:xfrm>
            <a:prstGeom prst="rect">
              <a:avLst/>
            </a:prstGeom>
            <a:noFill/>
            <a:ln w="9525">
              <a:noFill/>
            </a:ln>
          </p:spPr>
          <p:txBody>
            <a:bodyPr wrap="none" lIns="0" tIns="0" rIns="0" bIns="0">
              <a:spAutoFit/>
            </a:bodyPr>
            <a:lstStyle/>
            <a:p>
              <a:pPr algn="l"/>
              <a:r>
                <a:rPr lang="en-US" altLang="zh-CN" sz="1800" b="1">
                  <a:solidFill>
                    <a:srgbClr val="000000"/>
                  </a:solidFill>
                  <a:latin typeface="Times New Roman" panose="02020603050405020304" pitchFamily="18" charset="0"/>
                </a:rPr>
                <a:t>632.8</a:t>
              </a:r>
              <a:endParaRPr lang="en-US" altLang="zh-CN">
                <a:solidFill>
                  <a:schemeClr val="tx1"/>
                </a:solidFill>
                <a:latin typeface="Times New Roman" panose="02020603050405020304" pitchFamily="18" charset="0"/>
              </a:endParaRPr>
            </a:p>
          </p:txBody>
        </p:sp>
        <p:sp>
          <p:nvSpPr>
            <p:cNvPr id="114805" name="矩形 114804"/>
            <p:cNvSpPr/>
            <p:nvPr/>
          </p:nvSpPr>
          <p:spPr>
            <a:xfrm rot="3420000">
              <a:off x="4850" y="1618"/>
              <a:ext cx="200" cy="174"/>
            </a:xfrm>
            <a:prstGeom prst="rect">
              <a:avLst/>
            </a:prstGeom>
            <a:noFill/>
            <a:ln w="9525">
              <a:noFill/>
            </a:ln>
          </p:spPr>
          <p:txBody>
            <a:bodyPr wrap="none" lIns="0" tIns="0" rIns="0" bIns="0">
              <a:spAutoFit/>
            </a:bodyPr>
            <a:lstStyle/>
            <a:p>
              <a:pPr algn="l"/>
              <a:r>
                <a:rPr lang="en-US" altLang="zh-CN" sz="1800" b="1">
                  <a:solidFill>
                    <a:srgbClr val="000000"/>
                  </a:solidFill>
                  <a:latin typeface="Times New Roman" panose="02020603050405020304" pitchFamily="18" charset="0"/>
                </a:rPr>
                <a:t>nm</a:t>
              </a:r>
              <a:endParaRPr lang="en-US" altLang="zh-CN">
                <a:solidFill>
                  <a:schemeClr val="tx1"/>
                </a:solidFill>
                <a:latin typeface="Times New Roman" panose="02020603050405020304" pitchFamily="18" charset="0"/>
              </a:endParaRPr>
            </a:p>
          </p:txBody>
        </p:sp>
        <p:sp>
          <p:nvSpPr>
            <p:cNvPr id="114806" name="任意多边形 114805"/>
            <p:cNvSpPr/>
            <p:nvPr/>
          </p:nvSpPr>
          <p:spPr>
            <a:xfrm>
              <a:off x="4494" y="1180"/>
              <a:ext cx="396" cy="597"/>
            </a:xfrm>
            <a:custGeom>
              <a:avLst/>
              <a:gdLst/>
              <a:ahLst/>
              <a:cxnLst/>
              <a:rect l="0" t="0" r="0" b="0"/>
              <a:pathLst>
                <a:path w="396" h="597">
                  <a:moveTo>
                    <a:pt x="20" y="0"/>
                  </a:moveTo>
                  <a:lnTo>
                    <a:pt x="0" y="13"/>
                  </a:lnTo>
                  <a:lnTo>
                    <a:pt x="376" y="597"/>
                  </a:lnTo>
                  <a:lnTo>
                    <a:pt x="396" y="584"/>
                  </a:lnTo>
                  <a:lnTo>
                    <a:pt x="20" y="0"/>
                  </a:lnTo>
                  <a:close/>
                </a:path>
              </a:pathLst>
            </a:custGeom>
            <a:solidFill>
              <a:srgbClr val="FF0000"/>
            </a:solidFill>
            <a:ln w="9525">
              <a:noFill/>
            </a:ln>
          </p:spPr>
          <p:txBody>
            <a:bodyPr/>
            <a:lstStyle/>
            <a:p>
              <a:endParaRPr lang="zh-CN" altLang="en-US"/>
            </a:p>
          </p:txBody>
        </p:sp>
        <p:sp>
          <p:nvSpPr>
            <p:cNvPr id="114807" name="任意多边形 114806"/>
            <p:cNvSpPr/>
            <p:nvPr/>
          </p:nvSpPr>
          <p:spPr>
            <a:xfrm>
              <a:off x="4833" y="1739"/>
              <a:ext cx="103" cy="119"/>
            </a:xfrm>
            <a:custGeom>
              <a:avLst/>
              <a:gdLst/>
              <a:ahLst/>
              <a:cxnLst/>
              <a:rect l="0" t="0" r="0" b="0"/>
              <a:pathLst>
                <a:path w="103" h="119">
                  <a:moveTo>
                    <a:pt x="0" y="58"/>
                  </a:moveTo>
                  <a:lnTo>
                    <a:pt x="103" y="119"/>
                  </a:lnTo>
                  <a:lnTo>
                    <a:pt x="90" y="0"/>
                  </a:lnTo>
                  <a:lnTo>
                    <a:pt x="0" y="58"/>
                  </a:lnTo>
                  <a:close/>
                </a:path>
              </a:pathLst>
            </a:custGeom>
            <a:solidFill>
              <a:srgbClr val="FF0000"/>
            </a:solidFill>
            <a:ln w="9525">
              <a:noFill/>
            </a:ln>
          </p:spPr>
          <p:txBody>
            <a:bodyPr/>
            <a:lstStyle/>
            <a:p>
              <a:endParaRPr lang="zh-CN" altLang="en-US"/>
            </a:p>
          </p:txBody>
        </p:sp>
      </p:grpSp>
      <p:grpSp>
        <p:nvGrpSpPr>
          <p:cNvPr id="114808" name="组合 114807"/>
          <p:cNvGrpSpPr/>
          <p:nvPr/>
        </p:nvGrpSpPr>
        <p:grpSpPr>
          <a:xfrm>
            <a:off x="7924800" y="2320925"/>
            <a:ext cx="2211388" cy="1220788"/>
            <a:chOff x="3936" y="1003"/>
            <a:chExt cx="1393" cy="769"/>
          </a:xfrm>
        </p:grpSpPr>
        <p:grpSp>
          <p:nvGrpSpPr>
            <p:cNvPr id="114809" name="组合 114808"/>
            <p:cNvGrpSpPr/>
            <p:nvPr/>
          </p:nvGrpSpPr>
          <p:grpSpPr>
            <a:xfrm>
              <a:off x="3936" y="1003"/>
              <a:ext cx="433" cy="97"/>
              <a:chOff x="3784" y="1090"/>
              <a:chExt cx="433" cy="97"/>
            </a:xfrm>
          </p:grpSpPr>
          <p:sp>
            <p:nvSpPr>
              <p:cNvPr id="114810" name="椭圆 114809"/>
              <p:cNvSpPr/>
              <p:nvPr/>
            </p:nvSpPr>
            <p:spPr>
              <a:xfrm>
                <a:off x="3784" y="1090"/>
                <a:ext cx="97" cy="97"/>
              </a:xfrm>
              <a:prstGeom prst="ellipse">
                <a:avLst/>
              </a:prstGeom>
              <a:solidFill>
                <a:srgbClr val="6699FF"/>
              </a:solidFill>
              <a:ln w="9525" cap="flat" cmpd="sng">
                <a:solidFill>
                  <a:srgbClr val="000000"/>
                </a:solidFill>
                <a:prstDash val="solid"/>
                <a:headEnd type="none" w="med" len="med"/>
                <a:tailEnd type="none" w="med" len="med"/>
              </a:ln>
            </p:spPr>
            <p:txBody>
              <a:bodyPr/>
              <a:lstStyle/>
              <a:p>
                <a:endParaRPr lang="zh-CN" altLang="en-US"/>
              </a:p>
            </p:txBody>
          </p:sp>
          <p:sp>
            <p:nvSpPr>
              <p:cNvPr id="114811" name="椭圆 114810"/>
              <p:cNvSpPr/>
              <p:nvPr/>
            </p:nvSpPr>
            <p:spPr>
              <a:xfrm>
                <a:off x="3880" y="1090"/>
                <a:ext cx="97" cy="97"/>
              </a:xfrm>
              <a:prstGeom prst="ellipse">
                <a:avLst/>
              </a:prstGeom>
              <a:solidFill>
                <a:srgbClr val="6699FF"/>
              </a:solidFill>
              <a:ln w="9525" cap="flat" cmpd="sng">
                <a:solidFill>
                  <a:srgbClr val="000000"/>
                </a:solidFill>
                <a:prstDash val="solid"/>
                <a:headEnd type="none" w="med" len="med"/>
                <a:tailEnd type="none" w="med" len="med"/>
              </a:ln>
            </p:spPr>
            <p:txBody>
              <a:bodyPr/>
              <a:lstStyle/>
              <a:p>
                <a:endParaRPr lang="zh-CN" altLang="en-US"/>
              </a:p>
            </p:txBody>
          </p:sp>
          <p:sp>
            <p:nvSpPr>
              <p:cNvPr id="114812" name="椭圆 114811"/>
              <p:cNvSpPr/>
              <p:nvPr/>
            </p:nvSpPr>
            <p:spPr>
              <a:xfrm>
                <a:off x="4024" y="1090"/>
                <a:ext cx="97" cy="97"/>
              </a:xfrm>
              <a:prstGeom prst="ellipse">
                <a:avLst/>
              </a:prstGeom>
              <a:solidFill>
                <a:srgbClr val="6699FF"/>
              </a:solidFill>
              <a:ln w="9525" cap="flat" cmpd="sng">
                <a:solidFill>
                  <a:srgbClr val="000000"/>
                </a:solidFill>
                <a:prstDash val="solid"/>
                <a:headEnd type="none" w="med" len="med"/>
                <a:tailEnd type="none" w="med" len="med"/>
              </a:ln>
            </p:spPr>
            <p:txBody>
              <a:bodyPr/>
              <a:lstStyle/>
              <a:p>
                <a:endParaRPr lang="zh-CN" altLang="en-US"/>
              </a:p>
            </p:txBody>
          </p:sp>
          <p:sp>
            <p:nvSpPr>
              <p:cNvPr id="114813" name="椭圆 114812"/>
              <p:cNvSpPr/>
              <p:nvPr/>
            </p:nvSpPr>
            <p:spPr>
              <a:xfrm>
                <a:off x="4120" y="1090"/>
                <a:ext cx="97" cy="97"/>
              </a:xfrm>
              <a:prstGeom prst="ellipse">
                <a:avLst/>
              </a:prstGeom>
              <a:solidFill>
                <a:srgbClr val="6699FF"/>
              </a:solidFill>
              <a:ln w="9525" cap="flat" cmpd="sng">
                <a:solidFill>
                  <a:srgbClr val="000000"/>
                </a:solidFill>
                <a:prstDash val="solid"/>
                <a:headEnd type="none" w="med" len="med"/>
                <a:tailEnd type="none" w="med" len="med"/>
              </a:ln>
            </p:spPr>
            <p:txBody>
              <a:bodyPr/>
              <a:lstStyle/>
              <a:p>
                <a:endParaRPr lang="zh-CN" altLang="en-US"/>
              </a:p>
            </p:txBody>
          </p:sp>
        </p:grpSp>
        <p:sp>
          <p:nvSpPr>
            <p:cNvPr id="114814" name="椭圆 114813"/>
            <p:cNvSpPr/>
            <p:nvPr/>
          </p:nvSpPr>
          <p:spPr>
            <a:xfrm>
              <a:off x="4368" y="1003"/>
              <a:ext cx="97" cy="97"/>
            </a:xfrm>
            <a:prstGeom prst="ellipse">
              <a:avLst/>
            </a:prstGeom>
            <a:solidFill>
              <a:srgbClr val="6699FF"/>
            </a:solidFill>
            <a:ln w="9525" cap="flat" cmpd="sng">
              <a:solidFill>
                <a:srgbClr val="000000"/>
              </a:solidFill>
              <a:prstDash val="solid"/>
              <a:headEnd type="none" w="med" len="med"/>
              <a:tailEnd type="none" w="med" len="med"/>
            </a:ln>
          </p:spPr>
          <p:txBody>
            <a:bodyPr/>
            <a:lstStyle/>
            <a:p>
              <a:endParaRPr lang="zh-CN" altLang="en-US"/>
            </a:p>
          </p:txBody>
        </p:sp>
        <p:sp>
          <p:nvSpPr>
            <p:cNvPr id="114815" name="椭圆 114814"/>
            <p:cNvSpPr/>
            <p:nvPr/>
          </p:nvSpPr>
          <p:spPr>
            <a:xfrm>
              <a:off x="5232" y="1675"/>
              <a:ext cx="97" cy="97"/>
            </a:xfrm>
            <a:prstGeom prst="ellipse">
              <a:avLst/>
            </a:prstGeom>
            <a:solidFill>
              <a:srgbClr val="0066FF"/>
            </a:solidFill>
            <a:ln w="9525" cap="flat" cmpd="sng">
              <a:solidFill>
                <a:srgbClr val="000000"/>
              </a:solidFill>
              <a:prstDash val="solid"/>
              <a:headEnd type="none" w="med" len="med"/>
              <a:tailEnd type="none" w="med" len="med"/>
            </a:ln>
          </p:spPr>
          <p:txBody>
            <a:bodyPr/>
            <a:lstStyle/>
            <a:p>
              <a:endParaRPr lang="zh-CN" altLang="en-US"/>
            </a:p>
          </p:txBody>
        </p:sp>
        <p:grpSp>
          <p:nvGrpSpPr>
            <p:cNvPr id="114816" name="组合 114815"/>
            <p:cNvGrpSpPr/>
            <p:nvPr/>
          </p:nvGrpSpPr>
          <p:grpSpPr>
            <a:xfrm>
              <a:off x="4176" y="1339"/>
              <a:ext cx="289" cy="97"/>
              <a:chOff x="4024" y="1426"/>
              <a:chExt cx="289" cy="97"/>
            </a:xfrm>
          </p:grpSpPr>
          <p:sp>
            <p:nvSpPr>
              <p:cNvPr id="114817" name="椭圆 114816"/>
              <p:cNvSpPr/>
              <p:nvPr/>
            </p:nvSpPr>
            <p:spPr>
              <a:xfrm>
                <a:off x="4024" y="1426"/>
                <a:ext cx="97" cy="97"/>
              </a:xfrm>
              <a:prstGeom prst="ellipse">
                <a:avLst/>
              </a:prstGeom>
              <a:solidFill>
                <a:srgbClr val="3366FF"/>
              </a:solidFill>
              <a:ln w="9525" cap="flat" cmpd="sng">
                <a:solidFill>
                  <a:srgbClr val="000000"/>
                </a:solidFill>
                <a:prstDash val="solid"/>
                <a:headEnd type="none" w="med" len="med"/>
                <a:tailEnd type="none" w="med" len="med"/>
              </a:ln>
            </p:spPr>
            <p:txBody>
              <a:bodyPr/>
              <a:lstStyle/>
              <a:p>
                <a:endParaRPr lang="zh-CN" altLang="en-US"/>
              </a:p>
            </p:txBody>
          </p:sp>
          <p:sp>
            <p:nvSpPr>
              <p:cNvPr id="114818" name="椭圆 114817"/>
              <p:cNvSpPr/>
              <p:nvPr/>
            </p:nvSpPr>
            <p:spPr>
              <a:xfrm>
                <a:off x="4216" y="1426"/>
                <a:ext cx="97" cy="97"/>
              </a:xfrm>
              <a:prstGeom prst="ellipse">
                <a:avLst/>
              </a:prstGeom>
              <a:solidFill>
                <a:srgbClr val="3366FF"/>
              </a:solidFill>
              <a:ln w="9525" cap="flat" cmpd="sng">
                <a:solidFill>
                  <a:srgbClr val="000000"/>
                </a:solidFill>
                <a:prstDash val="solid"/>
                <a:headEnd type="none" w="med" len="med"/>
                <a:tailEnd type="none" w="med" len="med"/>
              </a:ln>
            </p:spPr>
            <p:txBody>
              <a:bodyPr/>
              <a:lstStyle/>
              <a:p>
                <a:endParaRPr lang="zh-CN" altLang="en-US"/>
              </a:p>
            </p:txBody>
          </p:sp>
        </p:grpSp>
      </p:grpSp>
      <p:sp>
        <p:nvSpPr>
          <p:cNvPr id="114819" name="文本框 114818"/>
          <p:cNvSpPr txBox="1"/>
          <p:nvPr/>
        </p:nvSpPr>
        <p:spPr>
          <a:xfrm>
            <a:off x="7390448" y="1868488"/>
            <a:ext cx="459740" cy="1005840"/>
          </a:xfrm>
          <a:prstGeom prst="rect">
            <a:avLst/>
          </a:prstGeom>
          <a:noFill/>
          <a:ln w="9525">
            <a:noFill/>
          </a:ln>
        </p:spPr>
        <p:txBody>
          <a:bodyPr vert="eaVert" wrap="none" anchor="t">
            <a:spAutoFit/>
          </a:bodyPr>
          <a:lstStyle/>
          <a:p>
            <a:pPr algn="l" eaLnBrk="0" hangingPunct="0"/>
            <a:r>
              <a:rPr lang="zh-CN" altLang="en-US" sz="1800" b="1" dirty="0">
                <a:solidFill>
                  <a:schemeClr val="tx1"/>
                </a:solidFill>
                <a:latin typeface="Times New Roman" panose="02020603050405020304" pitchFamily="18" charset="0"/>
              </a:rPr>
              <a:t>共振转移</a:t>
            </a:r>
            <a:endParaRPr lang="zh-CN" altLang="en-US">
              <a:solidFill>
                <a:schemeClr val="tx1"/>
              </a:solidFill>
              <a:latin typeface="Times New Roman" panose="02020603050405020304" pitchFamily="18" charset="0"/>
            </a:endParaRPr>
          </a:p>
        </p:txBody>
      </p:sp>
      <p:sp>
        <p:nvSpPr>
          <p:cNvPr id="19458" name="Rectangle 2"/>
          <p:cNvSpPr>
            <a:spLocks noGrp="1" noChangeArrowheads="1"/>
          </p:cNvSpPr>
          <p:nvPr/>
        </p:nvSpPr>
        <p:spPr>
          <a:xfrm>
            <a:off x="838200" y="365125"/>
            <a:ext cx="10515600" cy="1325563"/>
          </a:xfrm>
          <a:prstGeom prst="rect">
            <a:avLst/>
          </a:prstGeom>
        </p:spPr>
        <p:txBody>
          <a:bodyPr vert="horz" wrap="square" lIns="91440" tIns="45720" rIns="91440" bIns="45720" numCol="1" rtlCol="0" anchor="ctr" anchorCtr="0" compatLnSpc="1">
            <a:normAutofit/>
            <a:scene3d>
              <a:camera prst="orthographicFront"/>
              <a:lightRig rig="threePt" dir="t"/>
            </a:scene3d>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rPr>
              <a:t>典型激光器介绍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4744"/>
                                        </p:tgtEl>
                                        <p:attrNameLst>
                                          <p:attrName>style.visibility</p:attrName>
                                        </p:attrNameLst>
                                      </p:cBhvr>
                                      <p:to>
                                        <p:strVal val="visible"/>
                                      </p:to>
                                    </p:set>
                                    <p:animEffect transition="in" filter="wipe(down)">
                                      <p:cBhvr>
                                        <p:cTn id="7" dur="500"/>
                                        <p:tgtEl>
                                          <p:spTgt spid="114744"/>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272" fill="hold" grpId="0" nodeType="clickEffect">
                                  <p:stCondLst>
                                    <p:cond delay="0"/>
                                  </p:stCondLst>
                                  <p:childTnLst>
                                    <p:set>
                                      <p:cBhvr>
                                        <p:cTn id="11" dur="1" fill="hold">
                                          <p:stCondLst>
                                            <p:cond delay="0"/>
                                          </p:stCondLst>
                                        </p:cTn>
                                        <p:tgtEl>
                                          <p:spTgt spid="114819"/>
                                        </p:tgtEl>
                                        <p:attrNameLst>
                                          <p:attrName>style.visibility</p:attrName>
                                        </p:attrNameLst>
                                      </p:cBhvr>
                                      <p:to>
                                        <p:strVal val="visible"/>
                                      </p:to>
                                    </p:set>
                                    <p:anim calcmode="lin" valueType="num">
                                      <p:cBhvr>
                                        <p:cTn id="12" dur="500" fill="hold"/>
                                        <p:tgtEl>
                                          <p:spTgt spid="114819"/>
                                        </p:tgtEl>
                                        <p:attrNameLst>
                                          <p:attrName>ppt_w</p:attrName>
                                        </p:attrNameLst>
                                      </p:cBhvr>
                                      <p:tavLst>
                                        <p:tav tm="0">
                                          <p:val>
                                            <p:strVal val="2/3*#ppt_w"/>
                                          </p:val>
                                        </p:tav>
                                        <p:tav tm="100000">
                                          <p:val>
                                            <p:strVal val="#ppt_w"/>
                                          </p:val>
                                        </p:tav>
                                      </p:tavLst>
                                    </p:anim>
                                    <p:anim calcmode="lin" valueType="num">
                                      <p:cBhvr>
                                        <p:cTn id="13" dur="500" fill="hold"/>
                                        <p:tgtEl>
                                          <p:spTgt spid="114819"/>
                                        </p:tgtEl>
                                        <p:attrNameLst>
                                          <p:attrName>ppt_h</p:attrName>
                                        </p:attrNameLst>
                                      </p:cBhvr>
                                      <p:tavLst>
                                        <p:tav tm="0">
                                          <p:val>
                                            <p:strVal val="2/3*#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14808"/>
                                        </p:tgtEl>
                                        <p:attrNameLst>
                                          <p:attrName>style.visibility</p:attrName>
                                        </p:attrNameLst>
                                      </p:cBhvr>
                                      <p:to>
                                        <p:strVal val="visible"/>
                                      </p:to>
                                    </p:set>
                                    <p:animEffect transition="in" filter="wipe(left)">
                                      <p:cBhvr>
                                        <p:cTn id="18" dur="500"/>
                                        <p:tgtEl>
                                          <p:spTgt spid="11480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14803"/>
                                        </p:tgtEl>
                                        <p:attrNameLst>
                                          <p:attrName>style.visibility</p:attrName>
                                        </p:attrNameLst>
                                      </p:cBhvr>
                                      <p:to>
                                        <p:strVal val="visible"/>
                                      </p:to>
                                    </p:set>
                                    <p:animEffect transition="in" filter="wipe(up)">
                                      <p:cBhvr>
                                        <p:cTn id="23" dur="500"/>
                                        <p:tgtEl>
                                          <p:spTgt spid="11480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114793"/>
                                        </p:tgtEl>
                                        <p:attrNameLst>
                                          <p:attrName>style.visibility</p:attrName>
                                        </p:attrNameLst>
                                      </p:cBhvr>
                                      <p:to>
                                        <p:strVal val="visible"/>
                                      </p:to>
                                    </p:set>
                                    <p:animEffect transition="in" filter="wipe(up)">
                                      <p:cBhvr>
                                        <p:cTn id="28" dur="500"/>
                                        <p:tgtEl>
                                          <p:spTgt spid="11479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114780"/>
                                        </p:tgtEl>
                                        <p:attrNameLst>
                                          <p:attrName>style.visibility</p:attrName>
                                        </p:attrNameLst>
                                      </p:cBhvr>
                                      <p:to>
                                        <p:strVal val="visible"/>
                                      </p:to>
                                    </p:set>
                                    <p:animEffect transition="in" filter="wipe(up)">
                                      <p:cBhvr>
                                        <p:cTn id="33" dur="500"/>
                                        <p:tgtEl>
                                          <p:spTgt spid="114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1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2" name="Text Box 4"/>
          <p:cNvSpPr txBox="1">
            <a:spLocks noChangeArrowheads="1"/>
          </p:cNvSpPr>
          <p:nvPr/>
        </p:nvSpPr>
        <p:spPr bwMode="auto">
          <a:xfrm>
            <a:off x="1778635" y="5276850"/>
            <a:ext cx="8850630" cy="953135"/>
          </a:xfrm>
          <a:prstGeom prst="rect">
            <a:avLst/>
          </a:prstGeom>
          <a:noFill/>
          <a:ln w="9525" algn="ctr">
            <a:noFill/>
            <a:miter lim="800000"/>
          </a:ln>
          <a:effectLst/>
        </p:spPr>
        <p:txBody>
          <a:bodyPr wrap="square">
            <a:spAutoFit/>
          </a:bodyPr>
          <a:lstStyle/>
          <a:p>
            <a:pPr>
              <a:spcBef>
                <a:spcPct val="50000"/>
              </a:spcBef>
            </a:pPr>
            <a:r>
              <a:rPr kumimoji="0" lang="zh-CN" altLang="en-US" sz="2800" b="1"/>
              <a:t>氦</a:t>
            </a:r>
            <a:r>
              <a:rPr kumimoji="0" lang="en-US" altLang="zh-CN" sz="2800" b="1"/>
              <a:t>-</a:t>
            </a:r>
            <a:r>
              <a:rPr kumimoji="0" lang="zh-CN" altLang="en-US" sz="2800" b="1"/>
              <a:t>氖激光器单色性好造价低 ，因此它几乎垄断了对光的准值、精密测量和其他应用的小功率激光器市场。</a:t>
            </a:r>
          </a:p>
        </p:txBody>
      </p:sp>
      <p:grpSp>
        <p:nvGrpSpPr>
          <p:cNvPr id="104453" name="Group 5"/>
          <p:cNvGrpSpPr/>
          <p:nvPr/>
        </p:nvGrpSpPr>
        <p:grpSpPr bwMode="auto">
          <a:xfrm>
            <a:off x="6311900" y="2133600"/>
            <a:ext cx="4033838" cy="2162175"/>
            <a:chOff x="1156" y="1389"/>
            <a:chExt cx="3176" cy="1634"/>
          </a:xfrm>
        </p:grpSpPr>
        <p:sp>
          <p:nvSpPr>
            <p:cNvPr id="104454" name="Text Box 6"/>
            <p:cNvSpPr txBox="1">
              <a:spLocks noChangeArrowheads="1"/>
            </p:cNvSpPr>
            <p:nvPr/>
          </p:nvSpPr>
          <p:spPr bwMode="auto">
            <a:xfrm>
              <a:off x="3123" y="1490"/>
              <a:ext cx="936" cy="305"/>
            </a:xfrm>
            <a:prstGeom prst="rect">
              <a:avLst/>
            </a:prstGeom>
            <a:solidFill>
              <a:schemeClr val="bg1"/>
            </a:solidFill>
            <a:ln w="28575">
              <a:noFill/>
              <a:miter lim="800000"/>
            </a:ln>
          </p:spPr>
          <p:txBody>
            <a:bodyPr/>
            <a:lstStyle/>
            <a:p>
              <a:pPr algn="just"/>
              <a:r>
                <a:rPr kumimoji="0" lang="zh-CN" altLang="en-US" sz="1600" b="1"/>
                <a:t>布儒斯特窗口</a:t>
              </a:r>
              <a:endParaRPr kumimoji="0" lang="zh-CN" altLang="en-US" sz="1600" b="1">
                <a:latin typeface="Garamond" panose="02020404030301010803" pitchFamily="18" charset="0"/>
              </a:endParaRPr>
            </a:p>
          </p:txBody>
        </p:sp>
        <p:sp>
          <p:nvSpPr>
            <p:cNvPr id="104455" name="Text Box 7"/>
            <p:cNvSpPr txBox="1">
              <a:spLocks noChangeArrowheads="1"/>
            </p:cNvSpPr>
            <p:nvPr/>
          </p:nvSpPr>
          <p:spPr bwMode="auto">
            <a:xfrm>
              <a:off x="2938" y="2329"/>
              <a:ext cx="462" cy="306"/>
            </a:xfrm>
            <a:prstGeom prst="rect">
              <a:avLst/>
            </a:prstGeom>
            <a:solidFill>
              <a:schemeClr val="bg1"/>
            </a:solidFill>
            <a:ln w="28575">
              <a:noFill/>
              <a:miter lim="800000"/>
            </a:ln>
          </p:spPr>
          <p:txBody>
            <a:bodyPr/>
            <a:lstStyle/>
            <a:p>
              <a:pPr algn="just"/>
              <a:r>
                <a:rPr kumimoji="0" lang="zh-CN" altLang="en-US" sz="1600" b="1"/>
                <a:t>阳极</a:t>
              </a:r>
              <a:endParaRPr kumimoji="0" lang="zh-CN" altLang="en-US" sz="1600" b="1">
                <a:latin typeface="Garamond" panose="02020404030301010803" pitchFamily="18" charset="0"/>
              </a:endParaRPr>
            </a:p>
          </p:txBody>
        </p:sp>
        <p:sp>
          <p:nvSpPr>
            <p:cNvPr id="104456" name="Text Box 8"/>
            <p:cNvSpPr txBox="1">
              <a:spLocks noChangeArrowheads="1"/>
            </p:cNvSpPr>
            <p:nvPr/>
          </p:nvSpPr>
          <p:spPr bwMode="auto">
            <a:xfrm>
              <a:off x="2368" y="1389"/>
              <a:ext cx="462" cy="229"/>
            </a:xfrm>
            <a:prstGeom prst="rect">
              <a:avLst/>
            </a:prstGeom>
            <a:solidFill>
              <a:schemeClr val="bg1"/>
            </a:solidFill>
            <a:ln w="28575">
              <a:noFill/>
              <a:miter lim="800000"/>
            </a:ln>
          </p:spPr>
          <p:txBody>
            <a:bodyPr/>
            <a:lstStyle/>
            <a:p>
              <a:pPr algn="just"/>
              <a:r>
                <a:rPr kumimoji="0" lang="zh-CN" altLang="en-US" sz="1600" b="1"/>
                <a:t>阴极</a:t>
              </a:r>
              <a:endParaRPr kumimoji="0" lang="zh-CN" altLang="en-US" sz="1600" b="1">
                <a:latin typeface="Garamond" panose="02020404030301010803" pitchFamily="18" charset="0"/>
              </a:endParaRPr>
            </a:p>
          </p:txBody>
        </p:sp>
        <p:sp>
          <p:nvSpPr>
            <p:cNvPr id="104457" name="Text Box 9"/>
            <p:cNvSpPr txBox="1">
              <a:spLocks noChangeArrowheads="1"/>
            </p:cNvSpPr>
            <p:nvPr/>
          </p:nvSpPr>
          <p:spPr bwMode="auto">
            <a:xfrm>
              <a:off x="2430" y="2299"/>
              <a:ext cx="277" cy="229"/>
            </a:xfrm>
            <a:prstGeom prst="rect">
              <a:avLst/>
            </a:prstGeom>
            <a:solidFill>
              <a:schemeClr val="bg1"/>
            </a:solidFill>
            <a:ln w="28575">
              <a:noFill/>
              <a:miter lim="800000"/>
            </a:ln>
          </p:spPr>
          <p:txBody>
            <a:bodyPr/>
            <a:lstStyle/>
            <a:p>
              <a:pPr algn="just"/>
              <a:r>
                <a:rPr kumimoji="0" lang="en-US" altLang="zh-CN" sz="1600"/>
                <a:t>+</a:t>
              </a:r>
              <a:endParaRPr kumimoji="0" lang="en-US" altLang="zh-CN" sz="1600">
                <a:latin typeface="Garamond" panose="02020404030301010803" pitchFamily="18" charset="0"/>
              </a:endParaRPr>
            </a:p>
          </p:txBody>
        </p:sp>
        <p:sp>
          <p:nvSpPr>
            <p:cNvPr id="104458" name="Text Box 10"/>
            <p:cNvSpPr txBox="1">
              <a:spLocks noChangeArrowheads="1"/>
            </p:cNvSpPr>
            <p:nvPr/>
          </p:nvSpPr>
          <p:spPr bwMode="auto">
            <a:xfrm>
              <a:off x="3585" y="2329"/>
              <a:ext cx="554" cy="229"/>
            </a:xfrm>
            <a:prstGeom prst="rect">
              <a:avLst/>
            </a:prstGeom>
            <a:solidFill>
              <a:schemeClr val="bg1"/>
            </a:solidFill>
            <a:ln w="28575">
              <a:noFill/>
              <a:miter lim="800000"/>
            </a:ln>
          </p:spPr>
          <p:txBody>
            <a:bodyPr/>
            <a:lstStyle/>
            <a:p>
              <a:pPr algn="just"/>
              <a:r>
                <a:rPr kumimoji="0" lang="zh-CN" altLang="en-US" sz="1600" b="1"/>
                <a:t>反射镜</a:t>
              </a:r>
              <a:endParaRPr kumimoji="0" lang="zh-CN" altLang="en-US" sz="1600" b="1">
                <a:latin typeface="Garamond" panose="02020404030301010803" pitchFamily="18" charset="0"/>
              </a:endParaRPr>
            </a:p>
          </p:txBody>
        </p:sp>
        <p:grpSp>
          <p:nvGrpSpPr>
            <p:cNvPr id="104459" name="Group 11"/>
            <p:cNvGrpSpPr/>
            <p:nvPr/>
          </p:nvGrpSpPr>
          <p:grpSpPr bwMode="auto">
            <a:xfrm>
              <a:off x="1156" y="1694"/>
              <a:ext cx="300" cy="423"/>
              <a:chOff x="3067" y="9654"/>
              <a:chExt cx="585" cy="864"/>
            </a:xfrm>
          </p:grpSpPr>
          <p:sp>
            <p:nvSpPr>
              <p:cNvPr id="104460" name="Arc 12"/>
              <p:cNvSpPr/>
              <p:nvPr/>
            </p:nvSpPr>
            <p:spPr bwMode="auto">
              <a:xfrm rot="19221500" flipH="1">
                <a:off x="3112" y="9759"/>
                <a:ext cx="540"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ln>
            </p:spPr>
            <p:txBody>
              <a:bodyPr/>
              <a:lstStyle/>
              <a:p>
                <a:endParaRPr lang="zh-CN" altLang="en-US"/>
              </a:p>
            </p:txBody>
          </p:sp>
          <p:sp>
            <p:nvSpPr>
              <p:cNvPr id="104461" name="Line 13"/>
              <p:cNvSpPr>
                <a:spLocks noChangeShapeType="1"/>
              </p:cNvSpPr>
              <p:nvPr/>
            </p:nvSpPr>
            <p:spPr bwMode="auto">
              <a:xfrm flipV="1">
                <a:off x="3097" y="10494"/>
                <a:ext cx="300" cy="6"/>
              </a:xfrm>
              <a:prstGeom prst="line">
                <a:avLst/>
              </a:prstGeom>
              <a:noFill/>
              <a:ln w="28575">
                <a:solidFill>
                  <a:schemeClr val="tx1"/>
                </a:solidFill>
                <a:round/>
              </a:ln>
            </p:spPr>
            <p:txBody>
              <a:bodyPr/>
              <a:lstStyle/>
              <a:p>
                <a:endParaRPr lang="zh-CN" altLang="en-US"/>
              </a:p>
            </p:txBody>
          </p:sp>
          <p:sp>
            <p:nvSpPr>
              <p:cNvPr id="104462" name="Line 14"/>
              <p:cNvSpPr>
                <a:spLocks noChangeShapeType="1"/>
              </p:cNvSpPr>
              <p:nvPr/>
            </p:nvSpPr>
            <p:spPr bwMode="auto">
              <a:xfrm>
                <a:off x="3082" y="9672"/>
                <a:ext cx="0" cy="846"/>
              </a:xfrm>
              <a:prstGeom prst="line">
                <a:avLst/>
              </a:prstGeom>
              <a:noFill/>
              <a:ln w="28575">
                <a:solidFill>
                  <a:schemeClr val="tx1"/>
                </a:solidFill>
                <a:round/>
              </a:ln>
            </p:spPr>
            <p:txBody>
              <a:bodyPr/>
              <a:lstStyle/>
              <a:p>
                <a:endParaRPr lang="zh-CN" altLang="en-US"/>
              </a:p>
            </p:txBody>
          </p:sp>
          <p:sp>
            <p:nvSpPr>
              <p:cNvPr id="104463" name="Line 15"/>
              <p:cNvSpPr>
                <a:spLocks noChangeShapeType="1"/>
              </p:cNvSpPr>
              <p:nvPr/>
            </p:nvSpPr>
            <p:spPr bwMode="auto">
              <a:xfrm>
                <a:off x="3067" y="9654"/>
                <a:ext cx="285" cy="6"/>
              </a:xfrm>
              <a:prstGeom prst="line">
                <a:avLst/>
              </a:prstGeom>
              <a:noFill/>
              <a:ln w="28575">
                <a:solidFill>
                  <a:schemeClr val="tx1"/>
                </a:solidFill>
                <a:round/>
              </a:ln>
            </p:spPr>
            <p:txBody>
              <a:bodyPr/>
              <a:lstStyle/>
              <a:p>
                <a:endParaRPr lang="zh-CN" altLang="en-US"/>
              </a:p>
            </p:txBody>
          </p:sp>
        </p:grpSp>
        <p:grpSp>
          <p:nvGrpSpPr>
            <p:cNvPr id="104464" name="Group 16"/>
            <p:cNvGrpSpPr/>
            <p:nvPr/>
          </p:nvGrpSpPr>
          <p:grpSpPr bwMode="auto">
            <a:xfrm>
              <a:off x="4016" y="1693"/>
              <a:ext cx="316" cy="391"/>
              <a:chOff x="8617" y="9759"/>
              <a:chExt cx="615" cy="801"/>
            </a:xfrm>
          </p:grpSpPr>
          <p:sp>
            <p:nvSpPr>
              <p:cNvPr id="104465" name="Arc 17"/>
              <p:cNvSpPr/>
              <p:nvPr/>
            </p:nvSpPr>
            <p:spPr bwMode="auto">
              <a:xfrm rot="366943">
                <a:off x="8617" y="9759"/>
                <a:ext cx="435" cy="769"/>
              </a:xfrm>
              <a:custGeom>
                <a:avLst/>
                <a:gdLst>
                  <a:gd name="G0" fmla="+- 0 0 0"/>
                  <a:gd name="G1" fmla="+- 17091 0 0"/>
                  <a:gd name="G2" fmla="+- 21600 0 0"/>
                  <a:gd name="T0" fmla="*/ 13209 w 21600"/>
                  <a:gd name="T1" fmla="*/ 0 h 30437"/>
                  <a:gd name="T2" fmla="*/ 16984 w 21600"/>
                  <a:gd name="T3" fmla="*/ 30437 h 30437"/>
                  <a:gd name="T4" fmla="*/ 0 w 21600"/>
                  <a:gd name="T5" fmla="*/ 17091 h 30437"/>
                </a:gdLst>
                <a:ahLst/>
                <a:cxnLst>
                  <a:cxn ang="0">
                    <a:pos x="T0" y="T1"/>
                  </a:cxn>
                  <a:cxn ang="0">
                    <a:pos x="T2" y="T3"/>
                  </a:cxn>
                  <a:cxn ang="0">
                    <a:pos x="T4" y="T5"/>
                  </a:cxn>
                </a:cxnLst>
                <a:rect l="0" t="0" r="r" b="b"/>
                <a:pathLst>
                  <a:path w="21600" h="30437" fill="none" extrusionOk="0">
                    <a:moveTo>
                      <a:pt x="13208" y="0"/>
                    </a:moveTo>
                    <a:cubicBezTo>
                      <a:pt x="18501" y="4090"/>
                      <a:pt x="21600" y="10402"/>
                      <a:pt x="21600" y="17091"/>
                    </a:cubicBezTo>
                    <a:cubicBezTo>
                      <a:pt x="21600" y="21931"/>
                      <a:pt x="19974" y="26631"/>
                      <a:pt x="16983" y="30436"/>
                    </a:cubicBezTo>
                  </a:path>
                  <a:path w="21600" h="30437" stroke="0" extrusionOk="0">
                    <a:moveTo>
                      <a:pt x="13208" y="0"/>
                    </a:moveTo>
                    <a:cubicBezTo>
                      <a:pt x="18501" y="4090"/>
                      <a:pt x="21600" y="10402"/>
                      <a:pt x="21600" y="17091"/>
                    </a:cubicBezTo>
                    <a:cubicBezTo>
                      <a:pt x="21600" y="21931"/>
                      <a:pt x="19974" y="26631"/>
                      <a:pt x="16983" y="30436"/>
                    </a:cubicBezTo>
                    <a:lnTo>
                      <a:pt x="0" y="17091"/>
                    </a:lnTo>
                    <a:close/>
                  </a:path>
                </a:pathLst>
              </a:custGeom>
              <a:noFill/>
              <a:ln w="28575">
                <a:solidFill>
                  <a:schemeClr val="tx1"/>
                </a:solidFill>
                <a:round/>
              </a:ln>
            </p:spPr>
            <p:txBody>
              <a:bodyPr/>
              <a:lstStyle/>
              <a:p>
                <a:endParaRPr lang="zh-CN" altLang="en-US"/>
              </a:p>
            </p:txBody>
          </p:sp>
          <p:sp>
            <p:nvSpPr>
              <p:cNvPr id="104466" name="Line 18"/>
              <p:cNvSpPr>
                <a:spLocks noChangeShapeType="1"/>
              </p:cNvSpPr>
              <p:nvPr/>
            </p:nvSpPr>
            <p:spPr bwMode="auto">
              <a:xfrm>
                <a:off x="8969" y="9762"/>
                <a:ext cx="165" cy="0"/>
              </a:xfrm>
              <a:prstGeom prst="line">
                <a:avLst/>
              </a:prstGeom>
              <a:noFill/>
              <a:ln w="28575">
                <a:solidFill>
                  <a:schemeClr val="tx1"/>
                </a:solidFill>
                <a:round/>
              </a:ln>
            </p:spPr>
            <p:txBody>
              <a:bodyPr/>
              <a:lstStyle/>
              <a:p>
                <a:endParaRPr lang="zh-CN" altLang="en-US"/>
              </a:p>
            </p:txBody>
          </p:sp>
          <p:sp>
            <p:nvSpPr>
              <p:cNvPr id="104467" name="Line 19"/>
              <p:cNvSpPr>
                <a:spLocks noChangeShapeType="1"/>
              </p:cNvSpPr>
              <p:nvPr/>
            </p:nvSpPr>
            <p:spPr bwMode="auto">
              <a:xfrm>
                <a:off x="9187" y="9780"/>
                <a:ext cx="0" cy="780"/>
              </a:xfrm>
              <a:prstGeom prst="line">
                <a:avLst/>
              </a:prstGeom>
              <a:noFill/>
              <a:ln w="28575">
                <a:solidFill>
                  <a:schemeClr val="tx1"/>
                </a:solidFill>
                <a:round/>
              </a:ln>
            </p:spPr>
            <p:txBody>
              <a:bodyPr/>
              <a:lstStyle/>
              <a:p>
                <a:endParaRPr lang="zh-CN" altLang="en-US"/>
              </a:p>
            </p:txBody>
          </p:sp>
          <p:sp>
            <p:nvSpPr>
              <p:cNvPr id="104468" name="Line 20"/>
              <p:cNvSpPr>
                <a:spLocks noChangeShapeType="1"/>
              </p:cNvSpPr>
              <p:nvPr/>
            </p:nvSpPr>
            <p:spPr bwMode="auto">
              <a:xfrm>
                <a:off x="8932" y="10539"/>
                <a:ext cx="300" cy="0"/>
              </a:xfrm>
              <a:prstGeom prst="line">
                <a:avLst/>
              </a:prstGeom>
              <a:noFill/>
              <a:ln w="28575">
                <a:solidFill>
                  <a:schemeClr val="tx1"/>
                </a:solidFill>
                <a:round/>
              </a:ln>
            </p:spPr>
            <p:txBody>
              <a:bodyPr/>
              <a:lstStyle/>
              <a:p>
                <a:endParaRPr lang="zh-CN" altLang="en-US"/>
              </a:p>
            </p:txBody>
          </p:sp>
        </p:grpSp>
        <p:sp>
          <p:nvSpPr>
            <p:cNvPr id="104469" name="Line 21"/>
            <p:cNvSpPr>
              <a:spLocks noChangeShapeType="1"/>
            </p:cNvSpPr>
            <p:nvPr/>
          </p:nvSpPr>
          <p:spPr bwMode="auto">
            <a:xfrm>
              <a:off x="1826" y="1870"/>
              <a:ext cx="2125" cy="0"/>
            </a:xfrm>
            <a:prstGeom prst="line">
              <a:avLst/>
            </a:prstGeom>
            <a:noFill/>
            <a:ln w="28575">
              <a:solidFill>
                <a:schemeClr val="tx1"/>
              </a:solidFill>
              <a:round/>
            </a:ln>
          </p:spPr>
          <p:txBody>
            <a:bodyPr/>
            <a:lstStyle/>
            <a:p>
              <a:endParaRPr lang="zh-CN" altLang="en-US"/>
            </a:p>
          </p:txBody>
        </p:sp>
        <p:sp>
          <p:nvSpPr>
            <p:cNvPr id="104470" name="Line 22"/>
            <p:cNvSpPr>
              <a:spLocks noChangeShapeType="1"/>
            </p:cNvSpPr>
            <p:nvPr/>
          </p:nvSpPr>
          <p:spPr bwMode="auto">
            <a:xfrm>
              <a:off x="1456" y="1870"/>
              <a:ext cx="277" cy="0"/>
            </a:xfrm>
            <a:prstGeom prst="line">
              <a:avLst/>
            </a:prstGeom>
            <a:noFill/>
            <a:ln w="28575">
              <a:solidFill>
                <a:schemeClr val="tx1"/>
              </a:solidFill>
              <a:round/>
            </a:ln>
          </p:spPr>
          <p:txBody>
            <a:bodyPr/>
            <a:lstStyle/>
            <a:p>
              <a:endParaRPr lang="zh-CN" altLang="en-US"/>
            </a:p>
          </p:txBody>
        </p:sp>
        <p:sp>
          <p:nvSpPr>
            <p:cNvPr id="104471" name="Line 23"/>
            <p:cNvSpPr>
              <a:spLocks noChangeShapeType="1"/>
            </p:cNvSpPr>
            <p:nvPr/>
          </p:nvSpPr>
          <p:spPr bwMode="auto">
            <a:xfrm flipV="1">
              <a:off x="1745" y="1709"/>
              <a:ext cx="0" cy="152"/>
            </a:xfrm>
            <a:prstGeom prst="line">
              <a:avLst/>
            </a:prstGeom>
            <a:noFill/>
            <a:ln w="28575">
              <a:solidFill>
                <a:schemeClr val="tx1"/>
              </a:solidFill>
              <a:round/>
            </a:ln>
          </p:spPr>
          <p:txBody>
            <a:bodyPr/>
            <a:lstStyle/>
            <a:p>
              <a:endParaRPr lang="zh-CN" altLang="en-US"/>
            </a:p>
          </p:txBody>
        </p:sp>
        <p:sp>
          <p:nvSpPr>
            <p:cNvPr id="104472" name="Line 24"/>
            <p:cNvSpPr>
              <a:spLocks noChangeShapeType="1"/>
            </p:cNvSpPr>
            <p:nvPr/>
          </p:nvSpPr>
          <p:spPr bwMode="auto">
            <a:xfrm flipV="1">
              <a:off x="1826" y="1718"/>
              <a:ext cx="0" cy="152"/>
            </a:xfrm>
            <a:prstGeom prst="line">
              <a:avLst/>
            </a:prstGeom>
            <a:noFill/>
            <a:ln w="28575">
              <a:solidFill>
                <a:schemeClr val="tx1"/>
              </a:solidFill>
              <a:round/>
            </a:ln>
          </p:spPr>
          <p:txBody>
            <a:bodyPr/>
            <a:lstStyle/>
            <a:p>
              <a:endParaRPr lang="zh-CN" altLang="en-US"/>
            </a:p>
          </p:txBody>
        </p:sp>
        <p:sp>
          <p:nvSpPr>
            <p:cNvPr id="104473" name="Line 25"/>
            <p:cNvSpPr>
              <a:spLocks noChangeShapeType="1"/>
            </p:cNvSpPr>
            <p:nvPr/>
          </p:nvSpPr>
          <p:spPr bwMode="auto">
            <a:xfrm flipV="1">
              <a:off x="1810" y="1728"/>
              <a:ext cx="801" cy="3"/>
            </a:xfrm>
            <a:prstGeom prst="line">
              <a:avLst/>
            </a:prstGeom>
            <a:noFill/>
            <a:ln w="28575">
              <a:solidFill>
                <a:schemeClr val="tx1"/>
              </a:solidFill>
              <a:round/>
            </a:ln>
          </p:spPr>
          <p:txBody>
            <a:bodyPr/>
            <a:lstStyle/>
            <a:p>
              <a:endParaRPr lang="zh-CN" altLang="en-US"/>
            </a:p>
          </p:txBody>
        </p:sp>
        <p:sp>
          <p:nvSpPr>
            <p:cNvPr id="104474" name="Arc 26"/>
            <p:cNvSpPr/>
            <p:nvPr/>
          </p:nvSpPr>
          <p:spPr bwMode="auto">
            <a:xfrm rot="16126077">
              <a:off x="1739" y="1640"/>
              <a:ext cx="88" cy="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ln>
          </p:spPr>
          <p:txBody>
            <a:bodyPr/>
            <a:lstStyle/>
            <a:p>
              <a:endParaRPr lang="zh-CN" altLang="en-US"/>
            </a:p>
          </p:txBody>
        </p:sp>
        <p:sp>
          <p:nvSpPr>
            <p:cNvPr id="104475" name="Line 27"/>
            <p:cNvSpPr>
              <a:spLocks noChangeShapeType="1"/>
            </p:cNvSpPr>
            <p:nvPr/>
          </p:nvSpPr>
          <p:spPr bwMode="auto">
            <a:xfrm>
              <a:off x="1833" y="1630"/>
              <a:ext cx="740" cy="0"/>
            </a:xfrm>
            <a:prstGeom prst="line">
              <a:avLst/>
            </a:prstGeom>
            <a:noFill/>
            <a:ln w="28575">
              <a:solidFill>
                <a:schemeClr val="tx1"/>
              </a:solidFill>
              <a:round/>
            </a:ln>
          </p:spPr>
          <p:txBody>
            <a:bodyPr/>
            <a:lstStyle/>
            <a:p>
              <a:endParaRPr lang="zh-CN" altLang="en-US"/>
            </a:p>
          </p:txBody>
        </p:sp>
        <p:sp>
          <p:nvSpPr>
            <p:cNvPr id="104476" name="Freeform 28"/>
            <p:cNvSpPr/>
            <p:nvPr/>
          </p:nvSpPr>
          <p:spPr bwMode="auto">
            <a:xfrm>
              <a:off x="2560" y="1631"/>
              <a:ext cx="92" cy="96"/>
            </a:xfrm>
            <a:custGeom>
              <a:avLst/>
              <a:gdLst/>
              <a:ahLst/>
              <a:cxnLst>
                <a:cxn ang="0">
                  <a:pos x="75" y="0"/>
                </a:cxn>
                <a:cxn ang="0">
                  <a:pos x="285" y="45"/>
                </a:cxn>
                <a:cxn ang="0">
                  <a:pos x="240" y="150"/>
                </a:cxn>
                <a:cxn ang="0">
                  <a:pos x="0" y="180"/>
                </a:cxn>
              </a:cxnLst>
              <a:rect l="0" t="0" r="r" b="b"/>
              <a:pathLst>
                <a:path w="312" h="180">
                  <a:moveTo>
                    <a:pt x="75" y="0"/>
                  </a:moveTo>
                  <a:cubicBezTo>
                    <a:pt x="166" y="10"/>
                    <a:pt x="258" y="20"/>
                    <a:pt x="285" y="45"/>
                  </a:cubicBezTo>
                  <a:cubicBezTo>
                    <a:pt x="312" y="70"/>
                    <a:pt x="287" y="128"/>
                    <a:pt x="240" y="150"/>
                  </a:cubicBezTo>
                  <a:cubicBezTo>
                    <a:pt x="193" y="172"/>
                    <a:pt x="40" y="175"/>
                    <a:pt x="0" y="180"/>
                  </a:cubicBezTo>
                </a:path>
              </a:pathLst>
            </a:custGeom>
            <a:noFill/>
            <a:ln w="28575" cmpd="sng">
              <a:solidFill>
                <a:schemeClr val="tx1"/>
              </a:solidFill>
              <a:round/>
            </a:ln>
          </p:spPr>
          <p:txBody>
            <a:bodyPr/>
            <a:lstStyle/>
            <a:p>
              <a:endParaRPr lang="zh-CN" altLang="en-US"/>
            </a:p>
          </p:txBody>
        </p:sp>
        <p:sp>
          <p:nvSpPr>
            <p:cNvPr id="104477" name="Line 29"/>
            <p:cNvSpPr>
              <a:spLocks noChangeShapeType="1"/>
            </p:cNvSpPr>
            <p:nvPr/>
          </p:nvSpPr>
          <p:spPr bwMode="auto">
            <a:xfrm>
              <a:off x="1456" y="1870"/>
              <a:ext cx="93" cy="77"/>
            </a:xfrm>
            <a:prstGeom prst="line">
              <a:avLst/>
            </a:prstGeom>
            <a:noFill/>
            <a:ln w="28575">
              <a:solidFill>
                <a:schemeClr val="tx1"/>
              </a:solidFill>
              <a:round/>
            </a:ln>
          </p:spPr>
          <p:txBody>
            <a:bodyPr/>
            <a:lstStyle/>
            <a:p>
              <a:endParaRPr lang="zh-CN" altLang="en-US"/>
            </a:p>
          </p:txBody>
        </p:sp>
        <p:sp>
          <p:nvSpPr>
            <p:cNvPr id="104478" name="Line 30"/>
            <p:cNvSpPr>
              <a:spLocks noChangeShapeType="1"/>
            </p:cNvSpPr>
            <p:nvPr/>
          </p:nvSpPr>
          <p:spPr bwMode="auto">
            <a:xfrm>
              <a:off x="1549" y="1870"/>
              <a:ext cx="92" cy="77"/>
            </a:xfrm>
            <a:prstGeom prst="line">
              <a:avLst/>
            </a:prstGeom>
            <a:noFill/>
            <a:ln w="28575">
              <a:solidFill>
                <a:schemeClr val="tx1"/>
              </a:solidFill>
              <a:round/>
            </a:ln>
          </p:spPr>
          <p:txBody>
            <a:bodyPr/>
            <a:lstStyle/>
            <a:p>
              <a:endParaRPr lang="zh-CN" altLang="en-US"/>
            </a:p>
          </p:txBody>
        </p:sp>
        <p:sp>
          <p:nvSpPr>
            <p:cNvPr id="104479" name="Line 31"/>
            <p:cNvSpPr>
              <a:spLocks noChangeShapeType="1"/>
            </p:cNvSpPr>
            <p:nvPr/>
          </p:nvSpPr>
          <p:spPr bwMode="auto">
            <a:xfrm flipH="1">
              <a:off x="3858" y="1870"/>
              <a:ext cx="93" cy="77"/>
            </a:xfrm>
            <a:prstGeom prst="line">
              <a:avLst/>
            </a:prstGeom>
            <a:noFill/>
            <a:ln w="28575">
              <a:solidFill>
                <a:schemeClr val="tx1"/>
              </a:solidFill>
              <a:round/>
            </a:ln>
          </p:spPr>
          <p:txBody>
            <a:bodyPr/>
            <a:lstStyle/>
            <a:p>
              <a:endParaRPr lang="zh-CN" altLang="en-US"/>
            </a:p>
          </p:txBody>
        </p:sp>
        <p:sp>
          <p:nvSpPr>
            <p:cNvPr id="104480" name="Line 32"/>
            <p:cNvSpPr>
              <a:spLocks noChangeShapeType="1"/>
            </p:cNvSpPr>
            <p:nvPr/>
          </p:nvSpPr>
          <p:spPr bwMode="auto">
            <a:xfrm flipH="1">
              <a:off x="3766" y="1870"/>
              <a:ext cx="92" cy="77"/>
            </a:xfrm>
            <a:prstGeom prst="line">
              <a:avLst/>
            </a:prstGeom>
            <a:noFill/>
            <a:ln w="28575">
              <a:solidFill>
                <a:schemeClr val="tx1"/>
              </a:solidFill>
              <a:round/>
            </a:ln>
          </p:spPr>
          <p:txBody>
            <a:bodyPr/>
            <a:lstStyle/>
            <a:p>
              <a:endParaRPr lang="zh-CN" altLang="en-US"/>
            </a:p>
          </p:txBody>
        </p:sp>
        <p:sp>
          <p:nvSpPr>
            <p:cNvPr id="104481" name="Line 33"/>
            <p:cNvSpPr>
              <a:spLocks noChangeShapeType="1"/>
            </p:cNvSpPr>
            <p:nvPr/>
          </p:nvSpPr>
          <p:spPr bwMode="auto">
            <a:xfrm>
              <a:off x="1552" y="1948"/>
              <a:ext cx="2033" cy="0"/>
            </a:xfrm>
            <a:prstGeom prst="line">
              <a:avLst/>
            </a:prstGeom>
            <a:noFill/>
            <a:ln w="28575">
              <a:solidFill>
                <a:schemeClr val="tx1"/>
              </a:solidFill>
              <a:round/>
            </a:ln>
          </p:spPr>
          <p:txBody>
            <a:bodyPr/>
            <a:lstStyle/>
            <a:p>
              <a:endParaRPr lang="zh-CN" altLang="en-US"/>
            </a:p>
          </p:txBody>
        </p:sp>
        <p:sp>
          <p:nvSpPr>
            <p:cNvPr id="104482" name="Line 34"/>
            <p:cNvSpPr>
              <a:spLocks noChangeShapeType="1"/>
            </p:cNvSpPr>
            <p:nvPr/>
          </p:nvSpPr>
          <p:spPr bwMode="auto">
            <a:xfrm>
              <a:off x="3673" y="1947"/>
              <a:ext cx="185" cy="0"/>
            </a:xfrm>
            <a:prstGeom prst="line">
              <a:avLst/>
            </a:prstGeom>
            <a:noFill/>
            <a:ln w="28575">
              <a:solidFill>
                <a:schemeClr val="tx1"/>
              </a:solidFill>
              <a:round/>
            </a:ln>
          </p:spPr>
          <p:txBody>
            <a:bodyPr/>
            <a:lstStyle/>
            <a:p>
              <a:endParaRPr lang="zh-CN" altLang="en-US"/>
            </a:p>
          </p:txBody>
        </p:sp>
        <p:sp>
          <p:nvSpPr>
            <p:cNvPr id="104483" name="AutoShape 35"/>
            <p:cNvSpPr>
              <a:spLocks noChangeArrowheads="1"/>
            </p:cNvSpPr>
            <p:nvPr/>
          </p:nvSpPr>
          <p:spPr bwMode="auto">
            <a:xfrm>
              <a:off x="2846" y="2100"/>
              <a:ext cx="646" cy="229"/>
            </a:xfrm>
            <a:prstGeom prst="flowChartAlternateProcess">
              <a:avLst/>
            </a:prstGeom>
            <a:solidFill>
              <a:schemeClr val="bg1"/>
            </a:solidFill>
            <a:ln w="28575">
              <a:solidFill>
                <a:schemeClr val="tx1"/>
              </a:solidFill>
              <a:miter lim="800000"/>
            </a:ln>
          </p:spPr>
          <p:txBody>
            <a:bodyPr/>
            <a:lstStyle/>
            <a:p>
              <a:endParaRPr lang="zh-CN" altLang="en-US"/>
            </a:p>
          </p:txBody>
        </p:sp>
        <p:sp>
          <p:nvSpPr>
            <p:cNvPr id="104484" name="Line 36"/>
            <p:cNvSpPr>
              <a:spLocks noChangeShapeType="1"/>
            </p:cNvSpPr>
            <p:nvPr/>
          </p:nvSpPr>
          <p:spPr bwMode="auto">
            <a:xfrm>
              <a:off x="3581" y="1947"/>
              <a:ext cx="0" cy="228"/>
            </a:xfrm>
            <a:prstGeom prst="line">
              <a:avLst/>
            </a:prstGeom>
            <a:noFill/>
            <a:ln w="28575">
              <a:solidFill>
                <a:schemeClr val="tx1"/>
              </a:solidFill>
              <a:round/>
            </a:ln>
          </p:spPr>
          <p:txBody>
            <a:bodyPr/>
            <a:lstStyle/>
            <a:p>
              <a:endParaRPr lang="zh-CN" altLang="en-US"/>
            </a:p>
          </p:txBody>
        </p:sp>
        <p:sp>
          <p:nvSpPr>
            <p:cNvPr id="104485" name="Line 37"/>
            <p:cNvSpPr>
              <a:spLocks noChangeShapeType="1"/>
            </p:cNvSpPr>
            <p:nvPr/>
          </p:nvSpPr>
          <p:spPr bwMode="auto">
            <a:xfrm>
              <a:off x="3489" y="2175"/>
              <a:ext cx="92" cy="0"/>
            </a:xfrm>
            <a:prstGeom prst="line">
              <a:avLst/>
            </a:prstGeom>
            <a:noFill/>
            <a:ln w="28575">
              <a:solidFill>
                <a:schemeClr val="tx1"/>
              </a:solidFill>
              <a:round/>
            </a:ln>
          </p:spPr>
          <p:txBody>
            <a:bodyPr/>
            <a:lstStyle/>
            <a:p>
              <a:endParaRPr lang="zh-CN" altLang="en-US"/>
            </a:p>
          </p:txBody>
        </p:sp>
        <p:sp>
          <p:nvSpPr>
            <p:cNvPr id="104486" name="Line 38"/>
            <p:cNvSpPr>
              <a:spLocks noChangeShapeType="1"/>
            </p:cNvSpPr>
            <p:nvPr/>
          </p:nvSpPr>
          <p:spPr bwMode="auto">
            <a:xfrm>
              <a:off x="3489" y="2252"/>
              <a:ext cx="184" cy="0"/>
            </a:xfrm>
            <a:prstGeom prst="line">
              <a:avLst/>
            </a:prstGeom>
            <a:noFill/>
            <a:ln w="28575">
              <a:solidFill>
                <a:schemeClr val="tx1"/>
              </a:solidFill>
              <a:round/>
            </a:ln>
          </p:spPr>
          <p:txBody>
            <a:bodyPr/>
            <a:lstStyle/>
            <a:p>
              <a:endParaRPr lang="zh-CN" altLang="en-US"/>
            </a:p>
          </p:txBody>
        </p:sp>
        <p:sp>
          <p:nvSpPr>
            <p:cNvPr id="104487" name="Line 39"/>
            <p:cNvSpPr>
              <a:spLocks noChangeShapeType="1"/>
            </p:cNvSpPr>
            <p:nvPr/>
          </p:nvSpPr>
          <p:spPr bwMode="auto">
            <a:xfrm>
              <a:off x="3673" y="1947"/>
              <a:ext cx="0" cy="305"/>
            </a:xfrm>
            <a:prstGeom prst="line">
              <a:avLst/>
            </a:prstGeom>
            <a:noFill/>
            <a:ln w="28575">
              <a:solidFill>
                <a:schemeClr val="tx1"/>
              </a:solidFill>
              <a:round/>
            </a:ln>
          </p:spPr>
          <p:txBody>
            <a:bodyPr/>
            <a:lstStyle/>
            <a:p>
              <a:endParaRPr lang="zh-CN" altLang="en-US"/>
            </a:p>
          </p:txBody>
        </p:sp>
        <p:sp>
          <p:nvSpPr>
            <p:cNvPr id="104488" name="Line 40"/>
            <p:cNvSpPr>
              <a:spLocks noChangeShapeType="1"/>
            </p:cNvSpPr>
            <p:nvPr/>
          </p:nvSpPr>
          <p:spPr bwMode="auto">
            <a:xfrm>
              <a:off x="3492" y="2176"/>
              <a:ext cx="0" cy="77"/>
            </a:xfrm>
            <a:prstGeom prst="line">
              <a:avLst/>
            </a:prstGeom>
            <a:noFill/>
            <a:ln w="28575">
              <a:solidFill>
                <a:schemeClr val="tx1"/>
              </a:solidFill>
              <a:round/>
            </a:ln>
          </p:spPr>
          <p:txBody>
            <a:bodyPr/>
            <a:lstStyle/>
            <a:p>
              <a:endParaRPr lang="zh-CN" altLang="en-US"/>
            </a:p>
          </p:txBody>
        </p:sp>
        <p:sp>
          <p:nvSpPr>
            <p:cNvPr id="104489" name="Rectangle 41"/>
            <p:cNvSpPr>
              <a:spLocks noChangeArrowheads="1"/>
            </p:cNvSpPr>
            <p:nvPr/>
          </p:nvSpPr>
          <p:spPr bwMode="auto">
            <a:xfrm>
              <a:off x="2881" y="2136"/>
              <a:ext cx="538" cy="161"/>
            </a:xfrm>
            <a:prstGeom prst="rect">
              <a:avLst/>
            </a:prstGeom>
            <a:solidFill>
              <a:schemeClr val="hlink"/>
            </a:solidFill>
            <a:ln w="28575">
              <a:solidFill>
                <a:schemeClr val="tx1"/>
              </a:solidFill>
              <a:miter lim="800000"/>
            </a:ln>
          </p:spPr>
          <p:txBody>
            <a:bodyPr/>
            <a:lstStyle/>
            <a:p>
              <a:endParaRPr lang="zh-CN" altLang="en-US"/>
            </a:p>
          </p:txBody>
        </p:sp>
        <p:sp>
          <p:nvSpPr>
            <p:cNvPr id="104490" name="Rectangle 42"/>
            <p:cNvSpPr>
              <a:spLocks noChangeArrowheads="1"/>
            </p:cNvSpPr>
            <p:nvPr/>
          </p:nvSpPr>
          <p:spPr bwMode="auto">
            <a:xfrm>
              <a:off x="1733" y="2328"/>
              <a:ext cx="739" cy="458"/>
            </a:xfrm>
            <a:prstGeom prst="rect">
              <a:avLst/>
            </a:prstGeom>
            <a:solidFill>
              <a:schemeClr val="bg1"/>
            </a:solidFill>
            <a:ln w="28575">
              <a:solidFill>
                <a:schemeClr val="tx1"/>
              </a:solidFill>
              <a:miter lim="800000"/>
            </a:ln>
          </p:spPr>
          <p:txBody>
            <a:bodyPr/>
            <a:lstStyle/>
            <a:p>
              <a:endParaRPr lang="zh-CN" altLang="en-US"/>
            </a:p>
          </p:txBody>
        </p:sp>
        <p:sp>
          <p:nvSpPr>
            <p:cNvPr id="104491" name="Line 43"/>
            <p:cNvSpPr>
              <a:spLocks noChangeShapeType="1"/>
            </p:cNvSpPr>
            <p:nvPr/>
          </p:nvSpPr>
          <p:spPr bwMode="auto">
            <a:xfrm flipV="1">
              <a:off x="2545" y="1684"/>
              <a:ext cx="185" cy="1"/>
            </a:xfrm>
            <a:prstGeom prst="line">
              <a:avLst/>
            </a:prstGeom>
            <a:noFill/>
            <a:ln w="28575">
              <a:solidFill>
                <a:schemeClr val="tx1"/>
              </a:solidFill>
              <a:round/>
            </a:ln>
          </p:spPr>
          <p:txBody>
            <a:bodyPr/>
            <a:lstStyle/>
            <a:p>
              <a:endParaRPr lang="zh-CN" altLang="en-US"/>
            </a:p>
          </p:txBody>
        </p:sp>
        <p:sp>
          <p:nvSpPr>
            <p:cNvPr id="104492" name="Line 44"/>
            <p:cNvSpPr>
              <a:spLocks noChangeShapeType="1"/>
            </p:cNvSpPr>
            <p:nvPr/>
          </p:nvSpPr>
          <p:spPr bwMode="auto">
            <a:xfrm>
              <a:off x="2746" y="1682"/>
              <a:ext cx="0" cy="121"/>
            </a:xfrm>
            <a:prstGeom prst="line">
              <a:avLst/>
            </a:prstGeom>
            <a:noFill/>
            <a:ln w="28575">
              <a:solidFill>
                <a:schemeClr val="tx1"/>
              </a:solidFill>
              <a:round/>
            </a:ln>
          </p:spPr>
          <p:txBody>
            <a:bodyPr/>
            <a:lstStyle/>
            <a:p>
              <a:endParaRPr lang="zh-CN" altLang="en-US"/>
            </a:p>
          </p:txBody>
        </p:sp>
        <p:sp>
          <p:nvSpPr>
            <p:cNvPr id="104493" name="Arc 45"/>
            <p:cNvSpPr/>
            <p:nvPr/>
          </p:nvSpPr>
          <p:spPr bwMode="auto">
            <a:xfrm>
              <a:off x="2681" y="1809"/>
              <a:ext cx="134" cy="184"/>
            </a:xfrm>
            <a:custGeom>
              <a:avLst/>
              <a:gdLst>
                <a:gd name="G0" fmla="+- 0 0 0"/>
                <a:gd name="G1" fmla="+- 18802 0 0"/>
                <a:gd name="G2" fmla="+- 21600 0 0"/>
                <a:gd name="T0" fmla="*/ 10632 w 21600"/>
                <a:gd name="T1" fmla="*/ 0 h 38779"/>
                <a:gd name="T2" fmla="*/ 8215 w 21600"/>
                <a:gd name="T3" fmla="*/ 38779 h 38779"/>
                <a:gd name="T4" fmla="*/ 0 w 21600"/>
                <a:gd name="T5" fmla="*/ 18802 h 38779"/>
              </a:gdLst>
              <a:ahLst/>
              <a:cxnLst>
                <a:cxn ang="0">
                  <a:pos x="T0" y="T1"/>
                </a:cxn>
                <a:cxn ang="0">
                  <a:pos x="T2" y="T3"/>
                </a:cxn>
                <a:cxn ang="0">
                  <a:pos x="T4" y="T5"/>
                </a:cxn>
              </a:cxnLst>
              <a:rect l="0" t="0" r="r" b="b"/>
              <a:pathLst>
                <a:path w="21600" h="38779" fill="none" extrusionOk="0">
                  <a:moveTo>
                    <a:pt x="10632" y="-1"/>
                  </a:moveTo>
                  <a:cubicBezTo>
                    <a:pt x="17409" y="3832"/>
                    <a:pt x="21600" y="11015"/>
                    <a:pt x="21600" y="18802"/>
                  </a:cubicBezTo>
                  <a:cubicBezTo>
                    <a:pt x="21600" y="27558"/>
                    <a:pt x="16313" y="35448"/>
                    <a:pt x="8214" y="38778"/>
                  </a:cubicBezTo>
                </a:path>
                <a:path w="21600" h="38779" stroke="0" extrusionOk="0">
                  <a:moveTo>
                    <a:pt x="10632" y="-1"/>
                  </a:moveTo>
                  <a:cubicBezTo>
                    <a:pt x="17409" y="3832"/>
                    <a:pt x="21600" y="11015"/>
                    <a:pt x="21600" y="18802"/>
                  </a:cubicBezTo>
                  <a:cubicBezTo>
                    <a:pt x="21600" y="27558"/>
                    <a:pt x="16313" y="35448"/>
                    <a:pt x="8214" y="38778"/>
                  </a:cubicBezTo>
                  <a:lnTo>
                    <a:pt x="0" y="18802"/>
                  </a:lnTo>
                  <a:close/>
                </a:path>
              </a:pathLst>
            </a:custGeom>
            <a:noFill/>
            <a:ln w="28575">
              <a:solidFill>
                <a:schemeClr val="tx1"/>
              </a:solidFill>
              <a:round/>
            </a:ln>
          </p:spPr>
          <p:txBody>
            <a:bodyPr/>
            <a:lstStyle/>
            <a:p>
              <a:endParaRPr lang="zh-CN" altLang="en-US"/>
            </a:p>
          </p:txBody>
        </p:sp>
        <p:sp>
          <p:nvSpPr>
            <p:cNvPr id="104494" name="Line 46"/>
            <p:cNvSpPr>
              <a:spLocks noChangeShapeType="1"/>
            </p:cNvSpPr>
            <p:nvPr/>
          </p:nvSpPr>
          <p:spPr bwMode="auto">
            <a:xfrm>
              <a:off x="2734" y="1988"/>
              <a:ext cx="0" cy="457"/>
            </a:xfrm>
            <a:prstGeom prst="line">
              <a:avLst/>
            </a:prstGeom>
            <a:noFill/>
            <a:ln w="28575">
              <a:solidFill>
                <a:schemeClr val="tx1"/>
              </a:solidFill>
              <a:round/>
            </a:ln>
          </p:spPr>
          <p:txBody>
            <a:bodyPr/>
            <a:lstStyle/>
            <a:p>
              <a:endParaRPr lang="zh-CN" altLang="en-US"/>
            </a:p>
          </p:txBody>
        </p:sp>
        <p:sp>
          <p:nvSpPr>
            <p:cNvPr id="104495" name="Line 47"/>
            <p:cNvSpPr>
              <a:spLocks noChangeShapeType="1"/>
            </p:cNvSpPr>
            <p:nvPr/>
          </p:nvSpPr>
          <p:spPr bwMode="auto">
            <a:xfrm flipH="1">
              <a:off x="2457" y="2454"/>
              <a:ext cx="277" cy="0"/>
            </a:xfrm>
            <a:prstGeom prst="line">
              <a:avLst/>
            </a:prstGeom>
            <a:noFill/>
            <a:ln w="28575">
              <a:solidFill>
                <a:schemeClr val="tx1"/>
              </a:solidFill>
              <a:round/>
            </a:ln>
          </p:spPr>
          <p:txBody>
            <a:bodyPr/>
            <a:lstStyle/>
            <a:p>
              <a:endParaRPr lang="zh-CN" altLang="en-US"/>
            </a:p>
          </p:txBody>
        </p:sp>
        <p:sp>
          <p:nvSpPr>
            <p:cNvPr id="104496" name="Line 48"/>
            <p:cNvSpPr>
              <a:spLocks noChangeShapeType="1"/>
            </p:cNvSpPr>
            <p:nvPr/>
          </p:nvSpPr>
          <p:spPr bwMode="auto">
            <a:xfrm flipH="1">
              <a:off x="2811" y="2234"/>
              <a:ext cx="93" cy="0"/>
            </a:xfrm>
            <a:prstGeom prst="line">
              <a:avLst/>
            </a:prstGeom>
            <a:noFill/>
            <a:ln w="28575">
              <a:solidFill>
                <a:schemeClr val="tx1"/>
              </a:solidFill>
              <a:round/>
            </a:ln>
          </p:spPr>
          <p:txBody>
            <a:bodyPr/>
            <a:lstStyle/>
            <a:p>
              <a:endParaRPr lang="zh-CN" altLang="en-US"/>
            </a:p>
          </p:txBody>
        </p:sp>
        <p:sp>
          <p:nvSpPr>
            <p:cNvPr id="104497" name="Line 49"/>
            <p:cNvSpPr>
              <a:spLocks noChangeShapeType="1"/>
            </p:cNvSpPr>
            <p:nvPr/>
          </p:nvSpPr>
          <p:spPr bwMode="auto">
            <a:xfrm>
              <a:off x="2811" y="2237"/>
              <a:ext cx="0" cy="381"/>
            </a:xfrm>
            <a:prstGeom prst="line">
              <a:avLst/>
            </a:prstGeom>
            <a:noFill/>
            <a:ln w="28575">
              <a:solidFill>
                <a:schemeClr val="tx1"/>
              </a:solidFill>
              <a:round/>
            </a:ln>
          </p:spPr>
          <p:txBody>
            <a:bodyPr/>
            <a:lstStyle/>
            <a:p>
              <a:endParaRPr lang="zh-CN" altLang="en-US"/>
            </a:p>
          </p:txBody>
        </p:sp>
        <p:sp>
          <p:nvSpPr>
            <p:cNvPr id="104498" name="Line 50"/>
            <p:cNvSpPr>
              <a:spLocks noChangeShapeType="1"/>
            </p:cNvSpPr>
            <p:nvPr/>
          </p:nvSpPr>
          <p:spPr bwMode="auto">
            <a:xfrm flipH="1">
              <a:off x="2426" y="2614"/>
              <a:ext cx="369" cy="0"/>
            </a:xfrm>
            <a:prstGeom prst="line">
              <a:avLst/>
            </a:prstGeom>
            <a:noFill/>
            <a:ln w="28575">
              <a:solidFill>
                <a:schemeClr val="tx1"/>
              </a:solidFill>
              <a:round/>
            </a:ln>
          </p:spPr>
          <p:txBody>
            <a:bodyPr/>
            <a:lstStyle/>
            <a:p>
              <a:endParaRPr lang="zh-CN" altLang="en-US"/>
            </a:p>
          </p:txBody>
        </p:sp>
        <p:sp>
          <p:nvSpPr>
            <p:cNvPr id="104499" name="Text Box 51"/>
            <p:cNvSpPr txBox="1">
              <a:spLocks noChangeArrowheads="1"/>
            </p:cNvSpPr>
            <p:nvPr/>
          </p:nvSpPr>
          <p:spPr bwMode="auto">
            <a:xfrm>
              <a:off x="1765" y="2432"/>
              <a:ext cx="635" cy="229"/>
            </a:xfrm>
            <a:prstGeom prst="rect">
              <a:avLst/>
            </a:prstGeom>
            <a:solidFill>
              <a:schemeClr val="bg1"/>
            </a:solidFill>
            <a:ln w="28575">
              <a:noFill/>
              <a:miter lim="800000"/>
            </a:ln>
          </p:spPr>
          <p:txBody>
            <a:bodyPr/>
            <a:lstStyle/>
            <a:p>
              <a:pPr algn="just"/>
              <a:r>
                <a:rPr kumimoji="0" lang="zh-CN" altLang="en-US" sz="1600" b="1"/>
                <a:t>直流电源</a:t>
              </a:r>
              <a:endParaRPr kumimoji="0" lang="zh-CN" altLang="en-US" sz="1600" b="1">
                <a:latin typeface="Garamond" panose="02020404030301010803" pitchFamily="18" charset="0"/>
              </a:endParaRPr>
            </a:p>
          </p:txBody>
        </p:sp>
        <p:sp>
          <p:nvSpPr>
            <p:cNvPr id="104500" name="Line 52"/>
            <p:cNvSpPr>
              <a:spLocks noChangeShapeType="1"/>
            </p:cNvSpPr>
            <p:nvPr/>
          </p:nvSpPr>
          <p:spPr bwMode="auto">
            <a:xfrm flipV="1">
              <a:off x="3862" y="1923"/>
              <a:ext cx="343" cy="406"/>
            </a:xfrm>
            <a:prstGeom prst="line">
              <a:avLst/>
            </a:prstGeom>
            <a:noFill/>
            <a:ln w="28575">
              <a:solidFill>
                <a:schemeClr val="tx1"/>
              </a:solidFill>
              <a:round/>
              <a:tailEnd type="triangle" w="med" len="med"/>
            </a:ln>
          </p:spPr>
          <p:txBody>
            <a:bodyPr/>
            <a:lstStyle/>
            <a:p>
              <a:endParaRPr lang="zh-CN" altLang="en-US"/>
            </a:p>
          </p:txBody>
        </p:sp>
        <p:sp>
          <p:nvSpPr>
            <p:cNvPr id="104501" name="Line 53"/>
            <p:cNvSpPr>
              <a:spLocks noChangeShapeType="1"/>
            </p:cNvSpPr>
            <p:nvPr/>
          </p:nvSpPr>
          <p:spPr bwMode="auto">
            <a:xfrm>
              <a:off x="3716" y="1697"/>
              <a:ext cx="184" cy="229"/>
            </a:xfrm>
            <a:prstGeom prst="line">
              <a:avLst/>
            </a:prstGeom>
            <a:noFill/>
            <a:ln w="28575">
              <a:solidFill>
                <a:schemeClr val="tx1"/>
              </a:solidFill>
              <a:round/>
              <a:tailEnd type="triangle" w="med" len="med"/>
            </a:ln>
            <a:effectLst/>
          </p:spPr>
          <p:txBody>
            <a:bodyPr/>
            <a:lstStyle/>
            <a:p>
              <a:endParaRPr lang="zh-CN" altLang="en-US"/>
            </a:p>
          </p:txBody>
        </p:sp>
        <p:graphicFrame>
          <p:nvGraphicFramePr>
            <p:cNvPr id="104502" name="Object 54"/>
            <p:cNvGraphicFramePr>
              <a:graphicFrameLocks noChangeAspect="1"/>
            </p:cNvGraphicFramePr>
            <p:nvPr/>
          </p:nvGraphicFramePr>
          <p:xfrm>
            <a:off x="2490" y="2660"/>
            <a:ext cx="118" cy="363"/>
          </p:xfrm>
          <a:graphic>
            <a:graphicData uri="http://schemas.openxmlformats.org/presentationml/2006/ole">
              <mc:AlternateContent xmlns:mc="http://schemas.openxmlformats.org/markup-compatibility/2006">
                <mc:Choice xmlns:v="urn:schemas-microsoft-com:vml" Requires="v">
                  <p:oleObj spid="_x0000_s50197" name="Equation" r:id="rId3" imgW="3048000" imgH="9144000" progId="Equation.DSMT4">
                    <p:embed/>
                  </p:oleObj>
                </mc:Choice>
                <mc:Fallback>
                  <p:oleObj name="Equation" r:id="rId3" imgW="3048000" imgH="9144000" progId="Equation.DSMT4">
                    <p:embed/>
                    <p:pic>
                      <p:nvPicPr>
                        <p:cNvPr id="0" name="图片 50176"/>
                        <p:cNvPicPr>
                          <a:picLocks noChangeAspect="1"/>
                        </p:cNvPicPr>
                        <p:nvPr/>
                      </p:nvPicPr>
                      <p:blipFill>
                        <a:blip r:embed="rId4"/>
                        <a:stretch>
                          <a:fillRect/>
                        </a:stretch>
                      </p:blipFill>
                      <p:spPr>
                        <a:xfrm>
                          <a:off x="2490" y="2660"/>
                          <a:ext cx="118" cy="363"/>
                        </a:xfrm>
                        <a:prstGeom prst="rect">
                          <a:avLst/>
                        </a:prstGeom>
                        <a:noFill/>
                        <a:ln w="9525">
                          <a:noFill/>
                        </a:ln>
                      </p:spPr>
                    </p:pic>
                  </p:oleObj>
                </mc:Fallback>
              </mc:AlternateContent>
            </a:graphicData>
          </a:graphic>
        </p:graphicFrame>
      </p:grpSp>
      <p:pic>
        <p:nvPicPr>
          <p:cNvPr id="104503" name="Picture 55" descr="he-nelaser"/>
          <p:cNvPicPr>
            <a:picLocks noChangeAspect="1" noChangeArrowheads="1"/>
          </p:cNvPicPr>
          <p:nvPr/>
        </p:nvPicPr>
        <p:blipFill>
          <a:blip r:embed="rId5">
            <a:lum bright="18000"/>
          </a:blip>
          <a:srcRect b="4291"/>
          <a:stretch>
            <a:fillRect/>
          </a:stretch>
        </p:blipFill>
        <p:spPr bwMode="auto">
          <a:xfrm>
            <a:off x="2424113" y="1773238"/>
            <a:ext cx="3678237" cy="3008312"/>
          </a:xfrm>
          <a:prstGeom prst="rect">
            <a:avLst/>
          </a:prstGeom>
          <a:noFill/>
          <a:ln w="9525">
            <a:noFill/>
            <a:miter lim="800000"/>
            <a:headEnd/>
            <a:tailEnd/>
          </a:ln>
        </p:spPr>
      </p:pic>
      <p:sp>
        <p:nvSpPr>
          <p:cNvPr id="19458"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rPr>
              <a:t>典型激光器介绍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4452"/>
                                        </p:tgtEl>
                                        <p:attrNameLst>
                                          <p:attrName>style.visibility</p:attrName>
                                        </p:attrNameLst>
                                      </p:cBhvr>
                                      <p:to>
                                        <p:strVal val="visible"/>
                                      </p:to>
                                    </p:set>
                                    <p:animEffect transition="in" filter="blinds(horizontal)">
                                      <p:cBhvr>
                                        <p:cTn id="7" dur="500"/>
                                        <p:tgtEl>
                                          <p:spTgt spid="10445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4503"/>
                                        </p:tgtEl>
                                        <p:attrNameLst>
                                          <p:attrName>style.visibility</p:attrName>
                                        </p:attrNameLst>
                                      </p:cBhvr>
                                      <p:to>
                                        <p:strVal val="visible"/>
                                      </p:to>
                                    </p:set>
                                    <p:anim calcmode="lin" valueType="num">
                                      <p:cBhvr additive="base">
                                        <p:cTn id="12" dur="500" fill="hold"/>
                                        <p:tgtEl>
                                          <p:spTgt spid="104503"/>
                                        </p:tgtEl>
                                        <p:attrNameLst>
                                          <p:attrName>ppt_x</p:attrName>
                                        </p:attrNameLst>
                                      </p:cBhvr>
                                      <p:tavLst>
                                        <p:tav tm="0">
                                          <p:val>
                                            <p:strVal val="#ppt_x"/>
                                          </p:val>
                                        </p:tav>
                                        <p:tav tm="100000">
                                          <p:val>
                                            <p:strVal val="#ppt_x"/>
                                          </p:val>
                                        </p:tav>
                                      </p:tavLst>
                                    </p:anim>
                                    <p:anim calcmode="lin" valueType="num">
                                      <p:cBhvr additive="base">
                                        <p:cTn id="13" dur="500" fill="hold"/>
                                        <p:tgtEl>
                                          <p:spTgt spid="104503"/>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04453"/>
                                        </p:tgtEl>
                                        <p:attrNameLst>
                                          <p:attrName>style.visibility</p:attrName>
                                        </p:attrNameLst>
                                      </p:cBhvr>
                                      <p:to>
                                        <p:strVal val="visible"/>
                                      </p:to>
                                    </p:set>
                                    <p:anim calcmode="lin" valueType="num">
                                      <p:cBhvr additive="base">
                                        <p:cTn id="16" dur="500" fill="hold"/>
                                        <p:tgtEl>
                                          <p:spTgt spid="104453"/>
                                        </p:tgtEl>
                                        <p:attrNameLst>
                                          <p:attrName>ppt_x</p:attrName>
                                        </p:attrNameLst>
                                      </p:cBhvr>
                                      <p:tavLst>
                                        <p:tav tm="0">
                                          <p:val>
                                            <p:strVal val="#ppt_x"/>
                                          </p:val>
                                        </p:tav>
                                        <p:tav tm="100000">
                                          <p:val>
                                            <p:strVal val="#ppt_x"/>
                                          </p:val>
                                        </p:tav>
                                      </p:tavLst>
                                    </p:anim>
                                    <p:anim calcmode="lin" valueType="num">
                                      <p:cBhvr additive="base">
                                        <p:cTn id="17" dur="500" fill="hold"/>
                                        <p:tgtEl>
                                          <p:spTgt spid="1044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r>
              <a:rPr lang="zh-CN" altLang="en-US" dirty="0"/>
              <a:t>二氧化碳激光器</a:t>
            </a:r>
          </a:p>
        </p:txBody>
      </p:sp>
      <p:pic>
        <p:nvPicPr>
          <p:cNvPr id="4" name="图片 -2147482622" descr="二氧化碳激光器"/>
          <p:cNvPicPr>
            <a:picLocks noChangeAspect="1"/>
          </p:cNvPicPr>
          <p:nvPr/>
        </p:nvPicPr>
        <p:blipFill>
          <a:blip r:embed="rId3"/>
          <a:stretch>
            <a:fillRect/>
          </a:stretch>
        </p:blipFill>
        <p:spPr>
          <a:xfrm>
            <a:off x="2215399" y="2073275"/>
            <a:ext cx="7606030" cy="3168650"/>
          </a:xfrm>
          <a:prstGeom prst="rect">
            <a:avLst/>
          </a:prstGeom>
          <a:noFill/>
          <a:ln w="9525">
            <a:noFill/>
          </a:ln>
        </p:spPr>
      </p:pic>
      <p:sp>
        <p:nvSpPr>
          <p:cNvPr id="5" name="矩形 4"/>
          <p:cNvSpPr/>
          <p:nvPr/>
        </p:nvSpPr>
        <p:spPr>
          <a:xfrm>
            <a:off x="2970414" y="5309195"/>
            <a:ext cx="6096000" cy="923330"/>
          </a:xfrm>
          <a:prstGeom prst="rect">
            <a:avLst/>
          </a:prstGeom>
        </p:spPr>
        <p:txBody>
          <a:bodyPr>
            <a:spAutoFit/>
          </a:bodyPr>
          <a:lstStyle/>
          <a:p>
            <a:pPr algn="ctr"/>
            <a:r>
              <a:rPr lang="zh-CN" altLang="en-US" dirty="0"/>
              <a:t>1.反射镜  2.电极  3.放电管  4.冷却水  5.反射镜  6.红外材料  7.激励电源</a:t>
            </a:r>
          </a:p>
          <a:p>
            <a:pPr algn="ctr"/>
            <a:r>
              <a:rPr lang="zh-CN" altLang="en-US" b="1" dirty="0"/>
              <a:t>CO2气体激光器示意图</a:t>
            </a:r>
          </a:p>
        </p:txBody>
      </p:sp>
      <p:sp>
        <p:nvSpPr>
          <p:cNvPr id="6" name="矩形 5"/>
          <p:cNvSpPr/>
          <p:nvPr/>
        </p:nvSpPr>
        <p:spPr>
          <a:xfrm>
            <a:off x="1059168" y="6232844"/>
            <a:ext cx="9918492" cy="369332"/>
          </a:xfrm>
          <a:prstGeom prst="rect">
            <a:avLst/>
          </a:prstGeom>
        </p:spPr>
        <p:txBody>
          <a:bodyPr wrap="square">
            <a:spAutoFit/>
          </a:bodyPr>
          <a:lstStyle/>
          <a:p>
            <a:r>
              <a:rPr lang="zh-CN" altLang="en-US" dirty="0">
                <a:solidFill>
                  <a:srgbClr val="FF0000"/>
                </a:solidFill>
              </a:rPr>
              <a:t>二氧化碳激光器，可称“隐身人”，因为它发出的激光波长为</a:t>
            </a:r>
            <a:r>
              <a:rPr lang="en-US" altLang="zh-CN" dirty="0">
                <a:solidFill>
                  <a:srgbClr val="FF0000"/>
                </a:solidFill>
              </a:rPr>
              <a:t>10.6 </a:t>
            </a:r>
            <a:r>
              <a:rPr lang="zh-CN" altLang="en-US" dirty="0">
                <a:solidFill>
                  <a:srgbClr val="FF0000"/>
                </a:solidFill>
              </a:rPr>
              <a:t>微米，“身”处红外区，肉眼看不见</a:t>
            </a:r>
          </a:p>
        </p:txBody>
      </p:sp>
      <p:sp>
        <p:nvSpPr>
          <p:cNvPr id="19458" name="Rectangle 2"/>
          <p:cNvSpPr>
            <a:spLocks noGrp="1" noChangeArrowheads="1"/>
          </p:cNvSpPr>
          <p:nvPr/>
        </p:nvSpPr>
        <p:spPr>
          <a:xfrm>
            <a:off x="838200" y="365125"/>
            <a:ext cx="10515600" cy="1325563"/>
          </a:xfrm>
          <a:prstGeom prst="rect">
            <a:avLst/>
          </a:prstGeom>
        </p:spPr>
        <p:txBody>
          <a:bodyPr vert="horz" wrap="square" lIns="91440" tIns="45720" rIns="91440" bIns="45720" numCol="1" rtlCol="0" anchor="ctr" anchorCtr="0" compatLnSpc="1">
            <a:normAutofit/>
            <a:scene3d>
              <a:camera prst="orthographicFront"/>
              <a:lightRig rig="threePt" dir="t"/>
            </a:scene3d>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rPr>
              <a:t>典型激光器介绍</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rPr>
              <a:t>典型激光器介绍</a:t>
            </a:r>
          </a:p>
        </p:txBody>
      </p:sp>
      <p:pic>
        <p:nvPicPr>
          <p:cNvPr id="14340" name="Picture 4"/>
          <p:cNvPicPr>
            <a:picLocks noChangeAspect="1"/>
          </p:cNvPicPr>
          <p:nvPr/>
        </p:nvPicPr>
        <p:blipFill>
          <a:blip r:embed="rId2"/>
          <a:stretch>
            <a:fillRect/>
          </a:stretch>
        </p:blipFill>
        <p:spPr>
          <a:xfrm>
            <a:off x="1919288" y="1919288"/>
            <a:ext cx="3790950" cy="3609975"/>
          </a:xfrm>
          <a:prstGeom prst="rect">
            <a:avLst/>
          </a:prstGeom>
          <a:noFill/>
          <a:ln w="9525">
            <a:noFill/>
          </a:ln>
        </p:spPr>
      </p:pic>
      <p:sp>
        <p:nvSpPr>
          <p:cNvPr id="14341" name="Rectangle 5"/>
          <p:cNvSpPr/>
          <p:nvPr/>
        </p:nvSpPr>
        <p:spPr>
          <a:xfrm>
            <a:off x="1992313" y="5583238"/>
            <a:ext cx="3547745" cy="368300"/>
          </a:xfrm>
          <a:prstGeom prst="rect">
            <a:avLst/>
          </a:prstGeom>
          <a:noFill/>
          <a:ln w="9525">
            <a:noFill/>
          </a:ln>
        </p:spPr>
        <p:txBody>
          <a:bodyPr wrap="none">
            <a:spAutoFit/>
          </a:bodyPr>
          <a:lstStyle>
            <a:lvl1pPr marL="342900" indent="-342900" algn="l" rtl="0" fontAlgn="base">
              <a:spcBef>
                <a:spcPct val="20000"/>
              </a:spcBef>
              <a:spcAft>
                <a:spcPct val="0"/>
              </a:spcAft>
              <a:buChar char="•"/>
              <a:defRPr sz="3200" b="1">
                <a:solidFill>
                  <a:schemeClr val="tx1"/>
                </a:solidFill>
                <a:effectLst/>
                <a:latin typeface="+mn-lt"/>
                <a:ea typeface="+mn-ea"/>
                <a:cs typeface="黑体" panose="02010609060101010101" pitchFamily="49" charset="-122"/>
              </a:defRPr>
            </a:lvl1pPr>
            <a:lvl2pPr marL="742950" indent="-285750" algn="l" rtl="0" fontAlgn="base">
              <a:spcBef>
                <a:spcPct val="20000"/>
              </a:spcBef>
              <a:spcAft>
                <a:spcPct val="0"/>
              </a:spcAft>
              <a:buChar char="–"/>
              <a:defRPr sz="2800" b="1">
                <a:solidFill>
                  <a:schemeClr val="tx1"/>
                </a:solidFill>
                <a:effectLst/>
                <a:latin typeface="+mn-lt"/>
                <a:ea typeface="+mn-ea"/>
                <a:cs typeface="黑体" panose="02010609060101010101" pitchFamily="49" charset="-122"/>
              </a:defRPr>
            </a:lvl2pPr>
            <a:lvl3pPr marL="1143000" indent="-228600" algn="l" rtl="0" fontAlgn="base">
              <a:spcBef>
                <a:spcPct val="20000"/>
              </a:spcBef>
              <a:spcAft>
                <a:spcPct val="0"/>
              </a:spcAft>
              <a:buChar char="•"/>
              <a:defRPr sz="2400">
                <a:solidFill>
                  <a:schemeClr val="tx1"/>
                </a:solidFill>
                <a:effectLst/>
                <a:latin typeface="+mn-lt"/>
                <a:ea typeface="+mn-ea"/>
                <a:cs typeface="黑体" panose="02010609060101010101" pitchFamily="49" charset="-122"/>
              </a:defRPr>
            </a:lvl3pPr>
            <a:lvl4pPr marL="1600200" indent="-228600" algn="l" rtl="0" fontAlgn="base">
              <a:spcBef>
                <a:spcPct val="20000"/>
              </a:spcBef>
              <a:spcAft>
                <a:spcPct val="0"/>
              </a:spcAft>
              <a:buChar char="–"/>
              <a:defRPr sz="2000">
                <a:solidFill>
                  <a:schemeClr val="tx1"/>
                </a:solidFill>
                <a:latin typeface="+mn-lt"/>
                <a:ea typeface="+mn-ea"/>
                <a:cs typeface="黑体" panose="02010609060101010101" pitchFamily="49" charset="-122"/>
              </a:defRPr>
            </a:lvl4pPr>
            <a:lvl5pPr marL="2057400" indent="-228600" algn="l" rtl="0" fontAlgn="base">
              <a:spcBef>
                <a:spcPct val="20000"/>
              </a:spcBef>
              <a:spcAft>
                <a:spcPct val="0"/>
              </a:spcAft>
              <a:buChar char="»"/>
              <a:defRPr sz="2000">
                <a:solidFill>
                  <a:schemeClr val="tx1"/>
                </a:solidFill>
                <a:latin typeface="+mn-lt"/>
                <a:ea typeface="+mn-ea"/>
                <a:cs typeface="黑体" panose="02010609060101010101" pitchFamily="49" charset="-122"/>
              </a:defRPr>
            </a:lvl5pPr>
          </a:lstStyle>
          <a:p>
            <a:pPr marL="0" lvl="0" indent="0" eaLnBrk="1" hangingPunct="1">
              <a:spcBef>
                <a:spcPct val="0"/>
              </a:spcBef>
              <a:buNone/>
            </a:pPr>
            <a:r>
              <a:rPr lang="zh-CN" altLang="en-US" sz="1800" b="0" dirty="0">
                <a:solidFill>
                  <a:srgbClr val="003399"/>
                </a:solidFill>
                <a:ea typeface="宋体" panose="02010600030101010101" pitchFamily="2" charset="-122"/>
              </a:rPr>
              <a:t>与产生激光有关的</a:t>
            </a:r>
            <a:r>
              <a:rPr lang="en-US" altLang="zh-CN" sz="1800" b="0" dirty="0">
                <a:solidFill>
                  <a:srgbClr val="003399"/>
                </a:solidFill>
                <a:ea typeface="宋体" panose="02010600030101010101" pitchFamily="2" charset="-122"/>
              </a:rPr>
              <a:t>CO</a:t>
            </a:r>
            <a:r>
              <a:rPr lang="en-US" altLang="zh-CN" sz="1800" b="0" baseline="-25000" dirty="0">
                <a:solidFill>
                  <a:srgbClr val="003399"/>
                </a:solidFill>
                <a:ea typeface="宋体" panose="02010600030101010101" pitchFamily="2" charset="-122"/>
              </a:rPr>
              <a:t>2</a:t>
            </a:r>
            <a:r>
              <a:rPr lang="zh-CN" altLang="en-US" sz="1800" b="0" dirty="0">
                <a:solidFill>
                  <a:srgbClr val="003399"/>
                </a:solidFill>
                <a:ea typeface="宋体" panose="02010600030101010101" pitchFamily="2" charset="-122"/>
              </a:rPr>
              <a:t>分子能级图</a:t>
            </a:r>
          </a:p>
        </p:txBody>
      </p:sp>
      <p:pic>
        <p:nvPicPr>
          <p:cNvPr id="14342" name="Picture 6" descr="Laser-welding-1"/>
          <p:cNvPicPr>
            <a:picLocks noChangeAspect="1"/>
          </p:cNvPicPr>
          <p:nvPr/>
        </p:nvPicPr>
        <p:blipFill>
          <a:blip r:embed="rId3"/>
          <a:stretch>
            <a:fillRect/>
          </a:stretch>
        </p:blipFill>
        <p:spPr>
          <a:xfrm>
            <a:off x="6024563" y="2279650"/>
            <a:ext cx="4103687" cy="3021013"/>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rPr>
              <a:t>典型激光器介绍</a:t>
            </a:r>
          </a:p>
        </p:txBody>
      </p:sp>
      <p:sp>
        <p:nvSpPr>
          <p:cNvPr id="33795" name="Rectangle 3"/>
          <p:cNvSpPr>
            <a:spLocks noGrp="1" noChangeArrowheads="1"/>
          </p:cNvSpPr>
          <p:nvPr>
            <p:ph idx="1"/>
          </p:nvPr>
        </p:nvSpPr>
        <p:spPr>
          <a:xfrm>
            <a:off x="838200" y="1691005"/>
            <a:ext cx="10515600" cy="4844415"/>
          </a:xfrm>
        </p:spPr>
        <p:txBody>
          <a:bodyPr vert="horz" wrap="square" lIns="91440" tIns="45720" rIns="91440" bIns="45720" numCol="1" anchor="t" anchorCtr="0" compatLnSpc="1">
            <a:noAutofit/>
            <a:scene3d>
              <a:camera prst="orthographicFront"/>
              <a:lightRig rig="threePt" dir="t"/>
            </a:scene3d>
          </a:bodyPr>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气体激光器的输出特性</a:t>
            </a: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b="1" i="0" u="none" strike="noStrike" kern="0" cap="none" spc="0" normalizeH="0" baseline="0" noProof="0">
                <a:solidFill>
                  <a:srgbClr val="FF0000"/>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输出功率大 </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气体激光器容易实现工作物质的大体积均匀分布，且工作物质的流动性好，因此能获得很大功率输出。例如</a:t>
            </a:r>
            <a:r>
              <a:rPr kumimoji="0" lang="zh-CN" altLang="en-US" b="1" i="0" u="none" strike="noStrike" kern="0" cap="none" spc="0" normalizeH="0" baseline="0" noProof="0">
                <a:solidFill>
                  <a:srgbClr val="FF0000"/>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高功率电激励</a:t>
            </a:r>
            <a:r>
              <a:rPr kumimoji="0" lang="en-US" altLang="zh-CN" b="1" i="0" u="none" strike="noStrike" kern="0" cap="none" spc="0" normalizeH="0" baseline="0" noProof="0">
                <a:solidFill>
                  <a:srgbClr val="FF0000"/>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CO</a:t>
            </a:r>
            <a:r>
              <a:rPr kumimoji="0" lang="en-US" altLang="zh-CN" b="1" i="0" u="none" strike="noStrike" kern="0" cap="none" spc="0" normalizeH="0" baseline="-25000" noProof="0">
                <a:solidFill>
                  <a:srgbClr val="FF0000"/>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2</a:t>
            </a:r>
            <a:r>
              <a:rPr kumimoji="0" lang="zh-CN" altLang="en-US" b="1" i="0" u="none" strike="noStrike" kern="0" cap="none" spc="0" normalizeH="0" baseline="0" noProof="0">
                <a:solidFill>
                  <a:srgbClr val="FF0000"/>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激光器连续输出功率已达数万瓦以上 。</a:t>
            </a:r>
            <a:endPar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b="1" i="0" u="none" strike="noStrike" kern="0" cap="none" spc="0" normalizeH="0" baseline="0" noProof="0">
                <a:solidFill>
                  <a:srgbClr val="FF0000"/>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效率高</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 </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大部分的气体激光器既能连续工作又能脉冲工作。目前，</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CO</a:t>
            </a:r>
            <a:r>
              <a:rPr kumimoji="0" lang="en-US" altLang="zh-CN" b="1" i="0" u="none" strike="noStrike" kern="0" cap="none" spc="0" normalizeH="0" baseline="-2500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2</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激光器的电光转换效率已达到</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25</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％，而 </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CO</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激光器在低温条件下可达到</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50</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 </a:t>
            </a: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b="1" i="0" u="none" strike="noStrike" kern="0" cap="none" spc="0" normalizeH="0" baseline="0" noProof="0">
                <a:solidFill>
                  <a:srgbClr val="FF0000"/>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谱线范围宽</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 </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目前有数百种气体和蒸气可以产生激光，已经观测到的激光谱线近万余条，谱线覆盖范围从亚毫米波到真空紫外波段，甚至 </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X</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射线、射线波段。 </a:t>
            </a: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b="1" i="0" u="none" strike="noStrike" kern="0" cap="none" spc="0" normalizeH="0" baseline="0" noProof="0">
                <a:solidFill>
                  <a:srgbClr val="FF0000"/>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光束质量优</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工作物质均匀一致保证了气体激光束的优良光束质量，在光束的相干性、单色性方面优于固体、半导体激光器，如</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He-Ne</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激光的单色性很高，</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Δλ</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很容易达到</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10</a:t>
            </a:r>
            <a:r>
              <a:rPr kumimoji="0" lang="en-US" altLang="zh-CN" b="1" i="0" u="none" strike="noStrike" kern="0" cap="none" spc="0" normalizeH="0" baseline="3000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-9</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10</a:t>
            </a:r>
            <a:r>
              <a:rPr kumimoji="0" lang="en-US" altLang="zh-CN" b="1" i="0" u="none" strike="noStrike" kern="0" cap="none" spc="0" normalizeH="0" baseline="3000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-11</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nm</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，其发散角只有</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l</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a:t>
            </a:r>
            <a:r>
              <a:rPr kumimoji="0" lang="en-US" altLang="zh-CN"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2</a:t>
            </a:r>
            <a:r>
              <a:rPr kumimoji="0" lang="zh-CN" altLang="en-US"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n-lt"/>
                <a:ea typeface="+mn-ea"/>
                <a:cs typeface="黑体" panose="02010609060101010101" pitchFamily="49" charset="-122"/>
              </a:rPr>
              <a:t>毫弧度。</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1" name="Text Box 5"/>
          <p:cNvSpPr txBox="1">
            <a:spLocks noChangeArrowheads="1"/>
          </p:cNvSpPr>
          <p:nvPr/>
        </p:nvSpPr>
        <p:spPr bwMode="auto">
          <a:xfrm>
            <a:off x="1822450" y="1774825"/>
            <a:ext cx="7941945" cy="829945"/>
          </a:xfrm>
          <a:prstGeom prst="rect">
            <a:avLst/>
          </a:prstGeom>
          <a:noFill/>
          <a:ln w="9525" algn="ctr">
            <a:noFill/>
            <a:miter lim="800000"/>
          </a:ln>
          <a:effectLst/>
        </p:spPr>
        <p:txBody>
          <a:bodyPr wrap="square">
            <a:spAutoFit/>
          </a:bodyPr>
          <a:lstStyle/>
          <a:p>
            <a:pPr>
              <a:spcBef>
                <a:spcPct val="50000"/>
              </a:spcBef>
            </a:pPr>
            <a:r>
              <a:rPr kumimoji="0" lang="en-US" altLang="zh-CN" sz="2400" b="1"/>
              <a:t>①</a:t>
            </a:r>
            <a:r>
              <a:rPr kumimoji="0" lang="en-US" altLang="zh-CN" sz="2400" b="1">
                <a:solidFill>
                  <a:srgbClr val="FF0000"/>
                </a:solidFill>
              </a:rPr>
              <a:t> </a:t>
            </a:r>
            <a:r>
              <a:rPr kumimoji="0" lang="zh-CN" altLang="en-US" sz="2400" b="1">
                <a:solidFill>
                  <a:srgbClr val="FF0000"/>
                </a:solidFill>
              </a:rPr>
              <a:t>结构</a:t>
            </a:r>
            <a:r>
              <a:rPr kumimoji="0" lang="zh-CN" altLang="en-US" sz="2400" b="1"/>
              <a:t>：用光敏半导体材料，例如砷化镓、镓铝砷等把导体材料掺杂做成结，用晶体的解理面作反射镜。</a:t>
            </a:r>
          </a:p>
        </p:txBody>
      </p:sp>
      <p:sp>
        <p:nvSpPr>
          <p:cNvPr id="106502" name="Text Box 6"/>
          <p:cNvSpPr txBox="1">
            <a:spLocks noChangeArrowheads="1"/>
          </p:cNvSpPr>
          <p:nvPr/>
        </p:nvSpPr>
        <p:spPr bwMode="auto">
          <a:xfrm>
            <a:off x="1822450" y="2854325"/>
            <a:ext cx="8108950" cy="1938020"/>
          </a:xfrm>
          <a:prstGeom prst="rect">
            <a:avLst/>
          </a:prstGeom>
          <a:noFill/>
          <a:ln w="9525" algn="ctr">
            <a:noFill/>
            <a:miter lim="800000"/>
          </a:ln>
          <a:effectLst/>
        </p:spPr>
        <p:txBody>
          <a:bodyPr wrap="square">
            <a:spAutoFit/>
          </a:bodyPr>
          <a:lstStyle/>
          <a:p>
            <a:pPr>
              <a:spcBef>
                <a:spcPct val="50000"/>
              </a:spcBef>
            </a:pPr>
            <a:r>
              <a:rPr kumimoji="0" lang="en-US" altLang="zh-CN" sz="2400" b="1"/>
              <a:t>② </a:t>
            </a:r>
            <a:r>
              <a:rPr kumimoji="0" lang="zh-CN" altLang="en-US" sz="2400" b="1">
                <a:solidFill>
                  <a:srgbClr val="FF0000"/>
                </a:solidFill>
              </a:rPr>
              <a:t>原理</a:t>
            </a:r>
            <a:r>
              <a:rPr kumimoji="0" lang="zh-CN" altLang="en-US" sz="2400" b="1"/>
              <a:t>：在导带低部和价带顶部之间形成集居数密度反转，即导带低部的电子数密度大于价带顶部的电子数密度。这样，就能对能量约为禁带宽度的光子实现受激激辐射放大。其方法是，把载流子注入到结中去先引起发光，后该光激励电子跃迁产生激光。</a:t>
            </a:r>
          </a:p>
        </p:txBody>
      </p:sp>
      <p:sp>
        <p:nvSpPr>
          <p:cNvPr id="106503" name="Text Box 7"/>
          <p:cNvSpPr txBox="1">
            <a:spLocks noChangeArrowheads="1"/>
          </p:cNvSpPr>
          <p:nvPr/>
        </p:nvSpPr>
        <p:spPr bwMode="auto">
          <a:xfrm>
            <a:off x="1822450" y="5014595"/>
            <a:ext cx="8491855" cy="1420495"/>
          </a:xfrm>
          <a:prstGeom prst="rect">
            <a:avLst/>
          </a:prstGeom>
          <a:noFill/>
          <a:ln w="9525" algn="ctr">
            <a:noFill/>
            <a:miter lim="800000"/>
          </a:ln>
          <a:effectLst/>
        </p:spPr>
        <p:txBody>
          <a:bodyPr wrap="square">
            <a:spAutoFit/>
          </a:bodyPr>
          <a:lstStyle/>
          <a:p>
            <a:pPr>
              <a:lnSpc>
                <a:spcPct val="120000"/>
              </a:lnSpc>
              <a:spcBef>
                <a:spcPct val="20000"/>
              </a:spcBef>
              <a:buClr>
                <a:schemeClr val="hlink"/>
              </a:buClr>
              <a:buSzPct val="70000"/>
              <a:buFont typeface="Wingdings" panose="05000000000000000000" pitchFamily="2" charset="2"/>
              <a:buNone/>
            </a:pPr>
            <a:r>
              <a:rPr kumimoji="0" lang="en-US" altLang="zh-CN" sz="2400" b="1"/>
              <a:t>③ </a:t>
            </a:r>
            <a:r>
              <a:rPr kumimoji="0" lang="zh-CN" altLang="en-US" sz="2400" b="1">
                <a:solidFill>
                  <a:srgbClr val="FF0000"/>
                </a:solidFill>
              </a:rPr>
              <a:t>特点</a:t>
            </a:r>
            <a:r>
              <a:rPr kumimoji="0" lang="zh-CN" altLang="en-US" sz="2400" b="1"/>
              <a:t>：</a:t>
            </a:r>
            <a:r>
              <a:rPr kumimoji="0" lang="zh-CN" altLang="en-US" sz="2400" b="1">
                <a:solidFill>
                  <a:srgbClr val="FF0000"/>
                </a:solidFill>
              </a:rPr>
              <a:t>半导体激光器具有超小型、高效率和高速度工作的特点。</a:t>
            </a:r>
            <a:r>
              <a:rPr kumimoji="0" lang="zh-CN" altLang="en-US" sz="2400" b="1"/>
              <a:t>特别是在当前光信息处理和光存储、光计算机外部设备的光耦合和全息照相以及测距、雷达等方面将得到广泛的应用。</a:t>
            </a:r>
          </a:p>
        </p:txBody>
      </p:sp>
      <p:sp>
        <p:nvSpPr>
          <p:cNvPr id="30722" name="Rectangle 2"/>
          <p:cNvSpPr>
            <a:spLocks noGrp="1" noChangeArrowheads="1"/>
          </p:cNvSpPr>
          <p:nvPr>
            <p:ph type="title"/>
          </p:nvPr>
        </p:nvSpPr>
        <p:spPr/>
        <p:txBody>
          <a:bodyPr vert="horz" wrap="square" lIns="91440" tIns="45720" rIns="91440" bIns="45720" numCol="1" anchor="ctr" anchorCtr="0" compatLnSpc="1">
            <a:normAutofit/>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rPr>
              <a:t>典型激光器介绍</a:t>
            </a:r>
            <a:r>
              <a:rPr kumimoji="0" lang="en-US" altLang="zh-CN"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rPr>
              <a:t>-</a:t>
            </a:r>
            <a:r>
              <a:rPr lang="zh-CN" altLang="en-US" sz="3200">
                <a:sym typeface="+mn-ea"/>
              </a:rPr>
              <a:t>半导体激光器</a:t>
            </a:r>
            <a:endParaRPr kumimoji="0" lang="zh-CN" altLang="en-US" sz="3200"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Arial" panose="020B060402020202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6501"/>
                                        </p:tgtEl>
                                        <p:attrNameLst>
                                          <p:attrName>style.visibility</p:attrName>
                                        </p:attrNameLst>
                                      </p:cBhvr>
                                      <p:to>
                                        <p:strVal val="visible"/>
                                      </p:to>
                                    </p:set>
                                    <p:animEffect transition="in" filter="box(in)">
                                      <p:cBhvr>
                                        <p:cTn id="7" dur="500"/>
                                        <p:tgtEl>
                                          <p:spTgt spid="10650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6502"/>
                                        </p:tgtEl>
                                        <p:attrNameLst>
                                          <p:attrName>style.visibility</p:attrName>
                                        </p:attrNameLst>
                                      </p:cBhvr>
                                      <p:to>
                                        <p:strVal val="visible"/>
                                      </p:to>
                                    </p:set>
                                    <p:animEffect transition="in" filter="box(in)">
                                      <p:cBhvr>
                                        <p:cTn id="12" dur="500"/>
                                        <p:tgtEl>
                                          <p:spTgt spid="10650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6503"/>
                                        </p:tgtEl>
                                        <p:attrNameLst>
                                          <p:attrName>style.visibility</p:attrName>
                                        </p:attrNameLst>
                                      </p:cBhvr>
                                      <p:to>
                                        <p:strVal val="visible"/>
                                      </p:to>
                                    </p:set>
                                    <p:animEffect transition="in" filter="box(in)">
                                      <p:cBhvr>
                                        <p:cTn id="17" dur="500"/>
                                        <p:tgtEl>
                                          <p:spTgt spid="106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1" grpId="0" bldLvl="0" animBg="1"/>
      <p:bldP spid="106502" grpId="0" bldLvl="0" animBg="1"/>
      <p:bldP spid="106503"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D75BFB7-FAED-4FFB-B885-C0C8ECC68729}" type="datetime1">
              <a:rPr lang="zh-CN" altLang="en-US" smtClean="0"/>
              <a:t>2020/4/15</a:t>
            </a:fld>
            <a:endParaRPr lang="zh-CN" altLang="en-US"/>
          </a:p>
        </p:txBody>
      </p:sp>
      <p:sp>
        <p:nvSpPr>
          <p:cNvPr id="5" name="灯片编号占位符 4"/>
          <p:cNvSpPr>
            <a:spLocks noGrp="1"/>
          </p:cNvSpPr>
          <p:nvPr>
            <p:ph type="sldNum" sz="quarter" idx="12"/>
          </p:nvPr>
        </p:nvSpPr>
        <p:spPr/>
        <p:txBody>
          <a:bodyPr/>
          <a:lstStyle/>
          <a:p>
            <a:fld id="{D0886717-A803-428B-8F33-9087F29D0613}" type="slidenum">
              <a:rPr lang="zh-CN" altLang="en-US" smtClean="0"/>
              <a:t>50</a:t>
            </a:fld>
            <a:endParaRPr lang="zh-CN" altLang="en-US"/>
          </a:p>
        </p:txBody>
      </p:sp>
      <p:sp>
        <p:nvSpPr>
          <p:cNvPr id="7" name="文本框 6"/>
          <p:cNvSpPr txBox="1"/>
          <p:nvPr>
            <p:custDataLst>
              <p:tags r:id="rId2"/>
            </p:custDataLst>
          </p:nvPr>
        </p:nvSpPr>
        <p:spPr>
          <a:xfrm>
            <a:off x="1219200" y="635000"/>
            <a:ext cx="9753600" cy="2143125"/>
          </a:xfrm>
          <a:prstGeom prst="rect">
            <a:avLst/>
          </a:prstGeom>
          <a:noFill/>
        </p:spPr>
        <p:txBody>
          <a:bodyPr wrap="square" rtlCol="0" anchor="ctr" anchorCtr="0">
            <a:noAutofit/>
          </a:bodyPr>
          <a:lstStyle/>
          <a:p>
            <a:pPr lvl="0" algn="l">
              <a:buNone/>
            </a:pPr>
            <a:r>
              <a:rPr lang="zh-CN" altLang="en-US" sz="2600" b="1" dirty="0">
                <a:latin typeface="Century Schoolbook" panose="02040604050505020304" pitchFamily="18" charset="0"/>
                <a:sym typeface="+mn-ea"/>
              </a:rPr>
              <a:t>按工作物质分激光器可以分为</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3"/>
            </p:custDataLst>
          </p:nvPr>
        </p:nvSpPr>
        <p:spPr>
          <a:xfrm>
            <a:off x="2438400" y="278574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固体激光器</a:t>
            </a:r>
          </a:p>
        </p:txBody>
      </p:sp>
      <p:sp>
        <p:nvSpPr>
          <p:cNvPr id="9" name="文本框 8"/>
          <p:cNvSpPr txBox="1"/>
          <p:nvPr>
            <p:custDataLst>
              <p:tags r:id="rId4"/>
            </p:custDataLst>
          </p:nvPr>
        </p:nvSpPr>
        <p:spPr>
          <a:xfrm>
            <a:off x="2438400" y="364299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sym typeface="+mn-ea"/>
              </a:rPr>
              <a:t>液体激光器</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5"/>
            </p:custDataLst>
          </p:nvPr>
        </p:nvSpPr>
        <p:spPr>
          <a:xfrm>
            <a:off x="2438400" y="450024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sym typeface="+mn-ea"/>
              </a:rPr>
              <a:t>气体激光器</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6"/>
            </p:custDataLst>
          </p:nvPr>
        </p:nvSpPr>
        <p:spPr>
          <a:xfrm>
            <a:off x="2438400" y="535749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sym typeface="+mn-ea"/>
              </a:rPr>
              <a:t>半导体激光器</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2" name="矩形 11"/>
          <p:cNvSpPr>
            <a:spLocks noChangeAspect="1"/>
          </p:cNvSpPr>
          <p:nvPr>
            <p:custDataLst>
              <p:tags r:id="rId7"/>
            </p:custDataLst>
          </p:nvPr>
        </p:nvSpPr>
        <p:spPr>
          <a:xfrm>
            <a:off x="1571625" y="284988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p>
        </p:txBody>
      </p:sp>
      <p:sp>
        <p:nvSpPr>
          <p:cNvPr id="13" name="矩形 12"/>
          <p:cNvSpPr>
            <a:spLocks noChangeAspect="1"/>
          </p:cNvSpPr>
          <p:nvPr>
            <p:custDataLst>
              <p:tags r:id="rId8"/>
            </p:custDataLst>
          </p:nvPr>
        </p:nvSpPr>
        <p:spPr>
          <a:xfrm>
            <a:off x="1571625" y="370713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p>
        </p:txBody>
      </p:sp>
      <p:sp>
        <p:nvSpPr>
          <p:cNvPr id="14" name="矩形 13"/>
          <p:cNvSpPr>
            <a:spLocks noChangeAspect="1"/>
          </p:cNvSpPr>
          <p:nvPr>
            <p:custDataLst>
              <p:tags r:id="rId9"/>
            </p:custDataLst>
          </p:nvPr>
        </p:nvSpPr>
        <p:spPr>
          <a:xfrm>
            <a:off x="1571625" y="456438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p>
        </p:txBody>
      </p:sp>
      <p:sp>
        <p:nvSpPr>
          <p:cNvPr id="15" name="矩形 14"/>
          <p:cNvSpPr>
            <a:spLocks noChangeAspect="1"/>
          </p:cNvSpPr>
          <p:nvPr>
            <p:custDataLst>
              <p:tags r:id="rId10"/>
            </p:custDataLst>
          </p:nvPr>
        </p:nvSpPr>
        <p:spPr>
          <a:xfrm>
            <a:off x="1571625" y="542163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p>
        </p:txBody>
      </p:sp>
      <p:sp>
        <p:nvSpPr>
          <p:cNvPr id="16" name="圆角矩形 15"/>
          <p:cNvSpPr/>
          <p:nvPr>
            <p:custDataLst>
              <p:tags r:id="rId11"/>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p>
        </p:txBody>
      </p:sp>
      <p:grpSp>
        <p:nvGrpSpPr>
          <p:cNvPr id="21" name="组合 20"/>
          <p:cNvGrpSpPr/>
          <p:nvPr>
            <p:custDataLst>
              <p:tags r:id="rId12"/>
            </p:custDataLst>
          </p:nvPr>
        </p:nvGrpSpPr>
        <p:grpSpPr>
          <a:xfrm>
            <a:off x="0" y="0"/>
            <a:ext cx="12192000" cy="635000"/>
            <a:chOff x="0" y="0"/>
            <a:chExt cx="19200" cy="1000"/>
          </a:xfrm>
        </p:grpSpPr>
        <p:sp>
          <p:nvSpPr>
            <p:cNvPr id="17" name="TitleBackground"/>
            <p:cNvSpPr/>
            <p:nvPr>
              <p:custDataLst>
                <p:tags r:id="rId14"/>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1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6"/>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多选题</a:t>
              </a:r>
            </a:p>
          </p:txBody>
        </p:sp>
        <p:sp>
          <p:nvSpPr>
            <p:cNvPr id="20" name="TipText"/>
            <p:cNvSpPr txBox="1"/>
            <p:nvPr>
              <p:custDataLst>
                <p:tags r:id="rId17"/>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p>
          </p:txBody>
        </p:sp>
      </p:grpSp>
      <p:pic>
        <p:nvPicPr>
          <p:cNvPr id="6" name="图片 5" descr="tmpE10E"/>
          <p:cNvPicPr>
            <a:picLocks noChangeAspect="1"/>
          </p:cNvPicPr>
          <p:nvPr>
            <p:custDataLst>
              <p:tags r:id="rId13"/>
            </p:custDataLst>
          </p:nvPr>
        </p:nvPicPr>
        <p:blipFill>
          <a:blip r:embed="rId19"/>
          <a:stretch>
            <a:fillRect/>
          </a:stretch>
        </p:blipFill>
        <p:spPr>
          <a:xfrm>
            <a:off x="10642600" y="63500"/>
            <a:ext cx="1422400" cy="508000"/>
          </a:xfrm>
          <a:prstGeom prst="rect">
            <a:avLst/>
          </a:prstGeom>
        </p:spPr>
      </p:pic>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文本框 357377"/>
          <p:cNvSpPr txBox="1"/>
          <p:nvPr/>
        </p:nvSpPr>
        <p:spPr>
          <a:xfrm>
            <a:off x="708343" y="225425"/>
            <a:ext cx="7632700" cy="645160"/>
          </a:xfrm>
          <a:prstGeom prst="rect">
            <a:avLst/>
          </a:prstGeom>
          <a:noFill/>
          <a:ln w="9525">
            <a:noFill/>
          </a:ln>
        </p:spPr>
        <p:txBody>
          <a:bodyPr anchor="t">
            <a:spAutoFit/>
          </a:bodyPr>
          <a:lstStyle/>
          <a:p>
            <a:pPr>
              <a:spcBef>
                <a:spcPct val="50000"/>
              </a:spcBef>
            </a:pPr>
            <a:r>
              <a:rPr lang="zh-CN" altLang="en-US" sz="3600" b="1" dirty="0">
                <a:latin typeface="华文中宋" panose="02010600040101010101" pitchFamily="2" charset="-122"/>
                <a:ea typeface="华文中宋" panose="02010600040101010101" pitchFamily="2" charset="-122"/>
              </a:rPr>
              <a:t>激光热加工原理</a:t>
            </a:r>
          </a:p>
        </p:txBody>
      </p:sp>
      <p:graphicFrame>
        <p:nvGraphicFramePr>
          <p:cNvPr id="205826" name="对象 357378"/>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56339" r:id="rId3" imgW="114300" imgH="215900" progId="Equation.3">
                  <p:embed/>
                </p:oleObj>
              </mc:Choice>
              <mc:Fallback>
                <p:oleObj r:id="rId3" imgW="114300" imgH="215900" progId="Equation.3">
                  <p:embed/>
                  <p:pic>
                    <p:nvPicPr>
                      <p:cNvPr id="0" name="图片 3174"/>
                      <p:cNvPicPr/>
                      <p:nvPr/>
                    </p:nvPicPr>
                    <p:blipFill>
                      <a:blip r:embed="rId4"/>
                      <a:stretch>
                        <a:fillRect/>
                      </a:stretch>
                    </p:blipFill>
                    <p:spPr>
                      <a:xfrm>
                        <a:off x="6038850" y="3321050"/>
                        <a:ext cx="114300" cy="215900"/>
                      </a:xfrm>
                      <a:prstGeom prst="rect">
                        <a:avLst/>
                      </a:prstGeom>
                      <a:noFill/>
                      <a:ln w="38100">
                        <a:noFill/>
                        <a:miter/>
                      </a:ln>
                    </p:spPr>
                  </p:pic>
                </p:oleObj>
              </mc:Fallback>
            </mc:AlternateContent>
          </a:graphicData>
        </a:graphic>
      </p:graphicFrame>
      <p:sp>
        <p:nvSpPr>
          <p:cNvPr id="205827" name="矩形 357379"/>
          <p:cNvSpPr/>
          <p:nvPr/>
        </p:nvSpPr>
        <p:spPr>
          <a:xfrm>
            <a:off x="708660" y="870585"/>
            <a:ext cx="9959340" cy="1198880"/>
          </a:xfrm>
          <a:prstGeom prst="rect">
            <a:avLst/>
          </a:prstGeom>
          <a:noFill/>
          <a:ln w="9525">
            <a:noFill/>
          </a:ln>
        </p:spPr>
        <p:txBody>
          <a:bodyPr wrap="square" anchor="t">
            <a:spAutoFit/>
          </a:bodyPr>
          <a:lstStyle/>
          <a:p>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无论是哪一种激光加工的方法，都要将一定功率激光束聚焦于被加工物体上，使激光与物质相互作用。在不同激光参数下的各种加工的应用范围如图所示。</a:t>
            </a:r>
            <a:endParaRPr lang="en-US" altLang="zh-CN" sz="2400" b="1" dirty="0">
              <a:latin typeface="宋体" panose="02010600030101010101" pitchFamily="2" charset="-122"/>
              <a:ea typeface="宋体" panose="02010600030101010101" pitchFamily="2" charset="-122"/>
            </a:endParaRPr>
          </a:p>
        </p:txBody>
      </p:sp>
      <p:grpSp>
        <p:nvGrpSpPr>
          <p:cNvPr id="205828" name="组合 357380"/>
          <p:cNvGrpSpPr/>
          <p:nvPr/>
        </p:nvGrpSpPr>
        <p:grpSpPr>
          <a:xfrm>
            <a:off x="2851785" y="1884680"/>
            <a:ext cx="7117715" cy="4875539"/>
            <a:chOff x="1104" y="816"/>
            <a:chExt cx="3684" cy="2561"/>
          </a:xfrm>
        </p:grpSpPr>
        <p:sp>
          <p:nvSpPr>
            <p:cNvPr id="205829" name="文本框 357381"/>
            <p:cNvSpPr txBox="1"/>
            <p:nvPr/>
          </p:nvSpPr>
          <p:spPr>
            <a:xfrm>
              <a:off x="1776" y="3216"/>
              <a:ext cx="2736" cy="161"/>
            </a:xfrm>
            <a:prstGeom prst="rect">
              <a:avLst/>
            </a:prstGeom>
            <a:noFill/>
            <a:ln w="9525">
              <a:noFill/>
            </a:ln>
          </p:spPr>
          <p:txBody>
            <a:bodyPr anchor="t">
              <a:spAutoFit/>
            </a:bodyPr>
            <a:lstStyle/>
            <a:p>
              <a:pPr>
                <a:spcBef>
                  <a:spcPct val="50000"/>
                </a:spcBef>
              </a:pPr>
              <a:r>
                <a:rPr lang="zh-CN" altLang="en-US" sz="1400" dirty="0">
                  <a:solidFill>
                    <a:srgbClr val="003399"/>
                  </a:solidFill>
                  <a:latin typeface="Arial" panose="020B0604020202020204" pitchFamily="34" charset="0"/>
                  <a:ea typeface="宋体" panose="02010600030101010101" pitchFamily="2" charset="-122"/>
                </a:rPr>
                <a:t>各种参数条件下激光加工的可能应用和影响</a:t>
              </a:r>
              <a:endParaRPr lang="zh-CN" altLang="en-US" sz="1400">
                <a:solidFill>
                  <a:srgbClr val="003399"/>
                </a:solidFill>
                <a:latin typeface="Arial" panose="020B0604020202020204" pitchFamily="34" charset="0"/>
                <a:ea typeface="宋体" panose="02010600030101010101" pitchFamily="2" charset="-122"/>
              </a:endParaRPr>
            </a:p>
          </p:txBody>
        </p:sp>
        <p:pic>
          <p:nvPicPr>
            <p:cNvPr id="205830" name="图片 357382"/>
            <p:cNvPicPr>
              <a:picLocks noChangeAspect="1"/>
            </p:cNvPicPr>
            <p:nvPr/>
          </p:nvPicPr>
          <p:blipFill>
            <a:blip r:embed="rId5"/>
            <a:stretch>
              <a:fillRect/>
            </a:stretch>
          </p:blipFill>
          <p:spPr>
            <a:xfrm>
              <a:off x="1104" y="816"/>
              <a:ext cx="3684" cy="2358"/>
            </a:xfrm>
            <a:prstGeom prst="rect">
              <a:avLst/>
            </a:prstGeom>
            <a:noFill/>
            <a:ln w="9525">
              <a:noFill/>
            </a:ln>
          </p:spPr>
        </p:pic>
      </p:gr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9122" y="146251"/>
            <a:ext cx="6201285" cy="786346"/>
          </a:xfrm>
        </p:spPr>
        <p:txBody>
          <a:bodyPr>
            <a:normAutofit/>
          </a:bodyPr>
          <a:lstStyle/>
          <a:p>
            <a:r>
              <a:rPr lang="zh-CN" altLang="en-US" dirty="0"/>
              <a:t>激光加工的特点</a:t>
            </a:r>
          </a:p>
        </p:txBody>
      </p:sp>
      <p:sp>
        <p:nvSpPr>
          <p:cNvPr id="3" name="文本占位符 2"/>
          <p:cNvSpPr>
            <a:spLocks noGrp="1"/>
          </p:cNvSpPr>
          <p:nvPr>
            <p:ph type="body" sz="quarter" idx="13"/>
          </p:nvPr>
        </p:nvSpPr>
        <p:spPr>
          <a:xfrm>
            <a:off x="814647" y="1412874"/>
            <a:ext cx="10900166" cy="5115341"/>
          </a:xfrm>
        </p:spPr>
        <p:txBody>
          <a:bodyPr/>
          <a:lstStyle/>
          <a:p>
            <a:pPr>
              <a:spcAft>
                <a:spcPts val="0"/>
              </a:spcAft>
            </a:pPr>
            <a:r>
              <a:rPr lang="zh-CN" altLang="zh-CN" kern="100" dirty="0">
                <a:latin typeface="+mn-ea"/>
              </a:rPr>
              <a:t>属于无接触加工。激光束的能量和移动速度可调，可实</a:t>
            </a:r>
            <a:r>
              <a:rPr lang="en-US" altLang="zh-CN" kern="100" dirty="0">
                <a:latin typeface="+mn-ea"/>
              </a:rPr>
              <a:t>    </a:t>
            </a:r>
            <a:r>
              <a:rPr lang="zh-CN" altLang="zh-CN" kern="100" dirty="0">
                <a:latin typeface="+mn-ea"/>
              </a:rPr>
              <a:t>现多种加工目的。</a:t>
            </a:r>
            <a:endParaRPr lang="en-US" altLang="zh-CN" kern="100" dirty="0">
              <a:latin typeface="+mn-ea"/>
            </a:endParaRPr>
          </a:p>
          <a:p>
            <a:pPr>
              <a:spcAft>
                <a:spcPts val="0"/>
              </a:spcAft>
            </a:pPr>
            <a:r>
              <a:rPr lang="zh-CN" altLang="zh-CN" kern="100" dirty="0">
                <a:latin typeface="+mn-ea"/>
              </a:rPr>
              <a:t>加工过程中无</a:t>
            </a:r>
            <a:r>
              <a:rPr lang="en-US" altLang="zh-CN" kern="100" dirty="0">
                <a:latin typeface="+mn-ea"/>
              </a:rPr>
              <a:t>“</a:t>
            </a:r>
            <a:r>
              <a:rPr lang="zh-CN" altLang="zh-CN" kern="100" dirty="0">
                <a:latin typeface="+mn-ea"/>
              </a:rPr>
              <a:t>刀具</a:t>
            </a:r>
            <a:r>
              <a:rPr lang="en-US" altLang="zh-CN" kern="100" dirty="0">
                <a:latin typeface="+mn-ea"/>
              </a:rPr>
              <a:t>”</a:t>
            </a:r>
            <a:r>
              <a:rPr lang="zh-CN" altLang="zh-CN" kern="100" dirty="0">
                <a:latin typeface="+mn-ea"/>
              </a:rPr>
              <a:t>磨损，无</a:t>
            </a:r>
            <a:r>
              <a:rPr lang="en-US" altLang="zh-CN" kern="100" dirty="0">
                <a:latin typeface="+mn-ea"/>
              </a:rPr>
              <a:t>“</a:t>
            </a:r>
            <a:r>
              <a:rPr lang="zh-CN" altLang="zh-CN" kern="100" dirty="0">
                <a:latin typeface="+mn-ea"/>
              </a:rPr>
              <a:t>切削力</a:t>
            </a:r>
            <a:r>
              <a:rPr lang="en-US" altLang="zh-CN" kern="100" dirty="0">
                <a:latin typeface="+mn-ea"/>
              </a:rPr>
              <a:t>”</a:t>
            </a:r>
            <a:r>
              <a:rPr lang="zh-CN" altLang="zh-CN" kern="100" dirty="0">
                <a:latin typeface="+mn-ea"/>
              </a:rPr>
              <a:t>作用于工件。</a:t>
            </a:r>
            <a:endParaRPr lang="en-US" altLang="zh-CN" kern="100" dirty="0">
              <a:latin typeface="+mn-ea"/>
            </a:endParaRPr>
          </a:p>
          <a:p>
            <a:pPr>
              <a:spcAft>
                <a:spcPts val="0"/>
              </a:spcAft>
            </a:pPr>
            <a:r>
              <a:rPr lang="zh-CN" altLang="zh-CN" kern="100" dirty="0">
                <a:latin typeface="+mn-ea"/>
              </a:rPr>
              <a:t>可对金属、非金属，特别是高硬度、高熔点的材料进行加工。</a:t>
            </a:r>
          </a:p>
          <a:p>
            <a:pPr>
              <a:spcAft>
                <a:spcPts val="0"/>
              </a:spcAft>
            </a:pPr>
            <a:r>
              <a:rPr lang="zh-CN" altLang="zh-CN" kern="100" dirty="0">
                <a:latin typeface="+mn-ea"/>
              </a:rPr>
              <a:t>激光束能量密度高，加工速度快，热影响区小，工件变形小。</a:t>
            </a:r>
            <a:endParaRPr lang="en-US" altLang="zh-CN" kern="100" dirty="0">
              <a:latin typeface="+mn-ea"/>
            </a:endParaRPr>
          </a:p>
          <a:p>
            <a:pPr>
              <a:spcAft>
                <a:spcPts val="0"/>
              </a:spcAft>
            </a:pPr>
            <a:r>
              <a:rPr lang="zh-CN" altLang="zh-CN" kern="100" dirty="0">
                <a:latin typeface="+mn-ea"/>
              </a:rPr>
              <a:t>可通过透明介质对密闭容器内的工件进行加工。</a:t>
            </a:r>
          </a:p>
          <a:p>
            <a:pPr>
              <a:spcAft>
                <a:spcPts val="0"/>
              </a:spcAft>
            </a:pPr>
            <a:r>
              <a:rPr lang="zh-CN" altLang="zh-CN" kern="100" dirty="0">
                <a:latin typeface="+mn-ea"/>
              </a:rPr>
              <a:t>激光束易导向和聚焦，能够实现各方向的变换，经过与数控系统的组合，形成一种极为灵活的加工方法。</a:t>
            </a:r>
          </a:p>
          <a:p>
            <a:pPr>
              <a:spcAft>
                <a:spcPts val="0"/>
              </a:spcAft>
            </a:pPr>
            <a:r>
              <a:rPr lang="zh-CN" altLang="zh-CN" kern="100" dirty="0">
                <a:latin typeface="+mn-ea"/>
              </a:rPr>
              <a:t>生产效率高，加工质量稳定可靠。</a:t>
            </a:r>
          </a:p>
          <a:p>
            <a:pPr marL="0" indent="0">
              <a:buNone/>
            </a:pPr>
            <a:endParaRPr lang="zh-CN" altLang="en-US" dirty="0"/>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9122" y="162293"/>
            <a:ext cx="6201285" cy="786346"/>
          </a:xfrm>
        </p:spPr>
        <p:txBody>
          <a:bodyPr>
            <a:normAutofit/>
          </a:bodyPr>
          <a:lstStyle/>
          <a:p>
            <a:r>
              <a:rPr lang="zh-CN" altLang="en-US" dirty="0"/>
              <a:t>激光加工的应用</a:t>
            </a:r>
          </a:p>
        </p:txBody>
      </p:sp>
      <p:sp>
        <p:nvSpPr>
          <p:cNvPr id="3" name="文本占位符 2"/>
          <p:cNvSpPr>
            <a:spLocks noGrp="1"/>
          </p:cNvSpPr>
          <p:nvPr>
            <p:ph type="body" sz="quarter" idx="13"/>
          </p:nvPr>
        </p:nvSpPr>
        <p:spPr>
          <a:xfrm>
            <a:off x="814647" y="1428917"/>
            <a:ext cx="10407535" cy="4489450"/>
          </a:xfrm>
        </p:spPr>
        <p:txBody>
          <a:bodyPr/>
          <a:lstStyle/>
          <a:p>
            <a:pPr marL="0" indent="0">
              <a:buNone/>
            </a:pPr>
            <a:endParaRPr lang="zh-CN" altLang="en-US" dirty="0"/>
          </a:p>
        </p:txBody>
      </p:sp>
      <p:grpSp>
        <p:nvGrpSpPr>
          <p:cNvPr id="33" name="组合 32"/>
          <p:cNvGrpSpPr/>
          <p:nvPr/>
        </p:nvGrpSpPr>
        <p:grpSpPr>
          <a:xfrm>
            <a:off x="909320" y="1169426"/>
            <a:ext cx="9220817" cy="4844599"/>
            <a:chOff x="1324151" y="2119919"/>
            <a:chExt cx="8805175" cy="3924400"/>
          </a:xfrm>
        </p:grpSpPr>
        <p:pic>
          <p:nvPicPr>
            <p:cNvPr id="18" name="图片 17" descr="快速成型"/>
            <p:cNvPicPr>
              <a:picLocks noChangeAspect="1"/>
            </p:cNvPicPr>
            <p:nvPr/>
          </p:nvPicPr>
          <p:blipFill>
            <a:blip r:embed="rId3"/>
            <a:stretch>
              <a:fillRect/>
            </a:stretch>
          </p:blipFill>
          <p:spPr>
            <a:xfrm>
              <a:off x="1324151" y="2154066"/>
              <a:ext cx="2587335" cy="1541691"/>
            </a:xfrm>
            <a:prstGeom prst="rect">
              <a:avLst/>
            </a:prstGeom>
          </p:spPr>
        </p:pic>
        <p:pic>
          <p:nvPicPr>
            <p:cNvPr id="19" name="图片 18" descr="激光焊接"/>
            <p:cNvPicPr>
              <a:picLocks noChangeAspect="1"/>
            </p:cNvPicPr>
            <p:nvPr/>
          </p:nvPicPr>
          <p:blipFill>
            <a:blip r:embed="rId4"/>
            <a:stretch>
              <a:fillRect/>
            </a:stretch>
          </p:blipFill>
          <p:spPr>
            <a:xfrm>
              <a:off x="4529499" y="2181674"/>
              <a:ext cx="2429487" cy="1514083"/>
            </a:xfrm>
            <a:prstGeom prst="rect">
              <a:avLst/>
            </a:prstGeom>
          </p:spPr>
        </p:pic>
        <p:sp>
          <p:nvSpPr>
            <p:cNvPr id="20" name="文本框 19"/>
            <p:cNvSpPr txBox="1"/>
            <p:nvPr/>
          </p:nvSpPr>
          <p:spPr>
            <a:xfrm>
              <a:off x="1777792" y="3695757"/>
              <a:ext cx="1680052" cy="298344"/>
            </a:xfrm>
            <a:prstGeom prst="rect">
              <a:avLst/>
            </a:prstGeom>
            <a:noFill/>
          </p:spPr>
          <p:txBody>
            <a:bodyPr wrap="square" rtlCol="0" anchor="t">
              <a:spAutoFit/>
            </a:bodyPr>
            <a:lstStyle/>
            <a:p>
              <a:r>
                <a:rPr lang="zh-CN" altLang="en-US" b="1" dirty="0">
                  <a:solidFill>
                    <a:srgbClr val="A57044"/>
                  </a:solidFill>
                  <a:cs typeface="+mn-ea"/>
                  <a:sym typeface="+mn-lt"/>
                </a:rPr>
                <a:t>激光快速成型</a:t>
              </a:r>
              <a:endParaRPr lang="zh-CN" altLang="en-US"/>
            </a:p>
          </p:txBody>
        </p:sp>
        <p:sp>
          <p:nvSpPr>
            <p:cNvPr id="21" name="文本框 20"/>
            <p:cNvSpPr txBox="1"/>
            <p:nvPr/>
          </p:nvSpPr>
          <p:spPr>
            <a:xfrm>
              <a:off x="4757002" y="3681953"/>
              <a:ext cx="1185919" cy="298344"/>
            </a:xfrm>
            <a:prstGeom prst="rect">
              <a:avLst/>
            </a:prstGeom>
            <a:noFill/>
          </p:spPr>
          <p:txBody>
            <a:bodyPr wrap="square" rtlCol="0" anchor="t">
              <a:spAutoFit/>
            </a:bodyPr>
            <a:lstStyle/>
            <a:p>
              <a:r>
                <a:rPr lang="zh-CN" altLang="en-US" b="1" dirty="0">
                  <a:solidFill>
                    <a:srgbClr val="A57044"/>
                  </a:solidFill>
                  <a:cs typeface="+mn-ea"/>
                  <a:sym typeface="+mn-lt"/>
                </a:rPr>
                <a:t>激光焊接</a:t>
              </a:r>
              <a:endParaRPr lang="zh-CN" altLang="en-US"/>
            </a:p>
          </p:txBody>
        </p:sp>
        <p:pic>
          <p:nvPicPr>
            <p:cNvPr id="22" name="图片 21" descr="激光打标1"/>
            <p:cNvPicPr>
              <a:picLocks noChangeAspect="1"/>
            </p:cNvPicPr>
            <p:nvPr/>
          </p:nvPicPr>
          <p:blipFill>
            <a:blip r:embed="rId5"/>
            <a:stretch>
              <a:fillRect/>
            </a:stretch>
          </p:blipFill>
          <p:spPr>
            <a:xfrm>
              <a:off x="7410220" y="2119919"/>
              <a:ext cx="2095947" cy="1562034"/>
            </a:xfrm>
            <a:prstGeom prst="rect">
              <a:avLst/>
            </a:prstGeom>
          </p:spPr>
        </p:pic>
        <p:sp>
          <p:nvSpPr>
            <p:cNvPr id="23" name="文本框 22"/>
            <p:cNvSpPr txBox="1"/>
            <p:nvPr/>
          </p:nvSpPr>
          <p:spPr>
            <a:xfrm>
              <a:off x="7782194" y="3707002"/>
              <a:ext cx="1185919" cy="298344"/>
            </a:xfrm>
            <a:prstGeom prst="rect">
              <a:avLst/>
            </a:prstGeom>
            <a:noFill/>
          </p:spPr>
          <p:txBody>
            <a:bodyPr wrap="square" rtlCol="0" anchor="t">
              <a:spAutoFit/>
            </a:bodyPr>
            <a:lstStyle/>
            <a:p>
              <a:r>
                <a:rPr lang="zh-CN" altLang="en-US" b="1" dirty="0">
                  <a:solidFill>
                    <a:srgbClr val="A57044"/>
                  </a:solidFill>
                  <a:cs typeface="+mn-ea"/>
                  <a:sym typeface="+mn-lt"/>
                </a:rPr>
                <a:t>激光雕刻</a:t>
              </a:r>
              <a:endParaRPr lang="zh-CN" altLang="en-US" dirty="0"/>
            </a:p>
          </p:txBody>
        </p:sp>
        <p:pic>
          <p:nvPicPr>
            <p:cNvPr id="24" name="图片 23" descr="激光切割"/>
            <p:cNvPicPr>
              <a:picLocks noChangeAspect="1"/>
            </p:cNvPicPr>
            <p:nvPr/>
          </p:nvPicPr>
          <p:blipFill>
            <a:blip r:embed="rId6"/>
            <a:stretch>
              <a:fillRect/>
            </a:stretch>
          </p:blipFill>
          <p:spPr>
            <a:xfrm>
              <a:off x="4271448" y="4173770"/>
              <a:ext cx="1599755" cy="1571479"/>
            </a:xfrm>
            <a:prstGeom prst="rect">
              <a:avLst/>
            </a:prstGeom>
          </p:spPr>
        </p:pic>
        <p:sp>
          <p:nvSpPr>
            <p:cNvPr id="25" name="文本框 24"/>
            <p:cNvSpPr txBox="1"/>
            <p:nvPr/>
          </p:nvSpPr>
          <p:spPr>
            <a:xfrm>
              <a:off x="4525209" y="5668487"/>
              <a:ext cx="1185919" cy="298344"/>
            </a:xfrm>
            <a:prstGeom prst="rect">
              <a:avLst/>
            </a:prstGeom>
            <a:noFill/>
          </p:spPr>
          <p:txBody>
            <a:bodyPr wrap="square" rtlCol="0" anchor="t">
              <a:spAutoFit/>
            </a:bodyPr>
            <a:lstStyle/>
            <a:p>
              <a:r>
                <a:rPr lang="zh-CN" altLang="en-US" b="1" dirty="0">
                  <a:solidFill>
                    <a:srgbClr val="A57044"/>
                  </a:solidFill>
                  <a:cs typeface="+mn-ea"/>
                  <a:sym typeface="+mn-lt"/>
                </a:rPr>
                <a:t>激光切割</a:t>
              </a:r>
              <a:endParaRPr lang="zh-CN" altLang="en-US" dirty="0"/>
            </a:p>
          </p:txBody>
        </p:sp>
        <p:pic>
          <p:nvPicPr>
            <p:cNvPr id="26" name="图片 25" descr="激光蚀刻"/>
            <p:cNvPicPr>
              <a:picLocks noChangeAspect="1"/>
            </p:cNvPicPr>
            <p:nvPr/>
          </p:nvPicPr>
          <p:blipFill>
            <a:blip r:embed="rId7"/>
            <a:stretch>
              <a:fillRect/>
            </a:stretch>
          </p:blipFill>
          <p:spPr>
            <a:xfrm>
              <a:off x="1702300" y="4154880"/>
              <a:ext cx="2207813" cy="1556948"/>
            </a:xfrm>
            <a:prstGeom prst="rect">
              <a:avLst/>
            </a:prstGeom>
          </p:spPr>
        </p:pic>
        <p:sp>
          <p:nvSpPr>
            <p:cNvPr id="27" name="文本框 26"/>
            <p:cNvSpPr txBox="1"/>
            <p:nvPr/>
          </p:nvSpPr>
          <p:spPr>
            <a:xfrm>
              <a:off x="2213590" y="5711828"/>
              <a:ext cx="1185919" cy="298344"/>
            </a:xfrm>
            <a:prstGeom prst="rect">
              <a:avLst/>
            </a:prstGeom>
            <a:noFill/>
          </p:spPr>
          <p:txBody>
            <a:bodyPr wrap="square" rtlCol="0" anchor="t">
              <a:spAutoFit/>
            </a:bodyPr>
            <a:lstStyle/>
            <a:p>
              <a:r>
                <a:rPr lang="zh-CN" altLang="en-US" b="1" dirty="0">
                  <a:solidFill>
                    <a:srgbClr val="A57044"/>
                  </a:solidFill>
                  <a:cs typeface="+mn-ea"/>
                  <a:sym typeface="+mn-lt"/>
                </a:rPr>
                <a:t>激光蚀刻</a:t>
              </a:r>
              <a:endParaRPr lang="zh-CN" altLang="en-US"/>
            </a:p>
          </p:txBody>
        </p:sp>
        <p:pic>
          <p:nvPicPr>
            <p:cNvPr id="30" name="图片 29" descr="激光清洗"/>
            <p:cNvPicPr>
              <a:picLocks noChangeAspect="1"/>
            </p:cNvPicPr>
            <p:nvPr/>
          </p:nvPicPr>
          <p:blipFill>
            <a:blip r:embed="rId8"/>
            <a:stretch>
              <a:fillRect/>
            </a:stretch>
          </p:blipFill>
          <p:spPr>
            <a:xfrm>
              <a:off x="6620982" y="4154880"/>
              <a:ext cx="3508344" cy="1590369"/>
            </a:xfrm>
            <a:prstGeom prst="rect">
              <a:avLst/>
            </a:prstGeom>
          </p:spPr>
        </p:pic>
        <p:sp>
          <p:nvSpPr>
            <p:cNvPr id="31" name="文本框 30"/>
            <p:cNvSpPr txBox="1"/>
            <p:nvPr/>
          </p:nvSpPr>
          <p:spPr>
            <a:xfrm>
              <a:off x="7782194" y="5745975"/>
              <a:ext cx="1185919" cy="298344"/>
            </a:xfrm>
            <a:prstGeom prst="rect">
              <a:avLst/>
            </a:prstGeom>
            <a:noFill/>
          </p:spPr>
          <p:txBody>
            <a:bodyPr wrap="square" rtlCol="0" anchor="t">
              <a:spAutoFit/>
            </a:bodyPr>
            <a:lstStyle/>
            <a:p>
              <a:r>
                <a:rPr lang="zh-CN" altLang="en-US" b="1" dirty="0">
                  <a:solidFill>
                    <a:srgbClr val="A57044"/>
                  </a:solidFill>
                  <a:cs typeface="+mn-ea"/>
                  <a:sym typeface="+mn-lt"/>
                </a:rPr>
                <a:t>激光清洗</a:t>
              </a:r>
              <a:endParaRPr lang="zh-CN" altLang="en-US"/>
            </a:p>
          </p:txBody>
        </p:sp>
      </p:grpSp>
      <p:sp>
        <p:nvSpPr>
          <p:cNvPr id="32" name="矩形 31"/>
          <p:cNvSpPr/>
          <p:nvPr/>
        </p:nvSpPr>
        <p:spPr>
          <a:xfrm>
            <a:off x="814647" y="6170225"/>
            <a:ext cx="9330204" cy="461665"/>
          </a:xfrm>
          <a:prstGeom prst="rect">
            <a:avLst/>
          </a:prstGeom>
        </p:spPr>
        <p:txBody>
          <a:bodyPr wrap="square">
            <a:spAutoFit/>
          </a:bodyPr>
          <a:lstStyle/>
          <a:p>
            <a:r>
              <a:rPr lang="zh-CN" altLang="en-US" sz="2400" b="1" dirty="0">
                <a:cs typeface="+mn-ea"/>
                <a:sym typeface="+mn-lt"/>
              </a:rPr>
              <a:t>还有激光热处理、激光微处理、激光表面处理等工艺</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814648" y="1214203"/>
            <a:ext cx="6545522" cy="6018551"/>
          </a:xfrm>
        </p:spPr>
        <p:txBody>
          <a:bodyPr>
            <a:normAutofit/>
          </a:bodyPr>
          <a:lstStyle/>
          <a:p>
            <a:r>
              <a:rPr lang="zh-CN" altLang="en-US" dirty="0"/>
              <a:t>激光雕刻原理</a:t>
            </a:r>
            <a:endParaRPr lang="en-US" altLang="zh-CN" dirty="0"/>
          </a:p>
          <a:p>
            <a:pPr marL="0" indent="0">
              <a:buNone/>
            </a:pPr>
            <a:endParaRPr lang="zh-CN" altLang="en-US" b="1" dirty="0"/>
          </a:p>
          <a:p>
            <a:pPr marL="0" indent="0">
              <a:buNone/>
            </a:pPr>
            <a:r>
              <a:rPr lang="zh-CN" altLang="en-US" dirty="0"/>
              <a:t>激光雕刻加工是一种对材料表面的激光刻蚀、打标以及对有机材料的激光切割等。这类加工设备通常称为激光雕刻机床，它采用的激光器功率较小（</a:t>
            </a:r>
            <a:r>
              <a:rPr lang="en-US" altLang="zh-CN" dirty="0"/>
              <a:t>25</a:t>
            </a:r>
            <a:r>
              <a:rPr lang="zh-CN" altLang="en-US" dirty="0"/>
              <a:t>～</a:t>
            </a:r>
            <a:r>
              <a:rPr lang="en-US" altLang="zh-CN" dirty="0"/>
              <a:t>80W</a:t>
            </a:r>
            <a:r>
              <a:rPr lang="zh-CN" altLang="en-US" dirty="0"/>
              <a:t>）。激光雕刻机对有机材料的轮廓加工实质是激光气化切割，它对材料进行表面文字与图案的加工实质是激光的气化蚀除。</a:t>
            </a:r>
          </a:p>
          <a:p>
            <a:pPr marL="0" indent="0">
              <a:buNone/>
            </a:pPr>
            <a:endParaRPr lang="zh-CN" altLang="en-US" dirty="0"/>
          </a:p>
        </p:txBody>
      </p:sp>
      <p:grpSp>
        <p:nvGrpSpPr>
          <p:cNvPr id="4" name="组合 3"/>
          <p:cNvGrpSpPr/>
          <p:nvPr/>
        </p:nvGrpSpPr>
        <p:grpSpPr>
          <a:xfrm>
            <a:off x="7503066" y="1214202"/>
            <a:ext cx="3372298" cy="5418945"/>
            <a:chOff x="7495571" y="1094282"/>
            <a:chExt cx="3169920" cy="5154930"/>
          </a:xfrm>
        </p:grpSpPr>
        <p:pic>
          <p:nvPicPr>
            <p:cNvPr id="5" name="图片 4" descr="雕刻"/>
            <p:cNvPicPr>
              <a:picLocks noChangeAspect="1"/>
            </p:cNvPicPr>
            <p:nvPr/>
          </p:nvPicPr>
          <p:blipFill>
            <a:blip r:embed="rId3"/>
            <a:stretch>
              <a:fillRect/>
            </a:stretch>
          </p:blipFill>
          <p:spPr>
            <a:xfrm>
              <a:off x="7499381" y="1094282"/>
              <a:ext cx="3166110" cy="2778125"/>
            </a:xfrm>
            <a:prstGeom prst="rect">
              <a:avLst/>
            </a:prstGeom>
          </p:spPr>
        </p:pic>
        <p:pic>
          <p:nvPicPr>
            <p:cNvPr id="6" name="图片 5" descr="雕刻1"/>
            <p:cNvPicPr>
              <a:picLocks noChangeAspect="1"/>
            </p:cNvPicPr>
            <p:nvPr/>
          </p:nvPicPr>
          <p:blipFill>
            <a:blip r:embed="rId4"/>
            <a:stretch>
              <a:fillRect/>
            </a:stretch>
          </p:blipFill>
          <p:spPr>
            <a:xfrm>
              <a:off x="7495571" y="3872407"/>
              <a:ext cx="3169920" cy="2376805"/>
            </a:xfrm>
            <a:prstGeom prst="rect">
              <a:avLst/>
            </a:prstGeom>
          </p:spPr>
        </p:pic>
      </p:grpSp>
      <p:sp>
        <p:nvSpPr>
          <p:cNvPr id="9" name="标题 1"/>
          <p:cNvSpPr txBox="1"/>
          <p:nvPr/>
        </p:nvSpPr>
        <p:spPr>
          <a:xfrm>
            <a:off x="799122" y="146251"/>
            <a:ext cx="6201285" cy="78634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a:t>激光加工的应用</a:t>
            </a:r>
            <a:endParaRPr lang="zh-CN" altLang="en-US" dirty="0"/>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814648" y="1214203"/>
            <a:ext cx="6320670" cy="6018551"/>
          </a:xfrm>
        </p:spPr>
        <p:txBody>
          <a:bodyPr>
            <a:normAutofit/>
          </a:bodyPr>
          <a:lstStyle/>
          <a:p>
            <a:r>
              <a:rPr lang="zh-CN" altLang="en-US" dirty="0"/>
              <a:t>激光切割原理</a:t>
            </a:r>
            <a:endParaRPr lang="en-US" altLang="zh-CN" dirty="0"/>
          </a:p>
          <a:p>
            <a:pPr marL="0" indent="0">
              <a:buNone/>
            </a:pPr>
            <a:r>
              <a:rPr lang="zh-CN" altLang="en-US" dirty="0"/>
              <a:t>激光切割是利用经过聚焦的高功率、高密度激光束辐照工件，使被辐照处的材料迅速熔化、气化、烧蚀或达到燃点，同时还采用与激光束同轴的高速气流吹除熔融物质从而使工件分离成形。材料局部温度达到气化状态的分离成形称为气化切割。其所需功率密度大，一般为108w/cm2。激光气化切割适用于有机材料和陶瓷。材料局部温度达到熔化状态的分离成形称为熔化切割。其所需功率密度较小，约为气化切割功率密度的十分之一。激光熔化切割适用于金属材料。</a:t>
            </a:r>
          </a:p>
          <a:p>
            <a:pPr marL="0" indent="0">
              <a:buNone/>
            </a:pPr>
            <a:endParaRPr lang="zh-CN" altLang="en-US" dirty="0"/>
          </a:p>
        </p:txBody>
      </p:sp>
      <p:pic>
        <p:nvPicPr>
          <p:cNvPr id="7" name="Picture 2" descr="气切"/>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0407" y="2280404"/>
            <a:ext cx="5095785" cy="388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标题 1"/>
          <p:cNvSpPr txBox="1"/>
          <p:nvPr/>
        </p:nvSpPr>
        <p:spPr>
          <a:xfrm>
            <a:off x="799122" y="146251"/>
            <a:ext cx="6201285" cy="78634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a:t>激光加工的应用</a:t>
            </a:r>
            <a:endParaRPr lang="zh-CN" altLang="en-US" dirty="0"/>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89560" y="474980"/>
            <a:ext cx="953135" cy="3415030"/>
          </a:xfrm>
          <a:prstGeom prst="rect">
            <a:avLst/>
          </a:prstGeom>
          <a:noFill/>
        </p:spPr>
        <p:txBody>
          <a:bodyPr wrap="square" lIns="91440" tIns="45720" rIns="91440" bIns="45720">
            <a:spAutoFit/>
          </a:bodyPr>
          <a:lstStyle/>
          <a:p>
            <a:pPr algn="ctr"/>
            <a:r>
              <a:rPr lang="zh-CN" altLang="en-US" sz="3600" b="1" dirty="0">
                <a:ln w="9525">
                  <a:solidFill>
                    <a:schemeClr val="bg1"/>
                  </a:solidFill>
                  <a:prstDash val="solid"/>
                </a:ln>
                <a:solidFill>
                  <a:schemeClr val="tx1"/>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激光切割</a:t>
            </a:r>
          </a:p>
          <a:p>
            <a:pPr algn="ctr"/>
            <a:r>
              <a:rPr lang="zh-CN" altLang="en-US" sz="3600" b="1" dirty="0">
                <a:ln w="9525">
                  <a:solidFill>
                    <a:schemeClr val="bg1"/>
                  </a:solidFill>
                  <a:prstDash val="solid"/>
                </a:ln>
                <a:solidFill>
                  <a:schemeClr val="tx1"/>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技术</a:t>
            </a:r>
          </a:p>
        </p:txBody>
      </p:sp>
      <p:sp>
        <p:nvSpPr>
          <p:cNvPr id="7" name="矩形 6"/>
          <p:cNvSpPr>
            <a:spLocks noChangeAspect="1"/>
          </p:cNvSpPr>
          <p:nvPr>
            <p:custDataLst>
              <p:tags r:id="rId1"/>
            </p:custDataLst>
          </p:nvPr>
        </p:nvSpPr>
        <p:spPr>
          <a:xfrm>
            <a:off x="1741170" y="318770"/>
            <a:ext cx="8709025" cy="6219825"/>
          </a:xfrm>
          <a:prstGeom prst="rect">
            <a:avLst/>
          </a:prstGeom>
          <a:blipFill rotWithShape="1">
            <a:blip r:embed="rId3"/>
            <a:stretch>
              <a:fillRect/>
            </a:stretch>
          </a:blip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355600" rIns="355600" rtlCol="0" anchor="ctr">
            <a:noAutofit/>
          </a:bodyPr>
          <a:lstStyle/>
          <a:p>
            <a:pPr algn="ctr"/>
            <a:r>
              <a:rPr lang="zh-CN" altLang="en-US" sz="200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网络视频</a:t>
            </a: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rPr>
              <a:t>https://v.qq.com/x/page/b0839gvii55.html</a:t>
            </a: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1100">
                <a:solidFill>
                  <a:srgbClr val="C8C8C8"/>
                </a:solidFill>
                <a:latin typeface="微软雅黑" panose="020B0503020204020204" pitchFamily="34" charset="-122"/>
                <a:ea typeface="微软雅黑" panose="020B0503020204020204" pitchFamily="34" charset="-122"/>
                <a:cs typeface="微软雅黑" panose="020B0503020204020204" pitchFamily="34" charset="-122"/>
              </a:rPr>
              <a:t>温馨提示：此视频框在点击“上传手机课件”时会进行转换，用手机进行观看时则会变为可点击的视频。此视频框可被拖动移位和修改大小</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1473" name="图片 422913"/>
          <p:cNvPicPr>
            <a:picLocks noChangeAspect="1"/>
          </p:cNvPicPr>
          <p:nvPr/>
        </p:nvPicPr>
        <p:blipFill>
          <a:blip r:embed="rId2"/>
          <a:stretch>
            <a:fillRect/>
          </a:stretch>
        </p:blipFill>
        <p:spPr>
          <a:xfrm>
            <a:off x="6086475" y="4065270"/>
            <a:ext cx="114300" cy="215900"/>
          </a:xfrm>
          <a:prstGeom prst="rect">
            <a:avLst/>
          </a:prstGeom>
          <a:noFill/>
          <a:ln w="9525">
            <a:noFill/>
          </a:ln>
        </p:spPr>
      </p:pic>
      <p:sp>
        <p:nvSpPr>
          <p:cNvPr id="361474" name="矩形 422914"/>
          <p:cNvSpPr/>
          <p:nvPr/>
        </p:nvSpPr>
        <p:spPr>
          <a:xfrm>
            <a:off x="1104265" y="1160145"/>
            <a:ext cx="9285605" cy="953135"/>
          </a:xfrm>
          <a:prstGeom prst="rect">
            <a:avLst/>
          </a:prstGeom>
          <a:noFill/>
          <a:ln w="9525">
            <a:noFill/>
          </a:ln>
        </p:spPr>
        <p:txBody>
          <a:bodyPr wrap="square" anchor="t">
            <a:spAutoFit/>
          </a:bodyPr>
          <a:lstStyle/>
          <a:p>
            <a:r>
              <a:rPr lang="en-US" altLang="zh-CN" sz="2800" b="1" dirty="0">
                <a:solidFill>
                  <a:schemeClr val="tx1"/>
                </a:solidFill>
                <a:latin typeface="华文细黑" panose="02010600040101010101" pitchFamily="2" charset="-122"/>
                <a:ea typeface="华文细黑" panose="02010600040101010101" pitchFamily="2" charset="-122"/>
              </a:rPr>
              <a:t>      </a:t>
            </a:r>
            <a:r>
              <a:rPr lang="zh-CN" altLang="en-US" sz="2800" b="1" dirty="0">
                <a:solidFill>
                  <a:schemeClr val="tx1"/>
                </a:solidFill>
                <a:latin typeface="华文细黑" panose="02010600040101010101" pitchFamily="2" charset="-122"/>
                <a:ea typeface="华文细黑" panose="02010600040101010101" pitchFamily="2" charset="-122"/>
              </a:rPr>
              <a:t>激光焊接是一种材料连接，主要是金属材料之间连接的技术。 其优点：</a:t>
            </a:r>
          </a:p>
        </p:txBody>
      </p:sp>
      <p:sp>
        <p:nvSpPr>
          <p:cNvPr id="361475" name="文本框 422915"/>
          <p:cNvSpPr txBox="1"/>
          <p:nvPr/>
        </p:nvSpPr>
        <p:spPr>
          <a:xfrm>
            <a:off x="614998" y="244475"/>
            <a:ext cx="7632700" cy="645160"/>
          </a:xfrm>
          <a:prstGeom prst="rect">
            <a:avLst/>
          </a:prstGeom>
          <a:noFill/>
          <a:ln w="9525">
            <a:noFill/>
          </a:ln>
        </p:spPr>
        <p:txBody>
          <a:bodyPr anchor="t">
            <a:spAutoFit/>
          </a:bodyPr>
          <a:lstStyle/>
          <a:p>
            <a:pPr>
              <a:spcBef>
                <a:spcPct val="50000"/>
              </a:spcBef>
            </a:pPr>
            <a:r>
              <a:rPr lang="zh-CN" altLang="en-US" sz="3600" b="1" dirty="0">
                <a:solidFill>
                  <a:schemeClr val="tx1"/>
                </a:solidFill>
                <a:latin typeface="华文中宋" panose="02010600040101010101" pitchFamily="2" charset="-122"/>
                <a:ea typeface="华文中宋" panose="02010600040101010101" pitchFamily="2" charset="-122"/>
              </a:rPr>
              <a:t>激光焊接</a:t>
            </a:r>
          </a:p>
        </p:txBody>
      </p:sp>
      <p:sp>
        <p:nvSpPr>
          <p:cNvPr id="361476" name="矩形 422916"/>
          <p:cNvSpPr/>
          <p:nvPr/>
        </p:nvSpPr>
        <p:spPr>
          <a:xfrm>
            <a:off x="1285240" y="2383155"/>
            <a:ext cx="8305800" cy="829945"/>
          </a:xfrm>
          <a:prstGeom prst="rect">
            <a:avLst/>
          </a:prstGeom>
          <a:noFill/>
          <a:ln w="9525">
            <a:noFill/>
          </a:ln>
        </p:spPr>
        <p:txBody>
          <a:bodyPr anchor="t">
            <a:spAutoFit/>
          </a:bodyPr>
          <a:lstStyle/>
          <a:p>
            <a:pPr eaLnBrk="0" hangingPunct="0"/>
            <a:r>
              <a:rPr lang="en-US" altLang="zh-CN" sz="2400" b="1" dirty="0">
                <a:solidFill>
                  <a:schemeClr val="tx1"/>
                </a:solidFill>
                <a:latin typeface="华文细黑" panose="02010600040101010101" pitchFamily="2" charset="-122"/>
                <a:ea typeface="华文细黑" panose="02010600040101010101" pitchFamily="2" charset="-122"/>
              </a:rPr>
              <a:t>1</a:t>
            </a:r>
            <a:r>
              <a:rPr lang="zh-CN" altLang="en-US" sz="2400" b="1" dirty="0">
                <a:solidFill>
                  <a:schemeClr val="tx1"/>
                </a:solidFill>
                <a:latin typeface="华文细黑" panose="02010600040101010101" pitchFamily="2" charset="-122"/>
                <a:ea typeface="华文细黑" panose="02010600040101010101" pitchFamily="2" charset="-122"/>
              </a:rPr>
              <a:t>）用激光很容易对一些普通焊接技术难以加工的如脆性大、硬度高或柔软性强的材料实施焊接。</a:t>
            </a:r>
            <a:r>
              <a:rPr lang="zh-CN" altLang="en-US" sz="1400" b="1" dirty="0">
                <a:solidFill>
                  <a:schemeClr val="tx1"/>
                </a:solidFill>
                <a:latin typeface="Arial" panose="020B0604020202020204" pitchFamily="34" charset="0"/>
                <a:ea typeface="宋体" panose="02010600030101010101" pitchFamily="2" charset="-122"/>
              </a:rPr>
              <a:t> </a:t>
            </a:r>
          </a:p>
        </p:txBody>
      </p:sp>
      <p:sp>
        <p:nvSpPr>
          <p:cNvPr id="361477" name="矩形 422917"/>
          <p:cNvSpPr/>
          <p:nvPr/>
        </p:nvSpPr>
        <p:spPr>
          <a:xfrm>
            <a:off x="1285240" y="3242310"/>
            <a:ext cx="8305800" cy="829945"/>
          </a:xfrm>
          <a:prstGeom prst="rect">
            <a:avLst/>
          </a:prstGeom>
          <a:noFill/>
          <a:ln w="9525">
            <a:noFill/>
          </a:ln>
        </p:spPr>
        <p:txBody>
          <a:bodyPr anchor="t">
            <a:spAutoFit/>
          </a:bodyPr>
          <a:lstStyle/>
          <a:p>
            <a:pPr eaLnBrk="0" hangingPunct="0"/>
            <a:r>
              <a:rPr lang="en-US" altLang="zh-CN" sz="2400" b="1" dirty="0">
                <a:solidFill>
                  <a:schemeClr val="tx1"/>
                </a:solidFill>
                <a:latin typeface="华文细黑" panose="02010600040101010101" pitchFamily="2" charset="-122"/>
                <a:ea typeface="华文细黑" panose="02010600040101010101" pitchFamily="2" charset="-122"/>
              </a:rPr>
              <a:t>2</a:t>
            </a:r>
            <a:r>
              <a:rPr lang="zh-CN" altLang="en-US" sz="2400" b="1" dirty="0">
                <a:solidFill>
                  <a:schemeClr val="tx1"/>
                </a:solidFill>
                <a:latin typeface="华文细黑" panose="02010600040101010101" pitchFamily="2" charset="-122"/>
                <a:ea typeface="华文细黑" panose="02010600040101010101" pitchFamily="2" charset="-122"/>
              </a:rPr>
              <a:t>）在激光焊接过程中无机械接触</a:t>
            </a:r>
            <a:r>
              <a:rPr lang="en-US" altLang="zh-CN" sz="2400" b="1" dirty="0">
                <a:solidFill>
                  <a:schemeClr val="tx1"/>
                </a:solidFill>
                <a:latin typeface="华文细黑" panose="02010600040101010101" pitchFamily="2" charset="-122"/>
                <a:ea typeface="华文细黑" panose="02010600040101010101" pitchFamily="2" charset="-122"/>
              </a:rPr>
              <a:t>,</a:t>
            </a:r>
            <a:r>
              <a:rPr lang="zh-CN" altLang="en-US" sz="2400" b="1" dirty="0">
                <a:solidFill>
                  <a:schemeClr val="tx1"/>
                </a:solidFill>
                <a:latin typeface="华文细黑" panose="02010600040101010101" pitchFamily="2" charset="-122"/>
                <a:ea typeface="华文细黑" panose="02010600040101010101" pitchFamily="2" charset="-122"/>
              </a:rPr>
              <a:t>易保证焊接部位不因热压缩而发生变形</a:t>
            </a:r>
            <a:r>
              <a:rPr lang="zh-CN" altLang="en-US" sz="1400" b="1" dirty="0">
                <a:solidFill>
                  <a:schemeClr val="tx1"/>
                </a:solidFill>
                <a:latin typeface="Arial" panose="020B0604020202020204" pitchFamily="34" charset="0"/>
                <a:ea typeface="宋体" panose="02010600030101010101" pitchFamily="2" charset="-122"/>
              </a:rPr>
              <a:t> </a:t>
            </a:r>
          </a:p>
        </p:txBody>
      </p:sp>
      <p:sp>
        <p:nvSpPr>
          <p:cNvPr id="361478" name="矩形 422918"/>
          <p:cNvSpPr/>
          <p:nvPr/>
        </p:nvSpPr>
        <p:spPr>
          <a:xfrm>
            <a:off x="1285240" y="4117658"/>
            <a:ext cx="8305800" cy="829945"/>
          </a:xfrm>
          <a:prstGeom prst="rect">
            <a:avLst/>
          </a:prstGeom>
          <a:noFill/>
          <a:ln w="9525">
            <a:noFill/>
          </a:ln>
        </p:spPr>
        <p:txBody>
          <a:bodyPr anchor="t">
            <a:spAutoFit/>
          </a:bodyPr>
          <a:lstStyle/>
          <a:p>
            <a:pPr eaLnBrk="0" hangingPunct="0"/>
            <a:r>
              <a:rPr lang="en-US" altLang="zh-CN" sz="2400" b="1" dirty="0">
                <a:solidFill>
                  <a:schemeClr val="tx1"/>
                </a:solidFill>
                <a:latin typeface="华文细黑" panose="02010600040101010101" pitchFamily="2" charset="-122"/>
                <a:ea typeface="华文细黑" panose="02010600040101010101" pitchFamily="2" charset="-122"/>
              </a:rPr>
              <a:t>3</a:t>
            </a:r>
            <a:r>
              <a:rPr lang="zh-CN" altLang="en-US" sz="2400" b="1" dirty="0">
                <a:solidFill>
                  <a:schemeClr val="tx1"/>
                </a:solidFill>
                <a:latin typeface="华文细黑" panose="02010600040101010101" pitchFamily="2" charset="-122"/>
                <a:ea typeface="华文细黑" panose="02010600040101010101" pitchFamily="2" charset="-122"/>
              </a:rPr>
              <a:t>）激光束易于控制的特点使得焊接工作能够更方便的实现自动化和智能化。</a:t>
            </a:r>
            <a:r>
              <a:rPr lang="zh-CN" altLang="en-US" sz="1400" b="1" dirty="0">
                <a:solidFill>
                  <a:schemeClr val="tx1"/>
                </a:solidFill>
                <a:latin typeface="Arial" panose="020B0604020202020204" pitchFamily="34" charset="0"/>
                <a:ea typeface="宋体" panose="02010600030101010101" pitchFamily="2" charset="-122"/>
              </a:rPr>
              <a:t> </a:t>
            </a:r>
          </a:p>
        </p:txBody>
      </p:sp>
      <p:sp>
        <p:nvSpPr>
          <p:cNvPr id="361482" name="灯片编号占位符 1"/>
          <p:cNvSpPr>
            <a:spLocks noGrp="1"/>
          </p:cNvSpPr>
          <p:nvPr>
            <p:ph type="sldNum" sz="quarter" idx="12"/>
          </p:nvPr>
        </p:nvSpPr>
        <p:spPr/>
        <p:txBody>
          <a:bodyPr anchor="t"/>
          <a:lstStyle>
            <a:lvl1pPr marL="0" lvl="0" indent="0" algn="ctr" defTabSz="914400" eaLnBrk="1" fontAlgn="base" latinLnBrk="0" hangingPunct="1">
              <a:lnSpc>
                <a:spcPct val="100000"/>
              </a:lnSpc>
              <a:spcBef>
                <a:spcPct val="0"/>
              </a:spcBef>
              <a:spcAft>
                <a:spcPct val="0"/>
              </a:spcAft>
              <a:buFontTx/>
              <a:buNone/>
              <a:defRPr sz="4000" b="0" i="0" u="none" kern="1200" baseline="0">
                <a:solidFill>
                  <a:schemeClr val="tx2"/>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Tx/>
              <a:buNone/>
              <a:defRPr sz="4000" b="0" i="0" u="none" kern="1200" baseline="0">
                <a:solidFill>
                  <a:schemeClr val="tx2"/>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Tx/>
              <a:buNone/>
              <a:defRPr sz="4000" b="0" i="0" u="none" kern="1200" baseline="0">
                <a:solidFill>
                  <a:schemeClr val="tx2"/>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Tx/>
              <a:buNone/>
              <a:defRPr sz="4000" b="0" i="0" u="none" kern="1200" baseline="0">
                <a:solidFill>
                  <a:schemeClr val="tx2"/>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Tx/>
              <a:buNone/>
              <a:defRPr sz="4000" b="0" i="0" u="none" kern="1200" baseline="0">
                <a:solidFill>
                  <a:schemeClr val="tx2"/>
                </a:solidFill>
                <a:latin typeface="Arial" panose="020B0604020202020204" pitchFamily="34" charset="0"/>
                <a:ea typeface="宋体" panose="02010600030101010101" pitchFamily="2" charset="-122"/>
                <a:cs typeface="+mn-cs"/>
              </a:defRPr>
            </a:lvl5pPr>
          </a:lstStyle>
          <a:p>
            <a:pPr lvl="0" algn="r"/>
            <a:fld id="{9A0DB2DC-4C9A-4742-B13C-FB6460FD3503}" type="slidenum">
              <a:rPr lang="zh-CN" altLang="en-US" sz="1400" dirty="0"/>
              <a:t>57</a:t>
            </a:fld>
            <a:endParaRPr lang="zh-CN" altLang="en-US" sz="1400" dirty="0"/>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custDataLst>
              <p:tags r:id="rId1"/>
            </p:custDataLst>
          </p:nvPr>
        </p:nvSpPr>
        <p:spPr>
          <a:xfrm>
            <a:off x="1741170" y="318770"/>
            <a:ext cx="8709025" cy="6219825"/>
          </a:xfrm>
          <a:prstGeom prst="rect">
            <a:avLst/>
          </a:prstGeom>
          <a:blipFill rotWithShape="1">
            <a:blip r:embed="rId4"/>
            <a:stretch>
              <a:fillRect/>
            </a:stretch>
          </a:blip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355600" rIns="355600" rtlCol="0" anchor="ctr">
            <a:noAutofit/>
          </a:bodyPr>
          <a:lstStyle/>
          <a:p>
            <a:pPr algn="ctr"/>
            <a:r>
              <a:rPr lang="zh-CN" altLang="en-US"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网络视频</a:t>
            </a:r>
          </a:p>
          <a:p>
            <a:pPr algn="just"/>
            <a:endParaRPr lang="zh-CN" altLang="en-US" sz="1600" dirty="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1600" dirty="0">
                <a:solidFill>
                  <a:srgbClr val="F8F8F8"/>
                </a:solidFill>
                <a:latin typeface="微软雅黑" panose="020B0503020204020204" pitchFamily="34" charset="-122"/>
                <a:ea typeface="微软雅黑" panose="020B0503020204020204" pitchFamily="34" charset="-122"/>
                <a:cs typeface="微软雅黑" panose="020B0503020204020204" pitchFamily="34" charset="-122"/>
              </a:rPr>
              <a:t>https://v.qq.com/x/page/s0926rwsw4a.html</a:t>
            </a:r>
          </a:p>
          <a:p>
            <a:pPr algn="just"/>
            <a:endParaRPr lang="zh-CN" altLang="en-US" sz="1600" dirty="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dirty="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dirty="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dirty="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dirty="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1100" dirty="0">
                <a:solidFill>
                  <a:srgbClr val="C8C8C8"/>
                </a:solidFill>
                <a:latin typeface="微软雅黑" panose="020B0503020204020204" pitchFamily="34" charset="-122"/>
                <a:ea typeface="微软雅黑" panose="020B0503020204020204" pitchFamily="34" charset="-122"/>
                <a:cs typeface="微软雅黑" panose="020B0503020204020204" pitchFamily="34" charset="-122"/>
              </a:rPr>
              <a:t>温馨提示：此视频框在点击“上传手机课件”时会进行转换，用手机进行观看时则会变为可点击的视频。此视频框可被拖动移位和修改大小</a:t>
            </a:r>
          </a:p>
        </p:txBody>
      </p:sp>
      <p:sp>
        <p:nvSpPr>
          <p:cNvPr id="7" name="矩形 6"/>
          <p:cNvSpPr/>
          <p:nvPr/>
        </p:nvSpPr>
        <p:spPr>
          <a:xfrm>
            <a:off x="228600" y="1714500"/>
            <a:ext cx="953135" cy="2306955"/>
          </a:xfrm>
          <a:prstGeom prst="rect">
            <a:avLst/>
          </a:prstGeom>
          <a:noFill/>
        </p:spPr>
        <p:txBody>
          <a:bodyPr wrap="square" lIns="91440" tIns="45720" rIns="91440" bIns="45720">
            <a:spAutoFit/>
          </a:bodyPr>
          <a:lstStyle/>
          <a:p>
            <a:pPr algn="ctr"/>
            <a:r>
              <a:rPr lang="zh-CN" altLang="en-US" sz="3600" b="1" dirty="0">
                <a:ln w="9525">
                  <a:solidFill>
                    <a:schemeClr val="bg1"/>
                  </a:solidFill>
                  <a:prstDash val="solid"/>
                </a:ln>
                <a:solidFill>
                  <a:schemeClr val="tx1"/>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激光焊接</a:t>
            </a: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9377" name="对象 382977"/>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58387" r:id="rId3" imgW="114300" imgH="215900" progId="Equation.3">
                  <p:embed/>
                </p:oleObj>
              </mc:Choice>
              <mc:Fallback>
                <p:oleObj r:id="rId3" imgW="114300" imgH="215900" progId="Equation.3">
                  <p:embed/>
                  <p:pic>
                    <p:nvPicPr>
                      <p:cNvPr id="0" name="图片 4011"/>
                      <p:cNvPicPr/>
                      <p:nvPr/>
                    </p:nvPicPr>
                    <p:blipFill>
                      <a:blip r:embed="rId4"/>
                      <a:stretch>
                        <a:fillRect/>
                      </a:stretch>
                    </p:blipFill>
                    <p:spPr>
                      <a:xfrm>
                        <a:off x="6038850" y="3321050"/>
                        <a:ext cx="114300" cy="215900"/>
                      </a:xfrm>
                      <a:prstGeom prst="rect">
                        <a:avLst/>
                      </a:prstGeom>
                      <a:noFill/>
                      <a:ln w="38100">
                        <a:noFill/>
                        <a:miter/>
                      </a:ln>
                    </p:spPr>
                  </p:pic>
                </p:oleObj>
              </mc:Fallback>
            </mc:AlternateContent>
          </a:graphicData>
        </a:graphic>
      </p:graphicFrame>
      <p:sp>
        <p:nvSpPr>
          <p:cNvPr id="229380" name="矩形 382980"/>
          <p:cNvSpPr/>
          <p:nvPr/>
        </p:nvSpPr>
        <p:spPr>
          <a:xfrm>
            <a:off x="1196340" y="282575"/>
            <a:ext cx="6407785" cy="645160"/>
          </a:xfrm>
          <a:prstGeom prst="rect">
            <a:avLst/>
          </a:prstGeom>
          <a:noFill/>
          <a:ln w="9525">
            <a:noFill/>
          </a:ln>
        </p:spPr>
        <p:txBody>
          <a:bodyPr wrap="square" anchor="t">
            <a:spAutoFit/>
          </a:bodyPr>
          <a:lstStyle/>
          <a:p>
            <a:pPr eaLnBrk="0" hangingPunct="0"/>
            <a:r>
              <a:rPr lang="zh-CN" altLang="en-US" sz="3600" b="1" dirty="0">
                <a:latin typeface="宋体" panose="02010600030101010101" pitchFamily="2" charset="-122"/>
                <a:ea typeface="宋体" panose="02010600030101010101" pitchFamily="2" charset="-122"/>
                <a:sym typeface="+mn-ea"/>
              </a:rPr>
              <a:t>选区激光熔化成型技术（</a:t>
            </a:r>
            <a:r>
              <a:rPr lang="en-US" altLang="zh-CN" sz="3600" b="1" dirty="0">
                <a:latin typeface="宋体" panose="02010600030101010101" pitchFamily="2" charset="-122"/>
                <a:ea typeface="宋体" panose="02010600030101010101" pitchFamily="2" charset="-122"/>
                <a:sym typeface="+mn-ea"/>
              </a:rPr>
              <a:t>SLM</a:t>
            </a:r>
            <a:r>
              <a:rPr lang="zh-CN" altLang="en-US" sz="3600" b="1" dirty="0">
                <a:latin typeface="宋体" panose="02010600030101010101" pitchFamily="2" charset="-122"/>
                <a:ea typeface="宋体" panose="02010600030101010101" pitchFamily="2" charset="-122"/>
                <a:sym typeface="+mn-ea"/>
              </a:rPr>
              <a:t>）</a:t>
            </a:r>
          </a:p>
        </p:txBody>
      </p:sp>
      <p:sp>
        <p:nvSpPr>
          <p:cNvPr id="229381" name="矩形 382981"/>
          <p:cNvSpPr/>
          <p:nvPr/>
        </p:nvSpPr>
        <p:spPr>
          <a:xfrm>
            <a:off x="1439545" y="1066800"/>
            <a:ext cx="9044305" cy="1814830"/>
          </a:xfrm>
          <a:prstGeom prst="rect">
            <a:avLst/>
          </a:prstGeom>
          <a:noFill/>
          <a:ln w="9525">
            <a:noFill/>
          </a:ln>
        </p:spPr>
        <p:txBody>
          <a:bodyPr wrap="square" anchor="t">
            <a:spAutoFit/>
          </a:bodyPr>
          <a:lstStyle/>
          <a:p>
            <a:r>
              <a:rPr lang="zh-CN" altLang="en-US" sz="2800" b="1" dirty="0">
                <a:latin typeface="宋体" panose="02010600030101010101" pitchFamily="2" charset="-122"/>
                <a:ea typeface="宋体" panose="02010600030101010101" pitchFamily="2" charset="-122"/>
              </a:rPr>
              <a:t>SLM即选区激光熔化成型技术，是目前金属3D打印成型中最普遍的技术，采用精细聚焦光斑快速熔化预置金属粉末，直接获得任意形状以及具有完全冶金结合的零件，得到的制作致密度可达99%以上。 </a:t>
            </a:r>
          </a:p>
        </p:txBody>
      </p:sp>
      <p:pic>
        <p:nvPicPr>
          <p:cNvPr id="229382" name="图片 382982"/>
          <p:cNvPicPr>
            <a:picLocks noChangeAspect="1"/>
          </p:cNvPicPr>
          <p:nvPr/>
        </p:nvPicPr>
        <p:blipFill>
          <a:blip r:embed="rId5"/>
          <a:stretch>
            <a:fillRect/>
          </a:stretch>
        </p:blipFill>
        <p:spPr>
          <a:xfrm>
            <a:off x="2912745" y="2990215"/>
            <a:ext cx="6365875" cy="3318510"/>
          </a:xfrm>
          <a:prstGeom prst="rect">
            <a:avLst/>
          </a:prstGeom>
          <a:noFill/>
          <a:ln w="9525">
            <a:noFill/>
          </a:ln>
        </p:spPr>
      </p:pic>
    </p:spTree>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24304" y="2502767"/>
            <a:ext cx="4782078" cy="1631216"/>
          </a:xfrm>
          <a:prstGeom prst="rect">
            <a:avLst/>
          </a:prstGeom>
          <a:noFill/>
        </p:spPr>
        <p:txBody>
          <a:bodyPr wrap="none" lIns="91440" tIns="45720" rIns="91440" bIns="45720">
            <a:spAutoFit/>
          </a:bodyPr>
          <a:lstStyle/>
          <a:p>
            <a:pPr algn="ctr"/>
            <a:r>
              <a:rPr lang="en-US" altLang="zh-CN" sz="100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Thanks</a:t>
            </a:r>
            <a:endParaRPr lang="zh-CN" altLang="en-US" sz="100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endParaRPr>
          </a:p>
        </p:txBody>
      </p:sp>
      <p:sp>
        <p:nvSpPr>
          <p:cNvPr id="3" name="矩形 2"/>
          <p:cNvSpPr>
            <a:spLocks noChangeAspect="1"/>
          </p:cNvSpPr>
          <p:nvPr>
            <p:custDataLst>
              <p:tags r:id="rId1"/>
            </p:custDataLst>
          </p:nvPr>
        </p:nvSpPr>
        <p:spPr>
          <a:xfrm>
            <a:off x="1741170" y="318770"/>
            <a:ext cx="8709025" cy="6219825"/>
          </a:xfrm>
          <a:prstGeom prst="rect">
            <a:avLst/>
          </a:prstGeom>
          <a:blipFill rotWithShape="1">
            <a:blip r:embed="rId3"/>
            <a:stretch>
              <a:fillRect/>
            </a:stretch>
          </a:blip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355600" rIns="355600" rtlCol="0" anchor="ctr">
            <a:noAutofit/>
          </a:bodyPr>
          <a:lstStyle/>
          <a:p>
            <a:pPr algn="ctr"/>
            <a:r>
              <a:rPr lang="zh-CN" altLang="en-US" sz="200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网络视频</a:t>
            </a: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rPr>
              <a:t>https://v.qq.com/x/page/c0505y37uja.html</a:t>
            </a: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1100">
                <a:solidFill>
                  <a:srgbClr val="C8C8C8"/>
                </a:solidFill>
                <a:latin typeface="微软雅黑" panose="020B0503020204020204" pitchFamily="34" charset="-122"/>
                <a:ea typeface="微软雅黑" panose="020B0503020204020204" pitchFamily="34" charset="-122"/>
                <a:cs typeface="微软雅黑" panose="020B0503020204020204" pitchFamily="34" charset="-122"/>
              </a:rPr>
              <a:t>温馨提示：此视频框在点击“上传手机课件”时会进行转换，用手机进行观看时则会变为可点击的视频。此视频框可被拖动移位和修改大小</a:t>
            </a:r>
          </a:p>
        </p:txBody>
      </p:sp>
      <p:sp>
        <p:nvSpPr>
          <p:cNvPr id="4" name="矩形 3"/>
          <p:cNvSpPr/>
          <p:nvPr/>
        </p:nvSpPr>
        <p:spPr>
          <a:xfrm>
            <a:off x="335280" y="381000"/>
            <a:ext cx="953135" cy="4523105"/>
          </a:xfrm>
          <a:prstGeom prst="rect">
            <a:avLst/>
          </a:prstGeom>
          <a:noFill/>
        </p:spPr>
        <p:txBody>
          <a:bodyPr wrap="square" lIns="91440" tIns="45720" rIns="91440" bIns="45720">
            <a:spAutoFit/>
          </a:bodyPr>
          <a:lstStyle/>
          <a:p>
            <a:pPr algn="ctr"/>
            <a:r>
              <a:rPr lang="zh-CN" altLang="en-US" sz="3600" b="1" dirty="0">
                <a:latin typeface="宋体" panose="02010600030101010101" pitchFamily="2" charset="-122"/>
                <a:ea typeface="宋体" panose="02010600030101010101" pitchFamily="2" charset="-122"/>
                <a:sym typeface="+mn-ea"/>
              </a:rPr>
              <a:t>激光熔化成型技术</a:t>
            </a:r>
            <a:endParaRPr lang="zh-CN" altLang="en-US" sz="36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1425" name="对象 385025"/>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59411" r:id="rId3" imgW="114300" imgH="215900" progId="Equation.3">
                  <p:embed/>
                </p:oleObj>
              </mc:Choice>
              <mc:Fallback>
                <p:oleObj r:id="rId3" imgW="114300" imgH="215900" progId="Equation.3">
                  <p:embed/>
                  <p:pic>
                    <p:nvPicPr>
                      <p:cNvPr id="0" name="图片 4014"/>
                      <p:cNvPicPr/>
                      <p:nvPr/>
                    </p:nvPicPr>
                    <p:blipFill>
                      <a:blip r:embed="rId4"/>
                      <a:stretch>
                        <a:fillRect/>
                      </a:stretch>
                    </p:blipFill>
                    <p:spPr>
                      <a:xfrm>
                        <a:off x="6038850" y="3321050"/>
                        <a:ext cx="114300" cy="215900"/>
                      </a:xfrm>
                      <a:prstGeom prst="rect">
                        <a:avLst/>
                      </a:prstGeom>
                      <a:noFill/>
                      <a:ln w="38100">
                        <a:noFill/>
                        <a:miter/>
                      </a:ln>
                    </p:spPr>
                  </p:pic>
                </p:oleObj>
              </mc:Fallback>
            </mc:AlternateContent>
          </a:graphicData>
        </a:graphic>
      </p:graphicFrame>
      <p:sp>
        <p:nvSpPr>
          <p:cNvPr id="231428" name="矩形 385028"/>
          <p:cNvSpPr/>
          <p:nvPr/>
        </p:nvSpPr>
        <p:spPr>
          <a:xfrm>
            <a:off x="1080135" y="424180"/>
            <a:ext cx="9444990" cy="645160"/>
          </a:xfrm>
          <a:prstGeom prst="rect">
            <a:avLst/>
          </a:prstGeom>
          <a:noFill/>
          <a:ln w="9525">
            <a:noFill/>
          </a:ln>
        </p:spPr>
        <p:txBody>
          <a:bodyPr wrap="square" anchor="t">
            <a:spAutoFit/>
          </a:bodyPr>
          <a:lstStyle/>
          <a:p>
            <a:pPr eaLnBrk="0" hangingPunct="0"/>
            <a:r>
              <a:rPr lang="zh-CN" altLang="en-US" sz="3600" b="1" dirty="0">
                <a:latin typeface="Times New Roman" panose="02020603050405020304" pitchFamily="18" charset="0"/>
                <a:ea typeface="黑体" panose="02010609060101010101" pitchFamily="49" charset="-122"/>
              </a:rPr>
              <a:t>激光熔覆成型技术（Laser Metal Deposition） </a:t>
            </a:r>
          </a:p>
        </p:txBody>
      </p:sp>
      <p:pic>
        <p:nvPicPr>
          <p:cNvPr id="231430" name="图片 385030"/>
          <p:cNvPicPr>
            <a:picLocks noChangeAspect="1"/>
          </p:cNvPicPr>
          <p:nvPr/>
        </p:nvPicPr>
        <p:blipFill>
          <a:blip r:embed="rId5"/>
          <a:stretch>
            <a:fillRect/>
          </a:stretch>
        </p:blipFill>
        <p:spPr>
          <a:xfrm>
            <a:off x="5244465" y="1589405"/>
            <a:ext cx="6430010" cy="4321175"/>
          </a:xfrm>
          <a:prstGeom prst="rect">
            <a:avLst/>
          </a:prstGeom>
          <a:noFill/>
          <a:ln w="9525">
            <a:noFill/>
          </a:ln>
        </p:spPr>
      </p:pic>
      <p:sp>
        <p:nvSpPr>
          <p:cNvPr id="2" name="文本框 1"/>
          <p:cNvSpPr txBox="1"/>
          <p:nvPr/>
        </p:nvSpPr>
        <p:spPr>
          <a:xfrm>
            <a:off x="920115" y="2195830"/>
            <a:ext cx="3748405" cy="3107690"/>
          </a:xfrm>
          <a:prstGeom prst="rect">
            <a:avLst/>
          </a:prstGeom>
          <a:noFill/>
        </p:spPr>
        <p:txBody>
          <a:bodyPr wrap="square" rtlCol="0" anchor="t">
            <a:spAutoFit/>
          </a:bodyPr>
          <a:lstStyle/>
          <a:p>
            <a:r>
              <a:rPr lang="zh-CN" altLang="en-US" sz="2800" b="1"/>
              <a:t>LMD即激光熔覆成型技术，与SLM最大不同在于，其粉末通过喷嘴聚集到工作台面，与激光汇于一点，粉末熔化冷却后获得堆积的熔覆实体。</a:t>
            </a:r>
          </a:p>
        </p:txBody>
      </p:sp>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custDataLst>
              <p:tags r:id="rId1"/>
            </p:custDataLst>
          </p:nvPr>
        </p:nvSpPr>
        <p:spPr>
          <a:xfrm>
            <a:off x="1741170" y="318770"/>
            <a:ext cx="8709025" cy="6219825"/>
          </a:xfrm>
          <a:prstGeom prst="rect">
            <a:avLst/>
          </a:prstGeom>
          <a:blipFill rotWithShape="1">
            <a:blip r:embed="rId3"/>
            <a:stretch>
              <a:fillRect/>
            </a:stretch>
          </a:blip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355600" rIns="355600" rtlCol="0" anchor="ctr">
            <a:noAutofit/>
          </a:bodyPr>
          <a:lstStyle/>
          <a:p>
            <a:pPr algn="ctr"/>
            <a:r>
              <a:rPr lang="zh-CN" altLang="en-US" sz="200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网络视频</a:t>
            </a: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rPr>
              <a:t>https://v.qq.com/x/page/z0923p3s379.html</a:t>
            </a: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1600">
              <a:solidFill>
                <a:srgbClr val="F8F8F8"/>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1100">
                <a:solidFill>
                  <a:srgbClr val="C8C8C8"/>
                </a:solidFill>
                <a:latin typeface="微软雅黑" panose="020B0503020204020204" pitchFamily="34" charset="-122"/>
                <a:ea typeface="微软雅黑" panose="020B0503020204020204" pitchFamily="34" charset="-122"/>
                <a:cs typeface="微软雅黑" panose="020B0503020204020204" pitchFamily="34" charset="-122"/>
              </a:rPr>
              <a:t>温馨提示：此视频框在点击“上传手机课件”时会进行转换，用手机进行观看时则会变为可点击的视频。此视频框可被拖动移位和修改大小</a:t>
            </a:r>
          </a:p>
        </p:txBody>
      </p:sp>
      <p:sp>
        <p:nvSpPr>
          <p:cNvPr id="4" name="矩形 3"/>
          <p:cNvSpPr/>
          <p:nvPr/>
        </p:nvSpPr>
        <p:spPr>
          <a:xfrm>
            <a:off x="380365" y="350520"/>
            <a:ext cx="953135" cy="4523105"/>
          </a:xfrm>
          <a:prstGeom prst="rect">
            <a:avLst/>
          </a:prstGeom>
          <a:noFill/>
        </p:spPr>
        <p:txBody>
          <a:bodyPr wrap="square" lIns="91440" tIns="45720" rIns="91440" bIns="45720">
            <a:spAutoFit/>
          </a:bodyPr>
          <a:lstStyle/>
          <a:p>
            <a:pPr algn="ctr"/>
            <a:r>
              <a:rPr lang="zh-CN" altLang="en-US" sz="3600" b="1" dirty="0">
                <a:latin typeface="宋体" panose="02010600030101010101" pitchFamily="2" charset="-122"/>
                <a:ea typeface="宋体" panose="02010600030101010101" pitchFamily="2" charset="-122"/>
                <a:sym typeface="+mn-ea"/>
              </a:rPr>
              <a:t>激光熔化成型技术</a:t>
            </a:r>
            <a:endParaRPr lang="zh-CN" altLang="en-US" sz="36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25B5DEE-6B5E-4B37-9058-4C7D5D5F1DA5}" type="datetime1">
              <a:rPr lang="zh-CN" altLang="en-US" smtClean="0"/>
              <a:t>2020/4/15</a:t>
            </a:fld>
            <a:endParaRPr lang="zh-CN" altLang="en-US" dirty="0"/>
          </a:p>
        </p:txBody>
      </p:sp>
      <p:sp>
        <p:nvSpPr>
          <p:cNvPr id="5" name="灯片编号占位符 4"/>
          <p:cNvSpPr>
            <a:spLocks noGrp="1"/>
          </p:cNvSpPr>
          <p:nvPr>
            <p:ph type="sldNum" sz="quarter" idx="12"/>
          </p:nvPr>
        </p:nvSpPr>
        <p:spPr/>
        <p:txBody>
          <a:bodyPr/>
          <a:lstStyle/>
          <a:p>
            <a:fld id="{D0886717-A803-428B-8F33-9087F29D0613}" type="slidenum">
              <a:rPr lang="zh-CN" altLang="en-US" smtClean="0"/>
              <a:t>63</a:t>
            </a:fld>
            <a:endParaRPr lang="zh-CN" altLang="en-US"/>
          </a:p>
        </p:txBody>
      </p:sp>
      <p:sp>
        <p:nvSpPr>
          <p:cNvPr id="7" name="文本框 6"/>
          <p:cNvSpPr txBox="1"/>
          <p:nvPr>
            <p:custDataLst>
              <p:tags r:id="rId2"/>
            </p:custDataLst>
          </p:nvPr>
        </p:nvSpPr>
        <p:spPr>
          <a:xfrm>
            <a:off x="1219200" y="635000"/>
            <a:ext cx="9753600" cy="214312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sym typeface="+mn-ea"/>
              </a:rPr>
              <a:t>常见的激光加工技术包括？</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3"/>
            </p:custDataLst>
          </p:nvPr>
        </p:nvSpPr>
        <p:spPr>
          <a:xfrm>
            <a:off x="2438400" y="278574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激光切割</a:t>
            </a:r>
          </a:p>
        </p:txBody>
      </p:sp>
      <p:sp>
        <p:nvSpPr>
          <p:cNvPr id="9" name="文本框 8"/>
          <p:cNvSpPr txBox="1"/>
          <p:nvPr>
            <p:custDataLst>
              <p:tags r:id="rId4"/>
            </p:custDataLst>
          </p:nvPr>
        </p:nvSpPr>
        <p:spPr>
          <a:xfrm>
            <a:off x="2438400" y="364299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激光焊接</a:t>
            </a:r>
          </a:p>
        </p:txBody>
      </p:sp>
      <p:sp>
        <p:nvSpPr>
          <p:cNvPr id="10" name="文本框 9"/>
          <p:cNvSpPr txBox="1"/>
          <p:nvPr>
            <p:custDataLst>
              <p:tags r:id="rId5"/>
            </p:custDataLst>
          </p:nvPr>
        </p:nvSpPr>
        <p:spPr>
          <a:xfrm>
            <a:off x="2438400" y="450024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激光快速原型</a:t>
            </a:r>
          </a:p>
        </p:txBody>
      </p:sp>
      <p:sp>
        <p:nvSpPr>
          <p:cNvPr id="11" name="文本框 10"/>
          <p:cNvSpPr txBox="1"/>
          <p:nvPr>
            <p:custDataLst>
              <p:tags r:id="rId6"/>
            </p:custDataLst>
          </p:nvPr>
        </p:nvSpPr>
        <p:spPr>
          <a:xfrm>
            <a:off x="2438400" y="535749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激光雕刻</a:t>
            </a:r>
          </a:p>
        </p:txBody>
      </p:sp>
      <p:sp>
        <p:nvSpPr>
          <p:cNvPr id="12" name="矩形 11"/>
          <p:cNvSpPr>
            <a:spLocks noChangeAspect="1"/>
          </p:cNvSpPr>
          <p:nvPr>
            <p:custDataLst>
              <p:tags r:id="rId7"/>
            </p:custDataLst>
          </p:nvPr>
        </p:nvSpPr>
        <p:spPr>
          <a:xfrm>
            <a:off x="1571625" y="284988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p>
        </p:txBody>
      </p:sp>
      <p:sp>
        <p:nvSpPr>
          <p:cNvPr id="13" name="矩形 12"/>
          <p:cNvSpPr>
            <a:spLocks noChangeAspect="1"/>
          </p:cNvSpPr>
          <p:nvPr>
            <p:custDataLst>
              <p:tags r:id="rId8"/>
            </p:custDataLst>
          </p:nvPr>
        </p:nvSpPr>
        <p:spPr>
          <a:xfrm>
            <a:off x="1571625" y="370713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p>
        </p:txBody>
      </p:sp>
      <p:sp>
        <p:nvSpPr>
          <p:cNvPr id="14" name="矩形 13"/>
          <p:cNvSpPr>
            <a:spLocks noChangeAspect="1"/>
          </p:cNvSpPr>
          <p:nvPr>
            <p:custDataLst>
              <p:tags r:id="rId9"/>
            </p:custDataLst>
          </p:nvPr>
        </p:nvSpPr>
        <p:spPr>
          <a:xfrm>
            <a:off x="1571625" y="456438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p>
        </p:txBody>
      </p:sp>
      <p:sp>
        <p:nvSpPr>
          <p:cNvPr id="15" name="矩形 14"/>
          <p:cNvSpPr>
            <a:spLocks noChangeAspect="1"/>
          </p:cNvSpPr>
          <p:nvPr>
            <p:custDataLst>
              <p:tags r:id="rId10"/>
            </p:custDataLst>
          </p:nvPr>
        </p:nvSpPr>
        <p:spPr>
          <a:xfrm>
            <a:off x="1571625" y="542163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p>
        </p:txBody>
      </p:sp>
      <p:sp>
        <p:nvSpPr>
          <p:cNvPr id="16" name="圆角矩形 15"/>
          <p:cNvSpPr/>
          <p:nvPr>
            <p:custDataLst>
              <p:tags r:id="rId11"/>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p>
        </p:txBody>
      </p:sp>
      <p:grpSp>
        <p:nvGrpSpPr>
          <p:cNvPr id="21" name="组合 20"/>
          <p:cNvGrpSpPr/>
          <p:nvPr>
            <p:custDataLst>
              <p:tags r:id="rId12"/>
            </p:custDataLst>
          </p:nvPr>
        </p:nvGrpSpPr>
        <p:grpSpPr>
          <a:xfrm>
            <a:off x="0" y="0"/>
            <a:ext cx="12192000" cy="635000"/>
            <a:chOff x="0" y="0"/>
            <a:chExt cx="19200" cy="1000"/>
          </a:xfrm>
        </p:grpSpPr>
        <p:sp>
          <p:nvSpPr>
            <p:cNvPr id="17" name="TitleBackground"/>
            <p:cNvSpPr/>
            <p:nvPr>
              <p:custDataLst>
                <p:tags r:id="rId14"/>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1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6"/>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多选题</a:t>
              </a:r>
            </a:p>
          </p:txBody>
        </p:sp>
        <p:sp>
          <p:nvSpPr>
            <p:cNvPr id="20" name="TipText"/>
            <p:cNvSpPr txBox="1"/>
            <p:nvPr>
              <p:custDataLst>
                <p:tags r:id="rId17"/>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p>
          </p:txBody>
        </p:sp>
      </p:grpSp>
      <p:pic>
        <p:nvPicPr>
          <p:cNvPr id="6" name="图片 5" descr="tmpE10E"/>
          <p:cNvPicPr>
            <a:picLocks noChangeAspect="1"/>
          </p:cNvPicPr>
          <p:nvPr>
            <p:custDataLst>
              <p:tags r:id="rId13"/>
            </p:custDataLst>
          </p:nvPr>
        </p:nvPicPr>
        <p:blipFill>
          <a:blip r:embed="rId19"/>
          <a:stretch>
            <a:fillRect/>
          </a:stretch>
        </p:blipFill>
        <p:spPr>
          <a:xfrm>
            <a:off x="10642600" y="63500"/>
            <a:ext cx="1422400" cy="508000"/>
          </a:xfrm>
          <a:prstGeom prst="rect">
            <a:avLst/>
          </a:prstGeom>
        </p:spPr>
      </p:pic>
    </p:spTree>
    <p:custDataLst>
      <p:tags r:id="rId1"/>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激光简史</a:t>
            </a:r>
          </a:p>
        </p:txBody>
      </p:sp>
      <p:sp>
        <p:nvSpPr>
          <p:cNvPr id="14339" name="Rectangle 3"/>
          <p:cNvSpPr>
            <a:spLocks noGrp="1" noChangeArrowheads="1"/>
          </p:cNvSpPr>
          <p:nvPr>
            <p:ph idx="1"/>
          </p:nvPr>
        </p:nvSpPr>
        <p:spPr>
          <a:xfrm>
            <a:off x="838200" y="1572837"/>
            <a:ext cx="10515600" cy="4351338"/>
          </a:xfrm>
        </p:spPr>
        <p:txBody>
          <a:bodyPr vert="horz" wrap="square" lIns="91440" tIns="45720" rIns="91440" bIns="45720" numCol="1" anchor="t" anchorCtr="0" compatLnSpc="1"/>
          <a:lstStyle/>
          <a:p>
            <a:pPr marL="742950" marR="0" lvl="1" indent="-285750" algn="l" defTabSz="914400" rtl="0" eaLnBrk="1" fontAlgn="base" latinLnBrk="0" hangingPunct="1">
              <a:lnSpc>
                <a:spcPct val="120000"/>
              </a:lnSpc>
              <a:spcBef>
                <a:spcPct val="20000"/>
              </a:spcBef>
              <a:spcAft>
                <a:spcPct val="0"/>
              </a:spcAft>
              <a:buClrTx/>
              <a:buSzTx/>
              <a:buFontTx/>
              <a:buChar char="–"/>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17</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世纪</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mn-ea"/>
                <a:cs typeface="黑体" panose="02010609060101010101" pitchFamily="49" charset="-122"/>
              </a:rPr>
              <a:t>—</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对光的本性的探求：</a:t>
            </a:r>
          </a:p>
          <a:p>
            <a:pPr marL="1143000" marR="0" lvl="2" indent="-228600" algn="l" defTabSz="914400" rtl="0" eaLnBrk="1" fontAlgn="base" latinLnBrk="0" hangingPunct="1">
              <a:lnSpc>
                <a:spcPct val="12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波动说：以一定方式沿空间传输的波动过程，惠更斯、虎克；</a:t>
            </a:r>
          </a:p>
          <a:p>
            <a:pPr marL="1143000" marR="0" lvl="2" indent="-228600" algn="l" defTabSz="914400" rtl="0" eaLnBrk="1" fontAlgn="base" latinLnBrk="0" hangingPunct="1">
              <a:lnSpc>
                <a:spcPct val="12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微粒说：以经典方式运动着的微小粒子，牛顿；</a:t>
            </a:r>
          </a:p>
          <a:p>
            <a:pPr marL="742950" marR="0" lvl="1" indent="-285750" algn="l" defTabSz="914400" rtl="0" eaLnBrk="1" fontAlgn="base" latinLnBrk="0" hangingPunct="1">
              <a:lnSpc>
                <a:spcPct val="120000"/>
              </a:lnSpc>
              <a:spcBef>
                <a:spcPct val="20000"/>
              </a:spcBef>
              <a:spcAft>
                <a:spcPct val="0"/>
              </a:spcAft>
              <a:buClrTx/>
              <a:buSzTx/>
              <a:buFontTx/>
              <a:buChar char="–"/>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世纪：</a:t>
            </a:r>
          </a:p>
          <a:p>
            <a:pPr marL="1143000" marR="0" lvl="2" indent="-228600" algn="l" defTabSz="914400" rtl="0" eaLnBrk="1" fontAlgn="base" latinLnBrk="0" hangingPunct="1">
              <a:lnSpc>
                <a:spcPct val="12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光的波动本性有了进一步发展</a:t>
            </a:r>
          </a:p>
          <a:p>
            <a:pPr marL="1143000" marR="0" lvl="2" indent="-228600" algn="l" defTabSz="914400" rtl="0" eaLnBrk="1" fontAlgn="base" latinLnBrk="0" hangingPunct="1">
              <a:lnSpc>
                <a:spcPct val="12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电磁场理论、麦克斯韦方程组</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激光简史</a:t>
            </a:r>
          </a:p>
        </p:txBody>
      </p:sp>
      <p:sp>
        <p:nvSpPr>
          <p:cNvPr id="16387" name="Rectangle 3"/>
          <p:cNvSpPr>
            <a:spLocks noGrp="1" noChangeArrowheads="1"/>
          </p:cNvSpPr>
          <p:nvPr>
            <p:ph idx="1"/>
          </p:nvPr>
        </p:nvSpPr>
        <p:spPr>
          <a:xfrm>
            <a:off x="838200" y="1691005"/>
            <a:ext cx="10515600" cy="4760595"/>
          </a:xfrm>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1900</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年，普朗克提出了能量量子化概念，并因此获得</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1918</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年诺贝尔物理学奖；</a:t>
            </a:r>
          </a:p>
          <a:p>
            <a:pPr marL="742950" marR="0" lvl="1" indent="-285750" algn="l" defTabSz="914400" rtl="0" eaLnBrk="1" fontAlgn="base" latinLnBrk="0" hangingPunct="1">
              <a:lnSpc>
                <a:spcPct val="100000"/>
              </a:lnSpc>
              <a:spcBef>
                <a:spcPct val="20000"/>
              </a:spcBef>
              <a:spcAft>
                <a:spcPct val="0"/>
              </a:spcAft>
              <a:buClrTx/>
              <a:buSzTx/>
              <a:buFontTx/>
              <a:buNone/>
              <a:defRPr/>
            </a:pP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1905</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年，爱因斯坦提出光子假说并成功解释了光电效应，并因此获得</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1921</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年诺贝尔物理学奖；</a:t>
            </a:r>
          </a:p>
        </p:txBody>
      </p:sp>
      <p:pic>
        <p:nvPicPr>
          <p:cNvPr id="8196" name="Picture 4" descr="planck"/>
          <p:cNvPicPr>
            <a:picLocks noChangeAspect="1"/>
          </p:cNvPicPr>
          <p:nvPr/>
        </p:nvPicPr>
        <p:blipFill>
          <a:blip r:embed="rId2"/>
          <a:stretch>
            <a:fillRect/>
          </a:stretch>
        </p:blipFill>
        <p:spPr>
          <a:xfrm>
            <a:off x="2711450" y="2924175"/>
            <a:ext cx="925513" cy="1296988"/>
          </a:xfrm>
          <a:prstGeom prst="rect">
            <a:avLst/>
          </a:prstGeom>
          <a:noFill/>
          <a:ln w="9525">
            <a:noFill/>
          </a:ln>
        </p:spPr>
      </p:pic>
      <p:sp>
        <p:nvSpPr>
          <p:cNvPr id="8197" name="Rectangle 5"/>
          <p:cNvSpPr/>
          <p:nvPr/>
        </p:nvSpPr>
        <p:spPr>
          <a:xfrm>
            <a:off x="3863975" y="2924175"/>
            <a:ext cx="6048375" cy="119888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effectLst/>
                <a:latin typeface="+mn-lt"/>
                <a:ea typeface="+mn-ea"/>
                <a:cs typeface="黑体" panose="02010609060101010101" pitchFamily="49" charset="-122"/>
              </a:defRPr>
            </a:lvl1pPr>
            <a:lvl2pPr marL="742950" indent="-285750" algn="l" rtl="0" eaLnBrk="0" fontAlgn="base" hangingPunct="0">
              <a:spcBef>
                <a:spcPct val="20000"/>
              </a:spcBef>
              <a:spcAft>
                <a:spcPct val="0"/>
              </a:spcAft>
              <a:buChar char="–"/>
              <a:defRPr sz="2800" b="1">
                <a:solidFill>
                  <a:schemeClr val="tx1"/>
                </a:solidFill>
                <a:effectLst/>
                <a:latin typeface="+mn-lt"/>
                <a:ea typeface="+mn-ea"/>
                <a:cs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effectLst/>
                <a:latin typeface="+mn-lt"/>
                <a:ea typeface="+mn-ea"/>
                <a:cs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mn-ea"/>
                <a:cs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mn-ea"/>
                <a:cs typeface="黑体" panose="02010609060101010101" pitchFamily="49" charset="-122"/>
              </a:defRPr>
            </a:lvl5pPr>
          </a:lstStyle>
          <a:p>
            <a:pPr marL="0" lvl="0" indent="0" eaLnBrk="1" hangingPunct="1">
              <a:spcBef>
                <a:spcPct val="0"/>
              </a:spcBef>
              <a:buNone/>
            </a:pPr>
            <a:r>
              <a:rPr lang="en-US" altLang="zh-CN" sz="2400" b="0" dirty="0">
                <a:ea typeface="宋体" panose="02010600030101010101" pitchFamily="2" charset="-122"/>
              </a:rPr>
              <a:t>"in recognition of the services he rendered to the advancement of Physics by his discovery of energy quanta"</a:t>
            </a:r>
          </a:p>
        </p:txBody>
      </p:sp>
      <p:sp>
        <p:nvSpPr>
          <p:cNvPr id="8198" name="Rectangle 6"/>
          <p:cNvSpPr/>
          <p:nvPr/>
        </p:nvSpPr>
        <p:spPr>
          <a:xfrm>
            <a:off x="3792538" y="5044123"/>
            <a:ext cx="6480175" cy="1198880"/>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har char="•"/>
              <a:defRPr sz="3200" b="1">
                <a:solidFill>
                  <a:schemeClr val="tx1"/>
                </a:solidFill>
                <a:effectLst/>
                <a:latin typeface="+mn-lt"/>
                <a:ea typeface="+mn-ea"/>
                <a:cs typeface="黑体" panose="02010609060101010101" pitchFamily="49" charset="-122"/>
              </a:defRPr>
            </a:lvl1pPr>
            <a:lvl2pPr marL="742950" indent="-285750" algn="l" rtl="0" eaLnBrk="0" fontAlgn="base" hangingPunct="0">
              <a:spcBef>
                <a:spcPct val="20000"/>
              </a:spcBef>
              <a:spcAft>
                <a:spcPct val="0"/>
              </a:spcAft>
              <a:buChar char="–"/>
              <a:defRPr sz="2800" b="1">
                <a:solidFill>
                  <a:schemeClr val="tx1"/>
                </a:solidFill>
                <a:effectLst/>
                <a:latin typeface="+mn-lt"/>
                <a:ea typeface="+mn-ea"/>
                <a:cs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effectLst/>
                <a:latin typeface="+mn-lt"/>
                <a:ea typeface="+mn-ea"/>
                <a:cs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mn-ea"/>
                <a:cs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mn-ea"/>
                <a:cs typeface="黑体" panose="02010609060101010101" pitchFamily="49" charset="-122"/>
              </a:defRPr>
            </a:lvl5pPr>
          </a:lstStyle>
          <a:p>
            <a:pPr marL="0" lvl="0" indent="0" eaLnBrk="1" hangingPunct="1">
              <a:spcBef>
                <a:spcPct val="0"/>
              </a:spcBef>
              <a:buNone/>
            </a:pPr>
            <a:r>
              <a:rPr lang="en-US" altLang="zh-CN" sz="2400" b="0" dirty="0">
                <a:ea typeface="宋体" panose="02010600030101010101" pitchFamily="2" charset="-122"/>
              </a:rPr>
              <a:t>"for his services to Theoretical Physics, and especially for his discovery of the law of the photoelectric effect" </a:t>
            </a:r>
          </a:p>
        </p:txBody>
      </p:sp>
      <p:pic>
        <p:nvPicPr>
          <p:cNvPr id="8199" name="Picture 7" descr="Albert Einstein"/>
          <p:cNvPicPr>
            <a:picLocks noChangeAspect="1"/>
          </p:cNvPicPr>
          <p:nvPr/>
        </p:nvPicPr>
        <p:blipFill>
          <a:blip r:embed="rId3"/>
          <a:stretch>
            <a:fillRect/>
          </a:stretch>
        </p:blipFill>
        <p:spPr>
          <a:xfrm>
            <a:off x="2668588" y="5084763"/>
            <a:ext cx="979487" cy="1223962"/>
          </a:xfrm>
          <a:prstGeom prst="rect">
            <a:avLst/>
          </a:prstGeom>
          <a:noFill/>
          <a:ln w="9525">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激光简史</a:t>
            </a:r>
          </a:p>
        </p:txBody>
      </p:sp>
      <p:sp>
        <p:nvSpPr>
          <p:cNvPr id="17411" name="Rectangle 3"/>
          <p:cNvSpPr>
            <a:spLocks noGrp="1" noChangeArrowheads="1"/>
          </p:cNvSpPr>
          <p:nvPr>
            <p:ph idx="1"/>
          </p:nvPr>
        </p:nvSpPr>
        <p:spPr>
          <a:xfrm>
            <a:off x="838200" y="1690947"/>
            <a:ext cx="10515600" cy="4351338"/>
          </a:xfrm>
        </p:spPr>
        <p:txBody>
          <a:bodyPr vert="horz" wrap="square" lIns="91440" tIns="45720" rIns="91440" bIns="45720" numCol="1" anchor="t" anchorCtr="0" compatLnSpc="1">
            <a:normAutofit/>
          </a:bodyPr>
          <a:lstStyle/>
          <a:p>
            <a:pPr marL="742950" marR="0" lvl="1" indent="-285750" algn="l" defTabSz="914400" rtl="0" eaLnBrk="1" fontAlgn="base" latinLnBrk="0" hangingPunct="1">
              <a:lnSpc>
                <a:spcPct val="120000"/>
              </a:lnSpc>
              <a:spcBef>
                <a:spcPct val="20000"/>
              </a:spcBef>
              <a:spcAft>
                <a:spcPct val="0"/>
              </a:spcAft>
              <a:buClrTx/>
              <a:buSzTx/>
              <a:buFontTx/>
              <a:buChar char="–"/>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1913</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年，玻尔借鉴了普朗克的量子概念提出了全新的原子结构模型，并因此获得</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1922</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年诺贝尔物理学奖；</a:t>
            </a:r>
          </a:p>
          <a:p>
            <a:pPr marL="742950" marR="0" lvl="1" indent="-285750" algn="l" defTabSz="914400" rtl="0" eaLnBrk="1" fontAlgn="base" latinLnBrk="0" hangingPunct="1">
              <a:lnSpc>
                <a:spcPct val="120000"/>
              </a:lnSpc>
              <a:spcBef>
                <a:spcPct val="20000"/>
              </a:spcBef>
              <a:spcAft>
                <a:spcPct val="0"/>
              </a:spcAft>
              <a:buClrTx/>
              <a:buSzTx/>
              <a:buFontTx/>
              <a:buChar char="–"/>
              <a:defRPr/>
            </a:pP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20000"/>
              </a:lnSpc>
              <a:spcBef>
                <a:spcPct val="20000"/>
              </a:spcBef>
              <a:spcAft>
                <a:spcPct val="0"/>
              </a:spcAft>
              <a:buClrTx/>
              <a:buSzTx/>
              <a:buFontTx/>
              <a:buChar char="–"/>
              <a:defRPr/>
            </a:pP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20000"/>
              </a:lnSpc>
              <a:spcBef>
                <a:spcPct val="20000"/>
              </a:spcBef>
              <a:spcAft>
                <a:spcPct val="0"/>
              </a:spcAft>
              <a:buClrTx/>
              <a:buSzTx/>
              <a:buFontTx/>
              <a:buChar char="–"/>
              <a:defRPr/>
            </a:pP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20000"/>
              </a:lnSpc>
              <a:spcBef>
                <a:spcPct val="20000"/>
              </a:spcBef>
              <a:spcAft>
                <a:spcPct val="0"/>
              </a:spcAft>
              <a:buClrTx/>
              <a:buSzTx/>
              <a:buFontTx/>
              <a:buChar char="–"/>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1917</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年，爱因斯坦在玻尔的原理结构基础上，提出了受激辐射理论，为激光的出现奠定了理论的基础；</a:t>
            </a:r>
          </a:p>
          <a:p>
            <a:pPr marL="742950" marR="0" lvl="1" indent="-285750" algn="l" defTabSz="914400" rtl="0" eaLnBrk="1" fontAlgn="base" latinLnBrk="0" hangingPunct="1">
              <a:lnSpc>
                <a:spcPct val="120000"/>
              </a:lnSpc>
              <a:spcBef>
                <a:spcPct val="20000"/>
              </a:spcBef>
              <a:spcAft>
                <a:spcPct val="0"/>
              </a:spcAft>
              <a:buClrTx/>
              <a:buSzTx/>
              <a:buFontTx/>
              <a:buChar char="–"/>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1928</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Landenburg</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证实了受激辐射和</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mn-ea"/>
                <a:cs typeface="黑体" panose="02010609060101010101" pitchFamily="49" charset="-122"/>
              </a:rPr>
              <a: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负吸收</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mn-ea"/>
                <a:cs typeface="黑体" panose="02010609060101010101" pitchFamily="49" charset="-122"/>
              </a:rPr>
              <a: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的存在；</a:t>
            </a:r>
          </a:p>
        </p:txBody>
      </p:sp>
      <p:sp>
        <p:nvSpPr>
          <p:cNvPr id="9220" name="Rectangle 4"/>
          <p:cNvSpPr/>
          <p:nvPr/>
        </p:nvSpPr>
        <p:spPr>
          <a:xfrm>
            <a:off x="3576638" y="2739073"/>
            <a:ext cx="6551612" cy="1198880"/>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har char="•"/>
              <a:defRPr sz="3200" b="1">
                <a:solidFill>
                  <a:schemeClr val="tx1"/>
                </a:solidFill>
                <a:effectLst/>
                <a:latin typeface="+mn-lt"/>
                <a:ea typeface="+mn-ea"/>
                <a:cs typeface="黑体" panose="02010609060101010101" pitchFamily="49" charset="-122"/>
              </a:defRPr>
            </a:lvl1pPr>
            <a:lvl2pPr marL="742950" indent="-285750" algn="l" rtl="0" eaLnBrk="0" fontAlgn="base" hangingPunct="0">
              <a:spcBef>
                <a:spcPct val="20000"/>
              </a:spcBef>
              <a:spcAft>
                <a:spcPct val="0"/>
              </a:spcAft>
              <a:buChar char="–"/>
              <a:defRPr sz="2800" b="1">
                <a:solidFill>
                  <a:schemeClr val="tx1"/>
                </a:solidFill>
                <a:effectLst/>
                <a:latin typeface="+mn-lt"/>
                <a:ea typeface="+mn-ea"/>
                <a:cs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effectLst/>
                <a:latin typeface="+mn-lt"/>
                <a:ea typeface="+mn-ea"/>
                <a:cs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mn-ea"/>
                <a:cs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mn-ea"/>
                <a:cs typeface="黑体" panose="02010609060101010101" pitchFamily="49" charset="-122"/>
              </a:defRPr>
            </a:lvl5pPr>
          </a:lstStyle>
          <a:p>
            <a:pPr marL="0" lvl="0" indent="0" eaLnBrk="1" hangingPunct="1">
              <a:spcBef>
                <a:spcPct val="0"/>
              </a:spcBef>
              <a:buNone/>
            </a:pPr>
            <a:r>
              <a:rPr lang="en-US" altLang="zh-CN" sz="2400" b="0" dirty="0">
                <a:ea typeface="宋体" panose="02010600030101010101" pitchFamily="2" charset="-122"/>
              </a:rPr>
              <a:t>"for his services in the investigation of the structure of atoms and of the radiation emanating from them" </a:t>
            </a:r>
          </a:p>
        </p:txBody>
      </p:sp>
      <p:pic>
        <p:nvPicPr>
          <p:cNvPr id="9221" name="Picture 5" descr="bohr"/>
          <p:cNvPicPr>
            <a:picLocks noChangeAspect="1"/>
          </p:cNvPicPr>
          <p:nvPr/>
        </p:nvPicPr>
        <p:blipFill>
          <a:blip r:embed="rId2"/>
          <a:stretch>
            <a:fillRect/>
          </a:stretch>
        </p:blipFill>
        <p:spPr>
          <a:xfrm>
            <a:off x="2495550" y="2636838"/>
            <a:ext cx="976313" cy="1368425"/>
          </a:xfrm>
          <a:prstGeom prst="rect">
            <a:avLst/>
          </a:prstGeom>
          <a:noFill/>
          <a:ln w="9525">
            <a:noFill/>
          </a:ln>
        </p:spPr>
      </p:pic>
      <p:pic>
        <p:nvPicPr>
          <p:cNvPr id="9222" name="bubbleImage" descr="28-emission"/>
          <p:cNvPicPr>
            <a:picLocks noChangeAspect="1"/>
          </p:cNvPicPr>
          <p:nvPr/>
        </p:nvPicPr>
        <p:blipFill>
          <a:blip r:embed="rId3"/>
          <a:srcRect l="9091" t="4979" r="4546"/>
          <a:stretch>
            <a:fillRect/>
          </a:stretch>
        </p:blipFill>
        <p:spPr>
          <a:xfrm>
            <a:off x="9909175" y="4671060"/>
            <a:ext cx="1901825" cy="1910715"/>
          </a:xfrm>
          <a:prstGeom prst="rect">
            <a:avLst/>
          </a:prstGeom>
          <a:noFill/>
          <a:ln w="9525">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激光简史</a:t>
            </a:r>
          </a:p>
        </p:txBody>
      </p:sp>
      <p:sp>
        <p:nvSpPr>
          <p:cNvPr id="56323" name="Rectangle 3"/>
          <p:cNvSpPr>
            <a:spLocks noGrp="1" noChangeArrowheads="1"/>
          </p:cNvSpPr>
          <p:nvPr>
            <p:ph idx="1"/>
          </p:nvPr>
        </p:nvSpPr>
        <p:spPr>
          <a:xfrm>
            <a:off x="838200" y="1487747"/>
            <a:ext cx="10515600" cy="4351338"/>
          </a:xfrm>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1940</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V.A Fabrikant</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在其博士论文中提出了产生粒子数反转的实现方法，粒子数反转是</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MASER/LASER</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产生的必要条件。</a:t>
            </a:r>
          </a:p>
        </p:txBody>
      </p:sp>
      <p:pic>
        <p:nvPicPr>
          <p:cNvPr id="10244" name="Picture 4" descr="39-fabrikant"/>
          <p:cNvPicPr>
            <a:picLocks noChangeAspect="1"/>
          </p:cNvPicPr>
          <p:nvPr/>
        </p:nvPicPr>
        <p:blipFill>
          <a:blip r:embed="rId2"/>
          <a:stretch>
            <a:fillRect/>
          </a:stretch>
        </p:blipFill>
        <p:spPr>
          <a:xfrm>
            <a:off x="4191000" y="3124200"/>
            <a:ext cx="3505200" cy="3011488"/>
          </a:xfrm>
          <a:prstGeom prst="rect">
            <a:avLst/>
          </a:prstGeom>
          <a:noFill/>
          <a:ln w="9525">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激光简史</a:t>
            </a:r>
          </a:p>
        </p:txBody>
      </p:sp>
      <p:sp>
        <p:nvSpPr>
          <p:cNvPr id="18435" name="Rectangle 3"/>
          <p:cNvSpPr>
            <a:spLocks noGrp="1" noChangeArrowheads="1"/>
          </p:cNvSpPr>
          <p:nvPr>
            <p:ph idx="1"/>
          </p:nvPr>
        </p:nvSpPr>
        <p:spPr>
          <a:xfrm>
            <a:off x="838200" y="1691005"/>
            <a:ext cx="10515600" cy="4775200"/>
          </a:xfrm>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1947</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Lamb</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和</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Reherford</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在氢原子光谱中发现了明显的受激辐射，这是受激辐射第一次被实验验证。</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Lamb</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由于在氢原子光谱研究方面的成绩获得</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1955</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年诺贝尔物理学奖；</a:t>
            </a: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1950</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Kastler</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提出了光学泵浦的方法，两年后该方法被实现。他因为提出了这种利用光学手段研究微波谐振的方法而获得诺贝尔奖。</a:t>
            </a:r>
          </a:p>
        </p:txBody>
      </p:sp>
      <p:sp>
        <p:nvSpPr>
          <p:cNvPr id="11268" name="Rectangle 4"/>
          <p:cNvSpPr/>
          <p:nvPr/>
        </p:nvSpPr>
        <p:spPr>
          <a:xfrm>
            <a:off x="4079875" y="2848928"/>
            <a:ext cx="5688013" cy="829945"/>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har char="•"/>
              <a:defRPr sz="3200" b="1">
                <a:solidFill>
                  <a:schemeClr val="tx1"/>
                </a:solidFill>
                <a:effectLst/>
                <a:latin typeface="+mn-lt"/>
                <a:ea typeface="+mn-ea"/>
                <a:cs typeface="黑体" panose="02010609060101010101" pitchFamily="49" charset="-122"/>
              </a:defRPr>
            </a:lvl1pPr>
            <a:lvl2pPr marL="742950" indent="-285750" algn="l" rtl="0" eaLnBrk="0" fontAlgn="base" hangingPunct="0">
              <a:spcBef>
                <a:spcPct val="20000"/>
              </a:spcBef>
              <a:spcAft>
                <a:spcPct val="0"/>
              </a:spcAft>
              <a:buChar char="–"/>
              <a:defRPr sz="2800" b="1">
                <a:solidFill>
                  <a:schemeClr val="tx1"/>
                </a:solidFill>
                <a:effectLst/>
                <a:latin typeface="+mn-lt"/>
                <a:ea typeface="+mn-ea"/>
                <a:cs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effectLst/>
                <a:latin typeface="+mn-lt"/>
                <a:ea typeface="+mn-ea"/>
                <a:cs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mn-ea"/>
                <a:cs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mn-ea"/>
                <a:cs typeface="黑体" panose="02010609060101010101" pitchFamily="49" charset="-122"/>
              </a:defRPr>
            </a:lvl5pPr>
          </a:lstStyle>
          <a:p>
            <a:pPr marL="0" lvl="0" indent="0" eaLnBrk="1" hangingPunct="1">
              <a:spcBef>
                <a:spcPct val="0"/>
              </a:spcBef>
              <a:buNone/>
            </a:pPr>
            <a:r>
              <a:rPr lang="en-US" altLang="zh-CN" sz="2400" b="0" dirty="0">
                <a:ea typeface="宋体" panose="02010600030101010101" pitchFamily="2" charset="-122"/>
              </a:rPr>
              <a:t>"for his discoveries concerning the fine structure of the hydrogen spectrum" </a:t>
            </a:r>
          </a:p>
        </p:txBody>
      </p:sp>
      <p:pic>
        <p:nvPicPr>
          <p:cNvPr id="11269" name="Picture 5" descr="lamb"/>
          <p:cNvPicPr>
            <a:picLocks noChangeAspect="1"/>
          </p:cNvPicPr>
          <p:nvPr/>
        </p:nvPicPr>
        <p:blipFill>
          <a:blip r:embed="rId2"/>
          <a:stretch>
            <a:fillRect/>
          </a:stretch>
        </p:blipFill>
        <p:spPr>
          <a:xfrm>
            <a:off x="2855913" y="2636838"/>
            <a:ext cx="873125" cy="1223962"/>
          </a:xfrm>
          <a:prstGeom prst="rect">
            <a:avLst/>
          </a:prstGeom>
          <a:noFill/>
          <a:ln w="9525">
            <a:noFill/>
          </a:ln>
        </p:spPr>
      </p:pic>
      <p:pic>
        <p:nvPicPr>
          <p:cNvPr id="11270" name="Picture 6" descr="kastler"/>
          <p:cNvPicPr>
            <a:picLocks noChangeAspect="1"/>
          </p:cNvPicPr>
          <p:nvPr/>
        </p:nvPicPr>
        <p:blipFill>
          <a:blip r:embed="rId3"/>
          <a:stretch>
            <a:fillRect/>
          </a:stretch>
        </p:blipFill>
        <p:spPr>
          <a:xfrm>
            <a:off x="2846388" y="5013325"/>
            <a:ext cx="873125" cy="1223963"/>
          </a:xfrm>
          <a:prstGeom prst="rect">
            <a:avLst/>
          </a:prstGeom>
          <a:noFill/>
          <a:ln w="9525">
            <a:noFill/>
          </a:ln>
        </p:spPr>
      </p:pic>
      <p:sp>
        <p:nvSpPr>
          <p:cNvPr id="11271" name="Rectangle 7"/>
          <p:cNvSpPr/>
          <p:nvPr/>
        </p:nvSpPr>
        <p:spPr>
          <a:xfrm>
            <a:off x="4008438" y="5044123"/>
            <a:ext cx="6119812" cy="1198880"/>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har char="•"/>
              <a:defRPr sz="3200" b="1">
                <a:solidFill>
                  <a:schemeClr val="tx1"/>
                </a:solidFill>
                <a:effectLst/>
                <a:latin typeface="+mn-lt"/>
                <a:ea typeface="+mn-ea"/>
                <a:cs typeface="黑体" panose="02010609060101010101" pitchFamily="49" charset="-122"/>
              </a:defRPr>
            </a:lvl1pPr>
            <a:lvl2pPr marL="742950" indent="-285750" algn="l" rtl="0" eaLnBrk="0" fontAlgn="base" hangingPunct="0">
              <a:spcBef>
                <a:spcPct val="20000"/>
              </a:spcBef>
              <a:spcAft>
                <a:spcPct val="0"/>
              </a:spcAft>
              <a:buChar char="–"/>
              <a:defRPr sz="2800" b="1">
                <a:solidFill>
                  <a:schemeClr val="tx1"/>
                </a:solidFill>
                <a:effectLst/>
                <a:latin typeface="+mn-lt"/>
                <a:ea typeface="+mn-ea"/>
                <a:cs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effectLst/>
                <a:latin typeface="+mn-lt"/>
                <a:ea typeface="+mn-ea"/>
                <a:cs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mn-ea"/>
                <a:cs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mn-ea"/>
                <a:cs typeface="黑体" panose="02010609060101010101" pitchFamily="49" charset="-122"/>
              </a:defRPr>
            </a:lvl5pPr>
          </a:lstStyle>
          <a:p>
            <a:pPr marL="0" lvl="0" indent="0" eaLnBrk="1" hangingPunct="1">
              <a:spcBef>
                <a:spcPct val="0"/>
              </a:spcBef>
              <a:buNone/>
            </a:pPr>
            <a:r>
              <a:rPr lang="en-US" altLang="zh-CN" sz="2400" b="0" dirty="0">
                <a:ea typeface="宋体" panose="02010600030101010101" pitchFamily="2" charset="-122"/>
              </a:rPr>
              <a:t>"for the discovery and development of optical methods for studying Hertzian resonances in atoms"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激光简史</a:t>
            </a:r>
          </a:p>
        </p:txBody>
      </p:sp>
      <p:sp>
        <p:nvSpPr>
          <p:cNvPr id="19459" name="Rectangle 3"/>
          <p:cNvSpPr>
            <a:spLocks noGrp="1" noChangeArrowheads="1"/>
          </p:cNvSpPr>
          <p:nvPr>
            <p:ph idx="1"/>
          </p:nvPr>
        </p:nvSpPr>
        <p:spPr>
          <a:xfrm>
            <a:off x="838200" y="1939232"/>
            <a:ext cx="10515600" cy="4351338"/>
          </a:xfrm>
        </p:spPr>
        <p:txBody>
          <a:bodyPr vert="horz" wrap="square" lIns="91440" tIns="45720" rIns="91440" bIns="45720" numCol="1" anchor="t" anchorCtr="0" compatLnSpc="1"/>
          <a:lstStyle/>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1951</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,Townes</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提出受激辐射微波放大，即</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MASER</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的概念。</a:t>
            </a: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1954</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年，第一台氨分子</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Maser</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建成，首次实现了粒子数反转，其主要作用是放大无线电信号，以便研究宇宙背景辐射。</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Townes</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由于在受激辐射放大方面的成就获得</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1964</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年诺贝尔物理学奖。</a:t>
            </a:r>
          </a:p>
        </p:txBody>
      </p:sp>
      <p:pic>
        <p:nvPicPr>
          <p:cNvPr id="12292" name="Picture 4" descr="pic-v15-st4-1"/>
          <p:cNvPicPr>
            <a:picLocks noChangeAspect="1"/>
          </p:cNvPicPr>
          <p:nvPr/>
        </p:nvPicPr>
        <p:blipFill>
          <a:blip r:embed="rId2"/>
          <a:stretch>
            <a:fillRect/>
          </a:stretch>
        </p:blipFill>
        <p:spPr>
          <a:xfrm>
            <a:off x="2541588" y="3789363"/>
            <a:ext cx="1928812" cy="2376487"/>
          </a:xfrm>
          <a:prstGeom prst="rect">
            <a:avLst/>
          </a:prstGeom>
          <a:noFill/>
          <a:ln w="9525">
            <a:noFill/>
          </a:ln>
        </p:spPr>
      </p:pic>
      <p:sp>
        <p:nvSpPr>
          <p:cNvPr id="12293" name="Rectangle 5"/>
          <p:cNvSpPr/>
          <p:nvPr/>
        </p:nvSpPr>
        <p:spPr>
          <a:xfrm>
            <a:off x="4656138" y="3949065"/>
            <a:ext cx="5543550" cy="1938020"/>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har char="•"/>
              <a:defRPr sz="3200" b="1">
                <a:solidFill>
                  <a:schemeClr val="tx1"/>
                </a:solidFill>
                <a:effectLst/>
                <a:latin typeface="+mn-lt"/>
                <a:ea typeface="+mn-ea"/>
                <a:cs typeface="黑体" panose="02010609060101010101" pitchFamily="49" charset="-122"/>
              </a:defRPr>
            </a:lvl1pPr>
            <a:lvl2pPr marL="742950" indent="-285750" algn="l" rtl="0" eaLnBrk="0" fontAlgn="base" hangingPunct="0">
              <a:spcBef>
                <a:spcPct val="20000"/>
              </a:spcBef>
              <a:spcAft>
                <a:spcPct val="0"/>
              </a:spcAft>
              <a:buChar char="–"/>
              <a:defRPr sz="2800" b="1">
                <a:solidFill>
                  <a:schemeClr val="tx1"/>
                </a:solidFill>
                <a:effectLst/>
                <a:latin typeface="+mn-lt"/>
                <a:ea typeface="+mn-ea"/>
                <a:cs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effectLst/>
                <a:latin typeface="+mn-lt"/>
                <a:ea typeface="+mn-ea"/>
                <a:cs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mn-ea"/>
                <a:cs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mn-ea"/>
                <a:cs typeface="黑体" panose="02010609060101010101" pitchFamily="49" charset="-122"/>
              </a:defRPr>
            </a:lvl5pPr>
          </a:lstStyle>
          <a:p>
            <a:pPr marL="0" lvl="0" indent="0" eaLnBrk="1" hangingPunct="1">
              <a:spcBef>
                <a:spcPct val="0"/>
              </a:spcBef>
              <a:buNone/>
            </a:pPr>
            <a:r>
              <a:rPr lang="en-US" altLang="zh-CN" sz="2400" b="0" dirty="0">
                <a:ea typeface="宋体" panose="02010600030101010101" pitchFamily="2" charset="-122"/>
              </a:rPr>
              <a:t>"for fundamental work in the field of quantum electronics, which has led to the construction of oscillators and amplifiers based on the maser-laser principle"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激光简史</a:t>
            </a:r>
          </a:p>
        </p:txBody>
      </p:sp>
      <p:sp>
        <p:nvSpPr>
          <p:cNvPr id="20483" name="Rectangle 3"/>
          <p:cNvSpPr>
            <a:spLocks noGrp="1" noChangeArrowheads="1"/>
          </p:cNvSpPr>
          <p:nvPr>
            <p:ph idx="1"/>
          </p:nvPr>
        </p:nvSpPr>
        <p:spPr>
          <a:xfrm>
            <a:off x="1992313" y="1628775"/>
            <a:ext cx="5703888" cy="4525963"/>
          </a:xfrm>
        </p:spPr>
        <p:txBody>
          <a:bodyPr vert="horz" wrap="square" lIns="91440" tIns="45720" rIns="91440" bIns="45720" numCol="1" anchor="t" anchorCtr="0" compatLnSpc="1">
            <a:normAutofit lnSpcReduction="10000"/>
          </a:body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突破</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1956</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Nicolaas Bloembergen</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在哈弗大学提出了固态微波激射器的概念， 于</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1956</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10</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月在</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Physical Review</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上发表了一片又决定意义的文章，第一台成功的设备几个月后在</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Bell</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实验室研制出来。 </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1958</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Schawlow</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和</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Townes</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在</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Physical Review Letters </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上发表论文</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mn-ea"/>
                <a:cs typeface="黑体" panose="02010609060101010101" pitchFamily="49" charset="-122"/>
              </a:rPr>
              <a:t>“</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Infrared and Optical Maser</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mn-ea"/>
                <a:cs typeface="黑体" panose="02010609060101010101" pitchFamily="49" charset="-122"/>
              </a:rPr>
              <a: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，标志着激光作为一种新事物登上了历史舞台。</a:t>
            </a:r>
          </a:p>
        </p:txBody>
      </p:sp>
      <p:pic>
        <p:nvPicPr>
          <p:cNvPr id="13316" name="Picture 9" descr="56-bloembergen"/>
          <p:cNvPicPr>
            <a:picLocks noChangeAspect="1"/>
          </p:cNvPicPr>
          <p:nvPr/>
        </p:nvPicPr>
        <p:blipFill>
          <a:blip r:embed="rId2"/>
          <a:stretch>
            <a:fillRect/>
          </a:stretch>
        </p:blipFill>
        <p:spPr>
          <a:xfrm>
            <a:off x="8458200" y="2133600"/>
            <a:ext cx="1358900" cy="1927225"/>
          </a:xfrm>
          <a:prstGeom prst="rect">
            <a:avLst/>
          </a:prstGeom>
          <a:noFill/>
          <a:ln w="9525">
            <a:noFill/>
          </a:ln>
        </p:spPr>
      </p:pic>
      <p:pic>
        <p:nvPicPr>
          <p:cNvPr id="13317" name="Picture 10" descr="58-townes-schawlow"/>
          <p:cNvPicPr>
            <a:picLocks noChangeAspect="1"/>
          </p:cNvPicPr>
          <p:nvPr/>
        </p:nvPicPr>
        <p:blipFill>
          <a:blip r:embed="rId3"/>
          <a:stretch>
            <a:fillRect/>
          </a:stretch>
        </p:blipFill>
        <p:spPr>
          <a:xfrm>
            <a:off x="7620000" y="4343400"/>
            <a:ext cx="2862263" cy="1876425"/>
          </a:xfrm>
          <a:prstGeom prst="rect">
            <a:avLst/>
          </a:prstGeom>
          <a:noFill/>
          <a:ln w="9525">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激光简史</a:t>
            </a:r>
          </a:p>
        </p:txBody>
      </p:sp>
      <p:sp>
        <p:nvSpPr>
          <p:cNvPr id="57347" name="Rectangle 3"/>
          <p:cNvSpPr>
            <a:spLocks noGrp="1" noChangeArrowheads="1"/>
          </p:cNvSpPr>
          <p:nvPr>
            <p:ph idx="1"/>
          </p:nvPr>
        </p:nvSpPr>
        <p:spPr>
          <a:xfrm>
            <a:off x="1992313" y="1628775"/>
            <a:ext cx="6846888" cy="4525963"/>
          </a:xfrm>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1959</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Gordon Gould </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发表论文</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mn-ea"/>
                <a:cs typeface="黑体" panose="02010609060101010101" pitchFamily="49" charset="-122"/>
              </a:rPr>
              <a:t>“</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The LASER: Light Amplification by Stimulated Emission of Radiation</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mn-ea"/>
                <a:cs typeface="黑体" panose="02010609060101010101" pitchFamily="49" charset="-122"/>
              </a:rPr>
              <a:t>”</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，这是</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LASER</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这一术语第一次被提出。</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1960</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5</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月，休斯实验室的</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Maiman</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和</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Lamb</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共同研制的红宝石激光器发出了</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694.3nm</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的红色激光，这是公认的世界上第一台激光器。</a:t>
            </a:r>
          </a:p>
        </p:txBody>
      </p:sp>
      <p:pic>
        <p:nvPicPr>
          <p:cNvPr id="14340" name="Picture 4" descr="Meiman's Laser"/>
          <p:cNvPicPr>
            <a:picLocks noChangeAspect="1"/>
          </p:cNvPicPr>
          <p:nvPr/>
        </p:nvPicPr>
        <p:blipFill>
          <a:blip r:embed="rId3"/>
          <a:stretch>
            <a:fillRect/>
          </a:stretch>
        </p:blipFill>
        <p:spPr>
          <a:xfrm>
            <a:off x="7175500" y="4437063"/>
            <a:ext cx="3195638" cy="1879600"/>
          </a:xfrm>
          <a:prstGeom prst="rect">
            <a:avLst/>
          </a:prstGeom>
          <a:noFill/>
          <a:ln w="9525">
            <a:noFill/>
          </a:ln>
        </p:spPr>
      </p:pic>
      <p:graphicFrame>
        <p:nvGraphicFramePr>
          <p:cNvPr id="14341" name="Object 5"/>
          <p:cNvGraphicFramePr>
            <a:graphicFrameLocks noChangeAspect="1"/>
          </p:cNvGraphicFramePr>
          <p:nvPr/>
        </p:nvGraphicFramePr>
        <p:xfrm>
          <a:off x="5016500" y="4437063"/>
          <a:ext cx="1871663" cy="1870075"/>
        </p:xfrm>
        <a:graphic>
          <a:graphicData uri="http://schemas.openxmlformats.org/presentationml/2006/ole">
            <mc:AlternateContent xmlns:mc="http://schemas.openxmlformats.org/markup-compatibility/2006">
              <mc:Choice xmlns:v="urn:schemas-microsoft-com:vml" Requires="v">
                <p:oleObj spid="_x0000_s60451" r:id="rId4" imgW="7543800" imgH="5829300" progId="AcroExch.Document.7">
                  <p:embed/>
                </p:oleObj>
              </mc:Choice>
              <mc:Fallback>
                <p:oleObj r:id="rId4" imgW="7543800" imgH="5829300" progId="AcroExch.Document.7">
                  <p:embed/>
                  <p:pic>
                    <p:nvPicPr>
                      <p:cNvPr id="0" name="图片 3075"/>
                      <p:cNvPicPr/>
                      <p:nvPr/>
                    </p:nvPicPr>
                    <p:blipFill>
                      <a:blip r:embed="rId5"/>
                      <a:srcRect l="10840" t="27769" r="47148" b="17915"/>
                      <a:stretch>
                        <a:fillRect/>
                      </a:stretch>
                    </p:blipFill>
                    <p:spPr>
                      <a:xfrm>
                        <a:off x="5016500" y="4437063"/>
                        <a:ext cx="1871663" cy="1870075"/>
                      </a:xfrm>
                      <a:prstGeom prst="rect">
                        <a:avLst/>
                      </a:prstGeom>
                      <a:noFill/>
                      <a:ln w="38100">
                        <a:noFill/>
                        <a:miter/>
                      </a:ln>
                    </p:spPr>
                  </p:pic>
                </p:oleObj>
              </mc:Fallback>
            </mc:AlternateContent>
          </a:graphicData>
        </a:graphic>
      </p:graphicFrame>
      <p:graphicFrame>
        <p:nvGraphicFramePr>
          <p:cNvPr id="14342" name="Object 6"/>
          <p:cNvGraphicFramePr>
            <a:graphicFrameLocks noChangeAspect="1"/>
          </p:cNvGraphicFramePr>
          <p:nvPr/>
        </p:nvGraphicFramePr>
        <p:xfrm>
          <a:off x="2424113" y="4483100"/>
          <a:ext cx="2376487" cy="1771650"/>
        </p:xfrm>
        <a:graphic>
          <a:graphicData uri="http://schemas.openxmlformats.org/presentationml/2006/ole">
            <mc:AlternateContent xmlns:mc="http://schemas.openxmlformats.org/markup-compatibility/2006">
              <mc:Choice xmlns:v="urn:schemas-microsoft-com:vml" Requires="v">
                <p:oleObj spid="_x0000_s60452" r:id="rId6" imgW="7543800" imgH="5829300" progId="AcroExch.Document.7">
                  <p:embed/>
                </p:oleObj>
              </mc:Choice>
              <mc:Fallback>
                <p:oleObj r:id="rId6" imgW="7543800" imgH="5829300" progId="AcroExch.Document.7">
                  <p:embed/>
                  <p:pic>
                    <p:nvPicPr>
                      <p:cNvPr id="0" name="图片 3076"/>
                      <p:cNvPicPr/>
                      <p:nvPr/>
                    </p:nvPicPr>
                    <p:blipFill>
                      <a:blip r:embed="rId7"/>
                      <a:srcRect l="12755" t="20337" r="19449" b="14212"/>
                      <a:stretch>
                        <a:fillRect/>
                      </a:stretch>
                    </p:blipFill>
                    <p:spPr>
                      <a:xfrm>
                        <a:off x="2424113" y="4483100"/>
                        <a:ext cx="2376487" cy="1771650"/>
                      </a:xfrm>
                      <a:prstGeom prst="rect">
                        <a:avLst/>
                      </a:prstGeom>
                      <a:noFill/>
                      <a:ln w="38100">
                        <a:noFill/>
                        <a:miter/>
                      </a:ln>
                    </p:spPr>
                  </p:pic>
                </p:oleObj>
              </mc:Fallback>
            </mc:AlternateContent>
          </a:graphicData>
        </a:graphic>
      </p:graphicFrame>
      <p:pic>
        <p:nvPicPr>
          <p:cNvPr id="14343" name="Picture 7" descr="59-gould"/>
          <p:cNvPicPr>
            <a:picLocks noChangeAspect="1"/>
          </p:cNvPicPr>
          <p:nvPr/>
        </p:nvPicPr>
        <p:blipFill>
          <a:blip r:embed="rId8"/>
          <a:stretch>
            <a:fillRect/>
          </a:stretch>
        </p:blipFill>
        <p:spPr>
          <a:xfrm>
            <a:off x="8686800" y="1652588"/>
            <a:ext cx="1828800" cy="1624012"/>
          </a:xfrm>
          <a:prstGeom prst="rect">
            <a:avLst/>
          </a:prstGeom>
          <a:noFill/>
          <a:ln w="9525">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814648" y="1412875"/>
            <a:ext cx="5218894" cy="4489450"/>
          </a:xfrm>
        </p:spPr>
        <p:txBody>
          <a:bodyPr/>
          <a:lstStyle/>
          <a:p>
            <a:pPr>
              <a:lnSpc>
                <a:spcPct val="150000"/>
              </a:lnSpc>
            </a:pPr>
            <a:r>
              <a:rPr lang="zh-CN" altLang="en-US" dirty="0"/>
              <a:t>1961年中国科学院长春光学精密机械研究所研制成功了我国第一台激光器。</a:t>
            </a:r>
            <a:r>
              <a:rPr lang="zh-CN" altLang="en-US" dirty="0">
                <a:solidFill>
                  <a:srgbClr val="FF0000"/>
                </a:solidFill>
              </a:rPr>
              <a:t>这一激光器采用红宝石作为激光介质，因而也被称为红宝石激光器。</a:t>
            </a:r>
          </a:p>
          <a:p>
            <a:pPr>
              <a:lnSpc>
                <a:spcPct val="150000"/>
              </a:lnSpc>
            </a:pPr>
            <a:endParaRPr lang="zh-CN" altLang="en-US" dirty="0"/>
          </a:p>
        </p:txBody>
      </p:sp>
      <p:sp>
        <p:nvSpPr>
          <p:cNvPr id="3" name="日期占位符 2"/>
          <p:cNvSpPr>
            <a:spLocks noGrp="1"/>
          </p:cNvSpPr>
          <p:nvPr>
            <p:ph type="dt" sz="half" idx="2"/>
          </p:nvPr>
        </p:nvSpPr>
        <p:spPr/>
        <p:txBody>
          <a:bodyPr/>
          <a:lstStyle/>
          <a:p>
            <a:fld id="{8E854A89-82CD-4595-BB5F-AE837B824447}" type="datetime1">
              <a:rPr lang="zh-CN" altLang="en-US" smtClean="0"/>
              <a:t>2020/4/15</a:t>
            </a:fld>
            <a:endParaRPr lang="zh-CN" altLang="en-US" dirty="0"/>
          </a:p>
        </p:txBody>
      </p:sp>
      <p:sp>
        <p:nvSpPr>
          <p:cNvPr id="4" name="灯片编号占位符 3"/>
          <p:cNvSpPr>
            <a:spLocks noGrp="1"/>
          </p:cNvSpPr>
          <p:nvPr>
            <p:ph type="sldNum" sz="quarter" idx="4"/>
          </p:nvPr>
        </p:nvSpPr>
        <p:spPr/>
        <p:txBody>
          <a:bodyPr/>
          <a:lstStyle/>
          <a:p>
            <a:fld id="{D0886717-A803-428B-8F33-9087F29D0613}" type="slidenum">
              <a:rPr lang="zh-CN" altLang="en-US" smtClean="0"/>
              <a:t>72</a:t>
            </a:fld>
            <a:endParaRPr lang="zh-CN" altLang="en-US" dirty="0"/>
          </a:p>
        </p:txBody>
      </p:sp>
      <p:pic>
        <p:nvPicPr>
          <p:cNvPr id="7" name="图片 6" descr="我国第一台激光器"/>
          <p:cNvPicPr>
            <a:picLocks noChangeAspect="1"/>
          </p:cNvPicPr>
          <p:nvPr/>
        </p:nvPicPr>
        <p:blipFill>
          <a:blip r:embed="rId2"/>
          <a:stretch>
            <a:fillRect/>
          </a:stretch>
        </p:blipFill>
        <p:spPr>
          <a:xfrm>
            <a:off x="6552222" y="1857375"/>
            <a:ext cx="4762500" cy="3600450"/>
          </a:xfrm>
          <a:prstGeom prst="rect">
            <a:avLst/>
          </a:prstGeom>
        </p:spPr>
      </p:pic>
      <p:sp>
        <p:nvSpPr>
          <p:cNvPr id="9" name="Rectangle 2">
            <a:extLst>
              <a:ext uri="{FF2B5EF4-FFF2-40B4-BE49-F238E27FC236}">
                <a16:creationId xmlns:a16="http://schemas.microsoft.com/office/drawing/2014/main" id="{76A22DFE-17A2-44BB-B6F8-94CA6CC200B5}"/>
              </a:ext>
            </a:extLst>
          </p:cNvPr>
          <p:cNvSpPr>
            <a:spLocks noGrp="1" noChangeArrowheads="1"/>
          </p:cNvSpPr>
          <p:nvPr>
            <p:ph type="title"/>
          </p:nvPr>
        </p:nvSpPr>
        <p:spPr>
          <a:xfrm>
            <a:off x="838200" y="365125"/>
            <a:ext cx="10515600" cy="1325563"/>
          </a:xfrm>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激光简史</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激光简史</a:t>
            </a:r>
          </a:p>
        </p:txBody>
      </p:sp>
      <p:sp>
        <p:nvSpPr>
          <p:cNvPr id="60419" name="Rectangle 3"/>
          <p:cNvSpPr>
            <a:spLocks noGrp="1" noChangeArrowheads="1"/>
          </p:cNvSpPr>
          <p:nvPr>
            <p:ph idx="1"/>
          </p:nvPr>
        </p:nvSpPr>
        <p:spPr>
          <a:xfrm>
            <a:off x="1992313" y="1628775"/>
            <a:ext cx="5094288" cy="4525963"/>
          </a:xfrm>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1963</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Herbert Kroemer</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和</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Rudolf Kazarinov</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Zhores Alferov</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的团队独立的提出了利用异质结构造半导体激光器的思路，这一工作使得他们获得了</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2000</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年的诺贝尔物理学奖。 </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1964</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C. K. N. (Kumar) Patel</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研制了第一台</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CO</a:t>
            </a:r>
            <a:r>
              <a:rPr kumimoji="0" lang="en-US" altLang="zh-CN" sz="2400" b="1" i="0" u="none" strike="noStrike" kern="0" cap="none" spc="0" normalizeH="0" baseline="-2500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2</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激光器；</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1964</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a:t>
            </a:r>
            <a:r>
              <a:rPr kumimoji="0" lang="en-US" altLang="zh-CN"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William B. Bridges</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研制了第一台离子激光器；</a:t>
            </a:r>
          </a:p>
        </p:txBody>
      </p:sp>
      <p:pic>
        <p:nvPicPr>
          <p:cNvPr id="18436" name="Picture 4" descr="http://www.laserfest.org/lasers/history/images/64-ion.jpg"/>
          <p:cNvPicPr>
            <a:picLocks noChangeAspect="1"/>
          </p:cNvPicPr>
          <p:nvPr/>
        </p:nvPicPr>
        <p:blipFill>
          <a:blip r:embed="rId2" r:link="rId3"/>
          <a:stretch>
            <a:fillRect/>
          </a:stretch>
        </p:blipFill>
        <p:spPr>
          <a:xfrm>
            <a:off x="7010400" y="3810000"/>
            <a:ext cx="3429000" cy="2571750"/>
          </a:xfrm>
          <a:prstGeom prst="rect">
            <a:avLst/>
          </a:prstGeom>
          <a:noFill/>
          <a:ln w="9525">
            <a:noFill/>
          </a:ln>
        </p:spPr>
      </p:pic>
      <p:pic>
        <p:nvPicPr>
          <p:cNvPr id="18437" name="Picture 6" descr="http://www.laserfest.org/lasers/history/images/63-patel.jpg"/>
          <p:cNvPicPr>
            <a:picLocks noChangeAspect="1"/>
          </p:cNvPicPr>
          <p:nvPr/>
        </p:nvPicPr>
        <p:blipFill>
          <a:blip r:embed="rId4" r:link="rId3"/>
          <a:stretch>
            <a:fillRect/>
          </a:stretch>
        </p:blipFill>
        <p:spPr>
          <a:xfrm>
            <a:off x="8077200" y="1600200"/>
            <a:ext cx="1390650" cy="2019300"/>
          </a:xfrm>
          <a:prstGeom prst="rect">
            <a:avLst/>
          </a:prstGeom>
          <a:noFill/>
          <a:ln w="9525">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vert="horz" wrap="square" lIns="91440" tIns="45720" rIns="91440" bIns="45720" numCol="1" anchor="ctr" anchorCtr="0" compatLnSpc="1">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solidFill>
                  <a:schemeClr val="tx1"/>
                </a:solidFill>
                <a:effectLst>
                  <a:outerShdw blurRad="38100" dist="19050" dir="2700000" algn="tl" rotWithShape="0">
                    <a:schemeClr val="dk1">
                      <a:alpha val="40000"/>
                    </a:schemeClr>
                  </a:outerShdw>
                </a:effectLst>
                <a:uLnTx/>
                <a:uFillTx/>
                <a:latin typeface="+mj-lt"/>
                <a:ea typeface="+mj-ea"/>
                <a:cs typeface="黑体" panose="02010609060101010101" pitchFamily="49" charset="-122"/>
              </a:rPr>
              <a:t>激光简史</a:t>
            </a:r>
          </a:p>
        </p:txBody>
      </p:sp>
      <p:sp>
        <p:nvSpPr>
          <p:cNvPr id="61443" name="Rectangle 3"/>
          <p:cNvSpPr>
            <a:spLocks noGrp="1" noChangeArrowheads="1"/>
          </p:cNvSpPr>
          <p:nvPr>
            <p:ph idx="1"/>
          </p:nvPr>
        </p:nvSpPr>
        <p:spPr>
          <a:xfrm>
            <a:off x="1992313" y="1628775"/>
            <a:ext cx="5627688" cy="4525963"/>
          </a:xfrm>
        </p:spPr>
        <p:txBody>
          <a:bodyPr vert="horz" wrap="square" lIns="91440" tIns="45720" rIns="91440" bIns="45720" numCol="1" anchor="t" anchorCtr="0" compatLnSpc="1"/>
          <a:lstStyle/>
          <a:p>
            <a:pPr marL="742950" marR="0" lvl="1" indent="-285750" algn="l" defTabSz="914400" rtl="0" eaLnBrk="1" fontAlgn="base" latinLnBrk="0" hangingPunct="1">
              <a:lnSpc>
                <a:spcPct val="110000"/>
              </a:lnSpc>
              <a:spcBef>
                <a:spcPct val="20000"/>
              </a:spcBef>
              <a:spcAft>
                <a:spcPct val="0"/>
              </a:spcAft>
              <a:buClrTx/>
              <a:buSzTx/>
              <a:buFontTx/>
              <a:buChar char="–"/>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1964</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J. E. Geusic</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H. M. Marcos</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和</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L. G. Van Uitert</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研制了第一台掺钕钇铝石榴石（</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Nd</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YAG</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）固体激光器，这是现在被应用于切割、焊接、光学应用和非线性光学领域用途最广的激光器；</a:t>
            </a:r>
          </a:p>
          <a:p>
            <a:pPr marL="742950" marR="0" lvl="1" indent="-285750" algn="l" defTabSz="914400" rtl="0" eaLnBrk="1" fontAlgn="base" latinLnBrk="0" hangingPunct="1">
              <a:lnSpc>
                <a:spcPct val="110000"/>
              </a:lnSpc>
              <a:spcBef>
                <a:spcPct val="20000"/>
              </a:spcBef>
              <a:spcAft>
                <a:spcPct val="0"/>
              </a:spcAft>
              <a:buClrTx/>
              <a:buSzTx/>
              <a:buFontTx/>
              <a:buChar char="–"/>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1964</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C. J. Koester</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和</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E. Snitzer</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研制了第一台掺钕光纤放大器。光纤放大器现在被广泛应用于光通讯和高能激光器中。</a:t>
            </a:r>
          </a:p>
          <a:p>
            <a:pPr marL="742950" marR="0" lvl="1" indent="-285750" algn="l" defTabSz="914400" rtl="0" eaLnBrk="1" fontAlgn="base" latinLnBrk="0" hangingPunct="1">
              <a:lnSpc>
                <a:spcPct val="110000"/>
              </a:lnSpc>
              <a:spcBef>
                <a:spcPct val="20000"/>
              </a:spcBef>
              <a:spcAft>
                <a:spcPct val="0"/>
              </a:spcAft>
              <a:buClrTx/>
              <a:buSzTx/>
              <a:buFontTx/>
              <a:buChar char="–"/>
              <a:defRPr/>
            </a:pP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1964:</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mn-ea"/>
                <a:cs typeface="黑体" panose="02010609060101010101" pitchFamily="49" charset="-122"/>
              </a:rPr>
              <a:t> </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Arno Penzias</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和</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Robert Wilson</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利用</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MASER</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作为放大器观察</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3K</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的宇宙背景辐射，从而证明了</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Big Bang Theory</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。他们因此获得了</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1978</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黑体" panose="02010609060101010101" pitchFamily="49" charset="-122"/>
              </a:rPr>
              <a:t>年诺贝尔奖。</a:t>
            </a:r>
          </a:p>
        </p:txBody>
      </p:sp>
      <p:pic>
        <p:nvPicPr>
          <p:cNvPr id="19460" name="Picture 5" descr="http://www.laserfest.org/lasers/history/images/64-yag.jpg"/>
          <p:cNvPicPr>
            <a:picLocks noChangeAspect="1"/>
          </p:cNvPicPr>
          <p:nvPr/>
        </p:nvPicPr>
        <p:blipFill>
          <a:blip r:embed="rId2" r:link="rId3"/>
          <a:stretch>
            <a:fillRect/>
          </a:stretch>
        </p:blipFill>
        <p:spPr>
          <a:xfrm>
            <a:off x="7696200" y="1676400"/>
            <a:ext cx="2857500" cy="1933575"/>
          </a:xfrm>
          <a:prstGeom prst="rect">
            <a:avLst/>
          </a:prstGeom>
          <a:noFill/>
          <a:ln w="9525">
            <a:noFill/>
          </a:ln>
        </p:spPr>
      </p:pic>
      <p:pic>
        <p:nvPicPr>
          <p:cNvPr id="19461" name="Picture 7" descr="http://www.laserfest.org/lasers/history/images/64-cmb.jpg"/>
          <p:cNvPicPr>
            <a:picLocks noChangeAspect="1"/>
          </p:cNvPicPr>
          <p:nvPr/>
        </p:nvPicPr>
        <p:blipFill>
          <a:blip r:embed="rId4" r:link="rId3"/>
          <a:stretch>
            <a:fillRect/>
          </a:stretch>
        </p:blipFill>
        <p:spPr>
          <a:xfrm>
            <a:off x="7658100" y="4419600"/>
            <a:ext cx="2857500" cy="1428750"/>
          </a:xfrm>
          <a:prstGeom prst="rect">
            <a:avLst/>
          </a:prstGeom>
          <a:noFill/>
          <a:ln w="9525">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4" name="Text Box 4"/>
          <p:cNvSpPr txBox="1">
            <a:spLocks noChangeArrowheads="1"/>
          </p:cNvSpPr>
          <p:nvPr/>
        </p:nvSpPr>
        <p:spPr bwMode="auto">
          <a:xfrm>
            <a:off x="3427413" y="2947554"/>
            <a:ext cx="4895850" cy="1059585"/>
          </a:xfrm>
          <a:prstGeom prst="rect">
            <a:avLst/>
          </a:prstGeom>
          <a:noFill/>
          <a:ln w="9525" algn="ctr">
            <a:noFill/>
            <a:miter lim="800000"/>
          </a:ln>
          <a:effectLst/>
        </p:spPr>
        <p:txBody>
          <a:bodyPr>
            <a:spAutoFit/>
          </a:bodyPr>
          <a:lstStyle/>
          <a:p>
            <a:pPr algn="ctr">
              <a:lnSpc>
                <a:spcPct val="110000"/>
              </a:lnSpc>
              <a:spcBef>
                <a:spcPct val="20000"/>
              </a:spcBef>
              <a:buClr>
                <a:schemeClr val="hlink"/>
              </a:buClr>
              <a:buSzPct val="70000"/>
              <a:buFont typeface="Wingdings" panose="05000000000000000000" pitchFamily="2" charset="2"/>
              <a:buNone/>
            </a:pPr>
            <a:r>
              <a:rPr kumimoji="0" lang="zh-CN" altLang="en-US" sz="6000" b="1" dirty="0"/>
              <a:t>谢谢大家</a:t>
            </a:r>
            <a:endParaRPr lang="zh-CN" altLang="en-US" sz="6000" b="1"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7524"/>
                                        </p:tgtEl>
                                        <p:attrNameLst>
                                          <p:attrName>style.visibility</p:attrName>
                                        </p:attrNameLst>
                                      </p:cBhvr>
                                      <p:to>
                                        <p:strVal val="visible"/>
                                      </p:to>
                                    </p:set>
                                    <p:animEffect transition="in" filter="box(in)">
                                      <p:cBhvr>
                                        <p:cTn id="7" dur="500"/>
                                        <p:tgtEl>
                                          <p:spTgt spid="107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4"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671,&quot;width&quot;:4885}"/>
</p:tagLst>
</file>

<file path=ppt/tags/tag36.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5"/>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5"/>
</p:tagLst>
</file>

<file path=ppt/tags/tag5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5"/>
</p:tagLst>
</file>

<file path=ppt/tags/tag7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WEBVIDEO" val="txvideo/id/b0839gvii55"/>
</p:tagLst>
</file>

<file path=ppt/tags/tag88.xml><?xml version="1.0" encoding="utf-8"?>
<p:tagLst xmlns:a="http://schemas.openxmlformats.org/drawingml/2006/main" xmlns:r="http://schemas.openxmlformats.org/officeDocument/2006/relationships" xmlns:p="http://schemas.openxmlformats.org/presentationml/2006/main">
  <p:tag name="WEBVIDEO" val="txvideo/id/s0926rwsw4a"/>
</p:tagLst>
</file>

<file path=ppt/tags/tag89.xml><?xml version="1.0" encoding="utf-8"?>
<p:tagLst xmlns:a="http://schemas.openxmlformats.org/drawingml/2006/main" xmlns:r="http://schemas.openxmlformats.org/officeDocument/2006/relationships" xmlns:p="http://schemas.openxmlformats.org/presentationml/2006/main">
  <p:tag name="WEBVIDEO" val="txvideo/id/c0505y37uja"/>
</p:tagLst>
</file>

<file path=ppt/tags/tag90.xml><?xml version="1.0" encoding="utf-8"?>
<p:tagLst xmlns:a="http://schemas.openxmlformats.org/drawingml/2006/main" xmlns:r="http://schemas.openxmlformats.org/officeDocument/2006/relationships" xmlns:p="http://schemas.openxmlformats.org/presentationml/2006/main">
  <p:tag name="WEBVIDEO" val="txvideo/id/z0923p3s379"/>
</p:tagLst>
</file>

<file path=ppt/tags/tag9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5"/>
</p:tagLst>
</file>

<file path=ppt/tags/tag9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TotalTime>
  <Words>5350</Words>
  <Application>Microsoft Office PowerPoint</Application>
  <PresentationFormat>宽屏</PresentationFormat>
  <Paragraphs>616</Paragraphs>
  <Slides>75</Slides>
  <Notes>9</Notes>
  <HiddenSlides>0</HiddenSlides>
  <MMClips>1</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5</vt:i4>
      </vt:variant>
      <vt:variant>
        <vt:lpstr>幻灯片标题</vt:lpstr>
      </vt:variant>
      <vt:variant>
        <vt:i4>75</vt:i4>
      </vt:variant>
    </vt:vector>
  </HeadingPairs>
  <TitlesOfParts>
    <vt:vector size="97" baseType="lpstr">
      <vt:lpstr>等线</vt:lpstr>
      <vt:lpstr>等线 Light</vt:lpstr>
      <vt:lpstr>黑体</vt:lpstr>
      <vt:lpstr>华文细黑</vt:lpstr>
      <vt:lpstr>华文中宋</vt:lpstr>
      <vt:lpstr>楷体_GB2312</vt:lpstr>
      <vt:lpstr>宋体</vt:lpstr>
      <vt:lpstr>微软雅黑</vt:lpstr>
      <vt:lpstr>幼圆</vt:lpstr>
      <vt:lpstr>Arial</vt:lpstr>
      <vt:lpstr>Century Schoolbook</vt:lpstr>
      <vt:lpstr>Garamond</vt:lpstr>
      <vt:lpstr>Symbol</vt:lpstr>
      <vt:lpstr>Times New Roman</vt:lpstr>
      <vt:lpstr>Verdana</vt:lpstr>
      <vt:lpstr>Wingdings</vt:lpstr>
      <vt:lpstr>Office 主题​​</vt:lpstr>
      <vt:lpstr>Equation.3</vt:lpstr>
      <vt:lpstr>Equation.DSMT4</vt:lpstr>
      <vt:lpstr>Visio.Drawing.11</vt:lpstr>
      <vt:lpstr>Equation</vt:lpstr>
      <vt:lpstr>AcroExch.Document.7</vt:lpstr>
      <vt:lpstr>PowerPoint 演示文稿</vt:lpstr>
      <vt:lpstr>PowerPoint 演示文稿</vt:lpstr>
      <vt:lpstr>实验室科研探究</vt:lpstr>
      <vt:lpstr>主要内容</vt:lpstr>
      <vt:lpstr>PowerPoint 演示文稿</vt:lpstr>
      <vt:lpstr> 激光定义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激光产生的机理-增益系数</vt:lpstr>
      <vt:lpstr>激光产生的机理-损耗系数</vt:lpstr>
      <vt:lpstr>激光产生的机理-损耗系数</vt:lpstr>
      <vt:lpstr>激光产生的机理</vt:lpstr>
      <vt:lpstr>激光产生的机理-光学谐振腔</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典型激光器介绍</vt:lpstr>
      <vt:lpstr>典型激光器介绍</vt:lpstr>
      <vt:lpstr>典型激光器介绍</vt:lpstr>
      <vt:lpstr>典型激光器介绍</vt:lpstr>
      <vt:lpstr>典型激光器介绍</vt:lpstr>
      <vt:lpstr>典型激光器介绍</vt:lpstr>
      <vt:lpstr>PowerPoint 演示文稿</vt:lpstr>
      <vt:lpstr>典型激光器介绍</vt:lpstr>
      <vt:lpstr>PowerPoint 演示文稿</vt:lpstr>
      <vt:lpstr>典型激光器介绍</vt:lpstr>
      <vt:lpstr>典型激光器介绍</vt:lpstr>
      <vt:lpstr>典型激光器介绍-半导体激光器</vt:lpstr>
      <vt:lpstr>PowerPoint 演示文稿</vt:lpstr>
      <vt:lpstr>PowerPoint 演示文稿</vt:lpstr>
      <vt:lpstr>激光加工的特点</vt:lpstr>
      <vt:lpstr>激光加工的应用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激光简史</vt:lpstr>
      <vt:lpstr>激光简史</vt:lpstr>
      <vt:lpstr>激光简史</vt:lpstr>
      <vt:lpstr>激光简史</vt:lpstr>
      <vt:lpstr>激光简史</vt:lpstr>
      <vt:lpstr>激光简史</vt:lpstr>
      <vt:lpstr>激光简史</vt:lpstr>
      <vt:lpstr>激光简史</vt:lpstr>
      <vt:lpstr>激光简史</vt:lpstr>
      <vt:lpstr>激光简史</vt:lpstr>
      <vt:lpstr>激光简史</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制造工程实践</dc:title>
  <dc:creator>Windows 用户</dc:creator>
  <cp:lastModifiedBy>TDXLS</cp:lastModifiedBy>
  <cp:revision>900</cp:revision>
  <cp:lastPrinted>2019-12-23T01:52:00Z</cp:lastPrinted>
  <dcterms:created xsi:type="dcterms:W3CDTF">2017-08-18T07:03:00Z</dcterms:created>
  <dcterms:modified xsi:type="dcterms:W3CDTF">2020-04-15T09:11:14Z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2052-11.1.0.9584</vt:lpwstr>
  </property>
</Properties>
</file>