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77" r:id="rId4"/>
    <p:sldId id="278" r:id="rId5"/>
    <p:sldId id="279" r:id="rId6"/>
    <p:sldId id="280" r:id="rId7"/>
    <p:sldId id="281" r:id="rId8"/>
    <p:sldId id="257" r:id="rId9"/>
    <p:sldId id="275" r:id="rId10"/>
    <p:sldId id="258" r:id="rId11"/>
    <p:sldId id="262" r:id="rId12"/>
    <p:sldId id="261" r:id="rId13"/>
    <p:sldId id="260" r:id="rId14"/>
    <p:sldId id="263" r:id="rId15"/>
    <p:sldId id="264" r:id="rId16"/>
    <p:sldId id="265" r:id="rId17"/>
    <p:sldId id="266" r:id="rId18"/>
    <p:sldId id="267" r:id="rId19"/>
    <p:sldId id="269" r:id="rId20"/>
    <p:sldId id="270" r:id="rId21"/>
    <p:sldId id="271" r:id="rId22"/>
    <p:sldId id="272" r:id="rId23"/>
    <p:sldId id="273" r:id="rId24"/>
    <p:sldId id="282" r:id="rId2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-115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2016/3/15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2016/3/15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2016/3/15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2016/3/15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2016/3/15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2016/3/15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2016/3/15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2016/3/15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2016/3/15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2016/3/15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2016/3/15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2016/3/15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emf"/><Relationship Id="rId5" Type="http://schemas.openxmlformats.org/officeDocument/2006/relationships/image" Target="../media/image11.emf"/><Relationship Id="rId4" Type="http://schemas.openxmlformats.org/officeDocument/2006/relationships/image" Target="../media/image10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emf"/><Relationship Id="rId4" Type="http://schemas.openxmlformats.org/officeDocument/2006/relationships/image" Target="../media/image23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实验室科研探究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第</a:t>
            </a:r>
            <a:r>
              <a:rPr lang="en-US" altLang="zh-CN" dirty="0" smtClean="0"/>
              <a:t>48</a:t>
            </a:r>
            <a:r>
              <a:rPr lang="zh-CN" altLang="en-US" dirty="0" smtClean="0"/>
              <a:t>单元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你手里长出的机器人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梁志芳，孙海洋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清华大学基础工业训练中心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1733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机器人制作要求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要求课内制作一台机器人，能够完成绕着</a:t>
            </a:r>
            <a:r>
              <a:rPr lang="en-US" altLang="zh-CN" dirty="0" smtClean="0"/>
              <a:t>30mm</a:t>
            </a:r>
            <a:r>
              <a:rPr lang="zh-CN" altLang="en-US" dirty="0" smtClean="0"/>
              <a:t>（高）</a:t>
            </a:r>
            <a:r>
              <a:rPr lang="en-US" altLang="zh-CN" dirty="0" smtClean="0"/>
              <a:t>*50mm</a:t>
            </a:r>
            <a:r>
              <a:rPr lang="zh-CN" altLang="en-US" dirty="0" smtClean="0"/>
              <a:t>（长）</a:t>
            </a:r>
            <a:r>
              <a:rPr lang="en-US" altLang="zh-CN" dirty="0" smtClean="0"/>
              <a:t>*80mm</a:t>
            </a:r>
            <a:r>
              <a:rPr lang="zh-CN" altLang="en-US" dirty="0" smtClean="0"/>
              <a:t>（高）物体旋转三周的任务。</a:t>
            </a:r>
            <a:endParaRPr lang="en-US" altLang="zh-CN" dirty="0" smtClean="0"/>
          </a:p>
          <a:p>
            <a:r>
              <a:rPr lang="zh-CN" altLang="en-US" dirty="0"/>
              <a:t>用</a:t>
            </a:r>
            <a:r>
              <a:rPr lang="zh-CN" altLang="en-US" dirty="0" smtClean="0"/>
              <a:t>时最少团队优胜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76350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机器人制作阶段</a:t>
            </a:r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依据任务要求，团队头脑风暴。分析完成任务需要的结构</a:t>
            </a:r>
            <a:endParaRPr lang="en-US" altLang="zh-CN" dirty="0" smtClean="0"/>
          </a:p>
          <a:p>
            <a:r>
              <a:rPr lang="zh-CN" altLang="en-US" dirty="0" smtClean="0"/>
              <a:t>完成设计，在白板上绘制出机器人结构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5067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机器人制作阶段</a:t>
            </a:r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打开机器人实验箱，分析现有零部件不支持原设计的部分，修改原有设计。</a:t>
            </a:r>
            <a:endParaRPr lang="en-US" altLang="zh-CN" dirty="0" smtClean="0"/>
          </a:p>
          <a:p>
            <a:r>
              <a:rPr lang="zh-CN" altLang="en-US" dirty="0" smtClean="0"/>
              <a:t>按照设计，用试验箱搭建机器人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32963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机器人制作阶段</a:t>
            </a:r>
            <a:r>
              <a:rPr lang="en-US" altLang="zh-CN" dirty="0" smtClean="0"/>
              <a:t>3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介绍机器人编程环境，完成课程给定任务所需的程序模块</a:t>
            </a:r>
            <a:endParaRPr lang="en-US" altLang="zh-CN" dirty="0" smtClean="0"/>
          </a:p>
          <a:p>
            <a:r>
              <a:rPr lang="zh-CN" altLang="en-US" dirty="0" smtClean="0"/>
              <a:t>同学完成编程</a:t>
            </a:r>
            <a:endParaRPr lang="en-US" altLang="zh-CN" dirty="0" smtClean="0"/>
          </a:p>
          <a:p>
            <a:r>
              <a:rPr lang="zh-CN" altLang="en-US" dirty="0" smtClean="0"/>
              <a:t>根据课程现场物体及场景调试程序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64406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机器人竞赛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每组出一名代表用一定方式确定参赛顺序</a:t>
            </a:r>
            <a:endParaRPr lang="en-US" altLang="zh-CN" dirty="0" smtClean="0"/>
          </a:p>
          <a:p>
            <a:r>
              <a:rPr lang="zh-CN" altLang="en-US" dirty="0" smtClean="0"/>
              <a:t>按照确定的顺序进行比赛</a:t>
            </a:r>
            <a:endParaRPr lang="en-US" altLang="zh-CN" dirty="0" smtClean="0"/>
          </a:p>
          <a:p>
            <a:r>
              <a:rPr lang="zh-CN" altLang="en-US" dirty="0" smtClean="0"/>
              <a:t>机器人拍照时间，同学拍照留下课程作品的记录</a:t>
            </a:r>
            <a:endParaRPr lang="en-US" altLang="zh-CN" dirty="0" smtClean="0"/>
          </a:p>
          <a:p>
            <a:r>
              <a:rPr lang="zh-CN" altLang="en-US" dirty="0" smtClean="0"/>
              <a:t>机器人拆解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45826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机器人讲解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机器人基本组成</a:t>
            </a:r>
            <a:endParaRPr lang="en-US" altLang="zh-CN" dirty="0" smtClean="0"/>
          </a:p>
          <a:p>
            <a:r>
              <a:rPr lang="zh-CN" altLang="en-US" dirty="0" smtClean="0"/>
              <a:t>机器人核心处理器</a:t>
            </a:r>
            <a:endParaRPr lang="en-US" altLang="zh-CN" dirty="0" smtClean="0"/>
          </a:p>
          <a:p>
            <a:r>
              <a:rPr lang="zh-CN" altLang="en-US" dirty="0" smtClean="0"/>
              <a:t>机器人电机</a:t>
            </a:r>
            <a:endParaRPr lang="en-US" altLang="zh-CN" dirty="0" smtClean="0"/>
          </a:p>
          <a:p>
            <a:r>
              <a:rPr lang="zh-CN" altLang="en-US" dirty="0" smtClean="0"/>
              <a:t>机器人传感器</a:t>
            </a:r>
            <a:endParaRPr lang="en-US" altLang="zh-CN" dirty="0" smtClean="0"/>
          </a:p>
          <a:p>
            <a:r>
              <a:rPr lang="zh-CN" altLang="en-US" dirty="0" smtClean="0"/>
              <a:t>机器人传感器、电机与核心处理器的连接</a:t>
            </a:r>
            <a:endParaRPr lang="en-US" altLang="zh-CN" dirty="0" smtClean="0"/>
          </a:p>
          <a:p>
            <a:r>
              <a:rPr lang="zh-CN" altLang="en-US" dirty="0" smtClean="0"/>
              <a:t>机器人与电脑的连接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36363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5128" y="44624"/>
            <a:ext cx="8229600" cy="1143000"/>
          </a:xfrm>
        </p:spPr>
        <p:txBody>
          <a:bodyPr/>
          <a:lstStyle/>
          <a:p>
            <a:r>
              <a:rPr lang="zh-CN" altLang="en-US" dirty="0" smtClean="0"/>
              <a:t>机器人基本组成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980728"/>
            <a:ext cx="7920880" cy="5669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34337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机器人核心处理器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972" y="1438275"/>
            <a:ext cx="4467225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1628800"/>
            <a:ext cx="3168352" cy="3468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3204" y="3573015"/>
            <a:ext cx="2980763" cy="3363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97372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53751"/>
            <a:ext cx="8229600" cy="1143000"/>
          </a:xfrm>
        </p:spPr>
        <p:txBody>
          <a:bodyPr/>
          <a:lstStyle/>
          <a:p>
            <a:r>
              <a:rPr lang="zh-CN" altLang="en-US" dirty="0" smtClean="0"/>
              <a:t>机器人用电机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883772"/>
            <a:ext cx="7755173" cy="59742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33360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机器人的传感器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717" r="44885" b="13451"/>
          <a:stretch/>
        </p:blipFill>
        <p:spPr bwMode="auto">
          <a:xfrm>
            <a:off x="371373" y="1556793"/>
            <a:ext cx="3696571" cy="4681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5702" y="4623443"/>
            <a:ext cx="1524972" cy="16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36" b="69555"/>
          <a:stretch/>
        </p:blipFill>
        <p:spPr bwMode="auto">
          <a:xfrm>
            <a:off x="5578371" y="1359297"/>
            <a:ext cx="1779634" cy="167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36" t="37392" b="32934"/>
          <a:stretch/>
        </p:blipFill>
        <p:spPr bwMode="auto">
          <a:xfrm>
            <a:off x="4499992" y="3064765"/>
            <a:ext cx="1779634" cy="1629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36" t="71007"/>
          <a:stretch/>
        </p:blipFill>
        <p:spPr bwMode="auto">
          <a:xfrm>
            <a:off x="6752752" y="3031234"/>
            <a:ext cx="1779634" cy="1592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496742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机器人的传感器</a:t>
            </a:r>
            <a:endParaRPr lang="zh-CN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196751"/>
            <a:ext cx="4157697" cy="5602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1205220"/>
            <a:ext cx="2047875" cy="255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264" y="1390491"/>
            <a:ext cx="1982304" cy="2182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3997911"/>
            <a:ext cx="2009775" cy="225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272" y="3969336"/>
            <a:ext cx="2047875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31093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机器人的传感器</a:t>
            </a:r>
            <a:endParaRPr lang="zh-CN" altLang="en-US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060848"/>
            <a:ext cx="3168352" cy="3744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8634" y="1196752"/>
            <a:ext cx="1641835" cy="2088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2898331"/>
            <a:ext cx="1754400" cy="1863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312" y="2898331"/>
            <a:ext cx="1484560" cy="1639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0" name="Picture 8"/>
          <p:cNvPicPr>
            <a:picLocks noGrp="1" noChangeAspect="1" noChangeArrowheads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1820" y="4552389"/>
            <a:ext cx="1745005" cy="1972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850014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5272" y="188640"/>
            <a:ext cx="8229600" cy="1143000"/>
          </a:xfrm>
        </p:spPr>
        <p:txBody>
          <a:bodyPr/>
          <a:lstStyle/>
          <a:p>
            <a:r>
              <a:rPr lang="zh-CN" altLang="en-US" dirty="0" smtClean="0"/>
              <a:t>机器人的传感器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4316" y="3861048"/>
            <a:ext cx="3528392" cy="2784276"/>
          </a:xfrm>
        </p:spPr>
        <p:txBody>
          <a:bodyPr>
            <a:normAutofit fontScale="85000" lnSpcReduction="10000"/>
          </a:bodyPr>
          <a:lstStyle/>
          <a:p>
            <a:r>
              <a:rPr lang="zh-CN" altLang="en-US" dirty="0" smtClean="0"/>
              <a:t>注意：超声波传感器是基于声波反射来工作的，它可能无法检测出纹理表面或圆形物体。太小的物体也可能检测不出。</a:t>
            </a:r>
            <a:endParaRPr lang="zh-CN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980728"/>
            <a:ext cx="4248472" cy="4752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7116" y="1268760"/>
            <a:ext cx="1944216" cy="1748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512" y="1196752"/>
            <a:ext cx="220980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435588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5272" y="188640"/>
            <a:ext cx="8229600" cy="1143000"/>
          </a:xfrm>
        </p:spPr>
        <p:txBody>
          <a:bodyPr/>
          <a:lstStyle/>
          <a:p>
            <a:r>
              <a:rPr lang="zh-CN" altLang="en-US" dirty="0" smtClean="0"/>
              <a:t>机器人的传感器</a:t>
            </a:r>
            <a:endParaRPr lang="zh-CN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268760"/>
            <a:ext cx="4495800" cy="507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6938" y="1124744"/>
            <a:ext cx="2160594" cy="1852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1260" y="3332609"/>
            <a:ext cx="2085975" cy="227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6125" y="3284984"/>
            <a:ext cx="2047875" cy="2324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592580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340768"/>
            <a:ext cx="4524375" cy="475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361950"/>
            <a:ext cx="3066281" cy="3670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4077072"/>
            <a:ext cx="2448272" cy="2714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692338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5272" y="188640"/>
            <a:ext cx="8229600" cy="1143000"/>
          </a:xfrm>
        </p:spPr>
        <p:txBody>
          <a:bodyPr/>
          <a:lstStyle/>
          <a:p>
            <a:r>
              <a:rPr lang="zh-CN" altLang="en-US" dirty="0" smtClean="0"/>
              <a:t>机器人的传感器</a:t>
            </a:r>
            <a:endParaRPr lang="zh-CN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700808"/>
            <a:ext cx="4495800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3736454"/>
            <a:ext cx="5505450" cy="255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10363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5272" y="188640"/>
            <a:ext cx="8229600" cy="1143000"/>
          </a:xfrm>
        </p:spPr>
        <p:txBody>
          <a:bodyPr/>
          <a:lstStyle/>
          <a:p>
            <a:r>
              <a:rPr lang="zh-CN" altLang="en-US" dirty="0" smtClean="0"/>
              <a:t>机器人传感器和电机的连接</a:t>
            </a:r>
            <a:endParaRPr lang="zh-CN" alt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124744"/>
            <a:ext cx="4562475" cy="549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1645" y="1285404"/>
            <a:ext cx="2160331" cy="243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232" y="3501008"/>
            <a:ext cx="2304256" cy="2535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513784" y="6045622"/>
            <a:ext cx="34563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注意：软件无法辨别两个或多个相同的传感器或电机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449003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5272" y="188640"/>
            <a:ext cx="8229600" cy="1143000"/>
          </a:xfrm>
        </p:spPr>
        <p:txBody>
          <a:bodyPr/>
          <a:lstStyle/>
          <a:p>
            <a:r>
              <a:rPr lang="zh-CN" altLang="en-US" dirty="0"/>
              <a:t>机器人与电脑的连接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988840"/>
            <a:ext cx="4524375" cy="162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4509" y="1844824"/>
            <a:ext cx="3367931" cy="3853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90577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机器人与电脑的连接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268760"/>
            <a:ext cx="4505325" cy="536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1700808"/>
            <a:ext cx="3096344" cy="3495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574286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机器人与电脑的连接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988840"/>
            <a:ext cx="4448175" cy="2419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4988" y="1772816"/>
            <a:ext cx="3218317" cy="36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51520" y="5157192"/>
            <a:ext cx="91439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注意：</a:t>
            </a:r>
            <a:endParaRPr lang="en-US" altLang="zh-CN" sz="2400" dirty="0" smtClean="0"/>
          </a:p>
          <a:p>
            <a:r>
              <a:rPr lang="en-US" altLang="zh-CN" sz="2400" dirty="0" smtClean="0"/>
              <a:t>1.</a:t>
            </a:r>
            <a:r>
              <a:rPr lang="zh-CN" altLang="en-US" sz="2400" dirty="0" smtClean="0"/>
              <a:t>程序块仅支持以下网络加密模式：</a:t>
            </a:r>
            <a:r>
              <a:rPr lang="en-US" altLang="zh-CN" sz="2400" dirty="0" smtClean="0"/>
              <a:t>None(</a:t>
            </a:r>
            <a:r>
              <a:rPr lang="zh-CN" altLang="en-US" sz="2400" dirty="0" smtClean="0"/>
              <a:t>不加密</a:t>
            </a:r>
            <a:r>
              <a:rPr lang="en-US" altLang="zh-CN" sz="2400" dirty="0" smtClean="0"/>
              <a:t>)   </a:t>
            </a:r>
            <a:r>
              <a:rPr lang="zh-CN" altLang="en-US" sz="2400" dirty="0" smtClean="0"/>
              <a:t>和  </a:t>
            </a:r>
            <a:r>
              <a:rPr lang="en-US" altLang="zh-CN" sz="2400" dirty="0" smtClean="0"/>
              <a:t>WPA2</a:t>
            </a:r>
          </a:p>
          <a:p>
            <a:r>
              <a:rPr lang="en-US" altLang="zh-CN" sz="2400" dirty="0" smtClean="0"/>
              <a:t>2.</a:t>
            </a:r>
            <a:r>
              <a:rPr lang="zh-CN" altLang="en-US" sz="2400" dirty="0" smtClean="0"/>
              <a:t>由于键盘的限制，网络密码必须由数字、大写字母和小写字母组成。不能使用一些符号如</a:t>
            </a:r>
            <a:r>
              <a:rPr lang="en-US" altLang="zh-CN" sz="2400" dirty="0" smtClean="0"/>
              <a:t>#</a:t>
            </a:r>
            <a:r>
              <a:rPr lang="zh-CN" altLang="en-US" sz="2400" dirty="0" smtClean="0"/>
              <a:t>或者来自非拉丁字母系统的字母和符号</a:t>
            </a:r>
          </a:p>
        </p:txBody>
      </p:sp>
    </p:spTree>
    <p:extLst>
      <p:ext uri="{BB962C8B-B14F-4D97-AF65-F5344CB8AC3E}">
        <p14:creationId xmlns:p14="http://schemas.microsoft.com/office/powerpoint/2010/main" val="12415132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机器人与电脑的连接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340768"/>
            <a:ext cx="4495800" cy="384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1340768"/>
            <a:ext cx="2000250" cy="231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6125" y="1340768"/>
            <a:ext cx="2047875" cy="222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9675" y="3861048"/>
            <a:ext cx="2076450" cy="229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3804168"/>
            <a:ext cx="2057400" cy="233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216226" y="5352963"/>
            <a:ext cx="476815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注意：</a:t>
            </a:r>
            <a:endParaRPr lang="en-US" altLang="zh-CN" sz="2400" dirty="0" smtClean="0"/>
          </a:p>
          <a:p>
            <a:r>
              <a:rPr lang="zh-CN" altLang="en-US" sz="2400" dirty="0" smtClean="0"/>
              <a:t>当使用密码连接到网络后，程序块会记住密码便于以后的连接。*表示列表中的已知网络</a:t>
            </a:r>
          </a:p>
        </p:txBody>
      </p:sp>
    </p:spTree>
    <p:extLst>
      <p:ext uri="{BB962C8B-B14F-4D97-AF65-F5344CB8AC3E}">
        <p14:creationId xmlns:p14="http://schemas.microsoft.com/office/powerpoint/2010/main" val="4150323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772816"/>
            <a:ext cx="4495800" cy="258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1556792"/>
            <a:ext cx="3403166" cy="2797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16735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2924944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9600" dirty="0" smtClean="0"/>
              <a:t>结束</a:t>
            </a:r>
            <a:endParaRPr lang="zh-CN" altLang="en-US" sz="9600" dirty="0"/>
          </a:p>
        </p:txBody>
      </p:sp>
    </p:spTree>
    <p:extLst>
      <p:ext uri="{BB962C8B-B14F-4D97-AF65-F5344CB8AC3E}">
        <p14:creationId xmlns:p14="http://schemas.microsoft.com/office/powerpoint/2010/main" val="2598234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374</Words>
  <Application>Microsoft Office PowerPoint</Application>
  <PresentationFormat>全屏显示(4:3)</PresentationFormat>
  <Paragraphs>50</Paragraphs>
  <Slides>24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5" baseType="lpstr">
      <vt:lpstr>Office 主题</vt:lpstr>
      <vt:lpstr>实验室科研探究 第48单元——你手里长出的机器人</vt:lpstr>
      <vt:lpstr>机器人制作要求</vt:lpstr>
      <vt:lpstr>机器人制作阶段1</vt:lpstr>
      <vt:lpstr>机器人制作阶段2</vt:lpstr>
      <vt:lpstr>机器人制作阶段3</vt:lpstr>
      <vt:lpstr>机器人竞赛</vt:lpstr>
      <vt:lpstr>机器人讲解</vt:lpstr>
      <vt:lpstr>机器人基本组成</vt:lpstr>
      <vt:lpstr>机器人核心处理器</vt:lpstr>
      <vt:lpstr>机器人用电机</vt:lpstr>
      <vt:lpstr>机器人的传感器</vt:lpstr>
      <vt:lpstr>机器人的传感器</vt:lpstr>
      <vt:lpstr>机器人的传感器</vt:lpstr>
      <vt:lpstr>机器人的传感器</vt:lpstr>
      <vt:lpstr>机器人的传感器</vt:lpstr>
      <vt:lpstr>PowerPoint 演示文稿</vt:lpstr>
      <vt:lpstr>机器人的传感器</vt:lpstr>
      <vt:lpstr>机器人传感器和电机的连接</vt:lpstr>
      <vt:lpstr>机器人与电脑的连接</vt:lpstr>
      <vt:lpstr>机器人与电脑的连接</vt:lpstr>
      <vt:lpstr>机器人与电脑的连接</vt:lpstr>
      <vt:lpstr>机器人与电脑的连接</vt:lpstr>
      <vt:lpstr>PowerPoint 演示文稿</vt:lpstr>
      <vt:lpstr>结束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实验室科研探究 第48单元——你手里长出的机器人</dc:title>
  <dc:creator>brainliang</dc:creator>
  <cp:lastModifiedBy>brainliang</cp:lastModifiedBy>
  <cp:revision>13</cp:revision>
  <dcterms:created xsi:type="dcterms:W3CDTF">2016-03-14T01:46:58Z</dcterms:created>
  <dcterms:modified xsi:type="dcterms:W3CDTF">2016-03-15T00:19:38Z</dcterms:modified>
</cp:coreProperties>
</file>